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ink/ink1.xml" ContentType="application/inkml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notesMasterIdLst>
    <p:notesMasterId r:id="rId201"/>
  </p:notesMasterIdLst>
  <p:handoutMasterIdLst>
    <p:handoutMasterId r:id="rId202"/>
  </p:handoutMasterIdLst>
  <p:sldIdLst>
    <p:sldId id="865" r:id="rId2"/>
    <p:sldId id="265" r:id="rId3"/>
    <p:sldId id="873" r:id="rId4"/>
    <p:sldId id="266" r:id="rId5"/>
    <p:sldId id="728" r:id="rId6"/>
    <p:sldId id="257" r:id="rId7"/>
    <p:sldId id="269" r:id="rId8"/>
    <p:sldId id="270" r:id="rId9"/>
    <p:sldId id="383" r:id="rId10"/>
    <p:sldId id="382" r:id="rId11"/>
    <p:sldId id="397" r:id="rId12"/>
    <p:sldId id="874" r:id="rId13"/>
    <p:sldId id="744" r:id="rId14"/>
    <p:sldId id="794" r:id="rId15"/>
    <p:sldId id="795" r:id="rId16"/>
    <p:sldId id="788" r:id="rId17"/>
    <p:sldId id="797" r:id="rId18"/>
    <p:sldId id="798" r:id="rId19"/>
    <p:sldId id="761" r:id="rId20"/>
    <p:sldId id="789" r:id="rId21"/>
    <p:sldId id="869" r:id="rId22"/>
    <p:sldId id="871" r:id="rId23"/>
    <p:sldId id="398" r:id="rId24"/>
    <p:sldId id="399" r:id="rId25"/>
    <p:sldId id="800" r:id="rId26"/>
    <p:sldId id="385" r:id="rId27"/>
    <p:sldId id="384" r:id="rId28"/>
    <p:sldId id="386" r:id="rId29"/>
    <p:sldId id="388" r:id="rId30"/>
    <p:sldId id="389" r:id="rId31"/>
    <p:sldId id="390" r:id="rId32"/>
    <p:sldId id="391" r:id="rId33"/>
    <p:sldId id="392" r:id="rId34"/>
    <p:sldId id="395" r:id="rId35"/>
    <p:sldId id="396" r:id="rId36"/>
    <p:sldId id="405" r:id="rId37"/>
    <p:sldId id="394" r:id="rId38"/>
    <p:sldId id="407" r:id="rId39"/>
    <p:sldId id="408" r:id="rId40"/>
    <p:sldId id="409" r:id="rId41"/>
    <p:sldId id="424" r:id="rId42"/>
    <p:sldId id="801" r:id="rId43"/>
    <p:sldId id="802" r:id="rId44"/>
    <p:sldId id="421" r:id="rId45"/>
    <p:sldId id="423" r:id="rId46"/>
    <p:sldId id="429" r:id="rId47"/>
    <p:sldId id="765" r:id="rId48"/>
    <p:sldId id="807" r:id="rId49"/>
    <p:sldId id="808" r:id="rId50"/>
    <p:sldId id="809" r:id="rId51"/>
    <p:sldId id="833" r:id="rId52"/>
    <p:sldId id="834" r:id="rId53"/>
    <p:sldId id="835" r:id="rId54"/>
    <p:sldId id="846" r:id="rId55"/>
    <p:sldId id="847" r:id="rId56"/>
    <p:sldId id="771" r:id="rId57"/>
    <p:sldId id="776" r:id="rId58"/>
    <p:sldId id="810" r:id="rId59"/>
    <p:sldId id="811" r:id="rId60"/>
    <p:sldId id="812" r:id="rId61"/>
    <p:sldId id="813" r:id="rId62"/>
    <p:sldId id="814" r:id="rId63"/>
    <p:sldId id="868" r:id="rId64"/>
    <p:sldId id="815" r:id="rId65"/>
    <p:sldId id="818" r:id="rId66"/>
    <p:sldId id="819" r:id="rId67"/>
    <p:sldId id="820" r:id="rId68"/>
    <p:sldId id="822" r:id="rId69"/>
    <p:sldId id="823" r:id="rId70"/>
    <p:sldId id="824" r:id="rId71"/>
    <p:sldId id="827" r:id="rId72"/>
    <p:sldId id="829" r:id="rId73"/>
    <p:sldId id="830" r:id="rId74"/>
    <p:sldId id="831" r:id="rId75"/>
    <p:sldId id="832" r:id="rId76"/>
    <p:sldId id="751" r:id="rId77"/>
    <p:sldId id="848" r:id="rId78"/>
    <p:sldId id="849" r:id="rId79"/>
    <p:sldId id="435" r:id="rId80"/>
    <p:sldId id="439" r:id="rId81"/>
    <p:sldId id="440" r:id="rId82"/>
    <p:sldId id="437" r:id="rId83"/>
    <p:sldId id="438" r:id="rId84"/>
    <p:sldId id="446" r:id="rId85"/>
    <p:sldId id="447" r:id="rId86"/>
    <p:sldId id="448" r:id="rId87"/>
    <p:sldId id="449" r:id="rId88"/>
    <p:sldId id="837" r:id="rId89"/>
    <p:sldId id="457" r:id="rId90"/>
    <p:sldId id="458" r:id="rId91"/>
    <p:sldId id="459" r:id="rId92"/>
    <p:sldId id="460" r:id="rId93"/>
    <p:sldId id="461" r:id="rId94"/>
    <p:sldId id="462" r:id="rId95"/>
    <p:sldId id="463" r:id="rId96"/>
    <p:sldId id="464" r:id="rId97"/>
    <p:sldId id="466" r:id="rId98"/>
    <p:sldId id="465" r:id="rId99"/>
    <p:sldId id="467" r:id="rId100"/>
    <p:sldId id="468" r:id="rId101"/>
    <p:sldId id="469" r:id="rId102"/>
    <p:sldId id="470" r:id="rId103"/>
    <p:sldId id="471" r:id="rId104"/>
    <p:sldId id="742" r:id="rId105"/>
    <p:sldId id="743" r:id="rId106"/>
    <p:sldId id="476" r:id="rId107"/>
    <p:sldId id="477" r:id="rId108"/>
    <p:sldId id="478" r:id="rId109"/>
    <p:sldId id="475" r:id="rId110"/>
    <p:sldId id="473" r:id="rId111"/>
    <p:sldId id="474" r:id="rId112"/>
    <p:sldId id="479" r:id="rId113"/>
    <p:sldId id="875" r:id="rId114"/>
    <p:sldId id="839" r:id="rId115"/>
    <p:sldId id="840" r:id="rId116"/>
    <p:sldId id="482" r:id="rId117"/>
    <p:sldId id="483" r:id="rId118"/>
    <p:sldId id="484" r:id="rId119"/>
    <p:sldId id="735" r:id="rId120"/>
    <p:sldId id="842" r:id="rId121"/>
    <p:sldId id="567" r:id="rId122"/>
    <p:sldId id="568" r:id="rId123"/>
    <p:sldId id="569" r:id="rId124"/>
    <p:sldId id="571" r:id="rId125"/>
    <p:sldId id="651" r:id="rId126"/>
    <p:sldId id="872" r:id="rId127"/>
    <p:sldId id="843" r:id="rId128"/>
    <p:sldId id="660" r:id="rId129"/>
    <p:sldId id="844" r:id="rId130"/>
    <p:sldId id="876" r:id="rId131"/>
    <p:sldId id="850" r:id="rId132"/>
    <p:sldId id="851" r:id="rId133"/>
    <p:sldId id="706" r:id="rId134"/>
    <p:sldId id="488" r:id="rId135"/>
    <p:sldId id="490" r:id="rId136"/>
    <p:sldId id="491" r:id="rId137"/>
    <p:sldId id="492" r:id="rId138"/>
    <p:sldId id="853" r:id="rId139"/>
    <p:sldId id="852" r:id="rId140"/>
    <p:sldId id="494" r:id="rId141"/>
    <p:sldId id="495" r:id="rId142"/>
    <p:sldId id="647" r:id="rId143"/>
    <p:sldId id="649" r:id="rId144"/>
    <p:sldId id="650" r:id="rId145"/>
    <p:sldId id="497" r:id="rId146"/>
    <p:sldId id="498" r:id="rId147"/>
    <p:sldId id="640" r:id="rId148"/>
    <p:sldId id="643" r:id="rId149"/>
    <p:sldId id="707" r:id="rId150"/>
    <p:sldId id="708" r:id="rId151"/>
    <p:sldId id="652" r:id="rId152"/>
    <p:sldId id="653" r:id="rId153"/>
    <p:sldId id="854" r:id="rId154"/>
    <p:sldId id="654" r:id="rId155"/>
    <p:sldId id="656" r:id="rId156"/>
    <p:sldId id="709" r:id="rId157"/>
    <p:sldId id="661" r:id="rId158"/>
    <p:sldId id="710" r:id="rId159"/>
    <p:sldId id="711" r:id="rId160"/>
    <p:sldId id="713" r:id="rId161"/>
    <p:sldId id="855" r:id="rId162"/>
    <p:sldId id="662" r:id="rId163"/>
    <p:sldId id="664" r:id="rId164"/>
    <p:sldId id="857" r:id="rId165"/>
    <p:sldId id="856" r:id="rId166"/>
    <p:sldId id="714" r:id="rId167"/>
    <p:sldId id="715" r:id="rId168"/>
    <p:sldId id="716" r:id="rId169"/>
    <p:sldId id="678" r:id="rId170"/>
    <p:sldId id="679" r:id="rId171"/>
    <p:sldId id="680" r:id="rId172"/>
    <p:sldId id="717" r:id="rId173"/>
    <p:sldId id="718" r:id="rId174"/>
    <p:sldId id="859" r:id="rId175"/>
    <p:sldId id="686" r:id="rId176"/>
    <p:sldId id="687" r:id="rId177"/>
    <p:sldId id="655" r:id="rId178"/>
    <p:sldId id="688" r:id="rId179"/>
    <p:sldId id="719" r:id="rId180"/>
    <p:sldId id="691" r:id="rId181"/>
    <p:sldId id="692" r:id="rId182"/>
    <p:sldId id="860" r:id="rId183"/>
    <p:sldId id="861" r:id="rId184"/>
    <p:sldId id="862" r:id="rId185"/>
    <p:sldId id="863" r:id="rId186"/>
    <p:sldId id="864" r:id="rId187"/>
    <p:sldId id="696" r:id="rId188"/>
    <p:sldId id="699" r:id="rId189"/>
    <p:sldId id="734" r:id="rId190"/>
    <p:sldId id="701" r:id="rId191"/>
    <p:sldId id="702" r:id="rId192"/>
    <p:sldId id="703" r:id="rId193"/>
    <p:sldId id="704" r:id="rId194"/>
    <p:sldId id="730" r:id="rId195"/>
    <p:sldId id="866" r:id="rId196"/>
    <p:sldId id="867" r:id="rId197"/>
    <p:sldId id="731" r:id="rId198"/>
    <p:sldId id="741" r:id="rId199"/>
    <p:sldId id="264" r:id="rId200"/>
  </p:sldIdLst>
  <p:sldSz cx="12192000" cy="6858000"/>
  <p:notesSz cx="6858000" cy="9144000"/>
  <p:embeddedFontLst>
    <p:embeddedFont>
      <p:font typeface="Calibri" panose="020F0502020204030204" pitchFamily="34" charset="0"/>
      <p:regular r:id="rId203"/>
      <p:bold r:id="rId204"/>
      <p:italic r:id="rId205"/>
      <p:boldItalic r:id="rId206"/>
    </p:embeddedFont>
    <p:embeddedFont>
      <p:font typeface="Cambria Math" panose="02040503050406030204" pitchFamily="18" charset="0"/>
      <p:regular r:id="rId207"/>
    </p:embeddedFont>
    <p:embeddedFont>
      <p:font typeface="Roboto Condensed" panose="02000000000000000000" pitchFamily="2" charset="0"/>
      <p:regular r:id="rId208"/>
      <p:bold r:id="rId209"/>
      <p:italic r:id="rId210"/>
      <p:boldItalic r:id="rId211"/>
    </p:embeddedFont>
    <p:embeddedFont>
      <p:font typeface="Roboto Condensed Light" panose="02000000000000000000" pitchFamily="2" charset="0"/>
      <p:regular r:id="rId212"/>
      <p:italic r:id="rId213"/>
    </p:embeddedFont>
    <p:embeddedFont>
      <p:font typeface="Wingdings 3" panose="05040102010807070707" pitchFamily="18" charset="2"/>
      <p:regular r:id="rId214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AES" cryptAlgorithmClass="hash" cryptAlgorithmType="typeAny" cryptAlgorithmSid="14" spinCount="100000" saltData="r6iTnyq1LMyL8u6zMXLvaA==" hashData="C9SZEBAVqdFY5VluBajst0xABplBmJgr8CntPEvmkxUZrFtlI8P4HWFXjHiXw2Q7Y/5G1u3jqXbvXQkVO0q9EA=="/>
  <p:extLst>
    <p:ext uri="{521415D9-36F7-43E2-AB2F-B90AF26B5E84}">
      <p14:sectionLst xmlns:p14="http://schemas.microsoft.com/office/powerpoint/2010/main">
        <p14:section name="Strating of Unit" id="{52390557-2A6E-468D-8401-98D6D0EE2411}">
          <p14:sldIdLst>
            <p14:sldId id="865"/>
            <p14:sldId id="265"/>
            <p14:sldId id="873"/>
            <p14:sldId id="266"/>
          </p14:sldIdLst>
        </p14:section>
        <p14:section name="Matrix" id="{5E3E94B6-4ED5-4E28-9B26-E14BF004EBCB}">
          <p14:sldIdLst>
            <p14:sldId id="728"/>
            <p14:sldId id="257"/>
            <p14:sldId id="269"/>
            <p14:sldId id="270"/>
            <p14:sldId id="383"/>
            <p14:sldId id="382"/>
          </p14:sldIdLst>
        </p14:section>
        <p14:section name="M1: Operations on Matrices" id="{EA447A58-ECF9-4B3F-BFE5-4AFFFB71916D}">
          <p14:sldIdLst>
            <p14:sldId id="397"/>
            <p14:sldId id="874"/>
            <p14:sldId id="744"/>
            <p14:sldId id="794"/>
            <p14:sldId id="795"/>
            <p14:sldId id="788"/>
            <p14:sldId id="797"/>
            <p14:sldId id="798"/>
            <p14:sldId id="761"/>
            <p14:sldId id="789"/>
            <p14:sldId id="869"/>
            <p14:sldId id="871"/>
            <p14:sldId id="398"/>
            <p14:sldId id="399"/>
            <p14:sldId id="800"/>
          </p14:sldIdLst>
        </p14:section>
        <p14:section name="M1: Types of Matrices" id="{B455B263-9221-4795-B78E-F842ECA80F35}">
          <p14:sldIdLst>
            <p14:sldId id="385"/>
            <p14:sldId id="384"/>
            <p14:sldId id="386"/>
            <p14:sldId id="388"/>
            <p14:sldId id="389"/>
            <p14:sldId id="390"/>
            <p14:sldId id="391"/>
            <p14:sldId id="392"/>
            <p14:sldId id="395"/>
            <p14:sldId id="396"/>
          </p14:sldIdLst>
        </p14:section>
        <p14:section name="M1: Special Matrices" id="{55FAB1AB-915D-4BE9-B0B8-C6B33E561903}">
          <p14:sldIdLst>
            <p14:sldId id="405"/>
            <p14:sldId id="394"/>
            <p14:sldId id="407"/>
            <p14:sldId id="408"/>
            <p14:sldId id="409"/>
            <p14:sldId id="424"/>
            <p14:sldId id="801"/>
            <p14:sldId id="802"/>
            <p14:sldId id="421"/>
            <p14:sldId id="423"/>
          </p14:sldIdLst>
        </p14:section>
        <p14:section name="M2: Determinant and its Properties" id="{F4BB7CB5-4C4F-43CF-924C-D0DCACF5BE4A}">
          <p14:sldIdLst>
            <p14:sldId id="429"/>
            <p14:sldId id="765"/>
            <p14:sldId id="807"/>
            <p14:sldId id="808"/>
            <p14:sldId id="809"/>
            <p14:sldId id="833"/>
            <p14:sldId id="834"/>
            <p14:sldId id="835"/>
            <p14:sldId id="846"/>
            <p14:sldId id="847"/>
            <p14:sldId id="771"/>
            <p14:sldId id="776"/>
            <p14:sldId id="810"/>
            <p14:sldId id="811"/>
            <p14:sldId id="812"/>
            <p14:sldId id="813"/>
            <p14:sldId id="814"/>
            <p14:sldId id="868"/>
            <p14:sldId id="815"/>
            <p14:sldId id="818"/>
            <p14:sldId id="819"/>
            <p14:sldId id="820"/>
            <p14:sldId id="822"/>
            <p14:sldId id="823"/>
            <p14:sldId id="824"/>
            <p14:sldId id="827"/>
            <p14:sldId id="829"/>
            <p14:sldId id="830"/>
            <p14:sldId id="831"/>
            <p14:sldId id="832"/>
          </p14:sldIdLst>
        </p14:section>
        <p14:section name="M3: Echelon Form and Rank of a Matrix" id="{191E2F11-E909-4345-8C02-E47B46B748B3}">
          <p14:sldIdLst>
            <p14:sldId id="751"/>
            <p14:sldId id="848"/>
            <p14:sldId id="849"/>
            <p14:sldId id="435"/>
            <p14:sldId id="439"/>
            <p14:sldId id="440"/>
            <p14:sldId id="437"/>
            <p14:sldId id="438"/>
            <p14:sldId id="446"/>
            <p14:sldId id="447"/>
            <p14:sldId id="448"/>
            <p14:sldId id="449"/>
            <p14:sldId id="837"/>
            <p14:sldId id="457"/>
            <p14:sldId id="458"/>
            <p14:sldId id="459"/>
            <p14:sldId id="460"/>
            <p14:sldId id="461"/>
            <p14:sldId id="462"/>
            <p14:sldId id="463"/>
            <p14:sldId id="464"/>
            <p14:sldId id="466"/>
            <p14:sldId id="465"/>
            <p14:sldId id="467"/>
            <p14:sldId id="468"/>
            <p14:sldId id="469"/>
            <p14:sldId id="470"/>
            <p14:sldId id="471"/>
            <p14:sldId id="742"/>
            <p14:sldId id="743"/>
            <p14:sldId id="476"/>
            <p14:sldId id="477"/>
            <p14:sldId id="478"/>
            <p14:sldId id="475"/>
            <p14:sldId id="473"/>
            <p14:sldId id="474"/>
            <p14:sldId id="479"/>
          </p14:sldIdLst>
        </p14:section>
        <p14:section name="Sys. of Simultaneous LE" id="{0926A77A-6488-4AF5-9A95-DB5B14BF352A}">
          <p14:sldIdLst>
            <p14:sldId id="875"/>
            <p14:sldId id="839"/>
            <p14:sldId id="840"/>
            <p14:sldId id="482"/>
            <p14:sldId id="483"/>
            <p14:sldId id="484"/>
            <p14:sldId id="735"/>
            <p14:sldId id="842"/>
            <p14:sldId id="567"/>
            <p14:sldId id="568"/>
            <p14:sldId id="569"/>
            <p14:sldId id="571"/>
            <p14:sldId id="651"/>
            <p14:sldId id="872"/>
            <p14:sldId id="843"/>
            <p14:sldId id="660"/>
            <p14:sldId id="844"/>
            <p14:sldId id="876"/>
            <p14:sldId id="850"/>
            <p14:sldId id="851"/>
          </p14:sldIdLst>
        </p14:section>
        <p14:section name="M4: Gauss Elimination Method" id="{E1C691FF-5B87-4AB1-ABA8-C36B1F21B2E1}">
          <p14:sldIdLst>
            <p14:sldId id="706"/>
            <p14:sldId id="488"/>
            <p14:sldId id="490"/>
            <p14:sldId id="491"/>
            <p14:sldId id="492"/>
            <p14:sldId id="853"/>
            <p14:sldId id="852"/>
            <p14:sldId id="494"/>
            <p14:sldId id="495"/>
            <p14:sldId id="647"/>
            <p14:sldId id="649"/>
            <p14:sldId id="650"/>
            <p14:sldId id="497"/>
            <p14:sldId id="498"/>
            <p14:sldId id="640"/>
            <p14:sldId id="643"/>
            <p14:sldId id="707"/>
            <p14:sldId id="708"/>
            <p14:sldId id="652"/>
            <p14:sldId id="653"/>
            <p14:sldId id="854"/>
            <p14:sldId id="654"/>
            <p14:sldId id="656"/>
            <p14:sldId id="709"/>
            <p14:sldId id="661"/>
            <p14:sldId id="710"/>
            <p14:sldId id="711"/>
            <p14:sldId id="713"/>
            <p14:sldId id="855"/>
            <p14:sldId id="662"/>
            <p14:sldId id="664"/>
            <p14:sldId id="857"/>
            <p14:sldId id="856"/>
            <p14:sldId id="714"/>
            <p14:sldId id="715"/>
            <p14:sldId id="716"/>
          </p14:sldIdLst>
        </p14:section>
        <p14:section name="M5: Gauss Jordan Elimination Method" id="{67C4CE0C-EFDC-4105-A0DD-8126EAAF78E1}">
          <p14:sldIdLst>
            <p14:sldId id="678"/>
            <p14:sldId id="679"/>
            <p14:sldId id="680"/>
            <p14:sldId id="717"/>
            <p14:sldId id="718"/>
            <p14:sldId id="859"/>
            <p14:sldId id="686"/>
            <p14:sldId id="687"/>
            <p14:sldId id="655"/>
          </p14:sldIdLst>
        </p14:section>
        <p14:section name="M6: Inverse by Gauss Jordan Method" id="{790BEFB0-9A58-46A1-8CA0-49D409191B9A}">
          <p14:sldIdLst>
            <p14:sldId id="688"/>
            <p14:sldId id="719"/>
            <p14:sldId id="691"/>
            <p14:sldId id="692"/>
            <p14:sldId id="860"/>
            <p14:sldId id="861"/>
            <p14:sldId id="862"/>
            <p14:sldId id="863"/>
            <p14:sldId id="864"/>
            <p14:sldId id="696"/>
          </p14:sldIdLst>
        </p14:section>
        <p14:section name="M7: App. of Linear System" id="{B5B39167-ACFA-4392-B7FA-B73C341EABC0}">
          <p14:sldIdLst>
            <p14:sldId id="699"/>
            <p14:sldId id="734"/>
            <p14:sldId id="701"/>
            <p14:sldId id="702"/>
            <p14:sldId id="703"/>
            <p14:sldId id="704"/>
            <p14:sldId id="730"/>
            <p14:sldId id="866"/>
            <p14:sldId id="867"/>
            <p14:sldId id="731"/>
            <p14:sldId id="741"/>
            <p14:sldId id="264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  <p15:guide id="3" pos="3940" userDrawn="1">
          <p15:clr>
            <a:srgbClr val="A4A3A4"/>
          </p15:clr>
        </p15:guide>
        <p15:guide id="4" orient="horz" pos="2260" userDrawn="1">
          <p15:clr>
            <a:srgbClr val="A4A3A4"/>
          </p15:clr>
        </p15:guide>
        <p15:guide id="5" pos="40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B0F0"/>
    <a:srgbClr val="002060"/>
    <a:srgbClr val="FF0000"/>
    <a:srgbClr val="616161"/>
    <a:srgbClr val="CE5151"/>
    <a:srgbClr val="3A4A6A"/>
    <a:srgbClr val="354F7F"/>
    <a:srgbClr val="D10233"/>
    <a:srgbClr val="3A729A"/>
    <a:srgbClr val="D81A6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1793AD52-4FDB-4C13-9958-E54FB91E73DC}" v="1008" dt="2026-05-15T18:30:07.499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6389" autoAdjust="0"/>
    <p:restoredTop sz="93416" autoAdjust="0"/>
  </p:normalViewPr>
  <p:slideViewPr>
    <p:cSldViewPr snapToGrid="0">
      <p:cViewPr>
        <p:scale>
          <a:sx n="50" d="100"/>
          <a:sy n="50" d="100"/>
        </p:scale>
        <p:origin x="948" y="252"/>
      </p:cViewPr>
      <p:guideLst>
        <p:guide orient="horz" pos="2160"/>
        <p:guide pos="3840"/>
        <p:guide pos="3940"/>
        <p:guide orient="horz" pos="2260"/>
        <p:guide pos="4040"/>
      </p:guideLst>
    </p:cSldViewPr>
  </p:slideViewPr>
  <p:outlineViewPr>
    <p:cViewPr>
      <p:scale>
        <a:sx n="33" d="100"/>
        <a:sy n="33" d="100"/>
      </p:scale>
      <p:origin x="0" y="-35476"/>
    </p:cViewPr>
  </p:outlineViewPr>
  <p:notesTextViewPr>
    <p:cViewPr>
      <p:scale>
        <a:sx n="75" d="100"/>
        <a:sy n="75" d="100"/>
      </p:scale>
      <p:origin x="0" y="0"/>
    </p:cViewPr>
  </p:notesTextViewPr>
  <p:notesViewPr>
    <p:cSldViewPr snapToGrid="0">
      <p:cViewPr varScale="1">
        <p:scale>
          <a:sx n="45" d="100"/>
          <a:sy n="45" d="100"/>
        </p:scale>
        <p:origin x="2760" y="6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font" Target="fonts/font3.fntdata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16" Type="http://schemas.openxmlformats.org/officeDocument/2006/relationships/viewProps" Target="viewProps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font" Target="fonts/font4.fntdata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217" Type="http://schemas.openxmlformats.org/officeDocument/2006/relationships/theme" Target="theme/theme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font" Target="fonts/font5.fntdata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tableStyles" Target="tableStyles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font" Target="fonts/font6.fntdata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219" Type="http://schemas.microsoft.com/office/2015/10/relationships/revisionInfo" Target="revisionInfo.xml"/><Relationship Id="rId3" Type="http://schemas.openxmlformats.org/officeDocument/2006/relationships/slide" Target="slides/slide2.xml"/><Relationship Id="rId214" Type="http://schemas.openxmlformats.org/officeDocument/2006/relationships/font" Target="fonts/font12.fntdata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209" Type="http://schemas.openxmlformats.org/officeDocument/2006/relationships/font" Target="fonts/font7.fntdata"/><Relationship Id="rId190" Type="http://schemas.openxmlformats.org/officeDocument/2006/relationships/slide" Target="slides/slide189.xml"/><Relationship Id="rId204" Type="http://schemas.openxmlformats.org/officeDocument/2006/relationships/font" Target="fonts/font2.fntdata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10" Type="http://schemas.openxmlformats.org/officeDocument/2006/relationships/font" Target="fonts/font8.fntdata"/><Relationship Id="rId215" Type="http://schemas.openxmlformats.org/officeDocument/2006/relationships/presProps" Target="presProps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font" Target="fonts/font9.fntdata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notesMaster" Target="notesMasters/notesMaster1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font" Target="fonts/font10.fntdata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handoutMaster" Target="handoutMasters/handoutMaster1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font" Target="fonts/font11.fntdata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font" Target="fonts/font1.fntdata"/><Relationship Id="rId19" Type="http://schemas.openxmlformats.org/officeDocument/2006/relationships/slide" Target="slides/slide1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40691E0-E0E7-464F-892B-71ACC2518A4D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153689D-5810-4E66-9D5F-1657D824CFA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709607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3T08:27:00.993"/>
    </inkml:context>
    <inkml:brush xml:id="br0">
      <inkml:brushProperty name="width" value="0.035" units="cm"/>
      <inkml:brushProperty name="height" value="0.035" units="cm"/>
    </inkml:brush>
  </inkml:definitions>
  <inkml:trace contextRef="#ctx0" brushRef="#br0">0 0 24575,'5'0'0,"6"0"0,1 0-8191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648E3F3-8B31-41D2-AA9B-9796555DB866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C79BDEF-6165-4E72-B1A6-6E8034CEC24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601391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636869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802603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01669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DD3E45-C42A-31AA-1FE1-AAD922411F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CCB6725-A6ED-DE41-2F09-FC0F275E187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3F00D14-6746-A048-E87B-FF77168B2D6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1AACB68-DF9C-72E7-AF3C-38DDD2ECA05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485421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83406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614771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015874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347119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786683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CA6E60-FDE5-588A-C4A0-C772955757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4917EA8-CD1C-D666-2075-D04EF57055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C0036BB-43BE-78D2-C895-C02554CEBC1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4425EBC-6BB9-55CA-33D0-C99D1858042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9667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411308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9844DE-26C4-E8EB-DA52-30A727D274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EA022DA-09B9-119E-63DB-A3764E275E1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CC0CB9A-8878-A968-FB98-99CC075F24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8A4C4A2-76DB-F4D9-83F8-ADEEF5591EC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355170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465119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666499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.png"/><Relationship Id="rId4" Type="http://schemas.microsoft.com/office/2007/relationships/hdphoto" Target="../media/hdphoto1.wdp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1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1.jpeg"/></Relationships>
</file>

<file path=ppt/slideLayouts/_rels/slideLayout11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1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1.jpeg"/></Relationships>
</file>

<file path=ppt/slideLayouts/_rels/slideLayout12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1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1.jpeg"/></Relationships>
</file>

<file path=ppt/slideLayouts/_rels/slideLayout13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1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1.jpeg"/></Relationships>
</file>

<file path=ppt/slideLayouts/_rels/slideLayout14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1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1.jpeg"/></Relationships>
</file>

<file path=ppt/slideLayouts/_rels/slideLayout15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1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1.jpeg"/></Relationships>
</file>

<file path=ppt/slideLayouts/_rels/slideLayout16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1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1.jpeg"/></Relationships>
</file>

<file path=ppt/slideLayouts/_rels/slideLayout17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1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1.jpeg"/></Relationships>
</file>

<file path=ppt/slideLayouts/_rels/slideLayout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3.png"/><Relationship Id="rId7" Type="http://schemas.microsoft.com/office/2007/relationships/hdphoto" Target="../media/hdphoto2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0.png"/><Relationship Id="rId11" Type="http://schemas.openxmlformats.org/officeDocument/2006/relationships/image" Target="../media/image14.png"/><Relationship Id="rId5" Type="http://schemas.openxmlformats.org/officeDocument/2006/relationships/image" Target="../media/image9.png"/><Relationship Id="rId10" Type="http://schemas.openxmlformats.org/officeDocument/2006/relationships/image" Target="../media/image12.png"/><Relationship Id="rId4" Type="http://schemas.openxmlformats.org/officeDocument/2006/relationships/image" Target="../media/image8.png"/><Relationship Id="rId9" Type="http://schemas.openxmlformats.org/officeDocument/2006/relationships/image" Target="../media/image11.jpeg"/></Relationships>
</file>

<file path=ppt/slideLayouts/_rels/slideLayout19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1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11" Type="http://schemas.openxmlformats.org/officeDocument/2006/relationships/image" Target="../media/image12.png"/><Relationship Id="rId5" Type="http://schemas.openxmlformats.org/officeDocument/2006/relationships/image" Target="../media/image8.png"/><Relationship Id="rId10" Type="http://schemas.openxmlformats.org/officeDocument/2006/relationships/image" Target="../media/image11.jpeg"/><Relationship Id="rId4" Type="http://schemas.openxmlformats.org/officeDocument/2006/relationships/image" Target="../media/image7.png"/><Relationship Id="rId9" Type="http://schemas.openxmlformats.org/officeDocument/2006/relationships/image" Target="../media/image15.jpeg"/></Relationships>
</file>

<file path=ppt/slideLayouts/_rels/slideLayout2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1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1.jpe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B9A329F3-B4EA-403B-BD1C-FDD65D8E9D3F}"/>
              </a:ext>
            </a:extLst>
          </p:cNvPr>
          <p:cNvGrpSpPr/>
          <p:nvPr userDrawn="1"/>
        </p:nvGrpSpPr>
        <p:grpSpPr>
          <a:xfrm>
            <a:off x="10721798" y="852808"/>
            <a:ext cx="1339023" cy="407045"/>
            <a:chOff x="10721798" y="852808"/>
            <a:chExt cx="1339023" cy="407045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F0325C5E-F004-43A9-9277-53A0BD206A7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B63808E-204C-4894-A747-B51DDC7425C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595977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809625" indent="-352425" algn="just"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1143000" indent="-228600" algn="just"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algn="just"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algn="just"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CA463A36-7025-4394-9467-8A3EC3425B0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Kunj L Kothiya</a:t>
            </a:r>
          </a:p>
        </p:txBody>
      </p:sp>
      <p:sp>
        <p:nvSpPr>
          <p:cNvPr id="21" name="Footer Placeholder 2">
            <a:extLst>
              <a:ext uri="{FF2B5EF4-FFF2-40B4-BE49-F238E27FC236}">
                <a16:creationId xmlns:a16="http://schemas.microsoft.com/office/drawing/2014/main" id="{BF2BE79E-EA17-4AB9-8CB5-714A52A6B2F5}"/>
              </a:ext>
            </a:extLst>
          </p:cNvPr>
          <p:cNvSpPr txBox="1">
            <a:spLocks/>
          </p:cNvSpPr>
          <p:nvPr userDrawn="1"/>
        </p:nvSpPr>
        <p:spPr>
          <a:xfrm>
            <a:off x="3976258" y="6604000"/>
            <a:ext cx="4239482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#2601HS101 (Mathematics – I)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Basic Matrix Algebra</a:t>
            </a:r>
          </a:p>
        </p:txBody>
      </p:sp>
    </p:spTree>
    <p:extLst>
      <p:ext uri="{BB962C8B-B14F-4D97-AF65-F5344CB8AC3E}">
        <p14:creationId xmlns:p14="http://schemas.microsoft.com/office/powerpoint/2010/main" val="130694256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619E228D-B2BD-4EFA-9FE9-86D81DDC600E}"/>
              </a:ext>
            </a:extLst>
          </p:cNvPr>
          <p:cNvGrpSpPr/>
          <p:nvPr userDrawn="1"/>
        </p:nvGrpSpPr>
        <p:grpSpPr>
          <a:xfrm>
            <a:off x="10721797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60ED7292-9BDD-4D31-8064-11177842F8C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1F0757EE-ABB9-45D2-B479-D5AB8FB14DF1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30000"/>
              </a:lnSpc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809625" indent="-352425" algn="just">
              <a:lnSpc>
                <a:spcPct val="130000"/>
              </a:lnSpc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130000"/>
              </a:lnSpc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algn="just">
              <a:lnSpc>
                <a:spcPct val="130000"/>
              </a:lnSpc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algn="just">
              <a:lnSpc>
                <a:spcPct val="130000"/>
              </a:lnSpc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CA463A36-7025-4394-9467-8A3EC3425B0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Kunj L Kothiya</a:t>
            </a:r>
          </a:p>
        </p:txBody>
      </p:sp>
      <p:sp>
        <p:nvSpPr>
          <p:cNvPr id="21" name="Footer Placeholder 2">
            <a:extLst>
              <a:ext uri="{FF2B5EF4-FFF2-40B4-BE49-F238E27FC236}">
                <a16:creationId xmlns:a16="http://schemas.microsoft.com/office/drawing/2014/main" id="{BF2BE79E-EA17-4AB9-8CB5-714A52A6B2F5}"/>
              </a:ext>
            </a:extLst>
          </p:cNvPr>
          <p:cNvSpPr txBox="1">
            <a:spLocks/>
          </p:cNvSpPr>
          <p:nvPr userDrawn="1"/>
        </p:nvSpPr>
        <p:spPr>
          <a:xfrm>
            <a:off x="3933652" y="6604000"/>
            <a:ext cx="4324696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#2601HS101 (Mathematics – I)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Basic Matrix Algebra</a:t>
            </a:r>
          </a:p>
        </p:txBody>
      </p:sp>
    </p:spTree>
    <p:extLst>
      <p:ext uri="{BB962C8B-B14F-4D97-AF65-F5344CB8AC3E}">
        <p14:creationId xmlns:p14="http://schemas.microsoft.com/office/powerpoint/2010/main" val="52993975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 - Logo on B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31179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Date Placeholder 1">
            <a:extLst>
              <a:ext uri="{FF2B5EF4-FFF2-40B4-BE49-F238E27FC236}">
                <a16:creationId xmlns:a16="http://schemas.microsoft.com/office/drawing/2014/main" id="{CA463A36-7025-4394-9467-8A3EC3425B0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Kunj L Kothiya</a:t>
            </a:r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809625" indent="-352425" algn="just"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1143000" indent="-228600" algn="just"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algn="just"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algn="just"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Footer Placeholder 2">
            <a:extLst>
              <a:ext uri="{FF2B5EF4-FFF2-40B4-BE49-F238E27FC236}">
                <a16:creationId xmlns:a16="http://schemas.microsoft.com/office/drawing/2014/main" id="{BF2BE79E-EA17-4AB9-8CB5-714A52A6B2F5}"/>
              </a:ext>
            </a:extLst>
          </p:cNvPr>
          <p:cNvSpPr txBox="1">
            <a:spLocks/>
          </p:cNvSpPr>
          <p:nvPr userDrawn="1"/>
        </p:nvSpPr>
        <p:spPr>
          <a:xfrm>
            <a:off x="3933652" y="6604000"/>
            <a:ext cx="4324696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#2601HS101 (Mathematics – I)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Basic Matrix Algebra</a:t>
            </a:r>
          </a:p>
        </p:txBody>
      </p:sp>
    </p:spTree>
    <p:extLst>
      <p:ext uri="{BB962C8B-B14F-4D97-AF65-F5344CB8AC3E}">
        <p14:creationId xmlns:p14="http://schemas.microsoft.com/office/powerpoint/2010/main" val="338578575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07171932-FFF4-4D27-9425-8CB5D27A92F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1581" b="21180"/>
          <a:stretch/>
        </p:blipFill>
        <p:spPr>
          <a:xfrm rot="16200000">
            <a:off x="9807099" y="606901"/>
            <a:ext cx="2991808" cy="1778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639DF2A-5426-428D-B32D-78E9191D8A0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79646" t="18062" r="2731" b="17724"/>
          <a:stretch/>
        </p:blipFill>
        <p:spPr>
          <a:xfrm>
            <a:off x="0" y="401568"/>
            <a:ext cx="543946" cy="772151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6B8C6168-C8A4-4660-9D38-045657B80D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49" y="2578895"/>
            <a:ext cx="10515600" cy="2852737"/>
          </a:xfrm>
        </p:spPr>
        <p:txBody>
          <a:bodyPr anchor="b">
            <a:normAutofit/>
          </a:bodyPr>
          <a:lstStyle>
            <a:lvl1pPr>
              <a:defRPr lang="en-US" sz="6000" b="1" kern="1200" dirty="0">
                <a:gradFill flip="none" rotWithShape="1">
                  <a:gsLst>
                    <a:gs pos="0">
                      <a:srgbClr val="1D3064"/>
                    </a:gs>
                    <a:gs pos="100000">
                      <a:schemeClr val="tx2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r>
              <a:rPr lang="en-US" dirty="0"/>
              <a:t>Write here Section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66C89DA-344D-4448-822C-2826084EF12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Write here Section Subtitle</a:t>
            </a:r>
          </a:p>
        </p:txBody>
      </p:sp>
      <p:sp>
        <p:nvSpPr>
          <p:cNvPr id="8" name="Freeform 17">
            <a:extLst>
              <a:ext uri="{FF2B5EF4-FFF2-40B4-BE49-F238E27FC236}">
                <a16:creationId xmlns:a16="http://schemas.microsoft.com/office/drawing/2014/main" id="{910DC0DC-3FC7-402D-8C9F-62D3ACC8DC86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2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0">
                <a:srgbClr val="1D3064"/>
              </a:gs>
              <a:gs pos="50000">
                <a:srgbClr val="1D3064"/>
              </a:gs>
              <a:gs pos="100000">
                <a:schemeClr val="tx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0677938" y="6350844"/>
            <a:ext cx="1339023" cy="407045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4779039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ck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Date Placeholder 1">
            <a:extLst>
              <a:ext uri="{FF2B5EF4-FFF2-40B4-BE49-F238E27FC236}">
                <a16:creationId xmlns:a16="http://schemas.microsoft.com/office/drawing/2014/main" id="{F2FD45BD-9964-4102-8DE9-72CDDDD20A49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Kunj L Kothiya</a:t>
            </a:r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AA5C57A-F840-488A-AACF-E658D398FCEC}"/>
              </a:ext>
            </a:extLst>
          </p:cNvPr>
          <p:cNvGrpSpPr/>
          <p:nvPr userDrawn="1"/>
        </p:nvGrpSpPr>
        <p:grpSpPr>
          <a:xfrm>
            <a:off x="10304203" y="212531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1B8F12B0-F30C-4955-8E3F-625C9D2A74C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8508BA0B-FE99-4953-98B0-D2708C070068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" name="Footer Placeholder 2">
            <a:extLst>
              <a:ext uri="{FF2B5EF4-FFF2-40B4-BE49-F238E27FC236}">
                <a16:creationId xmlns:a16="http://schemas.microsoft.com/office/drawing/2014/main" id="{BF2BE79E-EA17-4AB9-8CB5-714A52A6B2F5}"/>
              </a:ext>
            </a:extLst>
          </p:cNvPr>
          <p:cNvSpPr txBox="1">
            <a:spLocks/>
          </p:cNvSpPr>
          <p:nvPr userDrawn="1"/>
        </p:nvSpPr>
        <p:spPr>
          <a:xfrm>
            <a:off x="3933652" y="6604000"/>
            <a:ext cx="4324696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#2601HS101 (Mathematics – I)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Basic Matrix Algebra</a:t>
            </a:r>
          </a:p>
        </p:txBody>
      </p:sp>
    </p:spTree>
    <p:extLst>
      <p:ext uri="{BB962C8B-B14F-4D97-AF65-F5344CB8AC3E}">
        <p14:creationId xmlns:p14="http://schemas.microsoft.com/office/powerpoint/2010/main" val="418528136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ck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Date Placeholder 1">
            <a:extLst>
              <a:ext uri="{FF2B5EF4-FFF2-40B4-BE49-F238E27FC236}">
                <a16:creationId xmlns:a16="http://schemas.microsoft.com/office/drawing/2014/main" id="{F2FD45BD-9964-4102-8DE9-72CDDDD20A49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Kunj L Kothiya</a:t>
            </a:r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FD38B6F-D549-4D28-B5DA-3AF636652084}"/>
              </a:ext>
            </a:extLst>
          </p:cNvPr>
          <p:cNvGrpSpPr/>
          <p:nvPr userDrawn="1"/>
        </p:nvGrpSpPr>
        <p:grpSpPr>
          <a:xfrm>
            <a:off x="10357991" y="5976558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538C9597-8AB6-41B2-8903-FB3D0B47AD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0CB3A116-446D-49CC-96A6-7C8DB2B53F5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" name="Footer Placeholder 2">
            <a:extLst>
              <a:ext uri="{FF2B5EF4-FFF2-40B4-BE49-F238E27FC236}">
                <a16:creationId xmlns:a16="http://schemas.microsoft.com/office/drawing/2014/main" id="{BF2BE79E-EA17-4AB9-8CB5-714A52A6B2F5}"/>
              </a:ext>
            </a:extLst>
          </p:cNvPr>
          <p:cNvSpPr txBox="1">
            <a:spLocks/>
          </p:cNvSpPr>
          <p:nvPr userDrawn="1"/>
        </p:nvSpPr>
        <p:spPr>
          <a:xfrm>
            <a:off x="3933652" y="6604000"/>
            <a:ext cx="4324696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#2601HS101 (Mathematics – I)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Basic Matrix Algebra</a:t>
            </a:r>
          </a:p>
        </p:txBody>
      </p:sp>
    </p:spTree>
    <p:extLst>
      <p:ext uri="{BB962C8B-B14F-4D97-AF65-F5344CB8AC3E}">
        <p14:creationId xmlns:p14="http://schemas.microsoft.com/office/powerpoint/2010/main" val="187983189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>
            <a:extLst>
              <a:ext uri="{FF2B5EF4-FFF2-40B4-BE49-F238E27FC236}">
                <a16:creationId xmlns:a16="http://schemas.microsoft.com/office/drawing/2014/main" id="{8FD38B6F-D549-4D28-B5DA-3AF636652084}"/>
              </a:ext>
            </a:extLst>
          </p:cNvPr>
          <p:cNvGrpSpPr/>
          <p:nvPr userDrawn="1"/>
        </p:nvGrpSpPr>
        <p:grpSpPr>
          <a:xfrm>
            <a:off x="131179" y="6000405"/>
            <a:ext cx="1649043" cy="501287"/>
            <a:chOff x="10721798" y="852808"/>
            <a:chExt cx="1339023" cy="407045"/>
          </a:xfrm>
        </p:grpSpPr>
        <p:pic>
          <p:nvPicPr>
            <p:cNvPr id="18" name="Picture 17">
              <a:extLst>
                <a:ext uri="{FF2B5EF4-FFF2-40B4-BE49-F238E27FC236}">
                  <a16:creationId xmlns:a16="http://schemas.microsoft.com/office/drawing/2014/main" id="{538C9597-8AB6-41B2-8903-FB3D0B47AD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0CB3A116-446D-49CC-96A6-7C8DB2B53F5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0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0400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Date Placeholder 1">
            <a:extLst>
              <a:ext uri="{FF2B5EF4-FFF2-40B4-BE49-F238E27FC236}">
                <a16:creationId xmlns:a16="http://schemas.microsoft.com/office/drawing/2014/main" id="{F2FD45BD-9964-4102-8DE9-72CDDDD20A49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Kunj L Kothiya</a:t>
            </a:r>
          </a:p>
        </p:txBody>
      </p:sp>
      <p:sp>
        <p:nvSpPr>
          <p:cNvPr id="24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sp>
        <p:nvSpPr>
          <p:cNvPr id="25" name="Footer Placeholder 2">
            <a:extLst>
              <a:ext uri="{FF2B5EF4-FFF2-40B4-BE49-F238E27FC236}">
                <a16:creationId xmlns:a16="http://schemas.microsoft.com/office/drawing/2014/main" id="{BF2BE79E-EA17-4AB9-8CB5-714A52A6B2F5}"/>
              </a:ext>
            </a:extLst>
          </p:cNvPr>
          <p:cNvSpPr txBox="1">
            <a:spLocks/>
          </p:cNvSpPr>
          <p:nvPr userDrawn="1"/>
        </p:nvSpPr>
        <p:spPr>
          <a:xfrm>
            <a:off x="3933652" y="6604000"/>
            <a:ext cx="4324696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#2601HS101 (Mathematics – I)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Basic Matrix Algebra</a:t>
            </a:r>
          </a:p>
        </p:txBody>
      </p:sp>
    </p:spTree>
    <p:extLst>
      <p:ext uri="{BB962C8B-B14F-4D97-AF65-F5344CB8AC3E}">
        <p14:creationId xmlns:p14="http://schemas.microsoft.com/office/powerpoint/2010/main" val="362067432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247798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9D71C1D1-D056-4C60-9F03-E6291617B71F}"/>
              </a:ext>
            </a:extLst>
          </p:cNvPr>
          <p:cNvSpPr txBox="1"/>
          <p:nvPr userDrawn="1"/>
        </p:nvSpPr>
        <p:spPr>
          <a:xfrm>
            <a:off x="375920" y="457200"/>
            <a:ext cx="418576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FF0000"/>
                </a:solidFill>
              </a:rPr>
              <a:t>How to Crop Circular Photo?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E0451329-7800-417A-9D19-D93464C6306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013200" y="1808163"/>
            <a:ext cx="3890962" cy="3890962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58755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 - Te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4">
                        <a:lumMod val="50000"/>
                      </a:schemeClr>
                    </a:gs>
                    <a:gs pos="100000">
                      <a:srgbClr val="009788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0" name="Picture 19" descr="User icon Royalty Free Vector Image - VectorStock">
            <a:extLst>
              <a:ext uri="{FF2B5EF4-FFF2-40B4-BE49-F238E27FC236}">
                <a16:creationId xmlns:a16="http://schemas.microsoft.com/office/drawing/2014/main" id="{4A8E0F54-DC01-449D-B951-DC7CBAFD954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65D60AFC-04BC-4FCA-A89D-6FCD04B6DC3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65C24A8B-C009-4A74-9481-67BB67CA49B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694677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 - Cy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2">
                        <a:lumMod val="50000"/>
                      </a:schemeClr>
                    </a:gs>
                    <a:gs pos="100000">
                      <a:schemeClr val="accent2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0" name="Picture 29" descr="User icon Royalty Free Vector Image - VectorStock">
            <a:extLst>
              <a:ext uri="{FF2B5EF4-FFF2-40B4-BE49-F238E27FC236}">
                <a16:creationId xmlns:a16="http://schemas.microsoft.com/office/drawing/2014/main" id="{5F55812D-505A-4B1A-9EB5-16DCD08F2B8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0974588E-8956-4BF5-BF58-B7E42070A56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8DCFBA18-DBB7-4232-9BDC-C0D95AE93AF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978431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 - Light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3">
                        <a:lumMod val="50000"/>
                      </a:schemeClr>
                    </a:gs>
                    <a:gs pos="100000">
                      <a:schemeClr val="accent3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6570A8-081D-45CE-A0DD-F78F5EDB0F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0B000B32-CB56-440D-9FAE-7DE703A93A0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5E75AD4F-9BB9-4005-AB78-4A6D388A4CD6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695770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 - A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5">
                        <a:lumMod val="75000"/>
                      </a:schemeClr>
                    </a:gs>
                    <a:gs pos="100000">
                      <a:schemeClr val="accent5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00C9ED70-1CC8-4EF2-BE10-AAFE24AAC5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7FD1CDD6-829C-4C5B-BFB7-74153A66FF2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4964C355-848F-46E4-BB2A-EA2EE69FEBA2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559366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 - Maro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80BF4AFD-B365-46D4-AAC5-485DFA5A7D4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2BC70C35-8BA7-4D49-9AF7-DC36FAB8FDA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036D56FE-CA91-4481-9096-27448303AC2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5945763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 - Blue 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273238"/>
                    </a:gs>
                    <a:gs pos="100000">
                      <a:srgbClr val="607D8B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B45C91-0DA6-4973-9AEA-FF1388508AC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F70CF6D9-DDB4-41AA-BB82-F8ED04AD8B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A561853C-B15A-4153-A982-7E7EB1213BCE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4210155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 - Brow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E2622"/>
                    </a:gs>
                    <a:gs pos="100000">
                      <a:srgbClr val="79554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7E386D9D-B92A-4F40-9089-A1FD00CD38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A295F85-D43D-42E5-9539-A471116A43B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B976521A-C815-4A64-A047-CE405ED0E59A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249971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 - Deep Pu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01B92"/>
                    </a:gs>
                    <a:gs pos="100000">
                      <a:srgbClr val="673BB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BE300026-40E8-4FB1-998A-9CEB5F7A1B8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B3B5E9B-B4F0-4E85-954A-F7CC04BBF24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631765DD-2E04-4EE4-AFB7-43E328823E6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5299891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 Placeholder 2">
                <a:extLst>
                  <a:ext uri="{FF2B5EF4-FFF2-40B4-BE49-F238E27FC236}">
                    <a16:creationId xmlns:a16="http://schemas.microsoft.com/office/drawing/2014/main" id="{070A7F06-98AB-45B4-A79D-A6DF8C25DC8E}"/>
                  </a:ext>
                </a:extLst>
              </p:cNvPr>
              <p:cNvSpPr>
                <a:spLocks noGrp="1"/>
              </p:cNvSpPr>
              <p:nvPr>
                <p:ph type="body" sz="quarter" idx="16" hasCustomPrompt="1"/>
              </p:nvPr>
            </p:nvSpPr>
            <p:spPr>
              <a:xfrm>
                <a:off x="2581756" y="20384"/>
                <a:ext cx="4646358" cy="734653"/>
              </a:xfrm>
            </p:spPr>
            <p:txBody>
              <a:bodyPr anchor="ctr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lang="en-US" sz="1800" b="0" kern="1200" dirty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</a:lstStyle>
              <a:p>
                <a:pPr>
                  <a:lnSpc>
                    <a:spcPct val="100000"/>
                  </a:lnSpc>
                </a:pPr>
                <a:r>
                  <a:rPr lang="en-US" dirty="0"/>
                  <a:t>B.Tech. 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→ </m:t>
                    </m:r>
                  </m:oMath>
                </a14:m>
                <a:r>
                  <a:rPr lang="en-US" dirty="0"/>
                  <a:t>1</a:t>
                </a:r>
                <a:r>
                  <a:rPr lang="en-US" baseline="30000" dirty="0"/>
                  <a:t>st</a:t>
                </a:r>
                <a:r>
                  <a:rPr lang="en-US" dirty="0"/>
                  <a:t> Semester</a:t>
                </a:r>
              </a:p>
              <a:p>
                <a:pPr>
                  <a:lnSpc>
                    <a:spcPct val="125000"/>
                  </a:lnSpc>
                </a:pPr>
                <a:r>
                  <a:rPr lang="en-US" b="1" dirty="0"/>
                  <a:t>Mathematics – I (</a:t>
                </a:r>
                <a:r>
                  <a:rPr lang="en-US" dirty="0"/>
                  <a:t>2601HS101</a:t>
                </a:r>
                <a:r>
                  <a:rPr lang="en-US" b="1" dirty="0"/>
                  <a:t>)</a:t>
                </a:r>
              </a:p>
            </p:txBody>
          </p:sp>
        </mc:Choice>
        <mc:Fallback xmlns="">
          <p:sp>
            <p:nvSpPr>
              <p:cNvPr id="24" name="Text Placeholder 2">
                <a:extLst>
                  <a:ext uri="{FF2B5EF4-FFF2-40B4-BE49-F238E27FC236}">
                    <a16:creationId xmlns:a16="http://schemas.microsoft.com/office/drawing/2014/main" id="{070A7F06-98AB-45B4-A79D-A6DF8C25DC8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6" hasCustomPrompt="1"/>
              </p:nvPr>
            </p:nvSpPr>
            <p:spPr>
              <a:xfrm>
                <a:off x="2581756" y="20384"/>
                <a:ext cx="4646358" cy="734653"/>
              </a:xfrm>
              <a:blipFill>
                <a:blip r:embed="rId8"/>
                <a:stretch>
                  <a:fillRect b="-991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C3A13D11-EC6C-4E81-AD83-7AC73D273FD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5035EF3-F5FB-41C2-A0BE-B3AEF7556AB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1018DFAF-9B15-4199-9C36-C730A2CE6C5E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59777820-5CC5-5DD2-4933-0FCE58DE9752}"/>
              </a:ext>
            </a:extLst>
          </p:cNvPr>
          <p:cNvPicPr>
            <a:picLocks noChangeAspect="1"/>
          </p:cNvPicPr>
          <p:nvPr userDrawn="1"/>
        </p:nvPicPr>
        <p:blipFill>
          <a:blip r:embed="rId11"/>
          <a:stretch>
            <a:fillRect/>
          </a:stretch>
        </p:blipFill>
        <p:spPr>
          <a:xfrm>
            <a:off x="9299941" y="1918046"/>
            <a:ext cx="2562199" cy="165957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0897C683-EAB4-6ADD-9381-368BA447F26B}"/>
              </a:ext>
            </a:extLst>
          </p:cNvPr>
          <p:cNvSpPr txBox="1"/>
          <p:nvPr userDrawn="1"/>
        </p:nvSpPr>
        <p:spPr>
          <a:xfrm>
            <a:off x="1837677" y="5486461"/>
            <a:ext cx="33377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en-US" sz="1600" dirty="0"/>
              <a:t>Department of Humanities and Science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B68F776-DD3A-5723-355F-F87A08DF1D7E}"/>
              </a:ext>
            </a:extLst>
          </p:cNvPr>
          <p:cNvSpPr txBox="1"/>
          <p:nvPr userDrawn="1"/>
        </p:nvSpPr>
        <p:spPr>
          <a:xfrm>
            <a:off x="1837677" y="5192737"/>
            <a:ext cx="4514377" cy="338554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lvl="0" indent="0">
              <a:lnSpc>
                <a:spcPct val="90000"/>
              </a:lnSpc>
              <a:spcBef>
                <a:spcPct val="0"/>
              </a:spcBef>
              <a:buFont typeface="Arial" panose="020B0604020202020204" pitchFamily="34" charset="0"/>
              <a:buNone/>
              <a:defRPr b="1">
                <a:gradFill flip="none" rotWithShape="1">
                  <a:gsLst>
                    <a:gs pos="10000">
                      <a:srgbClr val="0E47A1"/>
                    </a:gs>
                    <a:gs pos="100000">
                      <a:srgbClr val="03A9F5"/>
                    </a:gs>
                  </a:gsLst>
                  <a:lin ang="0" scaled="1"/>
                  <a:tileRect/>
                </a:gradFill>
                <a:effectLst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/>
            <a:r>
              <a:rPr lang="en-US" dirty="0"/>
              <a:t>Prof. Kunj L Kothiya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0B9045B-FE68-68A5-3907-E3F2B9D2420B}"/>
              </a:ext>
            </a:extLst>
          </p:cNvPr>
          <p:cNvSpPr txBox="1"/>
          <p:nvPr userDrawn="1"/>
        </p:nvSpPr>
        <p:spPr>
          <a:xfrm>
            <a:off x="2181814" y="6147096"/>
            <a:ext cx="237757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rPr>
              <a:t>kunj.kothiya</a:t>
            </a:r>
            <a:r>
              <a:rPr lang="en-IN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rPr>
              <a:t>@darshan.ac.in</a:t>
            </a:r>
            <a:endParaRPr lang="en-US" sz="1600" b="0" kern="1200" baseline="0" dirty="0">
              <a:solidFill>
                <a:schemeClr val="tx1"/>
              </a:solidFill>
              <a:latin typeface="Roboto Condensed Light" panose="02000000000000000000" pitchFamily="2" charset="0"/>
              <a:ea typeface="Roboto Condensed Light" panose="02000000000000000000" pitchFamily="2" charset="0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BE5E0DB-2588-D4A3-1D89-A3BFA8B68781}"/>
              </a:ext>
            </a:extLst>
          </p:cNvPr>
          <p:cNvSpPr txBox="1"/>
          <p:nvPr userDrawn="1"/>
        </p:nvSpPr>
        <p:spPr>
          <a:xfrm>
            <a:off x="2163043" y="6416379"/>
            <a:ext cx="152477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lvl="0">
              <a:defRPr sz="1600" b="0" baseline="0">
                <a:latin typeface="Roboto Condensed Light" panose="02000000000000000000" pitchFamily="2" charset="0"/>
                <a:ea typeface="Roboto Condensed Light" panose="02000000000000000000" pitchFamily="2" charset="0"/>
              </a:defRPr>
            </a:lvl1pPr>
          </a:lstStyle>
          <a:p>
            <a:pPr lvl="0"/>
            <a:r>
              <a:rPr lang="en-US" dirty="0"/>
              <a:t>+91 9104526679</a:t>
            </a:r>
          </a:p>
        </p:txBody>
      </p:sp>
    </p:spTree>
    <p:extLst>
      <p:ext uri="{BB962C8B-B14F-4D97-AF65-F5344CB8AC3E}">
        <p14:creationId xmlns:p14="http://schemas.microsoft.com/office/powerpoint/2010/main" val="253280755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 - 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B71B1C"/>
                    </a:gs>
                    <a:gs pos="100000">
                      <a:srgbClr val="ED524F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77B7B864-C091-4493-B14B-F5B61B586EED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746" t="7575" r="25761" b="18186"/>
          <a:stretch>
            <a:fillRect/>
          </a:stretch>
        </p:blipFill>
        <p:spPr>
          <a:xfrm>
            <a:off x="356499" y="5214354"/>
            <a:ext cx="1354234" cy="1354234"/>
          </a:xfrm>
          <a:custGeom>
            <a:avLst/>
            <a:gdLst>
              <a:gd name="connsiteX0" fmla="*/ 2286000 w 4572000"/>
              <a:gd name="connsiteY0" fmla="*/ 0 h 4572000"/>
              <a:gd name="connsiteX1" fmla="*/ 4572000 w 4572000"/>
              <a:gd name="connsiteY1" fmla="*/ 2286000 h 4572000"/>
              <a:gd name="connsiteX2" fmla="*/ 2286000 w 4572000"/>
              <a:gd name="connsiteY2" fmla="*/ 4572000 h 4572000"/>
              <a:gd name="connsiteX3" fmla="*/ 0 w 4572000"/>
              <a:gd name="connsiteY3" fmla="*/ 2286000 h 4572000"/>
              <a:gd name="connsiteX4" fmla="*/ 2286000 w 4572000"/>
              <a:gd name="connsiteY4" fmla="*/ 0 h 457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2000" h="4572000">
                <a:moveTo>
                  <a:pt x="2286000" y="0"/>
                </a:moveTo>
                <a:cubicBezTo>
                  <a:pt x="3548523" y="0"/>
                  <a:pt x="4572000" y="1023477"/>
                  <a:pt x="4572000" y="2286000"/>
                </a:cubicBezTo>
                <a:cubicBezTo>
                  <a:pt x="4572000" y="3548523"/>
                  <a:pt x="3548523" y="4572000"/>
                  <a:pt x="2286000" y="4572000"/>
                </a:cubicBezTo>
                <a:cubicBezTo>
                  <a:pt x="1023477" y="4572000"/>
                  <a:pt x="0" y="3548523"/>
                  <a:pt x="0" y="2286000"/>
                </a:cubicBezTo>
                <a:cubicBezTo>
                  <a:pt x="0" y="1023477"/>
                  <a:pt x="1023477" y="0"/>
                  <a:pt x="2286000" y="0"/>
                </a:cubicBezTo>
                <a:close/>
              </a:path>
            </a:pathLst>
          </a:custGeom>
          <a:noFill/>
          <a:ln w="6350">
            <a:solidFill>
              <a:schemeClr val="bg1">
                <a:lumMod val="65000"/>
              </a:schemeClr>
            </a:solidFill>
          </a:ln>
          <a:effectLst/>
        </p:spPr>
      </p:pic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177B86E9-222D-4757-BE64-59540DB794E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0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ABCD18B-D4E0-41E4-8162-7E83CB11DAE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744A518A-BE68-4048-BDCB-77578CB57230}"/>
              </a:ext>
            </a:extLst>
          </p:cNvPr>
          <p:cNvPicPr>
            <a:picLocks noChangeAspect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19497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 - Pi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890E4F"/>
                    </a:gs>
                    <a:gs pos="100000">
                      <a:srgbClr val="D81A60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2F1AAAC-C051-4A31-837B-4A9977722A4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ADF34BDA-AFB4-4120-81EF-C0AB56D388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C248CBD5-99BA-4017-857A-5ED400F4365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142107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BF5063B-909B-4A7F-B502-7802280439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027DDF1-16E2-4622-B8FD-0148CD5CE0F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>
              <a:lnSpc>
                <a:spcPct val="125000"/>
              </a:lnSpc>
            </a:pPr>
            <a:r>
              <a:rPr lang="en-US" sz="2800" b="1" dirty="0">
                <a:solidFill>
                  <a:srgbClr val="FF0000"/>
                </a:solidFill>
              </a:rPr>
              <a:t>Outline of Unit 1</a:t>
            </a:r>
          </a:p>
          <a:p>
            <a:pPr>
              <a:lnSpc>
                <a:spcPct val="125000"/>
              </a:lnSpc>
            </a:pPr>
            <a:endParaRPr lang="en-US" sz="2800" b="1" dirty="0">
              <a:solidFill>
                <a:srgbClr val="FF0000"/>
              </a:solidFill>
            </a:endParaRPr>
          </a:p>
          <a:p>
            <a:pPr lvl="2"/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27EA166-F18A-4D32-AA1F-AE475D4910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CD21B45-1703-4330-B544-825BD8F37AF2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5C5379-5B41-4775-9279-F9F7608E662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1A4B342-6FD5-4BB7-B9AE-3C5081C089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41F3C7-36DD-4595-AA08-2525D86280B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19546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3" r:id="rId1"/>
    <p:sldLayoutId id="2147483694" r:id="rId2"/>
    <p:sldLayoutId id="2147483695" r:id="rId3"/>
    <p:sldLayoutId id="2147483696" r:id="rId4"/>
    <p:sldLayoutId id="2147483697" r:id="rId5"/>
    <p:sldLayoutId id="2147483698" r:id="rId6"/>
    <p:sldLayoutId id="2147483699" r:id="rId7"/>
    <p:sldLayoutId id="2147483700" r:id="rId8"/>
    <p:sldLayoutId id="2147483701" r:id="rId9"/>
    <p:sldLayoutId id="2147483702" r:id="rId10"/>
    <p:sldLayoutId id="2147483703" r:id="rId11"/>
    <p:sldLayoutId id="2147483704" r:id="rId12"/>
    <p:sldLayoutId id="2147483705" r:id="rId13"/>
    <p:sldLayoutId id="2147483706" r:id="rId14"/>
    <p:sldLayoutId id="2147483707" r:id="rId15"/>
    <p:sldLayoutId id="2147483708" r:id="rId16"/>
    <p:sldLayoutId id="2147483709" r:id="rId17"/>
    <p:sldLayoutId id="2147483684" r:id="rId18"/>
    <p:sldLayoutId id="2147483711" r:id="rId19"/>
    <p:sldLayoutId id="2147483712" r:id="rId2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8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10.png"/><Relationship Id="rId13" Type="http://schemas.openxmlformats.org/officeDocument/2006/relationships/image" Target="../media/image25.png"/><Relationship Id="rId3" Type="http://schemas.openxmlformats.org/officeDocument/2006/relationships/image" Target="../media/image18.jpeg"/><Relationship Id="rId7" Type="http://schemas.openxmlformats.org/officeDocument/2006/relationships/image" Target="../media/image28.png"/><Relationship Id="rId12" Type="http://schemas.openxmlformats.org/officeDocument/2006/relationships/image" Target="../media/image24.png"/><Relationship Id="rId17" Type="http://schemas.microsoft.com/office/2007/relationships/hdphoto" Target="../media/hdphoto4.wdp"/><Relationship Id="rId2" Type="http://schemas.openxmlformats.org/officeDocument/2006/relationships/image" Target="../media/image17.jpeg"/><Relationship Id="rId16" Type="http://schemas.openxmlformats.org/officeDocument/2006/relationships/image" Target="../media/image2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jpeg"/><Relationship Id="rId11" Type="http://schemas.openxmlformats.org/officeDocument/2006/relationships/image" Target="../media/image23.png"/><Relationship Id="rId5" Type="http://schemas.microsoft.com/office/2007/relationships/hdphoto" Target="../media/hdphoto3.wdp"/><Relationship Id="rId15" Type="http://schemas.openxmlformats.org/officeDocument/2006/relationships/image" Target="../media/image27.png"/><Relationship Id="rId10" Type="http://schemas.openxmlformats.org/officeDocument/2006/relationships/image" Target="../media/image22.png"/><Relationship Id="rId4" Type="http://schemas.openxmlformats.org/officeDocument/2006/relationships/image" Target="../media/image19.png"/><Relationship Id="rId9" Type="http://schemas.openxmlformats.org/officeDocument/2006/relationships/image" Target="../media/image21.png"/><Relationship Id="rId14" Type="http://schemas.openxmlformats.org/officeDocument/2006/relationships/image" Target="../media/image26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11.png"/><Relationship Id="rId7" Type="http://schemas.openxmlformats.org/officeDocument/2006/relationships/image" Target="../media/image32.png"/><Relationship Id="rId2" Type="http://schemas.openxmlformats.org/officeDocument/2006/relationships/image" Target="../media/image184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.png"/><Relationship Id="rId5" Type="http://schemas.openxmlformats.org/officeDocument/2006/relationships/image" Target="../media/image30.png"/><Relationship Id="rId4" Type="http://schemas.openxmlformats.org/officeDocument/2006/relationships/image" Target="../media/image2913.png"/></Relationships>
</file>

<file path=ppt/slides/_rels/slide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0.png"/><Relationship Id="rId18" Type="http://schemas.openxmlformats.org/officeDocument/2006/relationships/image" Target="../media/image45.png"/><Relationship Id="rId26" Type="http://schemas.openxmlformats.org/officeDocument/2006/relationships/image" Target="../media/image53.png"/><Relationship Id="rId3" Type="http://schemas.openxmlformats.org/officeDocument/2006/relationships/image" Target="../media/image33.png"/><Relationship Id="rId21" Type="http://schemas.openxmlformats.org/officeDocument/2006/relationships/image" Target="../media/image48.png"/><Relationship Id="rId34" Type="http://schemas.openxmlformats.org/officeDocument/2006/relationships/image" Target="../media/image37.png"/><Relationship Id="rId7" Type="http://schemas.openxmlformats.org/officeDocument/2006/relationships/image" Target="../media/image340.png"/><Relationship Id="rId12" Type="http://schemas.openxmlformats.org/officeDocument/2006/relationships/image" Target="../media/image39.png"/><Relationship Id="rId17" Type="http://schemas.openxmlformats.org/officeDocument/2006/relationships/image" Target="../media/image44.png"/><Relationship Id="rId25" Type="http://schemas.openxmlformats.org/officeDocument/2006/relationships/image" Target="../media/image52.png"/><Relationship Id="rId33" Type="http://schemas.openxmlformats.org/officeDocument/2006/relationships/image" Target="../media/image3512.png"/><Relationship Id="rId2" Type="http://schemas.openxmlformats.org/officeDocument/2006/relationships/image" Target="../media/image34.png"/><Relationship Id="rId16" Type="http://schemas.openxmlformats.org/officeDocument/2006/relationships/image" Target="../media/image43.png"/><Relationship Id="rId20" Type="http://schemas.openxmlformats.org/officeDocument/2006/relationships/image" Target="../media/image47.png"/><Relationship Id="rId29" Type="http://schemas.openxmlformats.org/officeDocument/2006/relationships/image" Target="../media/image5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.png"/><Relationship Id="rId11" Type="http://schemas.openxmlformats.org/officeDocument/2006/relationships/image" Target="../media/image380.png"/><Relationship Id="rId24" Type="http://schemas.openxmlformats.org/officeDocument/2006/relationships/image" Target="../media/image51.png"/><Relationship Id="rId32" Type="http://schemas.openxmlformats.org/officeDocument/2006/relationships/image" Target="../media/image59.png"/><Relationship Id="rId5" Type="http://schemas.openxmlformats.org/officeDocument/2006/relationships/image" Target="../media/image3313.png"/><Relationship Id="rId15" Type="http://schemas.openxmlformats.org/officeDocument/2006/relationships/image" Target="../media/image42.png"/><Relationship Id="rId23" Type="http://schemas.openxmlformats.org/officeDocument/2006/relationships/image" Target="../media/image50.png"/><Relationship Id="rId28" Type="http://schemas.openxmlformats.org/officeDocument/2006/relationships/image" Target="../media/image55.png"/><Relationship Id="rId10" Type="http://schemas.openxmlformats.org/officeDocument/2006/relationships/image" Target="../media/image370.png"/><Relationship Id="rId19" Type="http://schemas.openxmlformats.org/officeDocument/2006/relationships/image" Target="../media/image46.png"/><Relationship Id="rId31" Type="http://schemas.openxmlformats.org/officeDocument/2006/relationships/image" Target="../media/image58.png"/><Relationship Id="rId9" Type="http://schemas.openxmlformats.org/officeDocument/2006/relationships/image" Target="../media/image360.png"/><Relationship Id="rId14" Type="http://schemas.openxmlformats.org/officeDocument/2006/relationships/image" Target="../media/image41.png"/><Relationship Id="rId22" Type="http://schemas.openxmlformats.org/officeDocument/2006/relationships/image" Target="../media/image49.png"/><Relationship Id="rId27" Type="http://schemas.openxmlformats.org/officeDocument/2006/relationships/image" Target="../media/image54.png"/><Relationship Id="rId30" Type="http://schemas.openxmlformats.org/officeDocument/2006/relationships/image" Target="../media/image57.png"/><Relationship Id="rId35" Type="http://schemas.openxmlformats.org/officeDocument/2006/relationships/image" Target="../media/image36.png"/><Relationship Id="rId8" Type="http://schemas.openxmlformats.org/officeDocument/2006/relationships/image" Target="../media/image350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png"/><Relationship Id="rId13" Type="http://schemas.openxmlformats.org/officeDocument/2006/relationships/image" Target="../media/image44.png"/><Relationship Id="rId18" Type="http://schemas.openxmlformats.org/officeDocument/2006/relationships/image" Target="../media/image49.png"/><Relationship Id="rId26" Type="http://schemas.openxmlformats.org/officeDocument/2006/relationships/image" Target="../media/image69.png"/><Relationship Id="rId3" Type="http://schemas.openxmlformats.org/officeDocument/2006/relationships/image" Target="../media/image340.png"/><Relationship Id="rId7" Type="http://schemas.openxmlformats.org/officeDocument/2006/relationships/image" Target="../media/image380.png"/><Relationship Id="rId12" Type="http://schemas.openxmlformats.org/officeDocument/2006/relationships/image" Target="../media/image43.png"/><Relationship Id="rId17" Type="http://schemas.openxmlformats.org/officeDocument/2006/relationships/image" Target="../media/image48.png"/><Relationship Id="rId33" Type="http://schemas.openxmlformats.org/officeDocument/2006/relationships/image" Target="../media/image63.png"/><Relationship Id="rId2" Type="http://schemas.openxmlformats.org/officeDocument/2006/relationships/image" Target="../media/image38.png"/><Relationship Id="rId16" Type="http://schemas.openxmlformats.org/officeDocument/2006/relationships/image" Target="../media/image47.png"/><Relationship Id="rId29" Type="http://schemas.openxmlformats.org/officeDocument/2006/relationships/image" Target="../media/image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70.png"/><Relationship Id="rId11" Type="http://schemas.openxmlformats.org/officeDocument/2006/relationships/image" Target="../media/image420.png"/><Relationship Id="rId32" Type="http://schemas.openxmlformats.org/officeDocument/2006/relationships/image" Target="../media/image62.png"/><Relationship Id="rId5" Type="http://schemas.openxmlformats.org/officeDocument/2006/relationships/image" Target="../media/image360.png"/><Relationship Id="rId15" Type="http://schemas.openxmlformats.org/officeDocument/2006/relationships/image" Target="../media/image46.png"/><Relationship Id="rId28" Type="http://schemas.openxmlformats.org/officeDocument/2006/relationships/image" Target="../media/image71.png"/><Relationship Id="rId10" Type="http://schemas.openxmlformats.org/officeDocument/2006/relationships/image" Target="../media/image41.png"/><Relationship Id="rId31" Type="http://schemas.openxmlformats.org/officeDocument/2006/relationships/image" Target="../media/image73.png"/><Relationship Id="rId4" Type="http://schemas.openxmlformats.org/officeDocument/2006/relationships/image" Target="../media/image350.png"/><Relationship Id="rId9" Type="http://schemas.openxmlformats.org/officeDocument/2006/relationships/image" Target="../media/image40.png"/><Relationship Id="rId14" Type="http://schemas.openxmlformats.org/officeDocument/2006/relationships/image" Target="../media/image45.png"/><Relationship Id="rId30" Type="http://schemas.openxmlformats.org/officeDocument/2006/relationships/image" Target="../media/image3610.pn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38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7.png"/><Relationship Id="rId5" Type="http://schemas.openxmlformats.org/officeDocument/2006/relationships/image" Target="../media/image66.png"/><Relationship Id="rId4" Type="http://schemas.openxmlformats.org/officeDocument/2006/relationships/image" Target="../media/image65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10.png"/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.png"/><Relationship Id="rId5" Type="http://schemas.openxmlformats.org/officeDocument/2006/relationships/image" Target="../media/image70.png"/><Relationship Id="rId4" Type="http://schemas.openxmlformats.org/officeDocument/2006/relationships/image" Target="../media/image6810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12.pn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8.png"/><Relationship Id="rId5" Type="http://schemas.openxmlformats.org/officeDocument/2006/relationships/image" Target="../media/image77.png"/><Relationship Id="rId4" Type="http://schemas.openxmlformats.org/officeDocument/2006/relationships/image" Target="../media/image76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13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3.png"/><Relationship Id="rId13" Type="http://schemas.openxmlformats.org/officeDocument/2006/relationships/image" Target="../media/image168.png"/><Relationship Id="rId18" Type="http://schemas.openxmlformats.org/officeDocument/2006/relationships/image" Target="../media/image154.png"/><Relationship Id="rId7" Type="http://schemas.openxmlformats.org/officeDocument/2006/relationships/image" Target="../media/image162.png"/><Relationship Id="rId12" Type="http://schemas.openxmlformats.org/officeDocument/2006/relationships/image" Target="../media/image167.png"/><Relationship Id="rId17" Type="http://schemas.openxmlformats.org/officeDocument/2006/relationships/image" Target="../media/image153.png"/><Relationship Id="rId2" Type="http://schemas.openxmlformats.org/officeDocument/2006/relationships/image" Target="../media/image90.png"/><Relationship Id="rId16" Type="http://schemas.openxmlformats.org/officeDocument/2006/relationships/image" Target="../media/image15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1.png"/><Relationship Id="rId11" Type="http://schemas.openxmlformats.org/officeDocument/2006/relationships/image" Target="../media/image166.png"/><Relationship Id="rId5" Type="http://schemas.openxmlformats.org/officeDocument/2006/relationships/image" Target="../media/image160.png"/><Relationship Id="rId15" Type="http://schemas.openxmlformats.org/officeDocument/2006/relationships/image" Target="../media/image170.png"/><Relationship Id="rId10" Type="http://schemas.openxmlformats.org/officeDocument/2006/relationships/image" Target="../media/image165.png"/><Relationship Id="rId19" Type="http://schemas.openxmlformats.org/officeDocument/2006/relationships/image" Target="../media/image139.png"/><Relationship Id="rId4" Type="http://schemas.openxmlformats.org/officeDocument/2006/relationships/image" Target="../media/image159.png"/><Relationship Id="rId9" Type="http://schemas.openxmlformats.org/officeDocument/2006/relationships/image" Target="../media/image164.png"/><Relationship Id="rId14" Type="http://schemas.openxmlformats.org/officeDocument/2006/relationships/image" Target="../media/image169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5.png"/><Relationship Id="rId7" Type="http://schemas.openxmlformats.org/officeDocument/2006/relationships/image" Target="../media/image94.png"/><Relationship Id="rId2" Type="http://schemas.openxmlformats.org/officeDocument/2006/relationships/image" Target="../media/image8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3.png"/><Relationship Id="rId5" Type="http://schemas.openxmlformats.org/officeDocument/2006/relationships/image" Target="../media/image92.png"/><Relationship Id="rId4" Type="http://schemas.openxmlformats.org/officeDocument/2006/relationships/image" Target="../media/image91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10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11.png"/><Relationship Id="rId7" Type="http://schemas.openxmlformats.org/officeDocument/2006/relationships/image" Target="../media/image8011.png"/><Relationship Id="rId2" Type="http://schemas.openxmlformats.org/officeDocument/2006/relationships/image" Target="../media/image751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912.png"/><Relationship Id="rId5" Type="http://schemas.openxmlformats.org/officeDocument/2006/relationships/image" Target="../media/image7812.png"/><Relationship Id="rId4" Type="http://schemas.openxmlformats.org/officeDocument/2006/relationships/image" Target="../media/image7712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311.png"/><Relationship Id="rId4" Type="http://schemas.openxmlformats.org/officeDocument/2006/relationships/image" Target="../media/image8112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10.png"/><Relationship Id="rId13" Type="http://schemas.openxmlformats.org/officeDocument/2006/relationships/image" Target="../media/image9912.png"/><Relationship Id="rId18" Type="http://schemas.openxmlformats.org/officeDocument/2006/relationships/image" Target="../media/image10310.png"/><Relationship Id="rId3" Type="http://schemas.openxmlformats.org/officeDocument/2006/relationships/image" Target="../media/image8812.png"/><Relationship Id="rId21" Type="http://schemas.openxmlformats.org/officeDocument/2006/relationships/image" Target="../media/image10012.png"/><Relationship Id="rId7" Type="http://schemas.openxmlformats.org/officeDocument/2006/relationships/image" Target="../media/image9212.png"/><Relationship Id="rId12" Type="http://schemas.openxmlformats.org/officeDocument/2006/relationships/image" Target="../media/image6510.png"/><Relationship Id="rId17" Type="http://schemas.openxmlformats.org/officeDocument/2006/relationships/image" Target="../media/image10214.png"/><Relationship Id="rId2" Type="http://schemas.openxmlformats.org/officeDocument/2006/relationships/image" Target="../media/image7414.png"/><Relationship Id="rId16" Type="http://schemas.openxmlformats.org/officeDocument/2006/relationships/image" Target="../media/image10112.png"/><Relationship Id="rId20" Type="http://schemas.openxmlformats.org/officeDocument/2006/relationships/image" Target="../media/image1051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9112.png"/><Relationship Id="rId11" Type="http://schemas.openxmlformats.org/officeDocument/2006/relationships/image" Target="../media/image98.png"/><Relationship Id="rId24" Type="http://schemas.openxmlformats.org/officeDocument/2006/relationships/image" Target="../media/image97.png"/><Relationship Id="rId5" Type="http://schemas.openxmlformats.org/officeDocument/2006/relationships/image" Target="../media/image9017.png"/><Relationship Id="rId15" Type="http://schemas.openxmlformats.org/officeDocument/2006/relationships/image" Target="../media/image9712.png"/><Relationship Id="rId23" Type="http://schemas.openxmlformats.org/officeDocument/2006/relationships/image" Target="../media/image95.png"/><Relationship Id="rId10" Type="http://schemas.openxmlformats.org/officeDocument/2006/relationships/image" Target="../media/image9510.png"/><Relationship Id="rId19" Type="http://schemas.openxmlformats.org/officeDocument/2006/relationships/image" Target="../media/image10412.png"/><Relationship Id="rId4" Type="http://schemas.openxmlformats.org/officeDocument/2006/relationships/image" Target="../media/image8911.png"/><Relationship Id="rId9" Type="http://schemas.openxmlformats.org/officeDocument/2006/relationships/image" Target="../media/image9412.png"/><Relationship Id="rId14" Type="http://schemas.openxmlformats.org/officeDocument/2006/relationships/image" Target="../media/image6610.png"/><Relationship Id="rId22" Type="http://schemas.openxmlformats.org/officeDocument/2006/relationships/image" Target="../media/image8814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13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110.png"/><Relationship Id="rId5" Type="http://schemas.openxmlformats.org/officeDocument/2006/relationships/image" Target="../media/image11012.png"/><Relationship Id="rId4" Type="http://schemas.openxmlformats.org/officeDocument/2006/relationships/image" Target="../media/image10912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png"/><Relationship Id="rId3" Type="http://schemas.openxmlformats.org/officeDocument/2006/relationships/image" Target="../media/image101.png"/><Relationship Id="rId7" Type="http://schemas.openxmlformats.org/officeDocument/2006/relationships/image" Target="../media/image117.png"/><Relationship Id="rId2" Type="http://schemas.openxmlformats.org/officeDocument/2006/relationships/image" Target="../media/image11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6.png"/><Relationship Id="rId5" Type="http://schemas.openxmlformats.org/officeDocument/2006/relationships/image" Target="../media/image115.png"/><Relationship Id="rId4" Type="http://schemas.openxmlformats.org/officeDocument/2006/relationships/image" Target="../media/image102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1.pn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22.png"/><Relationship Id="rId4" Type="http://schemas.openxmlformats.org/officeDocument/2006/relationships/image" Target="../media/image121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7.png"/><Relationship Id="rId13" Type="http://schemas.openxmlformats.org/officeDocument/2006/relationships/image" Target="../media/image132.png"/><Relationship Id="rId3" Type="http://schemas.openxmlformats.org/officeDocument/2006/relationships/image" Target="../media/image104.png"/><Relationship Id="rId7" Type="http://schemas.openxmlformats.org/officeDocument/2006/relationships/image" Target="../media/image124.png"/><Relationship Id="rId12" Type="http://schemas.openxmlformats.org/officeDocument/2006/relationships/image" Target="../media/image131.png"/><Relationship Id="rId17" Type="http://schemas.openxmlformats.org/officeDocument/2006/relationships/image" Target="../media/image136.png"/><Relationship Id="rId2" Type="http://schemas.openxmlformats.org/officeDocument/2006/relationships/image" Target="../media/image103.png"/><Relationship Id="rId16" Type="http://schemas.openxmlformats.org/officeDocument/2006/relationships/image" Target="../media/image13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412.png"/><Relationship Id="rId11" Type="http://schemas.openxmlformats.org/officeDocument/2006/relationships/image" Target="../media/image130.png"/><Relationship Id="rId5" Type="http://schemas.openxmlformats.org/officeDocument/2006/relationships/image" Target="../media/image126.png"/><Relationship Id="rId15" Type="http://schemas.openxmlformats.org/officeDocument/2006/relationships/image" Target="../media/image134.png"/><Relationship Id="rId10" Type="http://schemas.openxmlformats.org/officeDocument/2006/relationships/image" Target="../media/image129.png"/><Relationship Id="rId4" Type="http://schemas.openxmlformats.org/officeDocument/2006/relationships/image" Target="../media/image125.png"/><Relationship Id="rId9" Type="http://schemas.openxmlformats.org/officeDocument/2006/relationships/image" Target="../media/image128.png"/><Relationship Id="rId14" Type="http://schemas.openxmlformats.org/officeDocument/2006/relationships/image" Target="../media/image133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0.png"/><Relationship Id="rId13" Type="http://schemas.openxmlformats.org/officeDocument/2006/relationships/image" Target="../media/image147.png"/><Relationship Id="rId3" Type="http://schemas.openxmlformats.org/officeDocument/2006/relationships/image" Target="../media/image106.png"/><Relationship Id="rId7" Type="http://schemas.openxmlformats.org/officeDocument/2006/relationships/image" Target="../media/image138.png"/><Relationship Id="rId12" Type="http://schemas.openxmlformats.org/officeDocument/2006/relationships/image" Target="../media/image146.png"/><Relationship Id="rId17" Type="http://schemas.openxmlformats.org/officeDocument/2006/relationships/image" Target="../media/image151.png"/><Relationship Id="rId2" Type="http://schemas.openxmlformats.org/officeDocument/2006/relationships/image" Target="../media/image105.png"/><Relationship Id="rId16" Type="http://schemas.openxmlformats.org/officeDocument/2006/relationships/image" Target="../media/image15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3712.png"/><Relationship Id="rId11" Type="http://schemas.openxmlformats.org/officeDocument/2006/relationships/image" Target="../media/image145.png"/><Relationship Id="rId5" Type="http://schemas.openxmlformats.org/officeDocument/2006/relationships/image" Target="../media/image142.png"/><Relationship Id="rId15" Type="http://schemas.openxmlformats.org/officeDocument/2006/relationships/image" Target="../media/image149.png"/><Relationship Id="rId10" Type="http://schemas.openxmlformats.org/officeDocument/2006/relationships/image" Target="../media/image144.png"/><Relationship Id="rId4" Type="http://schemas.openxmlformats.org/officeDocument/2006/relationships/image" Target="../media/image141.png"/><Relationship Id="rId9" Type="http://schemas.openxmlformats.org/officeDocument/2006/relationships/image" Target="../media/image143.png"/><Relationship Id="rId14" Type="http://schemas.openxmlformats.org/officeDocument/2006/relationships/image" Target="../media/image148.pn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10.pn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4.png"/><Relationship Id="rId13" Type="http://schemas.openxmlformats.org/officeDocument/2006/relationships/image" Target="../media/image229.png"/><Relationship Id="rId18" Type="http://schemas.openxmlformats.org/officeDocument/2006/relationships/image" Target="../media/image196.png"/><Relationship Id="rId3" Type="http://schemas.openxmlformats.org/officeDocument/2006/relationships/image" Target="../media/image108.png"/><Relationship Id="rId7" Type="http://schemas.openxmlformats.org/officeDocument/2006/relationships/image" Target="../media/image223.png"/><Relationship Id="rId12" Type="http://schemas.openxmlformats.org/officeDocument/2006/relationships/image" Target="../media/image228.png"/><Relationship Id="rId17" Type="http://schemas.openxmlformats.org/officeDocument/2006/relationships/image" Target="../media/image233.png"/><Relationship Id="rId2" Type="http://schemas.openxmlformats.org/officeDocument/2006/relationships/image" Target="../media/image107.png"/><Relationship Id="rId16" Type="http://schemas.openxmlformats.org/officeDocument/2006/relationships/image" Target="../media/image23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2.png"/><Relationship Id="rId11" Type="http://schemas.openxmlformats.org/officeDocument/2006/relationships/image" Target="../media/image227.png"/><Relationship Id="rId5" Type="http://schemas.openxmlformats.org/officeDocument/2006/relationships/image" Target="../media/image221.png"/><Relationship Id="rId15" Type="http://schemas.openxmlformats.org/officeDocument/2006/relationships/image" Target="../media/image231.png"/><Relationship Id="rId10" Type="http://schemas.openxmlformats.org/officeDocument/2006/relationships/image" Target="../media/image226.png"/><Relationship Id="rId19" Type="http://schemas.openxmlformats.org/officeDocument/2006/relationships/image" Target="../media/image20211.png"/><Relationship Id="rId4" Type="http://schemas.openxmlformats.org/officeDocument/2006/relationships/image" Target="../media/image220.png"/><Relationship Id="rId9" Type="http://schemas.openxmlformats.org/officeDocument/2006/relationships/image" Target="../media/image225.png"/><Relationship Id="rId14" Type="http://schemas.openxmlformats.org/officeDocument/2006/relationships/image" Target="../media/image230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image" Target="../media/image887.png"/><Relationship Id="rId7" Type="http://schemas.openxmlformats.org/officeDocument/2006/relationships/image" Target="../media/image114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.png"/><Relationship Id="rId5" Type="http://schemas.openxmlformats.org/officeDocument/2006/relationships/image" Target="../media/image112.png"/><Relationship Id="rId10" Type="http://schemas.openxmlformats.org/officeDocument/2006/relationships/image" Target="../media/image123.png"/><Relationship Id="rId4" Type="http://schemas.openxmlformats.org/officeDocument/2006/relationships/image" Target="../media/image111.png"/><Relationship Id="rId9" Type="http://schemas.openxmlformats.org/officeDocument/2006/relationships/image" Target="../media/image238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7.png"/><Relationship Id="rId5" Type="http://schemas.openxmlformats.org/officeDocument/2006/relationships/image" Target="../media/image247.png"/><Relationship Id="rId4" Type="http://schemas.openxmlformats.org/officeDocument/2006/relationships/image" Target="../media/image156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4.png"/><Relationship Id="rId3" Type="http://schemas.openxmlformats.org/officeDocument/2006/relationships/image" Target="../media/image157.png"/><Relationship Id="rId7" Type="http://schemas.openxmlformats.org/officeDocument/2006/relationships/image" Target="../media/image173.png"/><Relationship Id="rId2" Type="http://schemas.openxmlformats.org/officeDocument/2006/relationships/image" Target="../media/image20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72.png"/><Relationship Id="rId5" Type="http://schemas.openxmlformats.org/officeDocument/2006/relationships/image" Target="../media/image171.png"/><Relationship Id="rId4" Type="http://schemas.openxmlformats.org/officeDocument/2006/relationships/image" Target="../media/image86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7.png"/><Relationship Id="rId3" Type="http://schemas.openxmlformats.org/officeDocument/2006/relationships/image" Target="../media/image1751.png"/><Relationship Id="rId7" Type="http://schemas.openxmlformats.org/officeDocument/2006/relationships/image" Target="../media/image86.png"/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6.png"/><Relationship Id="rId5" Type="http://schemas.openxmlformats.org/officeDocument/2006/relationships/image" Target="../media/image240.png"/><Relationship Id="rId4" Type="http://schemas.openxmlformats.org/officeDocument/2006/relationships/image" Target="../media/image236.png"/><Relationship Id="rId9" Type="http://schemas.openxmlformats.org/officeDocument/2006/relationships/image" Target="../media/image178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5.png"/><Relationship Id="rId3" Type="http://schemas.openxmlformats.org/officeDocument/2006/relationships/image" Target="../media/image180.png"/><Relationship Id="rId7" Type="http://schemas.openxmlformats.org/officeDocument/2006/relationships/image" Target="../media/image184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3.png"/><Relationship Id="rId5" Type="http://schemas.openxmlformats.org/officeDocument/2006/relationships/image" Target="../media/image182.png"/><Relationship Id="rId4" Type="http://schemas.openxmlformats.org/officeDocument/2006/relationships/image" Target="../media/image181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png"/><Relationship Id="rId3" Type="http://schemas.openxmlformats.org/officeDocument/2006/relationships/image" Target="../media/image180.png"/><Relationship Id="rId7" Type="http://schemas.openxmlformats.org/officeDocument/2006/relationships/image" Target="../media/image184.png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9.png"/><Relationship Id="rId5" Type="http://schemas.openxmlformats.org/officeDocument/2006/relationships/image" Target="../media/image188.png"/><Relationship Id="rId4" Type="http://schemas.openxmlformats.org/officeDocument/2006/relationships/image" Target="../media/image187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8.png"/><Relationship Id="rId3" Type="http://schemas.openxmlformats.org/officeDocument/2006/relationships/image" Target="../media/image192.png"/><Relationship Id="rId7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5.png"/><Relationship Id="rId5" Type="http://schemas.openxmlformats.org/officeDocument/2006/relationships/image" Target="../media/image194.png"/><Relationship Id="rId10" Type="http://schemas.openxmlformats.org/officeDocument/2006/relationships/image" Target="../media/image199.png"/><Relationship Id="rId4" Type="http://schemas.openxmlformats.org/officeDocument/2006/relationships/image" Target="../media/image193.png"/><Relationship Id="rId9" Type="http://schemas.openxmlformats.org/officeDocument/2006/relationships/image" Target="../media/image198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2.png"/><Relationship Id="rId3" Type="http://schemas.openxmlformats.org/officeDocument/2006/relationships/image" Target="../media/image376.png"/><Relationship Id="rId7" Type="http://schemas.openxmlformats.org/officeDocument/2006/relationships/image" Target="../media/image381.png"/><Relationship Id="rId2" Type="http://schemas.openxmlformats.org/officeDocument/2006/relationships/image" Target="../media/image20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5.png"/><Relationship Id="rId5" Type="http://schemas.openxmlformats.org/officeDocument/2006/relationships/image" Target="../media/image344.png"/><Relationship Id="rId10" Type="http://schemas.openxmlformats.org/officeDocument/2006/relationships/image" Target="../media/image200.png"/><Relationship Id="rId4" Type="http://schemas.openxmlformats.org/officeDocument/2006/relationships/image" Target="../media/image377.png"/><Relationship Id="rId9" Type="http://schemas.openxmlformats.org/officeDocument/2006/relationships/image" Target="../media/image383.pn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7.png"/><Relationship Id="rId3" Type="http://schemas.openxmlformats.org/officeDocument/2006/relationships/image" Target="../media/image202.png"/><Relationship Id="rId7" Type="http://schemas.openxmlformats.org/officeDocument/2006/relationships/image" Target="../media/image206.png"/><Relationship Id="rId2" Type="http://schemas.openxmlformats.org/officeDocument/2006/relationships/image" Target="../media/image1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5.png"/><Relationship Id="rId11" Type="http://schemas.openxmlformats.org/officeDocument/2006/relationships/image" Target="../media/image210.png"/><Relationship Id="rId5" Type="http://schemas.openxmlformats.org/officeDocument/2006/relationships/image" Target="../media/image204.png"/><Relationship Id="rId10" Type="http://schemas.openxmlformats.org/officeDocument/2006/relationships/image" Target="../media/image209.png"/><Relationship Id="rId4" Type="http://schemas.openxmlformats.org/officeDocument/2006/relationships/image" Target="../media/image203.png"/><Relationship Id="rId9" Type="http://schemas.openxmlformats.org/officeDocument/2006/relationships/image" Target="../media/image208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2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80.png"/><Relationship Id="rId13" Type="http://schemas.openxmlformats.org/officeDocument/2006/relationships/image" Target="../media/image213.png"/><Relationship Id="rId18" Type="http://schemas.openxmlformats.org/officeDocument/2006/relationships/image" Target="../media/image3981.png"/><Relationship Id="rId3" Type="http://schemas.openxmlformats.org/officeDocument/2006/relationships/image" Target="../media/image3280.png"/><Relationship Id="rId21" Type="http://schemas.openxmlformats.org/officeDocument/2006/relationships/image" Target="../media/image4010.png"/><Relationship Id="rId7" Type="http://schemas.openxmlformats.org/officeDocument/2006/relationships/image" Target="../media/image3871.png"/><Relationship Id="rId12" Type="http://schemas.openxmlformats.org/officeDocument/2006/relationships/image" Target="../media/image3921.png"/><Relationship Id="rId17" Type="http://schemas.openxmlformats.org/officeDocument/2006/relationships/image" Target="../media/image3971.png"/><Relationship Id="rId25" Type="http://schemas.openxmlformats.org/officeDocument/2006/relationships/image" Target="../media/image4051.png"/><Relationship Id="rId2" Type="http://schemas.openxmlformats.org/officeDocument/2006/relationships/image" Target="../media/image2400.png"/><Relationship Id="rId16" Type="http://schemas.openxmlformats.org/officeDocument/2006/relationships/image" Target="../media/image3961.png"/><Relationship Id="rId20" Type="http://schemas.openxmlformats.org/officeDocument/2006/relationships/image" Target="../media/image400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61.png"/><Relationship Id="rId11" Type="http://schemas.openxmlformats.org/officeDocument/2006/relationships/image" Target="../media/image3912.png"/><Relationship Id="rId24" Type="http://schemas.openxmlformats.org/officeDocument/2006/relationships/image" Target="../media/image4041.png"/><Relationship Id="rId5" Type="http://schemas.openxmlformats.org/officeDocument/2006/relationships/image" Target="../media/image3851.png"/><Relationship Id="rId15" Type="http://schemas.openxmlformats.org/officeDocument/2006/relationships/image" Target="../media/image3572.png"/><Relationship Id="rId23" Type="http://schemas.openxmlformats.org/officeDocument/2006/relationships/image" Target="../media/image4031.png"/><Relationship Id="rId10" Type="http://schemas.openxmlformats.org/officeDocument/2006/relationships/image" Target="../media/image3901.png"/><Relationship Id="rId19" Type="http://schemas.openxmlformats.org/officeDocument/2006/relationships/image" Target="../media/image3991.png"/><Relationship Id="rId4" Type="http://schemas.openxmlformats.org/officeDocument/2006/relationships/image" Target="../media/image3841.png"/><Relationship Id="rId9" Type="http://schemas.openxmlformats.org/officeDocument/2006/relationships/image" Target="../media/image3891.png"/><Relationship Id="rId14" Type="http://schemas.openxmlformats.org/officeDocument/2006/relationships/image" Target="../media/image3941.png"/><Relationship Id="rId22" Type="http://schemas.openxmlformats.org/officeDocument/2006/relationships/image" Target="../media/image4020.pn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13.png"/><Relationship Id="rId13" Type="http://schemas.openxmlformats.org/officeDocument/2006/relationships/image" Target="../media/image4141.png"/><Relationship Id="rId18" Type="http://schemas.openxmlformats.org/officeDocument/2006/relationships/image" Target="../media/image3912.png"/><Relationship Id="rId26" Type="http://schemas.openxmlformats.org/officeDocument/2006/relationships/image" Target="../media/image4221.png"/><Relationship Id="rId3" Type="http://schemas.openxmlformats.org/officeDocument/2006/relationships/image" Target="../media/image4061.png"/><Relationship Id="rId21" Type="http://schemas.openxmlformats.org/officeDocument/2006/relationships/image" Target="../media/image214.png"/><Relationship Id="rId7" Type="http://schemas.openxmlformats.org/officeDocument/2006/relationships/image" Target="../media/image4101.png"/><Relationship Id="rId12" Type="http://schemas.openxmlformats.org/officeDocument/2006/relationships/image" Target="../media/image4131.png"/><Relationship Id="rId17" Type="http://schemas.openxmlformats.org/officeDocument/2006/relationships/image" Target="../media/image3901.png"/><Relationship Id="rId25" Type="http://schemas.openxmlformats.org/officeDocument/2006/relationships/image" Target="../media/image4213.png"/><Relationship Id="rId2" Type="http://schemas.openxmlformats.org/officeDocument/2006/relationships/image" Target="../media/image3961.png"/><Relationship Id="rId16" Type="http://schemas.openxmlformats.org/officeDocument/2006/relationships/image" Target="../media/image3891.png"/><Relationship Id="rId20" Type="http://schemas.openxmlformats.org/officeDocument/2006/relationships/image" Target="../media/image415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91.png"/><Relationship Id="rId11" Type="http://schemas.openxmlformats.org/officeDocument/2006/relationships/image" Target="../media/image4121.png"/><Relationship Id="rId24" Type="http://schemas.openxmlformats.org/officeDocument/2006/relationships/image" Target="../media/image4191.png"/><Relationship Id="rId5" Type="http://schemas.openxmlformats.org/officeDocument/2006/relationships/image" Target="../media/image4081.png"/><Relationship Id="rId15" Type="http://schemas.openxmlformats.org/officeDocument/2006/relationships/image" Target="../media/image3880.png"/><Relationship Id="rId23" Type="http://schemas.openxmlformats.org/officeDocument/2006/relationships/image" Target="../media/image3581.png"/><Relationship Id="rId10" Type="http://schemas.openxmlformats.org/officeDocument/2006/relationships/image" Target="../media/image3280.png"/><Relationship Id="rId19" Type="http://schemas.openxmlformats.org/officeDocument/2006/relationships/image" Target="../media/image3921.png"/><Relationship Id="rId4" Type="http://schemas.openxmlformats.org/officeDocument/2006/relationships/image" Target="../media/image4071.png"/><Relationship Id="rId9" Type="http://schemas.openxmlformats.org/officeDocument/2006/relationships/image" Target="../media/image2400.png"/><Relationship Id="rId14" Type="http://schemas.openxmlformats.org/officeDocument/2006/relationships/image" Target="../media/image3871.png"/><Relationship Id="rId22" Type="http://schemas.openxmlformats.org/officeDocument/2006/relationships/image" Target="../media/image215.png"/></Relationships>
</file>

<file path=ppt/slides/_rels/slide5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4.png"/><Relationship Id="rId18" Type="http://schemas.openxmlformats.org/officeDocument/2006/relationships/image" Target="../media/image439.png"/><Relationship Id="rId26" Type="http://schemas.openxmlformats.org/officeDocument/2006/relationships/image" Target="../media/image219.png"/><Relationship Id="rId39" Type="http://schemas.openxmlformats.org/officeDocument/2006/relationships/image" Target="../media/image460.png"/><Relationship Id="rId21" Type="http://schemas.openxmlformats.org/officeDocument/2006/relationships/image" Target="../media/image442.png"/><Relationship Id="rId34" Type="http://schemas.openxmlformats.org/officeDocument/2006/relationships/image" Target="../media/image455.png"/><Relationship Id="rId7" Type="http://schemas.openxmlformats.org/officeDocument/2006/relationships/image" Target="../media/image4281.png"/><Relationship Id="rId12" Type="http://schemas.openxmlformats.org/officeDocument/2006/relationships/image" Target="../media/image433.png"/><Relationship Id="rId17" Type="http://schemas.openxmlformats.org/officeDocument/2006/relationships/image" Target="../media/image438.png"/><Relationship Id="rId25" Type="http://schemas.openxmlformats.org/officeDocument/2006/relationships/image" Target="../media/image2881.png"/><Relationship Id="rId33" Type="http://schemas.openxmlformats.org/officeDocument/2006/relationships/image" Target="../media/image454.png"/><Relationship Id="rId38" Type="http://schemas.openxmlformats.org/officeDocument/2006/relationships/image" Target="../media/image459.png"/><Relationship Id="rId2" Type="http://schemas.openxmlformats.org/officeDocument/2006/relationships/image" Target="../media/image4231.png"/><Relationship Id="rId16" Type="http://schemas.openxmlformats.org/officeDocument/2006/relationships/image" Target="../media/image437.png"/><Relationship Id="rId20" Type="http://schemas.openxmlformats.org/officeDocument/2006/relationships/image" Target="../media/image441.png"/><Relationship Id="rId29" Type="http://schemas.openxmlformats.org/officeDocument/2006/relationships/image" Target="../media/image45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71.png"/><Relationship Id="rId11" Type="http://schemas.openxmlformats.org/officeDocument/2006/relationships/image" Target="../media/image4321.png"/><Relationship Id="rId24" Type="http://schemas.openxmlformats.org/officeDocument/2006/relationships/image" Target="../media/image218.png"/><Relationship Id="rId32" Type="http://schemas.openxmlformats.org/officeDocument/2006/relationships/image" Target="../media/image453.png"/><Relationship Id="rId37" Type="http://schemas.openxmlformats.org/officeDocument/2006/relationships/image" Target="../media/image458.png"/><Relationship Id="rId5" Type="http://schemas.openxmlformats.org/officeDocument/2006/relationships/image" Target="../media/image4261.png"/><Relationship Id="rId15" Type="http://schemas.openxmlformats.org/officeDocument/2006/relationships/image" Target="../media/image436.png"/><Relationship Id="rId23" Type="http://schemas.openxmlformats.org/officeDocument/2006/relationships/image" Target="../media/image216.png"/><Relationship Id="rId28" Type="http://schemas.openxmlformats.org/officeDocument/2006/relationships/image" Target="../media/image449.png"/><Relationship Id="rId36" Type="http://schemas.openxmlformats.org/officeDocument/2006/relationships/image" Target="../media/image457.png"/><Relationship Id="rId10" Type="http://schemas.openxmlformats.org/officeDocument/2006/relationships/image" Target="../media/image4311.png"/><Relationship Id="rId19" Type="http://schemas.openxmlformats.org/officeDocument/2006/relationships/image" Target="../media/image440.png"/><Relationship Id="rId31" Type="http://schemas.openxmlformats.org/officeDocument/2006/relationships/image" Target="../media/image452.png"/><Relationship Id="rId4" Type="http://schemas.openxmlformats.org/officeDocument/2006/relationships/image" Target="../media/image4251.png"/><Relationship Id="rId9" Type="http://schemas.openxmlformats.org/officeDocument/2006/relationships/image" Target="../media/image4301.png"/><Relationship Id="rId14" Type="http://schemas.openxmlformats.org/officeDocument/2006/relationships/image" Target="../media/image435.png"/><Relationship Id="rId22" Type="http://schemas.openxmlformats.org/officeDocument/2006/relationships/image" Target="../media/image443.png"/><Relationship Id="rId27" Type="http://schemas.openxmlformats.org/officeDocument/2006/relationships/image" Target="../media/image448.png"/><Relationship Id="rId30" Type="http://schemas.openxmlformats.org/officeDocument/2006/relationships/image" Target="../media/image451.png"/><Relationship Id="rId35" Type="http://schemas.openxmlformats.org/officeDocument/2006/relationships/image" Target="../media/image456.png"/><Relationship Id="rId8" Type="http://schemas.openxmlformats.org/officeDocument/2006/relationships/image" Target="../media/image4291.png"/><Relationship Id="rId3" Type="http://schemas.openxmlformats.org/officeDocument/2006/relationships/image" Target="../media/image4241.png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86.png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7" Type="http://schemas.openxmlformats.org/officeDocument/2006/relationships/image" Target="../media/image243.png"/><Relationship Id="rId2" Type="http://schemas.openxmlformats.org/officeDocument/2006/relationships/image" Target="../media/image213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2.png"/><Relationship Id="rId5" Type="http://schemas.openxmlformats.org/officeDocument/2006/relationships/image" Target="../media/image241.png"/><Relationship Id="rId4" Type="http://schemas.openxmlformats.org/officeDocument/2006/relationships/image" Target="../media/image239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0.png"/><Relationship Id="rId3" Type="http://schemas.openxmlformats.org/officeDocument/2006/relationships/image" Target="../media/image244.png"/><Relationship Id="rId7" Type="http://schemas.openxmlformats.org/officeDocument/2006/relationships/image" Target="../media/image249.png"/><Relationship Id="rId2" Type="http://schemas.openxmlformats.org/officeDocument/2006/relationships/image" Target="../media/image23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8.png"/><Relationship Id="rId5" Type="http://schemas.openxmlformats.org/officeDocument/2006/relationships/image" Target="../media/image246.png"/><Relationship Id="rId4" Type="http://schemas.openxmlformats.org/officeDocument/2006/relationships/image" Target="../media/image245.png"/><Relationship Id="rId9" Type="http://schemas.openxmlformats.org/officeDocument/2006/relationships/image" Target="../media/image2342.pn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png"/><Relationship Id="rId13" Type="http://schemas.openxmlformats.org/officeDocument/2006/relationships/image" Target="../media/image260.png"/><Relationship Id="rId3" Type="http://schemas.openxmlformats.org/officeDocument/2006/relationships/image" Target="../media/image252.png"/><Relationship Id="rId7" Type="http://schemas.openxmlformats.org/officeDocument/2006/relationships/image" Target="../media/image255.png"/><Relationship Id="rId12" Type="http://schemas.openxmlformats.org/officeDocument/2006/relationships/image" Target="../media/image2592.png"/><Relationship Id="rId2" Type="http://schemas.openxmlformats.org/officeDocument/2006/relationships/image" Target="../media/image245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4.png"/><Relationship Id="rId11" Type="http://schemas.openxmlformats.org/officeDocument/2006/relationships/image" Target="../media/image259.png"/><Relationship Id="rId5" Type="http://schemas.openxmlformats.org/officeDocument/2006/relationships/image" Target="../media/image2340.png"/><Relationship Id="rId10" Type="http://schemas.openxmlformats.org/officeDocument/2006/relationships/image" Target="../media/image258.png"/><Relationship Id="rId4" Type="http://schemas.openxmlformats.org/officeDocument/2006/relationships/image" Target="../media/image253.png"/><Relationship Id="rId9" Type="http://schemas.openxmlformats.org/officeDocument/2006/relationships/image" Target="../media/image257.png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31.png"/><Relationship Id="rId13" Type="http://schemas.openxmlformats.org/officeDocument/2006/relationships/image" Target="../media/image268.png"/><Relationship Id="rId3" Type="http://schemas.openxmlformats.org/officeDocument/2006/relationships/image" Target="../media/image251.png"/><Relationship Id="rId7" Type="http://schemas.openxmlformats.org/officeDocument/2006/relationships/image" Target="../media/image263.png"/><Relationship Id="rId12" Type="http://schemas.openxmlformats.org/officeDocument/2006/relationships/image" Target="../media/image267.png"/><Relationship Id="rId2" Type="http://schemas.openxmlformats.org/officeDocument/2006/relationships/image" Target="../media/image23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2.png"/><Relationship Id="rId11" Type="http://schemas.openxmlformats.org/officeDocument/2006/relationships/image" Target="../media/image266.png"/><Relationship Id="rId5" Type="http://schemas.openxmlformats.org/officeDocument/2006/relationships/image" Target="../media/image2591.png"/><Relationship Id="rId10" Type="http://schemas.openxmlformats.org/officeDocument/2006/relationships/image" Target="../media/image265.png"/><Relationship Id="rId4" Type="http://schemas.openxmlformats.org/officeDocument/2006/relationships/image" Target="../media/image261.png"/><Relationship Id="rId9" Type="http://schemas.openxmlformats.org/officeDocument/2006/relationships/image" Target="../media/image264.png"/><Relationship Id="rId14" Type="http://schemas.openxmlformats.org/officeDocument/2006/relationships/image" Target="../media/image269.pn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5.png"/><Relationship Id="rId3" Type="http://schemas.openxmlformats.org/officeDocument/2006/relationships/image" Target="../media/image270.png"/><Relationship Id="rId7" Type="http://schemas.openxmlformats.org/officeDocument/2006/relationships/image" Target="../media/image274.png"/><Relationship Id="rId2" Type="http://schemas.openxmlformats.org/officeDocument/2006/relationships/image" Target="../media/image266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3.png"/><Relationship Id="rId5" Type="http://schemas.openxmlformats.org/officeDocument/2006/relationships/image" Target="../media/image272.png"/><Relationship Id="rId4" Type="http://schemas.openxmlformats.org/officeDocument/2006/relationships/image" Target="../media/image271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6.png"/><Relationship Id="rId2" Type="http://schemas.openxmlformats.org/officeDocument/2006/relationships/image" Target="../media/image271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77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8.png"/><Relationship Id="rId3" Type="http://schemas.openxmlformats.org/officeDocument/2006/relationships/image" Target="../media/image279.png"/><Relationship Id="rId7" Type="http://schemas.openxmlformats.org/officeDocument/2006/relationships/image" Target="../media/image283.png"/><Relationship Id="rId2" Type="http://schemas.openxmlformats.org/officeDocument/2006/relationships/image" Target="../media/image276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2.png"/><Relationship Id="rId5" Type="http://schemas.openxmlformats.org/officeDocument/2006/relationships/image" Target="../media/image281.png"/><Relationship Id="rId4" Type="http://schemas.openxmlformats.org/officeDocument/2006/relationships/image" Target="../media/image280.pn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10.png"/><Relationship Id="rId13" Type="http://schemas.openxmlformats.org/officeDocument/2006/relationships/image" Target="../media/image294.png"/><Relationship Id="rId3" Type="http://schemas.openxmlformats.org/officeDocument/2006/relationships/image" Target="../media/image280.png"/><Relationship Id="rId7" Type="http://schemas.openxmlformats.org/officeDocument/2006/relationships/image" Target="../media/image288.png"/><Relationship Id="rId2" Type="http://schemas.openxmlformats.org/officeDocument/2006/relationships/image" Target="../media/image28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7.png"/><Relationship Id="rId5" Type="http://schemas.openxmlformats.org/officeDocument/2006/relationships/image" Target="../media/image286.png"/><Relationship Id="rId10" Type="http://schemas.openxmlformats.org/officeDocument/2006/relationships/image" Target="../media/image291.png"/><Relationship Id="rId4" Type="http://schemas.openxmlformats.org/officeDocument/2006/relationships/image" Target="../media/image285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7.png"/><Relationship Id="rId3" Type="http://schemas.openxmlformats.org/officeDocument/2006/relationships/image" Target="../media/image289.png"/><Relationship Id="rId7" Type="http://schemas.openxmlformats.org/officeDocument/2006/relationships/image" Target="../media/image296.png"/><Relationship Id="rId2" Type="http://schemas.openxmlformats.org/officeDocument/2006/relationships/image" Target="../media/image284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95.png"/><Relationship Id="rId5" Type="http://schemas.openxmlformats.org/officeDocument/2006/relationships/image" Target="../media/image293.png"/><Relationship Id="rId10" Type="http://schemas.openxmlformats.org/officeDocument/2006/relationships/image" Target="../media/image299.png"/><Relationship Id="rId4" Type="http://schemas.openxmlformats.org/officeDocument/2006/relationships/image" Target="../media/image292.png"/><Relationship Id="rId9" Type="http://schemas.openxmlformats.org/officeDocument/2006/relationships/image" Target="../media/image298.pn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5.png"/><Relationship Id="rId3" Type="http://schemas.openxmlformats.org/officeDocument/2006/relationships/image" Target="../media/image2971.png"/><Relationship Id="rId7" Type="http://schemas.openxmlformats.org/officeDocument/2006/relationships/image" Target="../media/image30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03.png"/><Relationship Id="rId5" Type="http://schemas.openxmlformats.org/officeDocument/2006/relationships/image" Target="../media/image302.png"/><Relationship Id="rId4" Type="http://schemas.openxmlformats.org/officeDocument/2006/relationships/image" Target="../media/image301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6.png"/><Relationship Id="rId2" Type="http://schemas.openxmlformats.org/officeDocument/2006/relationships/image" Target="../media/image303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07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3.png"/><Relationship Id="rId3" Type="http://schemas.openxmlformats.org/officeDocument/2006/relationships/image" Target="../media/image290.png"/><Relationship Id="rId7" Type="http://schemas.openxmlformats.org/officeDocument/2006/relationships/image" Target="../media/image312.png"/><Relationship Id="rId2" Type="http://schemas.openxmlformats.org/officeDocument/2006/relationships/image" Target="../media/image30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11.png"/><Relationship Id="rId11" Type="http://schemas.openxmlformats.org/officeDocument/2006/relationships/image" Target="../media/image316.png"/><Relationship Id="rId5" Type="http://schemas.openxmlformats.org/officeDocument/2006/relationships/image" Target="../media/image310.png"/><Relationship Id="rId10" Type="http://schemas.openxmlformats.org/officeDocument/2006/relationships/image" Target="../media/image315.png"/><Relationship Id="rId4" Type="http://schemas.openxmlformats.org/officeDocument/2006/relationships/image" Target="../media/image309.png"/><Relationship Id="rId9" Type="http://schemas.openxmlformats.org/officeDocument/2006/relationships/image" Target="../media/image314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2.png"/><Relationship Id="rId13" Type="http://schemas.openxmlformats.org/officeDocument/2006/relationships/image" Target="../media/image327.png"/><Relationship Id="rId3" Type="http://schemas.openxmlformats.org/officeDocument/2006/relationships/image" Target="../media/image317.png"/><Relationship Id="rId7" Type="http://schemas.openxmlformats.org/officeDocument/2006/relationships/image" Target="../media/image321.png"/><Relationship Id="rId12" Type="http://schemas.openxmlformats.org/officeDocument/2006/relationships/image" Target="../media/image326.png"/><Relationship Id="rId2" Type="http://schemas.openxmlformats.org/officeDocument/2006/relationships/image" Target="../media/image30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0.png"/><Relationship Id="rId11" Type="http://schemas.openxmlformats.org/officeDocument/2006/relationships/image" Target="../media/image325.png"/><Relationship Id="rId5" Type="http://schemas.openxmlformats.org/officeDocument/2006/relationships/image" Target="../media/image319.png"/><Relationship Id="rId10" Type="http://schemas.openxmlformats.org/officeDocument/2006/relationships/image" Target="../media/image324.png"/><Relationship Id="rId4" Type="http://schemas.openxmlformats.org/officeDocument/2006/relationships/image" Target="../media/image318.png"/><Relationship Id="rId9" Type="http://schemas.openxmlformats.org/officeDocument/2006/relationships/image" Target="../media/image323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3.png"/><Relationship Id="rId3" Type="http://schemas.openxmlformats.org/officeDocument/2006/relationships/image" Target="../media/image328.png"/><Relationship Id="rId7" Type="http://schemas.openxmlformats.org/officeDocument/2006/relationships/image" Target="../media/image332.png"/><Relationship Id="rId2" Type="http://schemas.openxmlformats.org/officeDocument/2006/relationships/image" Target="../media/image30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1.png"/><Relationship Id="rId5" Type="http://schemas.openxmlformats.org/officeDocument/2006/relationships/image" Target="../media/image330.png"/><Relationship Id="rId4" Type="http://schemas.openxmlformats.org/officeDocument/2006/relationships/image" Target="../media/image329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4.png"/><Relationship Id="rId2" Type="http://schemas.openxmlformats.org/officeDocument/2006/relationships/image" Target="../media/image33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5.png"/><Relationship Id="rId5" Type="http://schemas.openxmlformats.org/officeDocument/2006/relationships/image" Target="../media/image3341.png"/><Relationship Id="rId4" Type="http://schemas.openxmlformats.org/officeDocument/2006/relationships/image" Target="../media/image3331.pn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2.png"/><Relationship Id="rId3" Type="http://schemas.openxmlformats.org/officeDocument/2006/relationships/image" Target="../media/image3361.png"/><Relationship Id="rId7" Type="http://schemas.openxmlformats.org/officeDocument/2006/relationships/image" Target="../media/image341.png"/><Relationship Id="rId2" Type="http://schemas.openxmlformats.org/officeDocument/2006/relationships/image" Target="../media/image33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9.png"/><Relationship Id="rId5" Type="http://schemas.openxmlformats.org/officeDocument/2006/relationships/image" Target="../media/image338.png"/><Relationship Id="rId10" Type="http://schemas.openxmlformats.org/officeDocument/2006/relationships/image" Target="../media/image345.png"/><Relationship Id="rId4" Type="http://schemas.openxmlformats.org/officeDocument/2006/relationships/image" Target="../media/image337.png"/><Relationship Id="rId9" Type="http://schemas.openxmlformats.org/officeDocument/2006/relationships/image" Target="../media/image343.pn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2.png"/><Relationship Id="rId3" Type="http://schemas.openxmlformats.org/officeDocument/2006/relationships/image" Target="../media/image346.png"/><Relationship Id="rId7" Type="http://schemas.openxmlformats.org/officeDocument/2006/relationships/image" Target="../media/image351.png"/><Relationship Id="rId12" Type="http://schemas.openxmlformats.org/officeDocument/2006/relationships/image" Target="../media/image357.png"/><Relationship Id="rId2" Type="http://schemas.openxmlformats.org/officeDocument/2006/relationships/image" Target="../media/image345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9.png"/><Relationship Id="rId11" Type="http://schemas.openxmlformats.org/officeDocument/2006/relationships/image" Target="../media/image356.png"/><Relationship Id="rId5" Type="http://schemas.openxmlformats.org/officeDocument/2006/relationships/image" Target="../media/image348.png"/><Relationship Id="rId10" Type="http://schemas.openxmlformats.org/officeDocument/2006/relationships/image" Target="../media/image354.png"/><Relationship Id="rId4" Type="http://schemas.openxmlformats.org/officeDocument/2006/relationships/image" Target="../media/image347.png"/><Relationship Id="rId9" Type="http://schemas.openxmlformats.org/officeDocument/2006/relationships/image" Target="../media/image353.pn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4.png"/><Relationship Id="rId3" Type="http://schemas.openxmlformats.org/officeDocument/2006/relationships/image" Target="../media/image358.png"/><Relationship Id="rId7" Type="http://schemas.openxmlformats.org/officeDocument/2006/relationships/image" Target="../media/image363.png"/><Relationship Id="rId2" Type="http://schemas.openxmlformats.org/officeDocument/2006/relationships/image" Target="../media/image347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2.png"/><Relationship Id="rId11" Type="http://schemas.openxmlformats.org/officeDocument/2006/relationships/image" Target="../media/image367.png"/><Relationship Id="rId5" Type="http://schemas.openxmlformats.org/officeDocument/2006/relationships/image" Target="../media/image361.png"/><Relationship Id="rId10" Type="http://schemas.openxmlformats.org/officeDocument/2006/relationships/image" Target="../media/image366.png"/><Relationship Id="rId4" Type="http://schemas.openxmlformats.org/officeDocument/2006/relationships/image" Target="../media/image359.png"/><Relationship Id="rId9" Type="http://schemas.openxmlformats.org/officeDocument/2006/relationships/image" Target="../media/image365.png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4.png"/><Relationship Id="rId3" Type="http://schemas.openxmlformats.org/officeDocument/2006/relationships/image" Target="../media/image3471.png"/><Relationship Id="rId7" Type="http://schemas.openxmlformats.org/officeDocument/2006/relationships/image" Target="../media/image373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72.png"/><Relationship Id="rId5" Type="http://schemas.openxmlformats.org/officeDocument/2006/relationships/image" Target="../media/image371.png"/><Relationship Id="rId4" Type="http://schemas.openxmlformats.org/officeDocument/2006/relationships/image" Target="../media/image369.png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6.png"/><Relationship Id="rId3" Type="http://schemas.openxmlformats.org/officeDocument/2006/relationships/image" Target="../media/image375.png"/><Relationship Id="rId7" Type="http://schemas.openxmlformats.org/officeDocument/2006/relationships/image" Target="../media/image385.png"/><Relationship Id="rId2" Type="http://schemas.openxmlformats.org/officeDocument/2006/relationships/image" Target="../media/image347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4.png"/><Relationship Id="rId11" Type="http://schemas.openxmlformats.org/officeDocument/2006/relationships/image" Target="../media/image389.png"/><Relationship Id="rId5" Type="http://schemas.openxmlformats.org/officeDocument/2006/relationships/image" Target="../media/image379.png"/><Relationship Id="rId10" Type="http://schemas.openxmlformats.org/officeDocument/2006/relationships/image" Target="../media/image388.png"/><Relationship Id="rId4" Type="http://schemas.openxmlformats.org/officeDocument/2006/relationships/image" Target="../media/image378.png"/><Relationship Id="rId9" Type="http://schemas.openxmlformats.org/officeDocument/2006/relationships/image" Target="../media/image387.png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1.png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4.png"/><Relationship Id="rId13" Type="http://schemas.openxmlformats.org/officeDocument/2006/relationships/image" Target="../media/image392.png"/><Relationship Id="rId3" Type="http://schemas.openxmlformats.org/officeDocument/2006/relationships/image" Target="../media/image469.png"/><Relationship Id="rId7" Type="http://schemas.openxmlformats.org/officeDocument/2006/relationships/image" Target="../media/image473.png"/><Relationship Id="rId12" Type="http://schemas.openxmlformats.org/officeDocument/2006/relationships/image" Target="../media/image478.png"/><Relationship Id="rId2" Type="http://schemas.openxmlformats.org/officeDocument/2006/relationships/image" Target="../media/image46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2.png"/><Relationship Id="rId11" Type="http://schemas.openxmlformats.org/officeDocument/2006/relationships/image" Target="../media/image477.png"/><Relationship Id="rId5" Type="http://schemas.openxmlformats.org/officeDocument/2006/relationships/image" Target="../media/image471.png"/><Relationship Id="rId15" Type="http://schemas.openxmlformats.org/officeDocument/2006/relationships/image" Target="../media/image394.png"/><Relationship Id="rId10" Type="http://schemas.openxmlformats.org/officeDocument/2006/relationships/image" Target="../media/image476.png"/><Relationship Id="rId4" Type="http://schemas.openxmlformats.org/officeDocument/2006/relationships/image" Target="../media/image470.png"/><Relationship Id="rId9" Type="http://schemas.openxmlformats.org/officeDocument/2006/relationships/image" Target="../media/image475.png"/><Relationship Id="rId14" Type="http://schemas.openxmlformats.org/officeDocument/2006/relationships/image" Target="../media/image393.png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13.png"/><Relationship Id="rId18" Type="http://schemas.openxmlformats.org/officeDocument/2006/relationships/image" Target="../media/image518.png"/><Relationship Id="rId26" Type="http://schemas.openxmlformats.org/officeDocument/2006/relationships/image" Target="../media/image526.png"/><Relationship Id="rId39" Type="http://schemas.openxmlformats.org/officeDocument/2006/relationships/image" Target="../media/image686.png"/><Relationship Id="rId21" Type="http://schemas.openxmlformats.org/officeDocument/2006/relationships/image" Target="../media/image521.png"/><Relationship Id="rId34" Type="http://schemas.openxmlformats.org/officeDocument/2006/relationships/image" Target="../media/image681.png"/><Relationship Id="rId42" Type="http://schemas.openxmlformats.org/officeDocument/2006/relationships/image" Target="../media/image689.png"/><Relationship Id="rId47" Type="http://schemas.openxmlformats.org/officeDocument/2006/relationships/image" Target="../media/image100.png"/><Relationship Id="rId50" Type="http://schemas.openxmlformats.org/officeDocument/2006/relationships/image" Target="../media/image3950.png"/><Relationship Id="rId16" Type="http://schemas.openxmlformats.org/officeDocument/2006/relationships/image" Target="../media/image516.png"/><Relationship Id="rId20" Type="http://schemas.openxmlformats.org/officeDocument/2006/relationships/image" Target="../media/image520.png"/><Relationship Id="rId29" Type="http://schemas.openxmlformats.org/officeDocument/2006/relationships/image" Target="../media/image3902.png"/><Relationship Id="rId41" Type="http://schemas.openxmlformats.org/officeDocument/2006/relationships/image" Target="../media/image688.png"/><Relationship Id="rId1" Type="http://schemas.openxmlformats.org/officeDocument/2006/relationships/slideLayout" Target="../slideLayouts/slideLayout2.xml"/><Relationship Id="rId11" Type="http://schemas.openxmlformats.org/officeDocument/2006/relationships/image" Target="../media/image511.png"/><Relationship Id="rId24" Type="http://schemas.openxmlformats.org/officeDocument/2006/relationships/image" Target="../media/image524.png"/><Relationship Id="rId32" Type="http://schemas.openxmlformats.org/officeDocument/2006/relationships/image" Target="../media/image679.png"/><Relationship Id="rId37" Type="http://schemas.openxmlformats.org/officeDocument/2006/relationships/image" Target="../media/image684.png"/><Relationship Id="rId40" Type="http://schemas.openxmlformats.org/officeDocument/2006/relationships/image" Target="../media/image687.png"/><Relationship Id="rId45" Type="http://schemas.openxmlformats.org/officeDocument/2006/relationships/image" Target="../media/image692.png"/><Relationship Id="rId15" Type="http://schemas.openxmlformats.org/officeDocument/2006/relationships/image" Target="../media/image515.png"/><Relationship Id="rId23" Type="http://schemas.openxmlformats.org/officeDocument/2006/relationships/image" Target="../media/image523.png"/><Relationship Id="rId28" Type="http://schemas.openxmlformats.org/officeDocument/2006/relationships/image" Target="../media/image528.png"/><Relationship Id="rId36" Type="http://schemas.openxmlformats.org/officeDocument/2006/relationships/image" Target="../media/image683.png"/><Relationship Id="rId49" Type="http://schemas.openxmlformats.org/officeDocument/2006/relationships/image" Target="../media/image3940.png"/><Relationship Id="rId19" Type="http://schemas.openxmlformats.org/officeDocument/2006/relationships/image" Target="../media/image519.png"/><Relationship Id="rId31" Type="http://schemas.openxmlformats.org/officeDocument/2006/relationships/image" Target="../media/image678.png"/><Relationship Id="rId44" Type="http://schemas.openxmlformats.org/officeDocument/2006/relationships/image" Target="../media/image691.png"/><Relationship Id="rId52" Type="http://schemas.openxmlformats.org/officeDocument/2006/relationships/image" Target="../media/image397.png"/><Relationship Id="rId14" Type="http://schemas.openxmlformats.org/officeDocument/2006/relationships/image" Target="../media/image514.png"/><Relationship Id="rId22" Type="http://schemas.openxmlformats.org/officeDocument/2006/relationships/image" Target="../media/image522.png"/><Relationship Id="rId27" Type="http://schemas.openxmlformats.org/officeDocument/2006/relationships/image" Target="../media/image527.png"/><Relationship Id="rId30" Type="http://schemas.openxmlformats.org/officeDocument/2006/relationships/image" Target="../media/image677.png"/><Relationship Id="rId35" Type="http://schemas.openxmlformats.org/officeDocument/2006/relationships/image" Target="../media/image682.png"/><Relationship Id="rId43" Type="http://schemas.openxmlformats.org/officeDocument/2006/relationships/image" Target="../media/image690.png"/><Relationship Id="rId48" Type="http://schemas.microsoft.com/office/2007/relationships/hdphoto" Target="../media/hdphoto5.wdp"/><Relationship Id="rId51" Type="http://schemas.openxmlformats.org/officeDocument/2006/relationships/image" Target="../media/image3960.png"/><Relationship Id="rId12" Type="http://schemas.openxmlformats.org/officeDocument/2006/relationships/image" Target="../media/image512.png"/><Relationship Id="rId17" Type="http://schemas.openxmlformats.org/officeDocument/2006/relationships/image" Target="../media/image517.png"/><Relationship Id="rId25" Type="http://schemas.openxmlformats.org/officeDocument/2006/relationships/image" Target="../media/image525.png"/><Relationship Id="rId33" Type="http://schemas.openxmlformats.org/officeDocument/2006/relationships/image" Target="../media/image680.png"/><Relationship Id="rId38" Type="http://schemas.openxmlformats.org/officeDocument/2006/relationships/image" Target="../media/image685.png"/><Relationship Id="rId46" Type="http://schemas.openxmlformats.org/officeDocument/2006/relationships/image" Target="../media/image89.pn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jp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1.xml"/><Relationship Id="rId4" Type="http://schemas.openxmlformats.org/officeDocument/2006/relationships/hyperlink" Target="http://opening.download/spring-2021.html" TargetMode="Externa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5.png"/><Relationship Id="rId2" Type="http://schemas.openxmlformats.org/officeDocument/2006/relationships/image" Target="../media/image308.png"/><Relationship Id="rId1" Type="http://schemas.openxmlformats.org/officeDocument/2006/relationships/slideLayout" Target="../slideLayouts/slideLayout1.xml"/><Relationship Id="rId4" Type="http://schemas.openxmlformats.org/officeDocument/2006/relationships/hyperlink" Target="http://opening.download/spring-2021.html" TargetMode="External"/></Relationships>
</file>

<file path=ppt/slides/_rels/slide8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05.png"/><Relationship Id="rId18" Type="http://schemas.openxmlformats.org/officeDocument/2006/relationships/image" Target="../media/image710.png"/><Relationship Id="rId26" Type="http://schemas.openxmlformats.org/officeDocument/2006/relationships/image" Target="../media/image718.png"/><Relationship Id="rId39" Type="http://schemas.openxmlformats.org/officeDocument/2006/relationships/image" Target="../media/image731.png"/><Relationship Id="rId21" Type="http://schemas.openxmlformats.org/officeDocument/2006/relationships/image" Target="../media/image713.png"/><Relationship Id="rId34" Type="http://schemas.openxmlformats.org/officeDocument/2006/relationships/image" Target="../media/image726.png"/><Relationship Id="rId42" Type="http://schemas.openxmlformats.org/officeDocument/2006/relationships/image" Target="../media/image734.png"/><Relationship Id="rId47" Type="http://schemas.openxmlformats.org/officeDocument/2006/relationships/image" Target="../media/image499.png"/><Relationship Id="rId7" Type="http://schemas.openxmlformats.org/officeDocument/2006/relationships/image" Target="../media/image699.png"/><Relationship Id="rId2" Type="http://schemas.openxmlformats.org/officeDocument/2006/relationships/image" Target="../media/image694.png"/><Relationship Id="rId16" Type="http://schemas.openxmlformats.org/officeDocument/2006/relationships/image" Target="../media/image708.png"/><Relationship Id="rId29" Type="http://schemas.openxmlformats.org/officeDocument/2006/relationships/image" Target="../media/image7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8.png"/><Relationship Id="rId11" Type="http://schemas.openxmlformats.org/officeDocument/2006/relationships/image" Target="../media/image703.png"/><Relationship Id="rId24" Type="http://schemas.openxmlformats.org/officeDocument/2006/relationships/image" Target="../media/image716.png"/><Relationship Id="rId32" Type="http://schemas.openxmlformats.org/officeDocument/2006/relationships/image" Target="../media/image724.png"/><Relationship Id="rId37" Type="http://schemas.openxmlformats.org/officeDocument/2006/relationships/image" Target="../media/image729.png"/><Relationship Id="rId40" Type="http://schemas.openxmlformats.org/officeDocument/2006/relationships/image" Target="../media/image732.png"/><Relationship Id="rId45" Type="http://schemas.openxmlformats.org/officeDocument/2006/relationships/image" Target="../media/image4971.png"/><Relationship Id="rId5" Type="http://schemas.openxmlformats.org/officeDocument/2006/relationships/image" Target="../media/image697.png"/><Relationship Id="rId15" Type="http://schemas.openxmlformats.org/officeDocument/2006/relationships/image" Target="../media/image707.png"/><Relationship Id="rId23" Type="http://schemas.openxmlformats.org/officeDocument/2006/relationships/image" Target="../media/image715.png"/><Relationship Id="rId28" Type="http://schemas.openxmlformats.org/officeDocument/2006/relationships/image" Target="../media/image720.png"/><Relationship Id="rId36" Type="http://schemas.openxmlformats.org/officeDocument/2006/relationships/image" Target="../media/image728.png"/><Relationship Id="rId10" Type="http://schemas.openxmlformats.org/officeDocument/2006/relationships/image" Target="../media/image702.png"/><Relationship Id="rId19" Type="http://schemas.openxmlformats.org/officeDocument/2006/relationships/image" Target="../media/image711.png"/><Relationship Id="rId31" Type="http://schemas.openxmlformats.org/officeDocument/2006/relationships/image" Target="../media/image3990.png"/><Relationship Id="rId44" Type="http://schemas.openxmlformats.org/officeDocument/2006/relationships/image" Target="../media/image736.png"/><Relationship Id="rId4" Type="http://schemas.openxmlformats.org/officeDocument/2006/relationships/image" Target="../media/image696.png"/><Relationship Id="rId9" Type="http://schemas.openxmlformats.org/officeDocument/2006/relationships/image" Target="../media/image701.png"/><Relationship Id="rId14" Type="http://schemas.openxmlformats.org/officeDocument/2006/relationships/image" Target="../media/image706.png"/><Relationship Id="rId22" Type="http://schemas.openxmlformats.org/officeDocument/2006/relationships/image" Target="../media/image714.png"/><Relationship Id="rId27" Type="http://schemas.openxmlformats.org/officeDocument/2006/relationships/image" Target="../media/image719.png"/><Relationship Id="rId30" Type="http://schemas.openxmlformats.org/officeDocument/2006/relationships/image" Target="../media/image722.png"/><Relationship Id="rId35" Type="http://schemas.openxmlformats.org/officeDocument/2006/relationships/image" Target="../media/image727.png"/><Relationship Id="rId43" Type="http://schemas.openxmlformats.org/officeDocument/2006/relationships/image" Target="../media/image735.png"/><Relationship Id="rId48" Type="http://schemas.openxmlformats.org/officeDocument/2006/relationships/image" Target="../media/image401.png"/><Relationship Id="rId8" Type="http://schemas.openxmlformats.org/officeDocument/2006/relationships/image" Target="../media/image700.png"/><Relationship Id="rId3" Type="http://schemas.openxmlformats.org/officeDocument/2006/relationships/image" Target="../media/image695.png"/><Relationship Id="rId12" Type="http://schemas.openxmlformats.org/officeDocument/2006/relationships/image" Target="../media/image704.png"/><Relationship Id="rId17" Type="http://schemas.openxmlformats.org/officeDocument/2006/relationships/image" Target="../media/image709.png"/><Relationship Id="rId25" Type="http://schemas.openxmlformats.org/officeDocument/2006/relationships/image" Target="../media/image717.png"/><Relationship Id="rId33" Type="http://schemas.openxmlformats.org/officeDocument/2006/relationships/image" Target="../media/image725.png"/><Relationship Id="rId38" Type="http://schemas.openxmlformats.org/officeDocument/2006/relationships/image" Target="../media/image730.png"/><Relationship Id="rId46" Type="http://schemas.openxmlformats.org/officeDocument/2006/relationships/image" Target="../media/image498.png"/><Relationship Id="rId20" Type="http://schemas.openxmlformats.org/officeDocument/2006/relationships/image" Target="../media/image712.png"/><Relationship Id="rId41" Type="http://schemas.openxmlformats.org/officeDocument/2006/relationships/image" Target="../media/image733.png"/></Relationships>
</file>

<file path=ppt/slides/_rels/slide8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52.png"/><Relationship Id="rId18" Type="http://schemas.openxmlformats.org/officeDocument/2006/relationships/image" Target="../media/image757.png"/><Relationship Id="rId26" Type="http://schemas.openxmlformats.org/officeDocument/2006/relationships/image" Target="../media/image765.png"/><Relationship Id="rId39" Type="http://schemas.openxmlformats.org/officeDocument/2006/relationships/image" Target="../media/image778.png"/><Relationship Id="rId21" Type="http://schemas.openxmlformats.org/officeDocument/2006/relationships/image" Target="../media/image760.png"/><Relationship Id="rId34" Type="http://schemas.openxmlformats.org/officeDocument/2006/relationships/image" Target="../media/image773.png"/><Relationship Id="rId42" Type="http://schemas.openxmlformats.org/officeDocument/2006/relationships/image" Target="../media/image781.png"/><Relationship Id="rId47" Type="http://schemas.openxmlformats.org/officeDocument/2006/relationships/image" Target="../media/image786.png"/><Relationship Id="rId50" Type="http://schemas.openxmlformats.org/officeDocument/2006/relationships/image" Target="../media/image789.png"/><Relationship Id="rId55" Type="http://schemas.openxmlformats.org/officeDocument/2006/relationships/image" Target="../media/image794.png"/><Relationship Id="rId63" Type="http://schemas.openxmlformats.org/officeDocument/2006/relationships/image" Target="../media/image402.png"/><Relationship Id="rId7" Type="http://schemas.openxmlformats.org/officeDocument/2006/relationships/image" Target="../media/image746.png"/><Relationship Id="rId16" Type="http://schemas.openxmlformats.org/officeDocument/2006/relationships/image" Target="../media/image755.png"/><Relationship Id="rId29" Type="http://schemas.openxmlformats.org/officeDocument/2006/relationships/image" Target="../media/image768.png"/><Relationship Id="rId11" Type="http://schemas.openxmlformats.org/officeDocument/2006/relationships/image" Target="../media/image750.png"/><Relationship Id="rId24" Type="http://schemas.openxmlformats.org/officeDocument/2006/relationships/image" Target="../media/image763.png"/><Relationship Id="rId32" Type="http://schemas.openxmlformats.org/officeDocument/2006/relationships/image" Target="../media/image771.png"/><Relationship Id="rId37" Type="http://schemas.openxmlformats.org/officeDocument/2006/relationships/image" Target="../media/image776.png"/><Relationship Id="rId40" Type="http://schemas.openxmlformats.org/officeDocument/2006/relationships/image" Target="../media/image779.png"/><Relationship Id="rId45" Type="http://schemas.openxmlformats.org/officeDocument/2006/relationships/image" Target="../media/image784.png"/><Relationship Id="rId53" Type="http://schemas.openxmlformats.org/officeDocument/2006/relationships/image" Target="../media/image792.png"/><Relationship Id="rId58" Type="http://schemas.openxmlformats.org/officeDocument/2006/relationships/image" Target="../media/image797.png"/><Relationship Id="rId5" Type="http://schemas.openxmlformats.org/officeDocument/2006/relationships/image" Target="../media/image744.png"/><Relationship Id="rId61" Type="http://schemas.openxmlformats.org/officeDocument/2006/relationships/image" Target="../media/image800.png"/><Relationship Id="rId19" Type="http://schemas.openxmlformats.org/officeDocument/2006/relationships/image" Target="../media/image758.png"/><Relationship Id="rId14" Type="http://schemas.openxmlformats.org/officeDocument/2006/relationships/image" Target="../media/image753.png"/><Relationship Id="rId22" Type="http://schemas.openxmlformats.org/officeDocument/2006/relationships/image" Target="../media/image761.png"/><Relationship Id="rId27" Type="http://schemas.openxmlformats.org/officeDocument/2006/relationships/image" Target="../media/image766.png"/><Relationship Id="rId30" Type="http://schemas.openxmlformats.org/officeDocument/2006/relationships/image" Target="../media/image769.png"/><Relationship Id="rId35" Type="http://schemas.openxmlformats.org/officeDocument/2006/relationships/image" Target="../media/image774.png"/><Relationship Id="rId43" Type="http://schemas.openxmlformats.org/officeDocument/2006/relationships/image" Target="../media/image782.png"/><Relationship Id="rId56" Type="http://schemas.openxmlformats.org/officeDocument/2006/relationships/image" Target="../media/image795.png"/><Relationship Id="rId64" Type="http://schemas.openxmlformats.org/officeDocument/2006/relationships/image" Target="../media/image4021.png"/><Relationship Id="rId8" Type="http://schemas.openxmlformats.org/officeDocument/2006/relationships/image" Target="../media/image747.png"/><Relationship Id="rId51" Type="http://schemas.openxmlformats.org/officeDocument/2006/relationships/image" Target="../media/image790.png"/><Relationship Id="rId3" Type="http://schemas.openxmlformats.org/officeDocument/2006/relationships/image" Target="../media/image742.png"/><Relationship Id="rId12" Type="http://schemas.openxmlformats.org/officeDocument/2006/relationships/image" Target="../media/image751.png"/><Relationship Id="rId25" Type="http://schemas.openxmlformats.org/officeDocument/2006/relationships/image" Target="../media/image764.png"/><Relationship Id="rId33" Type="http://schemas.openxmlformats.org/officeDocument/2006/relationships/image" Target="../media/image772.png"/><Relationship Id="rId38" Type="http://schemas.openxmlformats.org/officeDocument/2006/relationships/image" Target="../media/image777.png"/><Relationship Id="rId46" Type="http://schemas.openxmlformats.org/officeDocument/2006/relationships/image" Target="../media/image785.png"/><Relationship Id="rId59" Type="http://schemas.openxmlformats.org/officeDocument/2006/relationships/image" Target="../media/image798.png"/><Relationship Id="rId20" Type="http://schemas.openxmlformats.org/officeDocument/2006/relationships/image" Target="../media/image759.png"/><Relationship Id="rId41" Type="http://schemas.openxmlformats.org/officeDocument/2006/relationships/image" Target="../media/image780.png"/><Relationship Id="rId54" Type="http://schemas.openxmlformats.org/officeDocument/2006/relationships/image" Target="../media/image793.png"/><Relationship Id="rId62" Type="http://schemas.openxmlformats.org/officeDocument/2006/relationships/image" Target="../media/image80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5.png"/><Relationship Id="rId15" Type="http://schemas.openxmlformats.org/officeDocument/2006/relationships/image" Target="../media/image754.png"/><Relationship Id="rId23" Type="http://schemas.openxmlformats.org/officeDocument/2006/relationships/image" Target="../media/image762.png"/><Relationship Id="rId28" Type="http://schemas.openxmlformats.org/officeDocument/2006/relationships/image" Target="../media/image767.png"/><Relationship Id="rId36" Type="http://schemas.openxmlformats.org/officeDocument/2006/relationships/image" Target="../media/image775.png"/><Relationship Id="rId49" Type="http://schemas.openxmlformats.org/officeDocument/2006/relationships/image" Target="../media/image788.png"/><Relationship Id="rId57" Type="http://schemas.openxmlformats.org/officeDocument/2006/relationships/image" Target="../media/image796.png"/><Relationship Id="rId10" Type="http://schemas.openxmlformats.org/officeDocument/2006/relationships/image" Target="../media/image749.png"/><Relationship Id="rId31" Type="http://schemas.openxmlformats.org/officeDocument/2006/relationships/image" Target="../media/image770.png"/><Relationship Id="rId44" Type="http://schemas.openxmlformats.org/officeDocument/2006/relationships/image" Target="../media/image783.png"/><Relationship Id="rId52" Type="http://schemas.openxmlformats.org/officeDocument/2006/relationships/image" Target="../media/image791.png"/><Relationship Id="rId60" Type="http://schemas.openxmlformats.org/officeDocument/2006/relationships/image" Target="../media/image799.png"/><Relationship Id="rId65" Type="http://schemas.openxmlformats.org/officeDocument/2006/relationships/image" Target="../media/image403.png"/><Relationship Id="rId4" Type="http://schemas.openxmlformats.org/officeDocument/2006/relationships/image" Target="../media/image743.png"/><Relationship Id="rId9" Type="http://schemas.openxmlformats.org/officeDocument/2006/relationships/image" Target="../media/image748.png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16.png"/><Relationship Id="rId18" Type="http://schemas.openxmlformats.org/officeDocument/2006/relationships/image" Target="../media/image821.png"/><Relationship Id="rId26" Type="http://schemas.openxmlformats.org/officeDocument/2006/relationships/image" Target="../media/image1053.png"/><Relationship Id="rId21" Type="http://schemas.openxmlformats.org/officeDocument/2006/relationships/image" Target="../media/image824.png"/><Relationship Id="rId34" Type="http://schemas.openxmlformats.org/officeDocument/2006/relationships/image" Target="../media/image1061.png"/><Relationship Id="rId42" Type="http://schemas.openxmlformats.org/officeDocument/2006/relationships/image" Target="../media/image1091.png"/><Relationship Id="rId47" Type="http://schemas.openxmlformats.org/officeDocument/2006/relationships/image" Target="../media/image1096.png"/><Relationship Id="rId7" Type="http://schemas.openxmlformats.org/officeDocument/2006/relationships/image" Target="../media/image810.png"/><Relationship Id="rId2" Type="http://schemas.openxmlformats.org/officeDocument/2006/relationships/image" Target="../media/image404.png"/><Relationship Id="rId16" Type="http://schemas.openxmlformats.org/officeDocument/2006/relationships/image" Target="../media/image819.png"/><Relationship Id="rId29" Type="http://schemas.openxmlformats.org/officeDocument/2006/relationships/image" Target="../media/image105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09.png"/><Relationship Id="rId11" Type="http://schemas.openxmlformats.org/officeDocument/2006/relationships/image" Target="../media/image814.png"/><Relationship Id="rId24" Type="http://schemas.openxmlformats.org/officeDocument/2006/relationships/image" Target="../media/image827.png"/><Relationship Id="rId32" Type="http://schemas.openxmlformats.org/officeDocument/2006/relationships/image" Target="../media/image1059.png"/><Relationship Id="rId40" Type="http://schemas.openxmlformats.org/officeDocument/2006/relationships/image" Target="../media/image1089.png"/><Relationship Id="rId45" Type="http://schemas.openxmlformats.org/officeDocument/2006/relationships/image" Target="../media/image1094.png"/><Relationship Id="rId5" Type="http://schemas.openxmlformats.org/officeDocument/2006/relationships/image" Target="../media/image808.png"/><Relationship Id="rId15" Type="http://schemas.openxmlformats.org/officeDocument/2006/relationships/image" Target="../media/image818.png"/><Relationship Id="rId23" Type="http://schemas.openxmlformats.org/officeDocument/2006/relationships/image" Target="../media/image826.png"/><Relationship Id="rId28" Type="http://schemas.openxmlformats.org/officeDocument/2006/relationships/image" Target="../media/image1055.png"/><Relationship Id="rId49" Type="http://schemas.openxmlformats.org/officeDocument/2006/relationships/image" Target="../media/image1098.png"/><Relationship Id="rId10" Type="http://schemas.openxmlformats.org/officeDocument/2006/relationships/image" Target="../media/image813.png"/><Relationship Id="rId19" Type="http://schemas.openxmlformats.org/officeDocument/2006/relationships/image" Target="../media/image822.png"/><Relationship Id="rId31" Type="http://schemas.openxmlformats.org/officeDocument/2006/relationships/image" Target="../media/image1058.png"/><Relationship Id="rId44" Type="http://schemas.openxmlformats.org/officeDocument/2006/relationships/image" Target="../media/image1093.png"/><Relationship Id="rId4" Type="http://schemas.openxmlformats.org/officeDocument/2006/relationships/image" Target="../media/image406.png"/><Relationship Id="rId9" Type="http://schemas.openxmlformats.org/officeDocument/2006/relationships/image" Target="../media/image812.png"/><Relationship Id="rId14" Type="http://schemas.openxmlformats.org/officeDocument/2006/relationships/image" Target="../media/image817.png"/><Relationship Id="rId22" Type="http://schemas.openxmlformats.org/officeDocument/2006/relationships/image" Target="../media/image825.png"/><Relationship Id="rId27" Type="http://schemas.openxmlformats.org/officeDocument/2006/relationships/image" Target="../media/image1054.png"/><Relationship Id="rId30" Type="http://schemas.openxmlformats.org/officeDocument/2006/relationships/image" Target="../media/image1057.png"/><Relationship Id="rId35" Type="http://schemas.openxmlformats.org/officeDocument/2006/relationships/image" Target="../media/image1007.png"/><Relationship Id="rId43" Type="http://schemas.openxmlformats.org/officeDocument/2006/relationships/image" Target="../media/image1092.png"/><Relationship Id="rId48" Type="http://schemas.openxmlformats.org/officeDocument/2006/relationships/image" Target="../media/image1097.png"/><Relationship Id="rId8" Type="http://schemas.openxmlformats.org/officeDocument/2006/relationships/image" Target="../media/image811.png"/><Relationship Id="rId3" Type="http://schemas.openxmlformats.org/officeDocument/2006/relationships/image" Target="../media/image405.png"/><Relationship Id="rId12" Type="http://schemas.openxmlformats.org/officeDocument/2006/relationships/image" Target="../media/image815.png"/><Relationship Id="rId17" Type="http://schemas.openxmlformats.org/officeDocument/2006/relationships/image" Target="../media/image820.png"/><Relationship Id="rId25" Type="http://schemas.openxmlformats.org/officeDocument/2006/relationships/image" Target="../media/image1051.png"/><Relationship Id="rId33" Type="http://schemas.openxmlformats.org/officeDocument/2006/relationships/image" Target="../media/image1060.png"/><Relationship Id="rId46" Type="http://schemas.openxmlformats.org/officeDocument/2006/relationships/image" Target="../media/image1095.png"/><Relationship Id="rId20" Type="http://schemas.openxmlformats.org/officeDocument/2006/relationships/image" Target="../media/image823.png"/><Relationship Id="rId41" Type="http://schemas.openxmlformats.org/officeDocument/2006/relationships/image" Target="../media/image1090.png"/></Relationships>
</file>

<file path=ppt/slides/_rels/slide8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07.png"/><Relationship Id="rId18" Type="http://schemas.openxmlformats.org/officeDocument/2006/relationships/image" Target="../media/image1115.png"/><Relationship Id="rId26" Type="http://schemas.openxmlformats.org/officeDocument/2006/relationships/image" Target="../media/image1123.png"/><Relationship Id="rId39" Type="http://schemas.openxmlformats.org/officeDocument/2006/relationships/image" Target="../media/image1137.png"/><Relationship Id="rId21" Type="http://schemas.openxmlformats.org/officeDocument/2006/relationships/image" Target="../media/image1118.png"/><Relationship Id="rId34" Type="http://schemas.openxmlformats.org/officeDocument/2006/relationships/image" Target="../media/image1132.png"/><Relationship Id="rId42" Type="http://schemas.openxmlformats.org/officeDocument/2006/relationships/image" Target="../media/image409.png"/><Relationship Id="rId7" Type="http://schemas.openxmlformats.org/officeDocument/2006/relationships/image" Target="../media/image1104.png"/><Relationship Id="rId12" Type="http://schemas.openxmlformats.org/officeDocument/2006/relationships/image" Target="../media/image1109.png"/><Relationship Id="rId17" Type="http://schemas.openxmlformats.org/officeDocument/2006/relationships/image" Target="../media/image1114.png"/><Relationship Id="rId25" Type="http://schemas.openxmlformats.org/officeDocument/2006/relationships/image" Target="../media/image1122.png"/><Relationship Id="rId38" Type="http://schemas.openxmlformats.org/officeDocument/2006/relationships/image" Target="../media/image1136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113.png"/><Relationship Id="rId20" Type="http://schemas.openxmlformats.org/officeDocument/2006/relationships/image" Target="../media/image1117.png"/><Relationship Id="rId29" Type="http://schemas.openxmlformats.org/officeDocument/2006/relationships/image" Target="../media/image1126.png"/><Relationship Id="rId41" Type="http://schemas.openxmlformats.org/officeDocument/2006/relationships/image" Target="../media/image40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03.png"/><Relationship Id="rId11" Type="http://schemas.openxmlformats.org/officeDocument/2006/relationships/image" Target="../media/image1108.png"/><Relationship Id="rId24" Type="http://schemas.openxmlformats.org/officeDocument/2006/relationships/image" Target="../media/image1121.png"/><Relationship Id="rId37" Type="http://schemas.openxmlformats.org/officeDocument/2006/relationships/image" Target="../media/image1135.png"/><Relationship Id="rId40" Type="http://schemas.openxmlformats.org/officeDocument/2006/relationships/image" Target="../media/image1138.png"/><Relationship Id="rId5" Type="http://schemas.openxmlformats.org/officeDocument/2006/relationships/image" Target="../media/image1102.png"/><Relationship Id="rId15" Type="http://schemas.openxmlformats.org/officeDocument/2006/relationships/image" Target="../media/image1112.png"/><Relationship Id="rId23" Type="http://schemas.openxmlformats.org/officeDocument/2006/relationships/image" Target="../media/image1120.png"/><Relationship Id="rId28" Type="http://schemas.openxmlformats.org/officeDocument/2006/relationships/image" Target="../media/image1125.png"/><Relationship Id="rId36" Type="http://schemas.openxmlformats.org/officeDocument/2006/relationships/image" Target="../media/image1134.png"/><Relationship Id="rId10" Type="http://schemas.openxmlformats.org/officeDocument/2006/relationships/image" Target="../media/image1107.png"/><Relationship Id="rId31" Type="http://schemas.openxmlformats.org/officeDocument/2006/relationships/image" Target="../media/image1128.png"/><Relationship Id="rId19" Type="http://schemas.openxmlformats.org/officeDocument/2006/relationships/image" Target="../media/image1116.png"/><Relationship Id="rId4" Type="http://schemas.openxmlformats.org/officeDocument/2006/relationships/image" Target="../media/image1101.png"/><Relationship Id="rId9" Type="http://schemas.openxmlformats.org/officeDocument/2006/relationships/image" Target="../media/image1106.png"/><Relationship Id="rId14" Type="http://schemas.openxmlformats.org/officeDocument/2006/relationships/image" Target="../media/image1111.png"/><Relationship Id="rId22" Type="http://schemas.openxmlformats.org/officeDocument/2006/relationships/image" Target="../media/image1119.png"/><Relationship Id="rId27" Type="http://schemas.openxmlformats.org/officeDocument/2006/relationships/image" Target="../media/image1124.png"/><Relationship Id="rId30" Type="http://schemas.openxmlformats.org/officeDocument/2006/relationships/image" Target="../media/image1127.png"/><Relationship Id="rId35" Type="http://schemas.openxmlformats.org/officeDocument/2006/relationships/image" Target="../media/image1133.png"/><Relationship Id="rId8" Type="http://schemas.openxmlformats.org/officeDocument/2006/relationships/image" Target="../media/image1105.png"/><Relationship Id="rId3" Type="http://schemas.openxmlformats.org/officeDocument/2006/relationships/image" Target="../media/image1100.png"/></Relationships>
</file>

<file path=ppt/slides/_rels/slide90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163.png"/><Relationship Id="rId21" Type="http://schemas.openxmlformats.org/officeDocument/2006/relationships/image" Target="../media/image1158.png"/><Relationship Id="rId42" Type="http://schemas.openxmlformats.org/officeDocument/2006/relationships/image" Target="../media/image1180.png"/><Relationship Id="rId47" Type="http://schemas.openxmlformats.org/officeDocument/2006/relationships/image" Target="../media/image1185.png"/><Relationship Id="rId63" Type="http://schemas.openxmlformats.org/officeDocument/2006/relationships/image" Target="../media/image1201.png"/><Relationship Id="rId68" Type="http://schemas.openxmlformats.org/officeDocument/2006/relationships/image" Target="../media/image1206.png"/><Relationship Id="rId16" Type="http://schemas.openxmlformats.org/officeDocument/2006/relationships/image" Target="../media/image1153.png"/><Relationship Id="rId11" Type="http://schemas.openxmlformats.org/officeDocument/2006/relationships/image" Target="../media/image1148.png"/><Relationship Id="rId24" Type="http://schemas.openxmlformats.org/officeDocument/2006/relationships/image" Target="../media/image1161.png"/><Relationship Id="rId32" Type="http://schemas.openxmlformats.org/officeDocument/2006/relationships/image" Target="../media/image412.png"/><Relationship Id="rId37" Type="http://schemas.openxmlformats.org/officeDocument/2006/relationships/image" Target="../media/image1175.png"/><Relationship Id="rId40" Type="http://schemas.openxmlformats.org/officeDocument/2006/relationships/image" Target="../media/image1178.png"/><Relationship Id="rId45" Type="http://schemas.openxmlformats.org/officeDocument/2006/relationships/image" Target="../media/image1183.png"/><Relationship Id="rId53" Type="http://schemas.openxmlformats.org/officeDocument/2006/relationships/image" Target="../media/image1191.png"/><Relationship Id="rId58" Type="http://schemas.openxmlformats.org/officeDocument/2006/relationships/image" Target="../media/image1196.png"/><Relationship Id="rId66" Type="http://schemas.openxmlformats.org/officeDocument/2006/relationships/image" Target="../media/image1204.png"/><Relationship Id="rId74" Type="http://schemas.openxmlformats.org/officeDocument/2006/relationships/image" Target="../media/image1212.png"/><Relationship Id="rId79" Type="http://schemas.openxmlformats.org/officeDocument/2006/relationships/image" Target="../media/image1217.png"/><Relationship Id="rId5" Type="http://schemas.openxmlformats.org/officeDocument/2006/relationships/image" Target="../media/image1142.png"/><Relationship Id="rId61" Type="http://schemas.openxmlformats.org/officeDocument/2006/relationships/image" Target="../media/image1199.png"/><Relationship Id="rId19" Type="http://schemas.openxmlformats.org/officeDocument/2006/relationships/image" Target="../media/image1156.png"/><Relationship Id="rId14" Type="http://schemas.openxmlformats.org/officeDocument/2006/relationships/image" Target="../media/image1151.png"/><Relationship Id="rId22" Type="http://schemas.openxmlformats.org/officeDocument/2006/relationships/image" Target="../media/image1159.png"/><Relationship Id="rId27" Type="http://schemas.openxmlformats.org/officeDocument/2006/relationships/image" Target="../media/image1164.png"/><Relationship Id="rId30" Type="http://schemas.openxmlformats.org/officeDocument/2006/relationships/image" Target="../media/image1167.png"/><Relationship Id="rId43" Type="http://schemas.openxmlformats.org/officeDocument/2006/relationships/image" Target="../media/image1181.png"/><Relationship Id="rId48" Type="http://schemas.openxmlformats.org/officeDocument/2006/relationships/image" Target="../media/image1186.png"/><Relationship Id="rId56" Type="http://schemas.openxmlformats.org/officeDocument/2006/relationships/image" Target="../media/image1194.png"/><Relationship Id="rId64" Type="http://schemas.openxmlformats.org/officeDocument/2006/relationships/image" Target="../media/image1202.png"/><Relationship Id="rId69" Type="http://schemas.openxmlformats.org/officeDocument/2006/relationships/image" Target="../media/image1207.png"/><Relationship Id="rId77" Type="http://schemas.openxmlformats.org/officeDocument/2006/relationships/image" Target="../media/image1215.png"/><Relationship Id="rId8" Type="http://schemas.openxmlformats.org/officeDocument/2006/relationships/image" Target="../media/image1145.png"/><Relationship Id="rId51" Type="http://schemas.openxmlformats.org/officeDocument/2006/relationships/image" Target="../media/image1189.png"/><Relationship Id="rId72" Type="http://schemas.openxmlformats.org/officeDocument/2006/relationships/image" Target="../media/image1210.png"/><Relationship Id="rId80" Type="http://schemas.openxmlformats.org/officeDocument/2006/relationships/image" Target="../media/image1218.png"/><Relationship Id="rId3" Type="http://schemas.openxmlformats.org/officeDocument/2006/relationships/image" Target="../media/image1140.png"/><Relationship Id="rId12" Type="http://schemas.openxmlformats.org/officeDocument/2006/relationships/image" Target="../media/image1149.png"/><Relationship Id="rId17" Type="http://schemas.openxmlformats.org/officeDocument/2006/relationships/image" Target="../media/image1154.png"/><Relationship Id="rId25" Type="http://schemas.openxmlformats.org/officeDocument/2006/relationships/image" Target="../media/image1162.png"/><Relationship Id="rId33" Type="http://schemas.openxmlformats.org/officeDocument/2006/relationships/image" Target="../media/image413.png"/><Relationship Id="rId38" Type="http://schemas.openxmlformats.org/officeDocument/2006/relationships/image" Target="../media/image1176.png"/><Relationship Id="rId46" Type="http://schemas.openxmlformats.org/officeDocument/2006/relationships/image" Target="../media/image1184.png"/><Relationship Id="rId59" Type="http://schemas.openxmlformats.org/officeDocument/2006/relationships/image" Target="../media/image1197.png"/><Relationship Id="rId67" Type="http://schemas.openxmlformats.org/officeDocument/2006/relationships/image" Target="../media/image1205.png"/><Relationship Id="rId20" Type="http://schemas.openxmlformats.org/officeDocument/2006/relationships/image" Target="../media/image1157.png"/><Relationship Id="rId41" Type="http://schemas.openxmlformats.org/officeDocument/2006/relationships/image" Target="../media/image1179.png"/><Relationship Id="rId54" Type="http://schemas.openxmlformats.org/officeDocument/2006/relationships/image" Target="../media/image415.png"/><Relationship Id="rId62" Type="http://schemas.openxmlformats.org/officeDocument/2006/relationships/image" Target="../media/image1200.png"/><Relationship Id="rId70" Type="http://schemas.openxmlformats.org/officeDocument/2006/relationships/image" Target="../media/image1208.png"/><Relationship Id="rId75" Type="http://schemas.openxmlformats.org/officeDocument/2006/relationships/image" Target="../media/image121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43.png"/><Relationship Id="rId15" Type="http://schemas.openxmlformats.org/officeDocument/2006/relationships/image" Target="../media/image1152.png"/><Relationship Id="rId23" Type="http://schemas.openxmlformats.org/officeDocument/2006/relationships/image" Target="../media/image1160.png"/><Relationship Id="rId28" Type="http://schemas.openxmlformats.org/officeDocument/2006/relationships/image" Target="../media/image1165.png"/><Relationship Id="rId36" Type="http://schemas.openxmlformats.org/officeDocument/2006/relationships/image" Target="../media/image1174.png"/><Relationship Id="rId49" Type="http://schemas.openxmlformats.org/officeDocument/2006/relationships/image" Target="../media/image1187.png"/><Relationship Id="rId57" Type="http://schemas.openxmlformats.org/officeDocument/2006/relationships/image" Target="../media/image1195.png"/><Relationship Id="rId10" Type="http://schemas.openxmlformats.org/officeDocument/2006/relationships/image" Target="../media/image1147.png"/><Relationship Id="rId31" Type="http://schemas.openxmlformats.org/officeDocument/2006/relationships/image" Target="../media/image1168.png"/><Relationship Id="rId44" Type="http://schemas.openxmlformats.org/officeDocument/2006/relationships/image" Target="../media/image1182.png"/><Relationship Id="rId52" Type="http://schemas.openxmlformats.org/officeDocument/2006/relationships/image" Target="../media/image1190.png"/><Relationship Id="rId60" Type="http://schemas.openxmlformats.org/officeDocument/2006/relationships/image" Target="../media/image1198.png"/><Relationship Id="rId65" Type="http://schemas.openxmlformats.org/officeDocument/2006/relationships/image" Target="../media/image1203.png"/><Relationship Id="rId73" Type="http://schemas.openxmlformats.org/officeDocument/2006/relationships/image" Target="../media/image416.png"/><Relationship Id="rId78" Type="http://schemas.openxmlformats.org/officeDocument/2006/relationships/image" Target="../media/image1216.png"/><Relationship Id="rId81" Type="http://schemas.openxmlformats.org/officeDocument/2006/relationships/image" Target="../media/image1219.png"/><Relationship Id="rId4" Type="http://schemas.openxmlformats.org/officeDocument/2006/relationships/image" Target="../media/image1141.png"/><Relationship Id="rId9" Type="http://schemas.openxmlformats.org/officeDocument/2006/relationships/image" Target="../media/image1146.png"/><Relationship Id="rId18" Type="http://schemas.openxmlformats.org/officeDocument/2006/relationships/image" Target="../media/image1155.png"/><Relationship Id="rId39" Type="http://schemas.openxmlformats.org/officeDocument/2006/relationships/image" Target="../media/image1177.png"/><Relationship Id="rId34" Type="http://schemas.openxmlformats.org/officeDocument/2006/relationships/image" Target="../media/image414.png"/><Relationship Id="rId50" Type="http://schemas.openxmlformats.org/officeDocument/2006/relationships/image" Target="../media/image1188.png"/><Relationship Id="rId55" Type="http://schemas.openxmlformats.org/officeDocument/2006/relationships/image" Target="../media/image1193.png"/><Relationship Id="rId76" Type="http://schemas.openxmlformats.org/officeDocument/2006/relationships/image" Target="../media/image1214.png"/><Relationship Id="rId7" Type="http://schemas.openxmlformats.org/officeDocument/2006/relationships/image" Target="../media/image1144.png"/><Relationship Id="rId71" Type="http://schemas.openxmlformats.org/officeDocument/2006/relationships/image" Target="../media/image1209.png"/><Relationship Id="rId29" Type="http://schemas.openxmlformats.org/officeDocument/2006/relationships/image" Target="../media/image1166.png"/></Relationships>
</file>

<file path=ppt/slides/_rels/slide9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31.png"/><Relationship Id="rId18" Type="http://schemas.openxmlformats.org/officeDocument/2006/relationships/image" Target="../media/image1236.png"/><Relationship Id="rId26" Type="http://schemas.openxmlformats.org/officeDocument/2006/relationships/image" Target="../media/image1246.png"/><Relationship Id="rId39" Type="http://schemas.openxmlformats.org/officeDocument/2006/relationships/image" Target="../media/image1259.png"/><Relationship Id="rId21" Type="http://schemas.openxmlformats.org/officeDocument/2006/relationships/image" Target="../media/image1239.png"/><Relationship Id="rId34" Type="http://schemas.openxmlformats.org/officeDocument/2006/relationships/image" Target="../media/image1254.png"/><Relationship Id="rId42" Type="http://schemas.openxmlformats.org/officeDocument/2006/relationships/image" Target="../media/image1262.png"/><Relationship Id="rId47" Type="http://schemas.openxmlformats.org/officeDocument/2006/relationships/image" Target="../media/image1267.png"/><Relationship Id="rId50" Type="http://schemas.openxmlformats.org/officeDocument/2006/relationships/image" Target="../media/image1013.png"/><Relationship Id="rId55" Type="http://schemas.openxmlformats.org/officeDocument/2006/relationships/image" Target="../media/image1275.png"/><Relationship Id="rId7" Type="http://schemas.openxmlformats.org/officeDocument/2006/relationships/image" Target="../media/image1225.png"/><Relationship Id="rId2" Type="http://schemas.openxmlformats.org/officeDocument/2006/relationships/image" Target="../media/image1220.png"/><Relationship Id="rId16" Type="http://schemas.openxmlformats.org/officeDocument/2006/relationships/image" Target="../media/image1234.png"/><Relationship Id="rId29" Type="http://schemas.openxmlformats.org/officeDocument/2006/relationships/image" Target="../media/image1249.png"/><Relationship Id="rId11" Type="http://schemas.openxmlformats.org/officeDocument/2006/relationships/image" Target="../media/image1229.png"/><Relationship Id="rId24" Type="http://schemas.openxmlformats.org/officeDocument/2006/relationships/image" Target="../media/image1244.png"/><Relationship Id="rId32" Type="http://schemas.openxmlformats.org/officeDocument/2006/relationships/image" Target="../media/image1252.png"/><Relationship Id="rId37" Type="http://schemas.openxmlformats.org/officeDocument/2006/relationships/image" Target="../media/image1257.png"/><Relationship Id="rId45" Type="http://schemas.openxmlformats.org/officeDocument/2006/relationships/image" Target="../media/image417.png"/><Relationship Id="rId53" Type="http://schemas.openxmlformats.org/officeDocument/2006/relationships/image" Target="../media/image1273.png"/><Relationship Id="rId58" Type="http://schemas.openxmlformats.org/officeDocument/2006/relationships/image" Target="../media/image1015.png"/><Relationship Id="rId5" Type="http://schemas.openxmlformats.org/officeDocument/2006/relationships/image" Target="../media/image1223.png"/><Relationship Id="rId61" Type="http://schemas.openxmlformats.org/officeDocument/2006/relationships/image" Target="../media/image410.png"/><Relationship Id="rId19" Type="http://schemas.openxmlformats.org/officeDocument/2006/relationships/image" Target="../media/image1237.png"/><Relationship Id="rId4" Type="http://schemas.openxmlformats.org/officeDocument/2006/relationships/image" Target="../media/image1222.png"/><Relationship Id="rId9" Type="http://schemas.openxmlformats.org/officeDocument/2006/relationships/image" Target="../media/image1227.png"/><Relationship Id="rId14" Type="http://schemas.openxmlformats.org/officeDocument/2006/relationships/image" Target="../media/image1232.png"/><Relationship Id="rId22" Type="http://schemas.openxmlformats.org/officeDocument/2006/relationships/image" Target="../media/image1242.png"/><Relationship Id="rId27" Type="http://schemas.openxmlformats.org/officeDocument/2006/relationships/image" Target="../media/image1247.png"/><Relationship Id="rId30" Type="http://schemas.openxmlformats.org/officeDocument/2006/relationships/image" Target="../media/image1250.png"/><Relationship Id="rId35" Type="http://schemas.openxmlformats.org/officeDocument/2006/relationships/image" Target="../media/image1255.png"/><Relationship Id="rId43" Type="http://schemas.openxmlformats.org/officeDocument/2006/relationships/image" Target="../media/image1263.png"/><Relationship Id="rId48" Type="http://schemas.openxmlformats.org/officeDocument/2006/relationships/image" Target="../media/image1268.png"/><Relationship Id="rId56" Type="http://schemas.openxmlformats.org/officeDocument/2006/relationships/image" Target="../media/image1276.png"/><Relationship Id="rId8" Type="http://schemas.openxmlformats.org/officeDocument/2006/relationships/image" Target="../media/image1226.png"/><Relationship Id="rId51" Type="http://schemas.openxmlformats.org/officeDocument/2006/relationships/image" Target="../media/image1271.png"/><Relationship Id="rId3" Type="http://schemas.openxmlformats.org/officeDocument/2006/relationships/image" Target="../media/image1221.png"/><Relationship Id="rId12" Type="http://schemas.openxmlformats.org/officeDocument/2006/relationships/image" Target="../media/image1230.png"/><Relationship Id="rId17" Type="http://schemas.openxmlformats.org/officeDocument/2006/relationships/image" Target="../media/image1235.png"/><Relationship Id="rId25" Type="http://schemas.openxmlformats.org/officeDocument/2006/relationships/image" Target="../media/image1245.png"/><Relationship Id="rId33" Type="http://schemas.openxmlformats.org/officeDocument/2006/relationships/image" Target="../media/image1253.png"/><Relationship Id="rId38" Type="http://schemas.openxmlformats.org/officeDocument/2006/relationships/image" Target="../media/image1258.png"/><Relationship Id="rId59" Type="http://schemas.openxmlformats.org/officeDocument/2006/relationships/image" Target="../media/image418.png"/><Relationship Id="rId20" Type="http://schemas.openxmlformats.org/officeDocument/2006/relationships/image" Target="../media/image1238.png"/><Relationship Id="rId41" Type="http://schemas.openxmlformats.org/officeDocument/2006/relationships/image" Target="../media/image1261.png"/><Relationship Id="rId54" Type="http://schemas.openxmlformats.org/officeDocument/2006/relationships/image" Target="../media/image101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24.png"/><Relationship Id="rId15" Type="http://schemas.openxmlformats.org/officeDocument/2006/relationships/image" Target="../media/image1233.png"/><Relationship Id="rId23" Type="http://schemas.openxmlformats.org/officeDocument/2006/relationships/image" Target="../media/image1243.png"/><Relationship Id="rId28" Type="http://schemas.openxmlformats.org/officeDocument/2006/relationships/image" Target="../media/image1248.png"/><Relationship Id="rId36" Type="http://schemas.openxmlformats.org/officeDocument/2006/relationships/image" Target="../media/image1256.png"/><Relationship Id="rId49" Type="http://schemas.openxmlformats.org/officeDocument/2006/relationships/image" Target="../media/image1269.png"/><Relationship Id="rId57" Type="http://schemas.openxmlformats.org/officeDocument/2006/relationships/image" Target="../media/image1277.png"/><Relationship Id="rId10" Type="http://schemas.openxmlformats.org/officeDocument/2006/relationships/image" Target="../media/image1228.png"/><Relationship Id="rId31" Type="http://schemas.openxmlformats.org/officeDocument/2006/relationships/image" Target="../media/image1251.png"/><Relationship Id="rId44" Type="http://schemas.openxmlformats.org/officeDocument/2006/relationships/image" Target="../media/image1264.png"/><Relationship Id="rId52" Type="http://schemas.openxmlformats.org/officeDocument/2006/relationships/image" Target="../media/image1272.png"/><Relationship Id="rId60" Type="http://schemas.openxmlformats.org/officeDocument/2006/relationships/image" Target="../media/image419.png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2.png"/><Relationship Id="rId2" Type="http://schemas.openxmlformats.org/officeDocument/2006/relationships/image" Target="../media/image421.png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84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86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88.pn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1.pn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1.png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990.pn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94.pn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23.png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98.pn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9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00.png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4.png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7" Type="http://schemas.openxmlformats.org/officeDocument/2006/relationships/image" Target="../media/image425.png"/><Relationship Id="rId2" Type="http://schemas.openxmlformats.org/officeDocument/2006/relationships/image" Target="../media/image3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2.png"/><Relationship Id="rId5" Type="http://schemas.openxmlformats.org/officeDocument/2006/relationships/image" Target="../media/image411.png"/><Relationship Id="rId4" Type="http://schemas.openxmlformats.org/officeDocument/2006/relationships/image" Target="../media/image620.pn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89.png"/><Relationship Id="rId13" Type="http://schemas.openxmlformats.org/officeDocument/2006/relationships/image" Target="../media/image1394.png"/><Relationship Id="rId18" Type="http://schemas.openxmlformats.org/officeDocument/2006/relationships/image" Target="../media/image428.png"/><Relationship Id="rId3" Type="http://schemas.openxmlformats.org/officeDocument/2006/relationships/image" Target="../media/image4223.png"/><Relationship Id="rId7" Type="http://schemas.openxmlformats.org/officeDocument/2006/relationships/image" Target="../media/image1388.png"/><Relationship Id="rId12" Type="http://schemas.openxmlformats.org/officeDocument/2006/relationships/image" Target="../media/image1393.png"/><Relationship Id="rId17" Type="http://schemas.openxmlformats.org/officeDocument/2006/relationships/image" Target="../media/image1398.png"/><Relationship Id="rId2" Type="http://schemas.openxmlformats.org/officeDocument/2006/relationships/image" Target="../media/image426.png"/><Relationship Id="rId16" Type="http://schemas.openxmlformats.org/officeDocument/2006/relationships/image" Target="../media/image139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87.png"/><Relationship Id="rId11" Type="http://schemas.openxmlformats.org/officeDocument/2006/relationships/image" Target="../media/image1392.png"/><Relationship Id="rId5" Type="http://schemas.openxmlformats.org/officeDocument/2006/relationships/image" Target="../media/image1386.png"/><Relationship Id="rId15" Type="http://schemas.openxmlformats.org/officeDocument/2006/relationships/image" Target="../media/image1396.png"/><Relationship Id="rId10" Type="http://schemas.openxmlformats.org/officeDocument/2006/relationships/image" Target="../media/image1391.png"/><Relationship Id="rId19" Type="http://schemas.openxmlformats.org/officeDocument/2006/relationships/image" Target="../media/image10172.png"/><Relationship Id="rId4" Type="http://schemas.openxmlformats.org/officeDocument/2006/relationships/image" Target="../media/image427.png"/><Relationship Id="rId9" Type="http://schemas.openxmlformats.org/officeDocument/2006/relationships/image" Target="../media/image1390.png"/><Relationship Id="rId14" Type="http://schemas.openxmlformats.org/officeDocument/2006/relationships/image" Target="../media/image1395.png"/></Relationships>
</file>

<file path=ppt/slides/_rels/slide10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412.png"/><Relationship Id="rId18" Type="http://schemas.openxmlformats.org/officeDocument/2006/relationships/image" Target="../media/image1417.png"/><Relationship Id="rId26" Type="http://schemas.openxmlformats.org/officeDocument/2006/relationships/image" Target="../media/image1425.png"/><Relationship Id="rId3" Type="http://schemas.openxmlformats.org/officeDocument/2006/relationships/image" Target="../media/image1402.png"/><Relationship Id="rId21" Type="http://schemas.openxmlformats.org/officeDocument/2006/relationships/image" Target="../media/image1420.png"/><Relationship Id="rId34" Type="http://schemas.openxmlformats.org/officeDocument/2006/relationships/image" Target="../media/image429.png"/><Relationship Id="rId7" Type="http://schemas.openxmlformats.org/officeDocument/2006/relationships/image" Target="../media/image1406.png"/><Relationship Id="rId12" Type="http://schemas.openxmlformats.org/officeDocument/2006/relationships/image" Target="../media/image1411.png"/><Relationship Id="rId17" Type="http://schemas.openxmlformats.org/officeDocument/2006/relationships/image" Target="../media/image1416.png"/><Relationship Id="rId25" Type="http://schemas.openxmlformats.org/officeDocument/2006/relationships/image" Target="../media/image1424.png"/><Relationship Id="rId33" Type="http://schemas.openxmlformats.org/officeDocument/2006/relationships/image" Target="../media/image1432.png"/><Relationship Id="rId2" Type="http://schemas.openxmlformats.org/officeDocument/2006/relationships/image" Target="../media/image1401.png"/><Relationship Id="rId16" Type="http://schemas.openxmlformats.org/officeDocument/2006/relationships/image" Target="../media/image1415.png"/><Relationship Id="rId20" Type="http://schemas.openxmlformats.org/officeDocument/2006/relationships/image" Target="../media/image1419.png"/><Relationship Id="rId29" Type="http://schemas.openxmlformats.org/officeDocument/2006/relationships/image" Target="../media/image142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05.png"/><Relationship Id="rId11" Type="http://schemas.openxmlformats.org/officeDocument/2006/relationships/image" Target="../media/image1410.png"/><Relationship Id="rId24" Type="http://schemas.openxmlformats.org/officeDocument/2006/relationships/image" Target="../media/image1423.png"/><Relationship Id="rId5" Type="http://schemas.openxmlformats.org/officeDocument/2006/relationships/image" Target="../media/image1404.png"/><Relationship Id="rId15" Type="http://schemas.openxmlformats.org/officeDocument/2006/relationships/image" Target="../media/image1414.png"/><Relationship Id="rId23" Type="http://schemas.openxmlformats.org/officeDocument/2006/relationships/image" Target="../media/image1422.png"/><Relationship Id="rId28" Type="http://schemas.openxmlformats.org/officeDocument/2006/relationships/image" Target="../media/image1427.png"/><Relationship Id="rId10" Type="http://schemas.openxmlformats.org/officeDocument/2006/relationships/image" Target="../media/image1409.png"/><Relationship Id="rId19" Type="http://schemas.openxmlformats.org/officeDocument/2006/relationships/image" Target="../media/image1418.png"/><Relationship Id="rId31" Type="http://schemas.openxmlformats.org/officeDocument/2006/relationships/image" Target="../media/image4282.png"/><Relationship Id="rId4" Type="http://schemas.openxmlformats.org/officeDocument/2006/relationships/image" Target="../media/image1403.png"/><Relationship Id="rId9" Type="http://schemas.openxmlformats.org/officeDocument/2006/relationships/image" Target="../media/image1408.png"/><Relationship Id="rId14" Type="http://schemas.openxmlformats.org/officeDocument/2006/relationships/image" Target="../media/image1413.png"/><Relationship Id="rId22" Type="http://schemas.openxmlformats.org/officeDocument/2006/relationships/image" Target="../media/image1421.png"/><Relationship Id="rId27" Type="http://schemas.openxmlformats.org/officeDocument/2006/relationships/image" Target="../media/image1426.png"/><Relationship Id="rId30" Type="http://schemas.openxmlformats.org/officeDocument/2006/relationships/image" Target="../media/image10171.png"/><Relationship Id="rId8" Type="http://schemas.openxmlformats.org/officeDocument/2006/relationships/image" Target="../media/image4001.png"/></Relationships>
</file>

<file path=ppt/slides/_rels/slide10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444.png"/><Relationship Id="rId18" Type="http://schemas.openxmlformats.org/officeDocument/2006/relationships/image" Target="../media/image1449.png"/><Relationship Id="rId26" Type="http://schemas.openxmlformats.org/officeDocument/2006/relationships/image" Target="../media/image10201.png"/><Relationship Id="rId39" Type="http://schemas.openxmlformats.org/officeDocument/2006/relationships/image" Target="../media/image1470.png"/><Relationship Id="rId21" Type="http://schemas.openxmlformats.org/officeDocument/2006/relationships/image" Target="../media/image1452.png"/><Relationship Id="rId34" Type="http://schemas.openxmlformats.org/officeDocument/2006/relationships/image" Target="../media/image1465.png"/><Relationship Id="rId42" Type="http://schemas.openxmlformats.org/officeDocument/2006/relationships/image" Target="../media/image431.png"/><Relationship Id="rId7" Type="http://schemas.openxmlformats.org/officeDocument/2006/relationships/image" Target="../media/image1439.png"/><Relationship Id="rId12" Type="http://schemas.openxmlformats.org/officeDocument/2006/relationships/image" Target="../media/image430.png"/><Relationship Id="rId17" Type="http://schemas.openxmlformats.org/officeDocument/2006/relationships/image" Target="../media/image1448.png"/><Relationship Id="rId25" Type="http://schemas.openxmlformats.org/officeDocument/2006/relationships/image" Target="../media/image1456.png"/><Relationship Id="rId33" Type="http://schemas.openxmlformats.org/officeDocument/2006/relationships/image" Target="../media/image10212.png"/><Relationship Id="rId38" Type="http://schemas.openxmlformats.org/officeDocument/2006/relationships/image" Target="../media/image1469.png"/><Relationship Id="rId2" Type="http://schemas.openxmlformats.org/officeDocument/2006/relationships/image" Target="../media/image1434.png"/><Relationship Id="rId16" Type="http://schemas.openxmlformats.org/officeDocument/2006/relationships/image" Target="../media/image1447.png"/><Relationship Id="rId20" Type="http://schemas.openxmlformats.org/officeDocument/2006/relationships/image" Target="../media/image1451.png"/><Relationship Id="rId29" Type="http://schemas.openxmlformats.org/officeDocument/2006/relationships/image" Target="../media/image1460.png"/><Relationship Id="rId41" Type="http://schemas.openxmlformats.org/officeDocument/2006/relationships/image" Target="../media/image147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38.png"/><Relationship Id="rId11" Type="http://schemas.openxmlformats.org/officeDocument/2006/relationships/image" Target="../media/image10191.png"/><Relationship Id="rId24" Type="http://schemas.openxmlformats.org/officeDocument/2006/relationships/image" Target="../media/image1455.png"/><Relationship Id="rId32" Type="http://schemas.openxmlformats.org/officeDocument/2006/relationships/image" Target="../media/image1463.png"/><Relationship Id="rId37" Type="http://schemas.openxmlformats.org/officeDocument/2006/relationships/image" Target="../media/image4302.png"/><Relationship Id="rId40" Type="http://schemas.openxmlformats.org/officeDocument/2006/relationships/image" Target="../media/image1471.png"/><Relationship Id="rId5" Type="http://schemas.openxmlformats.org/officeDocument/2006/relationships/image" Target="../media/image1437.png"/><Relationship Id="rId15" Type="http://schemas.openxmlformats.org/officeDocument/2006/relationships/image" Target="../media/image1446.png"/><Relationship Id="rId23" Type="http://schemas.openxmlformats.org/officeDocument/2006/relationships/image" Target="../media/image1454.png"/><Relationship Id="rId36" Type="http://schemas.openxmlformats.org/officeDocument/2006/relationships/image" Target="../media/image1467.png"/><Relationship Id="rId10" Type="http://schemas.openxmlformats.org/officeDocument/2006/relationships/image" Target="../media/image1442.png"/><Relationship Id="rId19" Type="http://schemas.openxmlformats.org/officeDocument/2006/relationships/image" Target="../media/image1450.png"/><Relationship Id="rId31" Type="http://schemas.openxmlformats.org/officeDocument/2006/relationships/image" Target="../media/image1462.png"/><Relationship Id="rId4" Type="http://schemas.openxmlformats.org/officeDocument/2006/relationships/image" Target="../media/image1436.png"/><Relationship Id="rId9" Type="http://schemas.openxmlformats.org/officeDocument/2006/relationships/image" Target="../media/image1441.png"/><Relationship Id="rId14" Type="http://schemas.openxmlformats.org/officeDocument/2006/relationships/image" Target="../media/image1445.png"/><Relationship Id="rId22" Type="http://schemas.openxmlformats.org/officeDocument/2006/relationships/image" Target="../media/image1453.png"/><Relationship Id="rId30" Type="http://schemas.openxmlformats.org/officeDocument/2006/relationships/image" Target="../media/image1461.png"/><Relationship Id="rId35" Type="http://schemas.openxmlformats.org/officeDocument/2006/relationships/image" Target="../media/image10222.png"/><Relationship Id="rId8" Type="http://schemas.openxmlformats.org/officeDocument/2006/relationships/image" Target="../media/image1440.png"/><Relationship Id="rId3" Type="http://schemas.openxmlformats.org/officeDocument/2006/relationships/image" Target="../media/image1435.pn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12.png"/><Relationship Id="rId2" Type="http://schemas.openxmlformats.org/officeDocument/2006/relationships/image" Target="../media/image82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58.png"/><Relationship Id="rId5" Type="http://schemas.openxmlformats.org/officeDocument/2006/relationships/image" Target="../media/image835.png"/><Relationship Id="rId10" Type="http://schemas.openxmlformats.org/officeDocument/2006/relationships/image" Target="../media/image890.png"/><Relationship Id="rId4" Type="http://schemas.openxmlformats.org/officeDocument/2006/relationships/image" Target="../media/image829.png"/><Relationship Id="rId9" Type="http://schemas.openxmlformats.org/officeDocument/2006/relationships/image" Target="../media/image10224.png"/></Relationships>
</file>

<file path=ppt/slides/_rels/slide11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030.png"/><Relationship Id="rId18" Type="http://schemas.openxmlformats.org/officeDocument/2006/relationships/image" Target="../media/image1022.png"/><Relationship Id="rId26" Type="http://schemas.openxmlformats.org/officeDocument/2006/relationships/image" Target="../media/image1331.png"/><Relationship Id="rId39" Type="http://schemas.openxmlformats.org/officeDocument/2006/relationships/image" Target="../media/image1344.png"/><Relationship Id="rId34" Type="http://schemas.openxmlformats.org/officeDocument/2006/relationships/image" Target="../media/image1062.png"/><Relationship Id="rId42" Type="http://schemas.openxmlformats.org/officeDocument/2006/relationships/image" Target="../media/image803.png"/><Relationship Id="rId7" Type="http://schemas.openxmlformats.org/officeDocument/2006/relationships/image" Target="../media/image1312.png"/><Relationship Id="rId12" Type="http://schemas.openxmlformats.org/officeDocument/2006/relationships/image" Target="../media/image1317.png"/><Relationship Id="rId17" Type="http://schemas.openxmlformats.org/officeDocument/2006/relationships/image" Target="../media/image1322.png"/><Relationship Id="rId25" Type="http://schemas.openxmlformats.org/officeDocument/2006/relationships/image" Target="../media/image1330.png"/><Relationship Id="rId33" Type="http://schemas.openxmlformats.org/officeDocument/2006/relationships/image" Target="../media/image1050.png"/><Relationship Id="rId2" Type="http://schemas.openxmlformats.org/officeDocument/2006/relationships/image" Target="../media/image1307.png"/><Relationship Id="rId16" Type="http://schemas.openxmlformats.org/officeDocument/2006/relationships/image" Target="../media/image1021.png"/><Relationship Id="rId20" Type="http://schemas.openxmlformats.org/officeDocument/2006/relationships/image" Target="../media/image1024.png"/><Relationship Id="rId29" Type="http://schemas.openxmlformats.org/officeDocument/2006/relationships/image" Target="../media/image1028.png"/><Relationship Id="rId41" Type="http://schemas.openxmlformats.org/officeDocument/2006/relationships/image" Target="../media/image1346.png"/><Relationship Id="rId54" Type="http://schemas.openxmlformats.org/officeDocument/2006/relationships/image" Target="../media/image80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311.png"/><Relationship Id="rId11" Type="http://schemas.openxmlformats.org/officeDocument/2006/relationships/image" Target="../media/image1316.png"/><Relationship Id="rId24" Type="http://schemas.openxmlformats.org/officeDocument/2006/relationships/image" Target="../media/image1329.png"/><Relationship Id="rId32" Type="http://schemas.openxmlformats.org/officeDocument/2006/relationships/image" Target="../media/image1337.png"/><Relationship Id="rId40" Type="http://schemas.openxmlformats.org/officeDocument/2006/relationships/image" Target="../media/image1345.png"/><Relationship Id="rId5" Type="http://schemas.openxmlformats.org/officeDocument/2006/relationships/image" Target="../media/image1310.png"/><Relationship Id="rId15" Type="http://schemas.openxmlformats.org/officeDocument/2006/relationships/image" Target="../media/image1320.png"/><Relationship Id="rId28" Type="http://schemas.openxmlformats.org/officeDocument/2006/relationships/image" Target="../media/image1026.png"/><Relationship Id="rId10" Type="http://schemas.openxmlformats.org/officeDocument/2006/relationships/image" Target="../media/image1315.png"/><Relationship Id="rId19" Type="http://schemas.openxmlformats.org/officeDocument/2006/relationships/image" Target="../media/image1023.png"/><Relationship Id="rId31" Type="http://schemas.openxmlformats.org/officeDocument/2006/relationships/image" Target="../media/image1336.png"/><Relationship Id="rId4" Type="http://schemas.openxmlformats.org/officeDocument/2006/relationships/image" Target="../media/image1309.png"/><Relationship Id="rId9" Type="http://schemas.openxmlformats.org/officeDocument/2006/relationships/image" Target="../media/image1019.png"/><Relationship Id="rId14" Type="http://schemas.openxmlformats.org/officeDocument/2006/relationships/image" Target="../media/image1020.png"/><Relationship Id="rId27" Type="http://schemas.openxmlformats.org/officeDocument/2006/relationships/image" Target="../media/image1025.png"/><Relationship Id="rId35" Type="http://schemas.openxmlformats.org/officeDocument/2006/relationships/image" Target="../media/image1063.png"/><Relationship Id="rId43" Type="http://schemas.openxmlformats.org/officeDocument/2006/relationships/customXml" Target="../ink/ink1.xml"/><Relationship Id="rId8" Type="http://schemas.openxmlformats.org/officeDocument/2006/relationships/image" Target="../media/image7413.png"/><Relationship Id="rId3" Type="http://schemas.openxmlformats.org/officeDocument/2006/relationships/image" Target="../media/image1308.png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6.png"/><Relationship Id="rId13" Type="http://schemas.openxmlformats.org/officeDocument/2006/relationships/image" Target="../media/image1088.png"/><Relationship Id="rId18" Type="http://schemas.openxmlformats.org/officeDocument/2006/relationships/image" Target="../media/image10203.png"/><Relationship Id="rId26" Type="http://schemas.openxmlformats.org/officeDocument/2006/relationships/image" Target="../media/image8051.png"/><Relationship Id="rId3" Type="http://schemas.openxmlformats.org/officeDocument/2006/relationships/image" Target="../media/image1349.png"/><Relationship Id="rId21" Type="http://schemas.openxmlformats.org/officeDocument/2006/relationships/image" Target="../media/image1150.png"/><Relationship Id="rId7" Type="http://schemas.openxmlformats.org/officeDocument/2006/relationships/image" Target="../media/image1353.png"/><Relationship Id="rId12" Type="http://schemas.openxmlformats.org/officeDocument/2006/relationships/image" Target="../media/image1087.png"/><Relationship Id="rId17" Type="http://schemas.openxmlformats.org/officeDocument/2006/relationships/image" Target="../media/image1363.png"/><Relationship Id="rId25" Type="http://schemas.openxmlformats.org/officeDocument/2006/relationships/image" Target="../media/image8041.png"/><Relationship Id="rId2" Type="http://schemas.openxmlformats.org/officeDocument/2006/relationships/image" Target="../media/image1348.png"/><Relationship Id="rId20" Type="http://schemas.openxmlformats.org/officeDocument/2006/relationships/image" Target="../media/image113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352.png"/><Relationship Id="rId11" Type="http://schemas.openxmlformats.org/officeDocument/2006/relationships/image" Target="../media/image10183.png"/><Relationship Id="rId24" Type="http://schemas.openxmlformats.org/officeDocument/2006/relationships/image" Target="../media/image9014.png"/><Relationship Id="rId5" Type="http://schemas.openxmlformats.org/officeDocument/2006/relationships/image" Target="../media/image1351.png"/><Relationship Id="rId10" Type="http://schemas.openxmlformats.org/officeDocument/2006/relationships/image" Target="../media/image1356.png"/><Relationship Id="rId19" Type="http://schemas.openxmlformats.org/officeDocument/2006/relationships/image" Target="../media/image1110.png"/><Relationship Id="rId4" Type="http://schemas.openxmlformats.org/officeDocument/2006/relationships/image" Target="../media/image1350.png"/><Relationship Id="rId9" Type="http://schemas.openxmlformats.org/officeDocument/2006/relationships/image" Target="../media/image1355.png"/><Relationship Id="rId14" Type="http://schemas.openxmlformats.org/officeDocument/2006/relationships/image" Target="../media/image1099.pn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81.png"/><Relationship Id="rId13" Type="http://schemas.openxmlformats.org/officeDocument/2006/relationships/image" Target="../media/image1486.png"/><Relationship Id="rId18" Type="http://schemas.openxmlformats.org/officeDocument/2006/relationships/image" Target="../media/image446.png"/><Relationship Id="rId3" Type="http://schemas.openxmlformats.org/officeDocument/2006/relationships/image" Target="../media/image432.png"/><Relationship Id="rId21" Type="http://schemas.openxmlformats.org/officeDocument/2006/relationships/image" Target="../media/image463.png"/><Relationship Id="rId7" Type="http://schemas.openxmlformats.org/officeDocument/2006/relationships/image" Target="../media/image1480.png"/><Relationship Id="rId12" Type="http://schemas.openxmlformats.org/officeDocument/2006/relationships/image" Target="../media/image1485.png"/><Relationship Id="rId17" Type="http://schemas.openxmlformats.org/officeDocument/2006/relationships/image" Target="../media/image1490.png"/><Relationship Id="rId2" Type="http://schemas.openxmlformats.org/officeDocument/2006/relationships/image" Target="../media/image1475.png"/><Relationship Id="rId16" Type="http://schemas.openxmlformats.org/officeDocument/2006/relationships/image" Target="../media/image1489.png"/><Relationship Id="rId20" Type="http://schemas.openxmlformats.org/officeDocument/2006/relationships/image" Target="../media/image46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79.png"/><Relationship Id="rId11" Type="http://schemas.openxmlformats.org/officeDocument/2006/relationships/image" Target="../media/image1484.png"/><Relationship Id="rId24" Type="http://schemas.openxmlformats.org/officeDocument/2006/relationships/image" Target="../media/image482.png"/><Relationship Id="rId5" Type="http://schemas.openxmlformats.org/officeDocument/2006/relationships/image" Target="../media/image1478.png"/><Relationship Id="rId15" Type="http://schemas.openxmlformats.org/officeDocument/2006/relationships/image" Target="../media/image1488.png"/><Relationship Id="rId23" Type="http://schemas.openxmlformats.org/officeDocument/2006/relationships/image" Target="../media/image481.png"/><Relationship Id="rId10" Type="http://schemas.openxmlformats.org/officeDocument/2006/relationships/image" Target="../media/image1483.png"/><Relationship Id="rId19" Type="http://schemas.openxmlformats.org/officeDocument/2006/relationships/image" Target="../media/image461.png"/><Relationship Id="rId4" Type="http://schemas.openxmlformats.org/officeDocument/2006/relationships/image" Target="../media/image444.png"/><Relationship Id="rId9" Type="http://schemas.openxmlformats.org/officeDocument/2006/relationships/image" Target="../media/image1482.png"/><Relationship Id="rId14" Type="http://schemas.openxmlformats.org/officeDocument/2006/relationships/image" Target="../media/image1487.png"/><Relationship Id="rId22" Type="http://schemas.openxmlformats.org/officeDocument/2006/relationships/image" Target="../media/image480.png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22.png"/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7.png"/><Relationship Id="rId2" Type="http://schemas.openxmlformats.org/officeDocument/2006/relationships/image" Target="../media/image44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5.png"/><Relationship Id="rId4" Type="http://schemas.openxmlformats.org/officeDocument/2006/relationships/image" Target="../media/image464.png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10.png"/><Relationship Id="rId2" Type="http://schemas.openxmlformats.org/officeDocument/2006/relationships/image" Target="../media/image46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10.png"/><Relationship Id="rId5" Type="http://schemas.openxmlformats.org/officeDocument/2006/relationships/image" Target="../media/image3011.png"/><Relationship Id="rId4" Type="http://schemas.openxmlformats.org/officeDocument/2006/relationships/image" Target="../media/image2910.pn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10.png"/><Relationship Id="rId3" Type="http://schemas.openxmlformats.org/officeDocument/2006/relationships/image" Target="../media/image3310.png"/><Relationship Id="rId7" Type="http://schemas.openxmlformats.org/officeDocument/2006/relationships/image" Target="../media/image3711.png"/><Relationship Id="rId2" Type="http://schemas.openxmlformats.org/officeDocument/2006/relationships/image" Target="../media/image3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11.png"/><Relationship Id="rId5" Type="http://schemas.openxmlformats.org/officeDocument/2006/relationships/image" Target="../media/image3510.png"/><Relationship Id="rId4" Type="http://schemas.openxmlformats.org/officeDocument/2006/relationships/image" Target="../media/image3410.png"/><Relationship Id="rId9" Type="http://schemas.openxmlformats.org/officeDocument/2006/relationships/image" Target="../media/image3910.pn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8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7.png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20.png"/><Relationship Id="rId2" Type="http://schemas.openxmlformats.org/officeDocument/2006/relationships/image" Target="../media/image12110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2130.png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50.png"/><Relationship Id="rId2" Type="http://schemas.openxmlformats.org/officeDocument/2006/relationships/image" Target="../media/image12140.png"/><Relationship Id="rId1" Type="http://schemas.openxmlformats.org/officeDocument/2006/relationships/slideLayout" Target="../slideLayouts/slideLayout1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70.png"/><Relationship Id="rId2" Type="http://schemas.openxmlformats.org/officeDocument/2006/relationships/image" Target="../media/image12160.png"/><Relationship Id="rId1" Type="http://schemas.openxmlformats.org/officeDocument/2006/relationships/slideLayout" Target="../slideLayouts/slideLayout1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8.png"/><Relationship Id="rId1" Type="http://schemas.openxmlformats.org/officeDocument/2006/relationships/slideLayout" Target="../slideLayouts/slideLayout1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hyperlink" Target="https://math.libretexts.org/Bookshelves/Precalculus/Precalculus_1e_(OpenStax)/09:_Systems_of_Equations_and_Inequalities/9.02:_Systems_of_Linear_Equations_-_Three_Variables" TargetMode="External"/><Relationship Id="rId2" Type="http://schemas.openxmlformats.org/officeDocument/2006/relationships/image" Target="../media/image399.png"/><Relationship Id="rId1" Type="http://schemas.openxmlformats.org/officeDocument/2006/relationships/slideLayout" Target="../slideLayouts/slideLayout1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4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85.pn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6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00.png"/><Relationship Id="rId7" Type="http://schemas.openxmlformats.org/officeDocument/2006/relationships/image" Target="../media/image490.png"/><Relationship Id="rId2" Type="http://schemas.openxmlformats.org/officeDocument/2006/relationships/image" Target="../media/image48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89.png"/><Relationship Id="rId11" Type="http://schemas.openxmlformats.org/officeDocument/2006/relationships/image" Target="../media/image493.png"/><Relationship Id="rId5" Type="http://schemas.openxmlformats.org/officeDocument/2006/relationships/image" Target="../media/image488.png"/><Relationship Id="rId10" Type="http://schemas.openxmlformats.org/officeDocument/2006/relationships/image" Target="../media/image492.png"/><Relationship Id="rId4" Type="http://schemas.openxmlformats.org/officeDocument/2006/relationships/image" Target="../media/image4050.png"/><Relationship Id="rId9" Type="http://schemas.openxmlformats.org/officeDocument/2006/relationships/image" Target="../media/image491.png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5.png"/><Relationship Id="rId7" Type="http://schemas.openxmlformats.org/officeDocument/2006/relationships/image" Target="../media/image496.png"/><Relationship Id="rId2" Type="http://schemas.openxmlformats.org/officeDocument/2006/relationships/image" Target="../media/image49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970.png"/><Relationship Id="rId5" Type="http://schemas.openxmlformats.org/officeDocument/2006/relationships/image" Target="../media/image4960.pn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02.png"/><Relationship Id="rId13" Type="http://schemas.openxmlformats.org/officeDocument/2006/relationships/image" Target="../media/image507.png"/><Relationship Id="rId3" Type="http://schemas.openxmlformats.org/officeDocument/2006/relationships/image" Target="../media/image4042.png"/><Relationship Id="rId7" Type="http://schemas.openxmlformats.org/officeDocument/2006/relationships/image" Target="../media/image501.png"/><Relationship Id="rId12" Type="http://schemas.openxmlformats.org/officeDocument/2006/relationships/image" Target="../media/image50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072.png"/><Relationship Id="rId11" Type="http://schemas.openxmlformats.org/officeDocument/2006/relationships/image" Target="../media/image506.png"/><Relationship Id="rId5" Type="http://schemas.openxmlformats.org/officeDocument/2006/relationships/image" Target="../media/image500.png"/><Relationship Id="rId10" Type="http://schemas.openxmlformats.org/officeDocument/2006/relationships/image" Target="../media/image504.png"/><Relationship Id="rId4" Type="http://schemas.openxmlformats.org/officeDocument/2006/relationships/image" Target="../media/image502.png"/><Relationship Id="rId9" Type="http://schemas.openxmlformats.org/officeDocument/2006/relationships/image" Target="../media/image503.png"/><Relationship Id="rId14" Type="http://schemas.openxmlformats.org/officeDocument/2006/relationships/image" Target="../media/image508.png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10.png"/><Relationship Id="rId3" Type="http://schemas.openxmlformats.org/officeDocument/2006/relationships/image" Target="../media/image510.png"/><Relationship Id="rId7" Type="http://schemas.openxmlformats.org/officeDocument/2006/relationships/image" Target="../media/image4900.png"/><Relationship Id="rId2" Type="http://schemas.openxmlformats.org/officeDocument/2006/relationships/image" Target="../media/image509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890.png"/><Relationship Id="rId5" Type="http://schemas.openxmlformats.org/officeDocument/2006/relationships/image" Target="../media/image4880.png"/><Relationship Id="rId9" Type="http://schemas.openxmlformats.org/officeDocument/2006/relationships/image" Target="../media/image529.png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1.png"/><Relationship Id="rId2" Type="http://schemas.openxmlformats.org/officeDocument/2006/relationships/image" Target="../media/image530.png"/><Relationship Id="rId1" Type="http://schemas.openxmlformats.org/officeDocument/2006/relationships/slideLayout" Target="../slideLayouts/slideLayout1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12.png"/><Relationship Id="rId13" Type="http://schemas.openxmlformats.org/officeDocument/2006/relationships/image" Target="../media/image4130.png"/><Relationship Id="rId18" Type="http://schemas.openxmlformats.org/officeDocument/2006/relationships/image" Target="../media/image5750.png"/><Relationship Id="rId3" Type="http://schemas.openxmlformats.org/officeDocument/2006/relationships/image" Target="../media/image7650.png"/><Relationship Id="rId21" Type="http://schemas.openxmlformats.org/officeDocument/2006/relationships/image" Target="../media/image6180.png"/><Relationship Id="rId7" Type="http://schemas.openxmlformats.org/officeDocument/2006/relationships/image" Target="../media/image3850.png"/><Relationship Id="rId12" Type="http://schemas.openxmlformats.org/officeDocument/2006/relationships/image" Target="../media/image4080.png"/><Relationship Id="rId17" Type="http://schemas.openxmlformats.org/officeDocument/2006/relationships/image" Target="../media/image7750.png"/><Relationship Id="rId2" Type="http://schemas.openxmlformats.org/officeDocument/2006/relationships/image" Target="../media/image5072.png"/><Relationship Id="rId16" Type="http://schemas.openxmlformats.org/officeDocument/2006/relationships/image" Target="../media/image7740.png"/><Relationship Id="rId20" Type="http://schemas.openxmlformats.org/officeDocument/2006/relationships/image" Target="../media/image61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680.png"/><Relationship Id="rId11" Type="http://schemas.openxmlformats.org/officeDocument/2006/relationships/image" Target="../media/image7720.png"/><Relationship Id="rId5" Type="http://schemas.openxmlformats.org/officeDocument/2006/relationships/image" Target="../media/image10193.png"/><Relationship Id="rId15" Type="http://schemas.openxmlformats.org/officeDocument/2006/relationships/image" Target="../media/image7730.png"/><Relationship Id="rId10" Type="http://schemas.openxmlformats.org/officeDocument/2006/relationships/image" Target="../media/image7710.png"/><Relationship Id="rId19" Type="http://schemas.openxmlformats.org/officeDocument/2006/relationships/image" Target="../media/image5780.png"/><Relationship Id="rId4" Type="http://schemas.openxmlformats.org/officeDocument/2006/relationships/image" Target="../media/image9016.png"/><Relationship Id="rId9" Type="http://schemas.openxmlformats.org/officeDocument/2006/relationships/image" Target="../media/image7690.png"/><Relationship Id="rId14" Type="http://schemas.openxmlformats.org/officeDocument/2006/relationships/image" Target="../media/image5650.png"/></Relationships>
</file>

<file path=ppt/slides/_rels/slide136.xml.rels><?xml version="1.0" encoding="UTF-8" standalone="yes"?>
<Relationships xmlns="http://schemas.openxmlformats.org/package/2006/relationships"><Relationship Id="rId18" Type="http://schemas.openxmlformats.org/officeDocument/2006/relationships/image" Target="../media/image7930.png"/><Relationship Id="rId26" Type="http://schemas.openxmlformats.org/officeDocument/2006/relationships/image" Target="../media/image5100.png"/><Relationship Id="rId39" Type="http://schemas.openxmlformats.org/officeDocument/2006/relationships/image" Target="../media/image541.png"/><Relationship Id="rId3" Type="http://schemas.openxmlformats.org/officeDocument/2006/relationships/image" Target="../media/image531.png"/><Relationship Id="rId21" Type="http://schemas.openxmlformats.org/officeDocument/2006/relationships/image" Target="../media/image7960.png"/><Relationship Id="rId34" Type="http://schemas.openxmlformats.org/officeDocument/2006/relationships/image" Target="../media/image536.png"/><Relationship Id="rId12" Type="http://schemas.openxmlformats.org/officeDocument/2006/relationships/image" Target="../media/image5071.png"/><Relationship Id="rId17" Type="http://schemas.openxmlformats.org/officeDocument/2006/relationships/image" Target="../media/image7920.png"/><Relationship Id="rId25" Type="http://schemas.openxmlformats.org/officeDocument/2006/relationships/image" Target="../media/image5090.png"/><Relationship Id="rId33" Type="http://schemas.openxmlformats.org/officeDocument/2006/relationships/image" Target="../media/image535.png"/><Relationship Id="rId38" Type="http://schemas.openxmlformats.org/officeDocument/2006/relationships/image" Target="../media/image540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7910.png"/><Relationship Id="rId20" Type="http://schemas.openxmlformats.org/officeDocument/2006/relationships/image" Target="../media/image7950.png"/><Relationship Id="rId29" Type="http://schemas.openxmlformats.org/officeDocument/2006/relationships/image" Target="../media/image5311.png"/><Relationship Id="rId1" Type="http://schemas.openxmlformats.org/officeDocument/2006/relationships/slideLayout" Target="../slideLayouts/slideLayout2.xml"/><Relationship Id="rId24" Type="http://schemas.openxmlformats.org/officeDocument/2006/relationships/image" Target="../media/image5081.png"/><Relationship Id="rId32" Type="http://schemas.openxmlformats.org/officeDocument/2006/relationships/image" Target="../media/image534.png"/><Relationship Id="rId37" Type="http://schemas.openxmlformats.org/officeDocument/2006/relationships/image" Target="../media/image539.png"/><Relationship Id="rId40" Type="http://schemas.openxmlformats.org/officeDocument/2006/relationships/image" Target="../media/image542.png"/><Relationship Id="rId15" Type="http://schemas.openxmlformats.org/officeDocument/2006/relationships/image" Target="../media/image7540.png"/><Relationship Id="rId23" Type="http://schemas.openxmlformats.org/officeDocument/2006/relationships/image" Target="../media/image7980.png"/><Relationship Id="rId28" Type="http://schemas.openxmlformats.org/officeDocument/2006/relationships/image" Target="../media/image5300.png"/><Relationship Id="rId36" Type="http://schemas.openxmlformats.org/officeDocument/2006/relationships/image" Target="../media/image538.png"/><Relationship Id="rId19" Type="http://schemas.openxmlformats.org/officeDocument/2006/relationships/image" Target="../media/image7940.png"/><Relationship Id="rId31" Type="http://schemas.openxmlformats.org/officeDocument/2006/relationships/image" Target="../media/image533.png"/><Relationship Id="rId14" Type="http://schemas.openxmlformats.org/officeDocument/2006/relationships/image" Target="../media/image7890.png"/><Relationship Id="rId22" Type="http://schemas.openxmlformats.org/officeDocument/2006/relationships/image" Target="../media/image7970.png"/><Relationship Id="rId27" Type="http://schemas.openxmlformats.org/officeDocument/2006/relationships/image" Target="../media/image5290.png"/><Relationship Id="rId30" Type="http://schemas.openxmlformats.org/officeDocument/2006/relationships/image" Target="../media/image532.png"/><Relationship Id="rId35" Type="http://schemas.openxmlformats.org/officeDocument/2006/relationships/image" Target="../media/image537.png"/></Relationships>
</file>

<file path=ppt/slides/_rels/slide13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340.png"/><Relationship Id="rId26" Type="http://schemas.openxmlformats.org/officeDocument/2006/relationships/image" Target="../media/image8470.png"/><Relationship Id="rId34" Type="http://schemas.openxmlformats.org/officeDocument/2006/relationships/image" Target="../media/image8560.png"/><Relationship Id="rId12" Type="http://schemas.openxmlformats.org/officeDocument/2006/relationships/image" Target="../media/image8330.png"/><Relationship Id="rId2" Type="http://schemas.openxmlformats.org/officeDocument/2006/relationships/image" Target="../media/image531.png"/><Relationship Id="rId16" Type="http://schemas.openxmlformats.org/officeDocument/2006/relationships/image" Target="../media/image8370.png"/><Relationship Id="rId29" Type="http://schemas.openxmlformats.org/officeDocument/2006/relationships/image" Target="../media/image8510.png"/><Relationship Id="rId1" Type="http://schemas.openxmlformats.org/officeDocument/2006/relationships/slideLayout" Target="../slideLayouts/slideLayout2.xml"/><Relationship Id="rId11" Type="http://schemas.openxmlformats.org/officeDocument/2006/relationships/image" Target="../media/image8320.png"/><Relationship Id="rId32" Type="http://schemas.openxmlformats.org/officeDocument/2006/relationships/image" Target="../media/image546.png"/><Relationship Id="rId15" Type="http://schemas.openxmlformats.org/officeDocument/2006/relationships/image" Target="../media/image8360.png"/><Relationship Id="rId28" Type="http://schemas.openxmlformats.org/officeDocument/2006/relationships/image" Target="../media/image543.png"/><Relationship Id="rId10" Type="http://schemas.openxmlformats.org/officeDocument/2006/relationships/image" Target="../media/image8310.png"/><Relationship Id="rId31" Type="http://schemas.openxmlformats.org/officeDocument/2006/relationships/image" Target="../media/image545.png"/><Relationship Id="rId9" Type="http://schemas.openxmlformats.org/officeDocument/2006/relationships/image" Target="../media/image8290.png"/><Relationship Id="rId14" Type="http://schemas.openxmlformats.org/officeDocument/2006/relationships/image" Target="../media/image8350.png"/><Relationship Id="rId27" Type="http://schemas.openxmlformats.org/officeDocument/2006/relationships/image" Target="../media/image8480.png"/><Relationship Id="rId30" Type="http://schemas.openxmlformats.org/officeDocument/2006/relationships/image" Target="../media/image544.png"/><Relationship Id="rId35" Type="http://schemas.openxmlformats.org/officeDocument/2006/relationships/image" Target="../media/image547.png"/></Relationships>
</file>

<file path=ppt/slides/_rels/slide13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670.png"/><Relationship Id="rId18" Type="http://schemas.openxmlformats.org/officeDocument/2006/relationships/image" Target="../media/image1278.png"/><Relationship Id="rId26" Type="http://schemas.openxmlformats.org/officeDocument/2006/relationships/image" Target="../media/image8810.png"/><Relationship Id="rId21" Type="http://schemas.openxmlformats.org/officeDocument/2006/relationships/image" Target="../media/image1295.png"/><Relationship Id="rId34" Type="http://schemas.openxmlformats.org/officeDocument/2006/relationships/image" Target="../media/image10851.png"/><Relationship Id="rId42" Type="http://schemas.openxmlformats.org/officeDocument/2006/relationships/image" Target="../media/image8970.png"/><Relationship Id="rId47" Type="http://schemas.openxmlformats.org/officeDocument/2006/relationships/image" Target="../media/image10881.png"/><Relationship Id="rId50" Type="http://schemas.openxmlformats.org/officeDocument/2006/relationships/image" Target="../media/image1357.png"/><Relationship Id="rId55" Type="http://schemas.openxmlformats.org/officeDocument/2006/relationships/image" Target="../media/image9100.png"/><Relationship Id="rId7" Type="http://schemas.openxmlformats.org/officeDocument/2006/relationships/image" Target="../media/image549.png"/><Relationship Id="rId2" Type="http://schemas.openxmlformats.org/officeDocument/2006/relationships/image" Target="../media/image8570.png"/><Relationship Id="rId16" Type="http://schemas.openxmlformats.org/officeDocument/2006/relationships/image" Target="../media/image1270.png"/><Relationship Id="rId29" Type="http://schemas.openxmlformats.org/officeDocument/2006/relationships/image" Target="../media/image552.png"/><Relationship Id="rId11" Type="http://schemas.openxmlformats.org/officeDocument/2006/relationships/image" Target="../media/image8650.png"/><Relationship Id="rId24" Type="http://schemas.openxmlformats.org/officeDocument/2006/relationships/image" Target="../media/image1303.png"/><Relationship Id="rId32" Type="http://schemas.openxmlformats.org/officeDocument/2006/relationships/image" Target="../media/image10621.png"/><Relationship Id="rId45" Type="http://schemas.openxmlformats.org/officeDocument/2006/relationships/image" Target="../media/image9000.png"/><Relationship Id="rId53" Type="http://schemas.openxmlformats.org/officeDocument/2006/relationships/image" Target="../media/image9080.png"/><Relationship Id="rId5" Type="http://schemas.openxmlformats.org/officeDocument/2006/relationships/image" Target="../media/image8600.png"/><Relationship Id="rId15" Type="http://schemas.openxmlformats.org/officeDocument/2006/relationships/image" Target="../media/image12601.png"/><Relationship Id="rId23" Type="http://schemas.openxmlformats.org/officeDocument/2006/relationships/image" Target="../media/image1302.png"/><Relationship Id="rId28" Type="http://schemas.openxmlformats.org/officeDocument/2006/relationships/image" Target="../media/image551.png"/><Relationship Id="rId49" Type="http://schemas.openxmlformats.org/officeDocument/2006/relationships/image" Target="../media/image9040.png"/><Relationship Id="rId10" Type="http://schemas.openxmlformats.org/officeDocument/2006/relationships/image" Target="../media/image531.png"/><Relationship Id="rId19" Type="http://schemas.openxmlformats.org/officeDocument/2006/relationships/image" Target="../media/image1289.png"/><Relationship Id="rId31" Type="http://schemas.openxmlformats.org/officeDocument/2006/relationships/image" Target="../media/image554.png"/><Relationship Id="rId44" Type="http://schemas.openxmlformats.org/officeDocument/2006/relationships/image" Target="../media/image8990.png"/><Relationship Id="rId52" Type="http://schemas.openxmlformats.org/officeDocument/2006/relationships/image" Target="../media/image9070.png"/><Relationship Id="rId4" Type="http://schemas.openxmlformats.org/officeDocument/2006/relationships/image" Target="../media/image8590.png"/><Relationship Id="rId9" Type="http://schemas.openxmlformats.org/officeDocument/2006/relationships/image" Target="../media/image8640.png"/><Relationship Id="rId14" Type="http://schemas.openxmlformats.org/officeDocument/2006/relationships/image" Target="../media/image12411.png"/><Relationship Id="rId22" Type="http://schemas.openxmlformats.org/officeDocument/2006/relationships/image" Target="../media/image1296.png"/><Relationship Id="rId27" Type="http://schemas.openxmlformats.org/officeDocument/2006/relationships/image" Target="../media/image550.png"/><Relationship Id="rId30" Type="http://schemas.openxmlformats.org/officeDocument/2006/relationships/image" Target="../media/image553.png"/><Relationship Id="rId43" Type="http://schemas.openxmlformats.org/officeDocument/2006/relationships/image" Target="../media/image8980.png"/><Relationship Id="rId48" Type="http://schemas.openxmlformats.org/officeDocument/2006/relationships/image" Target="../media/image10991.png"/><Relationship Id="rId56" Type="http://schemas.openxmlformats.org/officeDocument/2006/relationships/image" Target="../media/image9111.png"/><Relationship Id="rId8" Type="http://schemas.openxmlformats.org/officeDocument/2006/relationships/image" Target="../media/image8630.png"/><Relationship Id="rId51" Type="http://schemas.openxmlformats.org/officeDocument/2006/relationships/image" Target="../media/image9060.png"/><Relationship Id="rId3" Type="http://schemas.openxmlformats.org/officeDocument/2006/relationships/image" Target="../media/image8580.png"/><Relationship Id="rId12" Type="http://schemas.openxmlformats.org/officeDocument/2006/relationships/image" Target="../media/image8660.png"/><Relationship Id="rId17" Type="http://schemas.openxmlformats.org/officeDocument/2006/relationships/image" Target="../media/image1274.png"/><Relationship Id="rId25" Type="http://schemas.openxmlformats.org/officeDocument/2006/relationships/image" Target="../media/image8790.png"/><Relationship Id="rId33" Type="http://schemas.openxmlformats.org/officeDocument/2006/relationships/image" Target="../media/image8880.png"/><Relationship Id="rId46" Type="http://schemas.openxmlformats.org/officeDocument/2006/relationships/image" Target="../media/image9012.png"/><Relationship Id="rId20" Type="http://schemas.openxmlformats.org/officeDocument/2006/relationships/image" Target="../media/image1290.png"/><Relationship Id="rId41" Type="http://schemas.openxmlformats.org/officeDocument/2006/relationships/image" Target="../media/image8960.png"/><Relationship Id="rId54" Type="http://schemas.openxmlformats.org/officeDocument/2006/relationships/image" Target="../media/image909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8.png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21.png"/><Relationship Id="rId13" Type="http://schemas.openxmlformats.org/officeDocument/2006/relationships/image" Target="../media/image562.png"/><Relationship Id="rId18" Type="http://schemas.openxmlformats.org/officeDocument/2006/relationships/image" Target="../media/image564.png"/><Relationship Id="rId3" Type="http://schemas.openxmlformats.org/officeDocument/2006/relationships/image" Target="../media/image556.png"/><Relationship Id="rId7" Type="http://schemas.openxmlformats.org/officeDocument/2006/relationships/image" Target="../media/image560.png"/><Relationship Id="rId12" Type="http://schemas.openxmlformats.org/officeDocument/2006/relationships/image" Target="../media/image8600.png"/><Relationship Id="rId17" Type="http://schemas.openxmlformats.org/officeDocument/2006/relationships/image" Target="../media/image561.png"/><Relationship Id="rId2" Type="http://schemas.openxmlformats.org/officeDocument/2006/relationships/image" Target="../media/image555.png"/><Relationship Id="rId16" Type="http://schemas.openxmlformats.org/officeDocument/2006/relationships/image" Target="../media/image86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9.png"/><Relationship Id="rId11" Type="http://schemas.openxmlformats.org/officeDocument/2006/relationships/image" Target="../media/image8590.png"/><Relationship Id="rId5" Type="http://schemas.openxmlformats.org/officeDocument/2006/relationships/image" Target="../media/image558.png"/><Relationship Id="rId15" Type="http://schemas.openxmlformats.org/officeDocument/2006/relationships/image" Target="../media/image8630.png"/><Relationship Id="rId10" Type="http://schemas.openxmlformats.org/officeDocument/2006/relationships/image" Target="../media/image8580.png"/><Relationship Id="rId4" Type="http://schemas.openxmlformats.org/officeDocument/2006/relationships/image" Target="../media/image557.png"/><Relationship Id="rId9" Type="http://schemas.openxmlformats.org/officeDocument/2006/relationships/image" Target="../media/image8570.png"/><Relationship Id="rId14" Type="http://schemas.openxmlformats.org/officeDocument/2006/relationships/image" Target="../media/image549.png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80.png"/><Relationship Id="rId3" Type="http://schemas.openxmlformats.org/officeDocument/2006/relationships/image" Target="../media/image9130.png"/><Relationship Id="rId7" Type="http://schemas.openxmlformats.org/officeDocument/2006/relationships/image" Target="../media/image9170.png"/><Relationship Id="rId12" Type="http://schemas.openxmlformats.org/officeDocument/2006/relationships/image" Target="../media/image565.png"/><Relationship Id="rId2" Type="http://schemas.openxmlformats.org/officeDocument/2006/relationships/image" Target="../media/image564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60.png"/><Relationship Id="rId11" Type="http://schemas.openxmlformats.org/officeDocument/2006/relationships/image" Target="../media/image9210.png"/><Relationship Id="rId5" Type="http://schemas.openxmlformats.org/officeDocument/2006/relationships/image" Target="../media/image9150.png"/><Relationship Id="rId10" Type="http://schemas.openxmlformats.org/officeDocument/2006/relationships/image" Target="../media/image9200.png"/><Relationship Id="rId4" Type="http://schemas.openxmlformats.org/officeDocument/2006/relationships/image" Target="../media/image9140.png"/><Relationship Id="rId9" Type="http://schemas.openxmlformats.org/officeDocument/2006/relationships/image" Target="../media/image9190.png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290.png"/><Relationship Id="rId13" Type="http://schemas.openxmlformats.org/officeDocument/2006/relationships/image" Target="../media/image9340.png"/><Relationship Id="rId18" Type="http://schemas.openxmlformats.org/officeDocument/2006/relationships/image" Target="../media/image9390.png"/><Relationship Id="rId3" Type="http://schemas.openxmlformats.org/officeDocument/2006/relationships/image" Target="../media/image9240.png"/><Relationship Id="rId21" Type="http://schemas.openxmlformats.org/officeDocument/2006/relationships/image" Target="../media/image9420.png"/><Relationship Id="rId7" Type="http://schemas.openxmlformats.org/officeDocument/2006/relationships/image" Target="../media/image9280.png"/><Relationship Id="rId12" Type="http://schemas.openxmlformats.org/officeDocument/2006/relationships/image" Target="../media/image9330.png"/><Relationship Id="rId17" Type="http://schemas.openxmlformats.org/officeDocument/2006/relationships/image" Target="../media/image9380.png"/><Relationship Id="rId2" Type="http://schemas.openxmlformats.org/officeDocument/2006/relationships/image" Target="../media/image563.png"/><Relationship Id="rId16" Type="http://schemas.openxmlformats.org/officeDocument/2006/relationships/image" Target="../media/image9370.png"/><Relationship Id="rId20" Type="http://schemas.openxmlformats.org/officeDocument/2006/relationships/image" Target="../media/image94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270.png"/><Relationship Id="rId11" Type="http://schemas.openxmlformats.org/officeDocument/2006/relationships/image" Target="../media/image9320.png"/><Relationship Id="rId5" Type="http://schemas.openxmlformats.org/officeDocument/2006/relationships/image" Target="../media/image9260.png"/><Relationship Id="rId15" Type="http://schemas.openxmlformats.org/officeDocument/2006/relationships/image" Target="../media/image9360.png"/><Relationship Id="rId10" Type="http://schemas.openxmlformats.org/officeDocument/2006/relationships/image" Target="../media/image9311.png"/><Relationship Id="rId19" Type="http://schemas.openxmlformats.org/officeDocument/2006/relationships/image" Target="../media/image9400.png"/><Relationship Id="rId4" Type="http://schemas.openxmlformats.org/officeDocument/2006/relationships/image" Target="../media/image9250.png"/><Relationship Id="rId9" Type="http://schemas.openxmlformats.org/officeDocument/2006/relationships/image" Target="../media/image9300.png"/><Relationship Id="rId14" Type="http://schemas.openxmlformats.org/officeDocument/2006/relationships/image" Target="../media/image9350.png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10.png"/><Relationship Id="rId13" Type="http://schemas.openxmlformats.org/officeDocument/2006/relationships/image" Target="../media/image7830.png"/><Relationship Id="rId51" Type="http://schemas.openxmlformats.org/officeDocument/2006/relationships/image" Target="../media/image8600.png"/><Relationship Id="rId3" Type="http://schemas.openxmlformats.org/officeDocument/2006/relationships/image" Target="../media/image4500.png"/><Relationship Id="rId47" Type="http://schemas.openxmlformats.org/officeDocument/2006/relationships/image" Target="../media/image568.png"/><Relationship Id="rId50" Type="http://schemas.openxmlformats.org/officeDocument/2006/relationships/image" Target="../media/image8590.png"/><Relationship Id="rId21" Type="http://schemas.openxmlformats.org/officeDocument/2006/relationships/image" Target="../media/image8640.png"/><Relationship Id="rId7" Type="http://schemas.openxmlformats.org/officeDocument/2006/relationships/image" Target="../media/image4911.png"/><Relationship Id="rId12" Type="http://schemas.openxmlformats.org/officeDocument/2006/relationships/image" Target="../media/image7820.png"/><Relationship Id="rId46" Type="http://schemas.openxmlformats.org/officeDocument/2006/relationships/image" Target="../media/image567.png"/><Relationship Id="rId2" Type="http://schemas.openxmlformats.org/officeDocument/2006/relationships/image" Target="../media/image563.png"/><Relationship Id="rId41" Type="http://schemas.openxmlformats.org/officeDocument/2006/relationships/image" Target="../media/image8170.png"/><Relationship Id="rId20" Type="http://schemas.openxmlformats.org/officeDocument/2006/relationships/image" Target="../media/image8630.png"/><Relationship Id="rId54" Type="http://schemas.openxmlformats.org/officeDocument/2006/relationships/image" Target="../media/image493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11.png"/><Relationship Id="rId11" Type="http://schemas.openxmlformats.org/officeDocument/2006/relationships/image" Target="../media/image5310.png"/><Relationship Id="rId40" Type="http://schemas.openxmlformats.org/officeDocument/2006/relationships/image" Target="../media/image8160.png"/><Relationship Id="rId45" Type="http://schemas.openxmlformats.org/officeDocument/2006/relationships/image" Target="../media/image8220.png"/><Relationship Id="rId53" Type="http://schemas.openxmlformats.org/officeDocument/2006/relationships/image" Target="../media/image5910.png"/><Relationship Id="rId5" Type="http://schemas.openxmlformats.org/officeDocument/2006/relationships/image" Target="../media/image566.png"/><Relationship Id="rId15" Type="http://schemas.openxmlformats.org/officeDocument/2006/relationships/image" Target="../media/image5511.png"/><Relationship Id="rId49" Type="http://schemas.openxmlformats.org/officeDocument/2006/relationships/image" Target="../media/image8580.png"/><Relationship Id="rId10" Type="http://schemas.openxmlformats.org/officeDocument/2006/relationships/image" Target="../media/image5210.png"/><Relationship Id="rId44" Type="http://schemas.openxmlformats.org/officeDocument/2006/relationships/image" Target="../media/image8210.png"/><Relationship Id="rId52" Type="http://schemas.openxmlformats.org/officeDocument/2006/relationships/image" Target="../media/image5811.png"/><Relationship Id="rId4" Type="http://schemas.openxmlformats.org/officeDocument/2006/relationships/image" Target="../media/image4600.png"/><Relationship Id="rId9" Type="http://schemas.openxmlformats.org/officeDocument/2006/relationships/image" Target="../media/image5110.png"/><Relationship Id="rId14" Type="http://schemas.openxmlformats.org/officeDocument/2006/relationships/image" Target="../media/image5410.png"/><Relationship Id="rId48" Type="http://schemas.openxmlformats.org/officeDocument/2006/relationships/image" Target="../media/image8570.png"/></Relationships>
</file>

<file path=ppt/slides/_rels/slide14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510.png"/><Relationship Id="rId18" Type="http://schemas.openxmlformats.org/officeDocument/2006/relationships/image" Target="../media/image1364.png"/><Relationship Id="rId26" Type="http://schemas.openxmlformats.org/officeDocument/2006/relationships/image" Target="../media/image8811.png"/><Relationship Id="rId21" Type="http://schemas.openxmlformats.org/officeDocument/2006/relationships/image" Target="../media/image1365.png"/><Relationship Id="rId63" Type="http://schemas.openxmlformats.org/officeDocument/2006/relationships/image" Target="../media/image9910.png"/><Relationship Id="rId68" Type="http://schemas.openxmlformats.org/officeDocument/2006/relationships/image" Target="../media/image10410.png"/><Relationship Id="rId76" Type="http://schemas.openxmlformats.org/officeDocument/2006/relationships/image" Target="../media/image1431.png"/><Relationship Id="rId71" Type="http://schemas.openxmlformats.org/officeDocument/2006/relationships/image" Target="../media/image10710.png"/><Relationship Id="rId2" Type="http://schemas.openxmlformats.org/officeDocument/2006/relationships/image" Target="../media/image563.png"/><Relationship Id="rId16" Type="http://schemas.openxmlformats.org/officeDocument/2006/relationships/image" Target="../media/image7811.png"/><Relationship Id="rId29" Type="http://schemas.openxmlformats.org/officeDocument/2006/relationships/image" Target="../media/image1370.png"/><Relationship Id="rId11" Type="http://schemas.openxmlformats.org/officeDocument/2006/relationships/image" Target="../media/image7310.png"/><Relationship Id="rId24" Type="http://schemas.openxmlformats.org/officeDocument/2006/relationships/image" Target="../media/image8612.png"/><Relationship Id="rId58" Type="http://schemas.openxmlformats.org/officeDocument/2006/relationships/image" Target="../media/image9411.png"/><Relationship Id="rId66" Type="http://schemas.openxmlformats.org/officeDocument/2006/relationships/image" Target="../media/image1399.png"/><Relationship Id="rId74" Type="http://schemas.openxmlformats.org/officeDocument/2006/relationships/image" Target="../media/image11010.png"/><Relationship Id="rId5" Type="http://schemas.openxmlformats.org/officeDocument/2006/relationships/image" Target="../media/image8590.png"/><Relationship Id="rId61" Type="http://schemas.openxmlformats.org/officeDocument/2006/relationships/image" Target="../media/image9710.png"/><Relationship Id="rId10" Type="http://schemas.openxmlformats.org/officeDocument/2006/relationships/image" Target="../media/image7210.png"/><Relationship Id="rId19" Type="http://schemas.openxmlformats.org/officeDocument/2006/relationships/image" Target="../media/image8111.png"/><Relationship Id="rId60" Type="http://schemas.openxmlformats.org/officeDocument/2006/relationships/image" Target="../media/image9610.png"/><Relationship Id="rId65" Type="http://schemas.openxmlformats.org/officeDocument/2006/relationships/image" Target="../media/image10110.png"/><Relationship Id="rId52" Type="http://schemas.openxmlformats.org/officeDocument/2006/relationships/image" Target="../media/image9070.png"/><Relationship Id="rId73" Type="http://schemas.openxmlformats.org/officeDocument/2006/relationships/image" Target="../media/image5691.png"/><Relationship Id="rId4" Type="http://schemas.openxmlformats.org/officeDocument/2006/relationships/image" Target="../media/image8580.png"/><Relationship Id="rId9" Type="http://schemas.openxmlformats.org/officeDocument/2006/relationships/image" Target="../media/image8640.png"/><Relationship Id="rId14" Type="http://schemas.openxmlformats.org/officeDocument/2006/relationships/image" Target="../media/image7610.png"/><Relationship Id="rId22" Type="http://schemas.openxmlformats.org/officeDocument/2006/relationships/image" Target="../media/image8411.png"/><Relationship Id="rId27" Type="http://schemas.openxmlformats.org/officeDocument/2006/relationships/image" Target="../media/image8912.png"/><Relationship Id="rId30" Type="http://schemas.openxmlformats.org/officeDocument/2006/relationships/image" Target="../media/image9211.png"/><Relationship Id="rId56" Type="http://schemas.openxmlformats.org/officeDocument/2006/relationships/image" Target="../media/image9111.png"/><Relationship Id="rId64" Type="http://schemas.openxmlformats.org/officeDocument/2006/relationships/image" Target="../media/image10010.png"/><Relationship Id="rId69" Type="http://schemas.openxmlformats.org/officeDocument/2006/relationships/image" Target="../media/image10510.png"/><Relationship Id="rId77" Type="http://schemas.openxmlformats.org/officeDocument/2006/relationships/image" Target="../media/image11310.png"/><Relationship Id="rId8" Type="http://schemas.openxmlformats.org/officeDocument/2006/relationships/image" Target="../media/image8630.png"/><Relationship Id="rId72" Type="http://schemas.openxmlformats.org/officeDocument/2006/relationships/image" Target="../media/image5681.png"/><Relationship Id="rId3" Type="http://schemas.openxmlformats.org/officeDocument/2006/relationships/image" Target="../media/image8570.png"/><Relationship Id="rId12" Type="http://schemas.openxmlformats.org/officeDocument/2006/relationships/image" Target="../media/image7411.png"/><Relationship Id="rId17" Type="http://schemas.openxmlformats.org/officeDocument/2006/relationships/image" Target="../media/image7911.png"/><Relationship Id="rId25" Type="http://schemas.openxmlformats.org/officeDocument/2006/relationships/image" Target="../media/image8712.png"/><Relationship Id="rId59" Type="http://schemas.openxmlformats.org/officeDocument/2006/relationships/image" Target="../media/image1382.png"/><Relationship Id="rId67" Type="http://schemas.openxmlformats.org/officeDocument/2006/relationships/image" Target="../media/image1400.png"/><Relationship Id="rId20" Type="http://schemas.openxmlformats.org/officeDocument/2006/relationships/image" Target="../media/image8211.png"/><Relationship Id="rId62" Type="http://schemas.openxmlformats.org/officeDocument/2006/relationships/image" Target="../media/image9810.png"/><Relationship Id="rId70" Type="http://schemas.openxmlformats.org/officeDocument/2006/relationships/image" Target="../media/image10610.png"/><Relationship Id="rId54" Type="http://schemas.openxmlformats.org/officeDocument/2006/relationships/image" Target="../media/image9090.png"/><Relationship Id="rId75" Type="http://schemas.openxmlformats.org/officeDocument/2006/relationships/image" Target="../media/image142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00.png"/><Relationship Id="rId15" Type="http://schemas.openxmlformats.org/officeDocument/2006/relationships/image" Target="../media/image7711.png"/><Relationship Id="rId23" Type="http://schemas.openxmlformats.org/officeDocument/2006/relationships/image" Target="../media/image8511.png"/><Relationship Id="rId28" Type="http://schemas.openxmlformats.org/officeDocument/2006/relationships/image" Target="../media/image9011.png"/><Relationship Id="rId57" Type="http://schemas.openxmlformats.org/officeDocument/2006/relationships/image" Target="../media/image1374.png"/></Relationships>
</file>

<file path=ppt/slides/_rels/slide144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443.png"/><Relationship Id="rId3" Type="http://schemas.openxmlformats.org/officeDocument/2006/relationships/image" Target="../media/image1266.png"/><Relationship Id="rId21" Type="http://schemas.openxmlformats.org/officeDocument/2006/relationships/image" Target="../media/image1279.png"/><Relationship Id="rId25" Type="http://schemas.openxmlformats.org/officeDocument/2006/relationships/image" Target="../media/image1433.png"/><Relationship Id="rId2" Type="http://schemas.openxmlformats.org/officeDocument/2006/relationships/image" Target="../media/image563.png"/><Relationship Id="rId20" Type="http://schemas.openxmlformats.org/officeDocument/2006/relationships/image" Target="../media/image9600.png"/><Relationship Id="rId29" Type="http://schemas.openxmlformats.org/officeDocument/2006/relationships/image" Target="../media/image1459.png"/><Relationship Id="rId1" Type="http://schemas.openxmlformats.org/officeDocument/2006/relationships/slideLayout" Target="../slideLayouts/slideLayout2.xml"/><Relationship Id="rId24" Type="http://schemas.openxmlformats.org/officeDocument/2006/relationships/image" Target="../media/image1430.png"/><Relationship Id="rId23" Type="http://schemas.openxmlformats.org/officeDocument/2006/relationships/image" Target="../media/image11810.png"/><Relationship Id="rId28" Type="http://schemas.openxmlformats.org/officeDocument/2006/relationships/image" Target="../media/image1458.png"/><Relationship Id="rId4" Type="http://schemas.openxmlformats.org/officeDocument/2006/relationships/image" Target="../media/image1457.png"/><Relationship Id="rId22" Type="http://schemas.openxmlformats.org/officeDocument/2006/relationships/image" Target="../media/image1280.png"/><Relationship Id="rId27" Type="http://schemas.openxmlformats.org/officeDocument/2006/relationships/image" Target="../media/image12210.pn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30.png"/><Relationship Id="rId13" Type="http://schemas.openxmlformats.org/officeDocument/2006/relationships/image" Target="../media/image9780.png"/><Relationship Id="rId18" Type="http://schemas.openxmlformats.org/officeDocument/2006/relationships/image" Target="../media/image9830.png"/><Relationship Id="rId26" Type="http://schemas.openxmlformats.org/officeDocument/2006/relationships/image" Target="../media/image9911.png"/><Relationship Id="rId3" Type="http://schemas.openxmlformats.org/officeDocument/2006/relationships/image" Target="../media/image9680.png"/><Relationship Id="rId21" Type="http://schemas.openxmlformats.org/officeDocument/2006/relationships/image" Target="../media/image9860.png"/><Relationship Id="rId7" Type="http://schemas.openxmlformats.org/officeDocument/2006/relationships/image" Target="../media/image9720.png"/><Relationship Id="rId12" Type="http://schemas.openxmlformats.org/officeDocument/2006/relationships/image" Target="../media/image9770.png"/><Relationship Id="rId17" Type="http://schemas.openxmlformats.org/officeDocument/2006/relationships/image" Target="../media/image9820.png"/><Relationship Id="rId25" Type="http://schemas.openxmlformats.org/officeDocument/2006/relationships/image" Target="../media/image9900.png"/><Relationship Id="rId2" Type="http://schemas.openxmlformats.org/officeDocument/2006/relationships/image" Target="../media/image4850.png"/><Relationship Id="rId16" Type="http://schemas.openxmlformats.org/officeDocument/2006/relationships/image" Target="../media/image9811.png"/><Relationship Id="rId20" Type="http://schemas.openxmlformats.org/officeDocument/2006/relationships/image" Target="../media/image9850.png"/><Relationship Id="rId29" Type="http://schemas.openxmlformats.org/officeDocument/2006/relationships/image" Target="../media/image99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11.png"/><Relationship Id="rId11" Type="http://schemas.openxmlformats.org/officeDocument/2006/relationships/image" Target="../media/image9760.png"/><Relationship Id="rId24" Type="http://schemas.openxmlformats.org/officeDocument/2006/relationships/image" Target="../media/image9890.png"/><Relationship Id="rId5" Type="http://schemas.openxmlformats.org/officeDocument/2006/relationships/image" Target="../media/image9700.png"/><Relationship Id="rId15" Type="http://schemas.openxmlformats.org/officeDocument/2006/relationships/image" Target="../media/image9800.png"/><Relationship Id="rId23" Type="http://schemas.openxmlformats.org/officeDocument/2006/relationships/image" Target="../media/image9880.png"/><Relationship Id="rId28" Type="http://schemas.openxmlformats.org/officeDocument/2006/relationships/image" Target="../media/image9930.png"/><Relationship Id="rId10" Type="http://schemas.openxmlformats.org/officeDocument/2006/relationships/image" Target="../media/image9750.png"/><Relationship Id="rId19" Type="http://schemas.openxmlformats.org/officeDocument/2006/relationships/image" Target="../media/image9840.png"/><Relationship Id="rId4" Type="http://schemas.openxmlformats.org/officeDocument/2006/relationships/image" Target="../media/image9690.png"/><Relationship Id="rId9" Type="http://schemas.openxmlformats.org/officeDocument/2006/relationships/image" Target="../media/image9740.png"/><Relationship Id="rId14" Type="http://schemas.openxmlformats.org/officeDocument/2006/relationships/image" Target="../media/image9790.png"/><Relationship Id="rId22" Type="http://schemas.openxmlformats.org/officeDocument/2006/relationships/image" Target="../media/image9870.png"/><Relationship Id="rId27" Type="http://schemas.openxmlformats.org/officeDocument/2006/relationships/image" Target="../media/image9920.png"/><Relationship Id="rId30" Type="http://schemas.openxmlformats.org/officeDocument/2006/relationships/image" Target="../media/image9950.png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20.png"/><Relationship Id="rId13" Type="http://schemas.openxmlformats.org/officeDocument/2006/relationships/image" Target="../media/image10070.png"/><Relationship Id="rId26" Type="http://schemas.openxmlformats.org/officeDocument/2006/relationships/image" Target="../media/image576.png"/><Relationship Id="rId3" Type="http://schemas.openxmlformats.org/officeDocument/2006/relationships/image" Target="../media/image9970.png"/><Relationship Id="rId21" Type="http://schemas.openxmlformats.org/officeDocument/2006/relationships/image" Target="../media/image10150.png"/><Relationship Id="rId34" Type="http://schemas.openxmlformats.org/officeDocument/2006/relationships/image" Target="../media/image581.png"/><Relationship Id="rId7" Type="http://schemas.openxmlformats.org/officeDocument/2006/relationships/image" Target="../media/image10011.png"/><Relationship Id="rId12" Type="http://schemas.openxmlformats.org/officeDocument/2006/relationships/image" Target="../media/image5720.png"/><Relationship Id="rId25" Type="http://schemas.openxmlformats.org/officeDocument/2006/relationships/image" Target="../media/image575.png"/><Relationship Id="rId33" Type="http://schemas.openxmlformats.org/officeDocument/2006/relationships/image" Target="../media/image580.png"/><Relationship Id="rId2" Type="http://schemas.openxmlformats.org/officeDocument/2006/relationships/image" Target="../media/image569.png"/><Relationship Id="rId20" Type="http://schemas.openxmlformats.org/officeDocument/2006/relationships/image" Target="../media/image10140.png"/><Relationship Id="rId29" Type="http://schemas.openxmlformats.org/officeDocument/2006/relationships/image" Target="../media/image57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00.png"/><Relationship Id="rId11" Type="http://schemas.openxmlformats.org/officeDocument/2006/relationships/image" Target="../media/image10050.png"/><Relationship Id="rId24" Type="http://schemas.openxmlformats.org/officeDocument/2006/relationships/image" Target="../media/image574.png"/><Relationship Id="rId32" Type="http://schemas.openxmlformats.org/officeDocument/2006/relationships/image" Target="../media/image10230.png"/><Relationship Id="rId5" Type="http://schemas.openxmlformats.org/officeDocument/2006/relationships/image" Target="../media/image9990.png"/><Relationship Id="rId15" Type="http://schemas.openxmlformats.org/officeDocument/2006/relationships/image" Target="../media/image10090.png"/><Relationship Id="rId23" Type="http://schemas.openxmlformats.org/officeDocument/2006/relationships/image" Target="../media/image10170.png"/><Relationship Id="rId28" Type="http://schemas.openxmlformats.org/officeDocument/2006/relationships/image" Target="../media/image578.png"/><Relationship Id="rId36" Type="http://schemas.openxmlformats.org/officeDocument/2006/relationships/image" Target="../media/image583.png"/><Relationship Id="rId10" Type="http://schemas.openxmlformats.org/officeDocument/2006/relationships/image" Target="../media/image10040.png"/><Relationship Id="rId31" Type="http://schemas.openxmlformats.org/officeDocument/2006/relationships/image" Target="../media/image10220.png"/><Relationship Id="rId4" Type="http://schemas.openxmlformats.org/officeDocument/2006/relationships/image" Target="../media/image9980.png"/><Relationship Id="rId9" Type="http://schemas.openxmlformats.org/officeDocument/2006/relationships/image" Target="../media/image10030.png"/><Relationship Id="rId14" Type="http://schemas.openxmlformats.org/officeDocument/2006/relationships/image" Target="../media/image10080.png"/><Relationship Id="rId22" Type="http://schemas.openxmlformats.org/officeDocument/2006/relationships/image" Target="../media/image573.png"/><Relationship Id="rId27" Type="http://schemas.openxmlformats.org/officeDocument/2006/relationships/image" Target="../media/image577.png"/><Relationship Id="rId30" Type="http://schemas.openxmlformats.org/officeDocument/2006/relationships/image" Target="../media/image10190.png"/><Relationship Id="rId35" Type="http://schemas.openxmlformats.org/officeDocument/2006/relationships/image" Target="../media/image582.pn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20.png"/><Relationship Id="rId13" Type="http://schemas.openxmlformats.org/officeDocument/2006/relationships/image" Target="../media/image10640.png"/><Relationship Id="rId18" Type="http://schemas.openxmlformats.org/officeDocument/2006/relationships/image" Target="../media/image10780.png"/><Relationship Id="rId26" Type="http://schemas.openxmlformats.org/officeDocument/2006/relationships/image" Target="../media/image592.png"/><Relationship Id="rId3" Type="http://schemas.openxmlformats.org/officeDocument/2006/relationships/image" Target="../media/image10270.png"/><Relationship Id="rId21" Type="http://schemas.openxmlformats.org/officeDocument/2006/relationships/image" Target="../media/image587.png"/><Relationship Id="rId7" Type="http://schemas.openxmlformats.org/officeDocument/2006/relationships/image" Target="../media/image10311.png"/><Relationship Id="rId12" Type="http://schemas.openxmlformats.org/officeDocument/2006/relationships/image" Target="../media/image10630.png"/><Relationship Id="rId17" Type="http://schemas.openxmlformats.org/officeDocument/2006/relationships/image" Target="../media/image4950.png"/><Relationship Id="rId25" Type="http://schemas.openxmlformats.org/officeDocument/2006/relationships/image" Target="../media/image591.png"/><Relationship Id="rId2" Type="http://schemas.openxmlformats.org/officeDocument/2006/relationships/image" Target="../media/image569.png"/><Relationship Id="rId16" Type="http://schemas.openxmlformats.org/officeDocument/2006/relationships/image" Target="../media/image4941.png"/><Relationship Id="rId20" Type="http://schemas.openxmlformats.org/officeDocument/2006/relationships/image" Target="../media/image58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81.png"/><Relationship Id="rId11" Type="http://schemas.openxmlformats.org/officeDocument/2006/relationships/image" Target="../media/image585.png"/><Relationship Id="rId24" Type="http://schemas.openxmlformats.org/officeDocument/2006/relationships/image" Target="../media/image590.png"/><Relationship Id="rId5" Type="http://schemas.openxmlformats.org/officeDocument/2006/relationships/image" Target="../media/image10290.png"/><Relationship Id="rId15" Type="http://schemas.openxmlformats.org/officeDocument/2006/relationships/image" Target="../media/image10660.png"/><Relationship Id="rId23" Type="http://schemas.openxmlformats.org/officeDocument/2006/relationships/image" Target="../media/image589.png"/><Relationship Id="rId10" Type="http://schemas.openxmlformats.org/officeDocument/2006/relationships/image" Target="../media/image1314.png"/><Relationship Id="rId19" Type="http://schemas.openxmlformats.org/officeDocument/2006/relationships/image" Target="../media/image10790.png"/><Relationship Id="rId4" Type="http://schemas.openxmlformats.org/officeDocument/2006/relationships/image" Target="../media/image10280.png"/><Relationship Id="rId9" Type="http://schemas.openxmlformats.org/officeDocument/2006/relationships/image" Target="../media/image584.png"/><Relationship Id="rId14" Type="http://schemas.openxmlformats.org/officeDocument/2006/relationships/image" Target="../media/image10650.png"/><Relationship Id="rId22" Type="http://schemas.openxmlformats.org/officeDocument/2006/relationships/image" Target="../media/image588.png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60.png"/><Relationship Id="rId13" Type="http://schemas.openxmlformats.org/officeDocument/2006/relationships/image" Target="../media/image598.png"/><Relationship Id="rId3" Type="http://schemas.openxmlformats.org/officeDocument/2006/relationships/image" Target="../media/image10811.png"/><Relationship Id="rId7" Type="http://schemas.openxmlformats.org/officeDocument/2006/relationships/image" Target="../media/image10850.png"/><Relationship Id="rId12" Type="http://schemas.openxmlformats.org/officeDocument/2006/relationships/image" Target="../media/image597.png"/><Relationship Id="rId2" Type="http://schemas.openxmlformats.org/officeDocument/2006/relationships/image" Target="../media/image5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840.png"/><Relationship Id="rId11" Type="http://schemas.openxmlformats.org/officeDocument/2006/relationships/image" Target="../media/image596.png"/><Relationship Id="rId5" Type="http://schemas.openxmlformats.org/officeDocument/2006/relationships/image" Target="../media/image10830.png"/><Relationship Id="rId10" Type="http://schemas.openxmlformats.org/officeDocument/2006/relationships/image" Target="../media/image595.png"/><Relationship Id="rId4" Type="http://schemas.openxmlformats.org/officeDocument/2006/relationships/image" Target="../media/image10820.png"/><Relationship Id="rId9" Type="http://schemas.openxmlformats.org/officeDocument/2006/relationships/image" Target="../media/image594.png"/><Relationship Id="rId14" Type="http://schemas.openxmlformats.org/officeDocument/2006/relationships/image" Target="../media/image601.png"/></Relationships>
</file>

<file path=ppt/slides/_rels/slide1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410.png"/><Relationship Id="rId18" Type="http://schemas.openxmlformats.org/officeDocument/2006/relationships/image" Target="../media/image12390.png"/><Relationship Id="rId26" Type="http://schemas.openxmlformats.org/officeDocument/2006/relationships/image" Target="../media/image12470.png"/><Relationship Id="rId3" Type="http://schemas.openxmlformats.org/officeDocument/2006/relationships/image" Target="../media/image12240.png"/><Relationship Id="rId21" Type="http://schemas.openxmlformats.org/officeDocument/2006/relationships/image" Target="../media/image12420.png"/><Relationship Id="rId7" Type="http://schemas.openxmlformats.org/officeDocument/2006/relationships/image" Target="../media/image13300.png"/><Relationship Id="rId12" Type="http://schemas.openxmlformats.org/officeDocument/2006/relationships/image" Target="../media/image13810.png"/><Relationship Id="rId17" Type="http://schemas.openxmlformats.org/officeDocument/2006/relationships/image" Target="../media/image12380.png"/><Relationship Id="rId25" Type="http://schemas.openxmlformats.org/officeDocument/2006/relationships/image" Target="../media/image12460.png"/><Relationship Id="rId2" Type="http://schemas.openxmlformats.org/officeDocument/2006/relationships/image" Target="../media/image12230.png"/><Relationship Id="rId16" Type="http://schemas.openxmlformats.org/officeDocument/2006/relationships/image" Target="../media/image14110.png"/><Relationship Id="rId20" Type="http://schemas.openxmlformats.org/officeDocument/2006/relationships/image" Target="../media/image124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310.png"/><Relationship Id="rId11" Type="http://schemas.openxmlformats.org/officeDocument/2006/relationships/image" Target="../media/image13710.png"/><Relationship Id="rId24" Type="http://schemas.openxmlformats.org/officeDocument/2006/relationships/image" Target="../media/image12450.png"/><Relationship Id="rId5" Type="http://schemas.openxmlformats.org/officeDocument/2006/relationships/image" Target="../media/image6010.png"/><Relationship Id="rId15" Type="http://schemas.openxmlformats.org/officeDocument/2006/relationships/image" Target="../media/image14012.png"/><Relationship Id="rId23" Type="http://schemas.openxmlformats.org/officeDocument/2006/relationships/image" Target="../media/image12440.png"/><Relationship Id="rId28" Type="http://schemas.openxmlformats.org/officeDocument/2006/relationships/image" Target="../media/image12490.png"/><Relationship Id="rId10" Type="http://schemas.openxmlformats.org/officeDocument/2006/relationships/image" Target="../media/image13640.png"/><Relationship Id="rId19" Type="http://schemas.openxmlformats.org/officeDocument/2006/relationships/image" Target="../media/image12400.png"/><Relationship Id="rId4" Type="http://schemas.openxmlformats.org/officeDocument/2006/relationships/image" Target="../media/image13110.png"/><Relationship Id="rId9" Type="http://schemas.openxmlformats.org/officeDocument/2006/relationships/image" Target="../media/image13570.png"/><Relationship Id="rId14" Type="http://schemas.openxmlformats.org/officeDocument/2006/relationships/image" Target="../media/image13910.png"/><Relationship Id="rId22" Type="http://schemas.openxmlformats.org/officeDocument/2006/relationships/image" Target="../media/image12430.png"/><Relationship Id="rId27" Type="http://schemas.openxmlformats.org/officeDocument/2006/relationships/image" Target="../media/image12480.png"/></Relationships>
</file>

<file path=ppt/slides/_rels/slide150.xml.rels><?xml version="1.0" encoding="UTF-8" standalone="yes"?>
<Relationships xmlns="http://schemas.openxmlformats.org/package/2006/relationships"><Relationship Id="rId18" Type="http://schemas.openxmlformats.org/officeDocument/2006/relationships/image" Target="../media/image14410.png"/><Relationship Id="rId26" Type="http://schemas.openxmlformats.org/officeDocument/2006/relationships/image" Target="../media/image1520.png"/><Relationship Id="rId13" Type="http://schemas.openxmlformats.org/officeDocument/2006/relationships/image" Target="../media/image12610.png"/><Relationship Id="rId39" Type="http://schemas.openxmlformats.org/officeDocument/2006/relationships/image" Target="../media/image16510.png"/><Relationship Id="rId21" Type="http://schemas.openxmlformats.org/officeDocument/2006/relationships/image" Target="../media/image14710.png"/><Relationship Id="rId34" Type="http://schemas.openxmlformats.org/officeDocument/2006/relationships/image" Target="../media/image1600.png"/><Relationship Id="rId42" Type="http://schemas.openxmlformats.org/officeDocument/2006/relationships/image" Target="../media/image16810.png"/><Relationship Id="rId47" Type="http://schemas.openxmlformats.org/officeDocument/2006/relationships/image" Target="../media/image17310.png"/><Relationship Id="rId50" Type="http://schemas.openxmlformats.org/officeDocument/2006/relationships/image" Target="../media/image1764.png"/><Relationship Id="rId55" Type="http://schemas.openxmlformats.org/officeDocument/2006/relationships/image" Target="../media/image18110.png"/><Relationship Id="rId63" Type="http://schemas.openxmlformats.org/officeDocument/2006/relationships/image" Target="../media/image18910.png"/><Relationship Id="rId68" Type="http://schemas.openxmlformats.org/officeDocument/2006/relationships/image" Target="../media/image1940.png"/><Relationship Id="rId71" Type="http://schemas.openxmlformats.org/officeDocument/2006/relationships/image" Target="../media/image603.png"/><Relationship Id="rId16" Type="http://schemas.openxmlformats.org/officeDocument/2006/relationships/image" Target="../media/image14210.png"/><Relationship Id="rId29" Type="http://schemas.openxmlformats.org/officeDocument/2006/relationships/image" Target="../media/image15510.png"/><Relationship Id="rId24" Type="http://schemas.openxmlformats.org/officeDocument/2006/relationships/image" Target="../media/image15012.png"/><Relationship Id="rId11" Type="http://schemas.openxmlformats.org/officeDocument/2006/relationships/image" Target="../media/image12590.png"/><Relationship Id="rId32" Type="http://schemas.openxmlformats.org/officeDocument/2006/relationships/image" Target="../media/image1580.png"/><Relationship Id="rId37" Type="http://schemas.openxmlformats.org/officeDocument/2006/relationships/image" Target="../media/image16310.png"/><Relationship Id="rId40" Type="http://schemas.openxmlformats.org/officeDocument/2006/relationships/image" Target="../media/image16610.png"/><Relationship Id="rId45" Type="http://schemas.openxmlformats.org/officeDocument/2006/relationships/image" Target="../media/image17110.png"/><Relationship Id="rId53" Type="http://schemas.openxmlformats.org/officeDocument/2006/relationships/image" Target="../media/image1790.png"/><Relationship Id="rId58" Type="http://schemas.openxmlformats.org/officeDocument/2006/relationships/image" Target="../media/image18410.png"/><Relationship Id="rId66" Type="http://schemas.openxmlformats.org/officeDocument/2006/relationships/image" Target="../media/image1920.png"/><Relationship Id="rId61" Type="http://schemas.openxmlformats.org/officeDocument/2006/relationships/image" Target="../media/image18710.png"/><Relationship Id="rId19" Type="http://schemas.openxmlformats.org/officeDocument/2006/relationships/image" Target="../media/image14570.png"/><Relationship Id="rId14" Type="http://schemas.openxmlformats.org/officeDocument/2006/relationships/image" Target="../media/image12620.png"/><Relationship Id="rId22" Type="http://schemas.openxmlformats.org/officeDocument/2006/relationships/image" Target="../media/image14810.png"/><Relationship Id="rId27" Type="http://schemas.openxmlformats.org/officeDocument/2006/relationships/image" Target="../media/image1530.png"/><Relationship Id="rId30" Type="http://schemas.openxmlformats.org/officeDocument/2006/relationships/image" Target="../media/image1566.png"/><Relationship Id="rId35" Type="http://schemas.openxmlformats.org/officeDocument/2006/relationships/image" Target="../media/image16110.png"/><Relationship Id="rId43" Type="http://schemas.openxmlformats.org/officeDocument/2006/relationships/image" Target="../media/image16910.png"/><Relationship Id="rId48" Type="http://schemas.openxmlformats.org/officeDocument/2006/relationships/image" Target="../media/image17410.png"/><Relationship Id="rId56" Type="http://schemas.openxmlformats.org/officeDocument/2006/relationships/image" Target="../media/image1828.png"/><Relationship Id="rId64" Type="http://schemas.openxmlformats.org/officeDocument/2006/relationships/image" Target="../media/image1906.png"/><Relationship Id="rId69" Type="http://schemas.openxmlformats.org/officeDocument/2006/relationships/image" Target="../media/image19510.png"/><Relationship Id="rId51" Type="http://schemas.openxmlformats.org/officeDocument/2006/relationships/image" Target="../media/image1770.png"/><Relationship Id="rId3" Type="http://schemas.openxmlformats.org/officeDocument/2006/relationships/image" Target="../media/image12511.png"/><Relationship Id="rId17" Type="http://schemas.openxmlformats.org/officeDocument/2006/relationships/image" Target="../media/image14310.png"/><Relationship Id="rId25" Type="http://schemas.openxmlformats.org/officeDocument/2006/relationships/image" Target="../media/image1516.png"/><Relationship Id="rId33" Type="http://schemas.openxmlformats.org/officeDocument/2006/relationships/image" Target="../media/image1597.png"/><Relationship Id="rId38" Type="http://schemas.openxmlformats.org/officeDocument/2006/relationships/image" Target="../media/image16410.png"/><Relationship Id="rId46" Type="http://schemas.openxmlformats.org/officeDocument/2006/relationships/image" Target="../media/image1722.png"/><Relationship Id="rId59" Type="http://schemas.openxmlformats.org/officeDocument/2006/relationships/image" Target="../media/image18510.png"/><Relationship Id="rId67" Type="http://schemas.openxmlformats.org/officeDocument/2006/relationships/image" Target="../media/image1932.png"/><Relationship Id="rId20" Type="http://schemas.openxmlformats.org/officeDocument/2006/relationships/image" Target="../media/image14610.png"/><Relationship Id="rId41" Type="http://schemas.openxmlformats.org/officeDocument/2006/relationships/image" Target="../media/image16710.png"/><Relationship Id="rId54" Type="http://schemas.openxmlformats.org/officeDocument/2006/relationships/image" Target="../media/image18010.png"/><Relationship Id="rId62" Type="http://schemas.openxmlformats.org/officeDocument/2006/relationships/image" Target="../media/image18810.png"/><Relationship Id="rId70" Type="http://schemas.openxmlformats.org/officeDocument/2006/relationships/image" Target="../media/image571.png"/><Relationship Id="rId1" Type="http://schemas.openxmlformats.org/officeDocument/2006/relationships/slideLayout" Target="../slideLayouts/slideLayout2.xml"/><Relationship Id="rId15" Type="http://schemas.openxmlformats.org/officeDocument/2006/relationships/image" Target="../media/image12630.png"/><Relationship Id="rId23" Type="http://schemas.openxmlformats.org/officeDocument/2006/relationships/image" Target="../media/image14930.png"/><Relationship Id="rId28" Type="http://schemas.openxmlformats.org/officeDocument/2006/relationships/image" Target="../media/image1540.png"/><Relationship Id="rId36" Type="http://schemas.openxmlformats.org/officeDocument/2006/relationships/image" Target="../media/image16210.png"/><Relationship Id="rId49" Type="http://schemas.openxmlformats.org/officeDocument/2006/relationships/image" Target="../media/image17510.png"/><Relationship Id="rId57" Type="http://schemas.openxmlformats.org/officeDocument/2006/relationships/image" Target="../media/image18310.png"/><Relationship Id="rId10" Type="http://schemas.openxmlformats.org/officeDocument/2006/relationships/image" Target="../media/image12580.png"/><Relationship Id="rId31" Type="http://schemas.openxmlformats.org/officeDocument/2006/relationships/image" Target="../media/image15710.png"/><Relationship Id="rId44" Type="http://schemas.openxmlformats.org/officeDocument/2006/relationships/image" Target="../media/image1707.png"/><Relationship Id="rId52" Type="http://schemas.openxmlformats.org/officeDocument/2006/relationships/image" Target="../media/image1780.png"/><Relationship Id="rId60" Type="http://schemas.openxmlformats.org/officeDocument/2006/relationships/image" Target="../media/image18610.png"/><Relationship Id="rId65" Type="http://schemas.openxmlformats.org/officeDocument/2006/relationships/image" Target="../media/image1912.png"/><Relationship Id="rId4" Type="http://schemas.openxmlformats.org/officeDocument/2006/relationships/image" Target="../media/image12520.png"/></Relationships>
</file>

<file path=ppt/slides/_rels/slide15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090.png"/><Relationship Id="rId18" Type="http://schemas.openxmlformats.org/officeDocument/2006/relationships/image" Target="../media/image571.png"/><Relationship Id="rId26" Type="http://schemas.openxmlformats.org/officeDocument/2006/relationships/image" Target="../media/image2194.png"/><Relationship Id="rId39" Type="http://schemas.openxmlformats.org/officeDocument/2006/relationships/image" Target="../media/image2320.png"/><Relationship Id="rId21" Type="http://schemas.openxmlformats.org/officeDocument/2006/relationships/image" Target="../media/image2140.png"/><Relationship Id="rId34" Type="http://schemas.openxmlformats.org/officeDocument/2006/relationships/image" Target="../media/image22710.png"/><Relationship Id="rId42" Type="http://schemas.openxmlformats.org/officeDocument/2006/relationships/image" Target="../media/image2350.png"/><Relationship Id="rId47" Type="http://schemas.openxmlformats.org/officeDocument/2006/relationships/image" Target="../media/image2402.png"/><Relationship Id="rId50" Type="http://schemas.openxmlformats.org/officeDocument/2006/relationships/image" Target="../media/image604.png"/><Relationship Id="rId55" Type="http://schemas.openxmlformats.org/officeDocument/2006/relationships/image" Target="../media/image2480.png"/><Relationship Id="rId63" Type="http://schemas.openxmlformats.org/officeDocument/2006/relationships/image" Target="../media/image2560.png"/><Relationship Id="rId7" Type="http://schemas.openxmlformats.org/officeDocument/2006/relationships/image" Target="../media/image2034.png"/><Relationship Id="rId2" Type="http://schemas.openxmlformats.org/officeDocument/2006/relationships/image" Target="../media/image1985.png"/><Relationship Id="rId16" Type="http://schemas.openxmlformats.org/officeDocument/2006/relationships/image" Target="../media/image2120.png"/><Relationship Id="rId29" Type="http://schemas.openxmlformats.org/officeDocument/2006/relationships/image" Target="../media/image22210.png"/><Relationship Id="rId11" Type="http://schemas.openxmlformats.org/officeDocument/2006/relationships/image" Target="../media/image2074.png"/><Relationship Id="rId24" Type="http://schemas.openxmlformats.org/officeDocument/2006/relationships/image" Target="../media/image2170.png"/><Relationship Id="rId32" Type="http://schemas.openxmlformats.org/officeDocument/2006/relationships/image" Target="../media/image22510.png"/><Relationship Id="rId37" Type="http://schemas.openxmlformats.org/officeDocument/2006/relationships/image" Target="../media/image23010.png"/><Relationship Id="rId40" Type="http://schemas.openxmlformats.org/officeDocument/2006/relationships/image" Target="../media/image2330.png"/><Relationship Id="rId45" Type="http://schemas.openxmlformats.org/officeDocument/2006/relationships/image" Target="../media/image2380.png"/><Relationship Id="rId53" Type="http://schemas.openxmlformats.org/officeDocument/2006/relationships/image" Target="../media/image2460.png"/><Relationship Id="rId58" Type="http://schemas.openxmlformats.org/officeDocument/2006/relationships/image" Target="../media/image2511.png"/><Relationship Id="rId5" Type="http://schemas.openxmlformats.org/officeDocument/2006/relationships/image" Target="../media/image2013.png"/><Relationship Id="rId61" Type="http://schemas.openxmlformats.org/officeDocument/2006/relationships/image" Target="../media/image2540.png"/><Relationship Id="rId19" Type="http://schemas.openxmlformats.org/officeDocument/2006/relationships/image" Target="../media/image12620.png"/><Relationship Id="rId14" Type="http://schemas.openxmlformats.org/officeDocument/2006/relationships/image" Target="../media/image2100.png"/><Relationship Id="rId22" Type="http://schemas.openxmlformats.org/officeDocument/2006/relationships/image" Target="../media/image2150.png"/><Relationship Id="rId27" Type="http://schemas.openxmlformats.org/officeDocument/2006/relationships/image" Target="../media/image22010.png"/><Relationship Id="rId30" Type="http://schemas.openxmlformats.org/officeDocument/2006/relationships/image" Target="../media/image22310.png"/><Relationship Id="rId43" Type="http://schemas.openxmlformats.org/officeDocument/2006/relationships/image" Target="../media/image2360.png"/><Relationship Id="rId48" Type="http://schemas.openxmlformats.org/officeDocument/2006/relationships/image" Target="../media/image2411.png"/><Relationship Id="rId56" Type="http://schemas.openxmlformats.org/officeDocument/2006/relationships/image" Target="../media/image2490.png"/><Relationship Id="rId64" Type="http://schemas.openxmlformats.org/officeDocument/2006/relationships/image" Target="../media/image2570.png"/><Relationship Id="rId8" Type="http://schemas.openxmlformats.org/officeDocument/2006/relationships/image" Target="../media/image20410.png"/><Relationship Id="rId51" Type="http://schemas.openxmlformats.org/officeDocument/2006/relationships/image" Target="../media/image2440.png"/><Relationship Id="rId3" Type="http://schemas.openxmlformats.org/officeDocument/2006/relationships/image" Target="../media/image1991.png"/><Relationship Id="rId12" Type="http://schemas.openxmlformats.org/officeDocument/2006/relationships/image" Target="../media/image2080.png"/><Relationship Id="rId17" Type="http://schemas.openxmlformats.org/officeDocument/2006/relationships/image" Target="../media/image2130.png"/><Relationship Id="rId25" Type="http://schemas.openxmlformats.org/officeDocument/2006/relationships/image" Target="../media/image21810.png"/><Relationship Id="rId33" Type="http://schemas.openxmlformats.org/officeDocument/2006/relationships/image" Target="../media/image2260.png"/><Relationship Id="rId38" Type="http://schemas.openxmlformats.org/officeDocument/2006/relationships/image" Target="../media/image2312.png"/><Relationship Id="rId46" Type="http://schemas.openxmlformats.org/officeDocument/2006/relationships/image" Target="../media/image2390.png"/><Relationship Id="rId59" Type="http://schemas.openxmlformats.org/officeDocument/2006/relationships/image" Target="../media/image2521.png"/><Relationship Id="rId20" Type="http://schemas.openxmlformats.org/officeDocument/2006/relationships/image" Target="../media/image12630.png"/><Relationship Id="rId41" Type="http://schemas.openxmlformats.org/officeDocument/2006/relationships/image" Target="../media/image2341.png"/><Relationship Id="rId54" Type="http://schemas.openxmlformats.org/officeDocument/2006/relationships/image" Target="../media/image2470.png"/><Relationship Id="rId62" Type="http://schemas.openxmlformats.org/officeDocument/2006/relationships/image" Target="../media/image255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210.png"/><Relationship Id="rId15" Type="http://schemas.openxmlformats.org/officeDocument/2006/relationships/image" Target="../media/image2112.png"/><Relationship Id="rId23" Type="http://schemas.openxmlformats.org/officeDocument/2006/relationships/image" Target="../media/image2160.png"/><Relationship Id="rId28" Type="http://schemas.openxmlformats.org/officeDocument/2006/relationships/image" Target="../media/image22110.png"/><Relationship Id="rId36" Type="http://schemas.openxmlformats.org/officeDocument/2006/relationships/image" Target="../media/image22910.png"/><Relationship Id="rId49" Type="http://schemas.openxmlformats.org/officeDocument/2006/relationships/image" Target="../media/image2420.png"/><Relationship Id="rId57" Type="http://schemas.openxmlformats.org/officeDocument/2006/relationships/image" Target="../media/image2500.png"/><Relationship Id="rId10" Type="http://schemas.openxmlformats.org/officeDocument/2006/relationships/image" Target="../media/image20610.png"/><Relationship Id="rId31" Type="http://schemas.openxmlformats.org/officeDocument/2006/relationships/image" Target="../media/image22410.png"/><Relationship Id="rId44" Type="http://schemas.openxmlformats.org/officeDocument/2006/relationships/image" Target="../media/image2370.png"/><Relationship Id="rId52" Type="http://schemas.openxmlformats.org/officeDocument/2006/relationships/image" Target="../media/image2450.png"/><Relationship Id="rId60" Type="http://schemas.openxmlformats.org/officeDocument/2006/relationships/image" Target="../media/image2530.png"/><Relationship Id="rId65" Type="http://schemas.openxmlformats.org/officeDocument/2006/relationships/image" Target="../media/image605.png"/><Relationship Id="rId4" Type="http://schemas.openxmlformats.org/officeDocument/2006/relationships/image" Target="../media/image2000.png"/><Relationship Id="rId9" Type="http://schemas.openxmlformats.org/officeDocument/2006/relationships/image" Target="../media/image20510.png"/></Relationships>
</file>

<file path=ppt/slides/_rels/slide15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690.png"/><Relationship Id="rId18" Type="http://schemas.openxmlformats.org/officeDocument/2006/relationships/image" Target="../media/image2740.png"/><Relationship Id="rId39" Type="http://schemas.openxmlformats.org/officeDocument/2006/relationships/image" Target="../media/image2940.png"/><Relationship Id="rId21" Type="http://schemas.openxmlformats.org/officeDocument/2006/relationships/image" Target="../media/image2770.png"/><Relationship Id="rId42" Type="http://schemas.openxmlformats.org/officeDocument/2006/relationships/image" Target="../media/image2970.png"/><Relationship Id="rId47" Type="http://schemas.openxmlformats.org/officeDocument/2006/relationships/image" Target="../media/image3021.png"/><Relationship Id="rId50" Type="http://schemas.openxmlformats.org/officeDocument/2006/relationships/image" Target="../media/image3050.png"/><Relationship Id="rId55" Type="http://schemas.openxmlformats.org/officeDocument/2006/relationships/image" Target="../media/image3101.png"/><Relationship Id="rId63" Type="http://schemas.openxmlformats.org/officeDocument/2006/relationships/image" Target="../media/image3180.png"/><Relationship Id="rId7" Type="http://schemas.openxmlformats.org/officeDocument/2006/relationships/image" Target="../media/image2630.png"/><Relationship Id="rId2" Type="http://schemas.openxmlformats.org/officeDocument/2006/relationships/image" Target="../media/image1985.png"/><Relationship Id="rId16" Type="http://schemas.openxmlformats.org/officeDocument/2006/relationships/image" Target="../media/image2720.png"/><Relationship Id="rId29" Type="http://schemas.openxmlformats.org/officeDocument/2006/relationships/image" Target="../media/image2840.png"/><Relationship Id="rId11" Type="http://schemas.openxmlformats.org/officeDocument/2006/relationships/image" Target="../media/image2670.png"/><Relationship Id="rId24" Type="http://schemas.openxmlformats.org/officeDocument/2006/relationships/image" Target="../media/image2800.png"/><Relationship Id="rId32" Type="http://schemas.openxmlformats.org/officeDocument/2006/relationships/image" Target="../media/image2870.png"/><Relationship Id="rId37" Type="http://schemas.openxmlformats.org/officeDocument/2006/relationships/image" Target="../media/image2920.png"/><Relationship Id="rId40" Type="http://schemas.openxmlformats.org/officeDocument/2006/relationships/image" Target="../media/image2950.png"/><Relationship Id="rId45" Type="http://schemas.openxmlformats.org/officeDocument/2006/relationships/image" Target="../media/image3001.png"/><Relationship Id="rId53" Type="http://schemas.openxmlformats.org/officeDocument/2006/relationships/image" Target="../media/image3080.png"/><Relationship Id="rId58" Type="http://schemas.openxmlformats.org/officeDocument/2006/relationships/image" Target="../media/image3130.png"/><Relationship Id="rId66" Type="http://schemas.openxmlformats.org/officeDocument/2006/relationships/image" Target="../media/image3211.png"/><Relationship Id="rId5" Type="http://schemas.openxmlformats.org/officeDocument/2006/relationships/image" Target="../media/image2611.png"/><Relationship Id="rId61" Type="http://schemas.openxmlformats.org/officeDocument/2006/relationships/image" Target="../media/image3160.png"/><Relationship Id="rId19" Type="http://schemas.openxmlformats.org/officeDocument/2006/relationships/image" Target="../media/image2750.png"/><Relationship Id="rId14" Type="http://schemas.openxmlformats.org/officeDocument/2006/relationships/image" Target="../media/image2700.png"/><Relationship Id="rId22" Type="http://schemas.openxmlformats.org/officeDocument/2006/relationships/image" Target="../media/image2780.png"/><Relationship Id="rId27" Type="http://schemas.openxmlformats.org/officeDocument/2006/relationships/image" Target="../media/image2820.png"/><Relationship Id="rId30" Type="http://schemas.openxmlformats.org/officeDocument/2006/relationships/image" Target="../media/image2850.png"/><Relationship Id="rId35" Type="http://schemas.openxmlformats.org/officeDocument/2006/relationships/image" Target="../media/image2900.png"/><Relationship Id="rId43" Type="http://schemas.openxmlformats.org/officeDocument/2006/relationships/image" Target="../media/image2980.png"/><Relationship Id="rId48" Type="http://schemas.openxmlformats.org/officeDocument/2006/relationships/image" Target="../media/image3030.png"/><Relationship Id="rId56" Type="http://schemas.openxmlformats.org/officeDocument/2006/relationships/image" Target="../media/image3111.png"/><Relationship Id="rId64" Type="http://schemas.openxmlformats.org/officeDocument/2006/relationships/image" Target="../media/image3190.png"/><Relationship Id="rId8" Type="http://schemas.openxmlformats.org/officeDocument/2006/relationships/image" Target="../media/image2640.png"/><Relationship Id="rId51" Type="http://schemas.openxmlformats.org/officeDocument/2006/relationships/image" Target="../media/image606.png"/><Relationship Id="rId3" Type="http://schemas.openxmlformats.org/officeDocument/2006/relationships/image" Target="../media/image2590.png"/><Relationship Id="rId12" Type="http://schemas.openxmlformats.org/officeDocument/2006/relationships/image" Target="../media/image2680.png"/><Relationship Id="rId17" Type="http://schemas.openxmlformats.org/officeDocument/2006/relationships/image" Target="../media/image2730.png"/><Relationship Id="rId25" Type="http://schemas.openxmlformats.org/officeDocument/2006/relationships/image" Target="../media/image571.png"/><Relationship Id="rId33" Type="http://schemas.openxmlformats.org/officeDocument/2006/relationships/image" Target="../media/image2880.png"/><Relationship Id="rId38" Type="http://schemas.openxmlformats.org/officeDocument/2006/relationships/image" Target="../media/image2930.png"/><Relationship Id="rId46" Type="http://schemas.openxmlformats.org/officeDocument/2006/relationships/image" Target="../media/image3012.png"/><Relationship Id="rId59" Type="http://schemas.openxmlformats.org/officeDocument/2006/relationships/image" Target="../media/image3140.png"/><Relationship Id="rId20" Type="http://schemas.openxmlformats.org/officeDocument/2006/relationships/image" Target="../media/image2760.png"/><Relationship Id="rId41" Type="http://schemas.openxmlformats.org/officeDocument/2006/relationships/image" Target="../media/image2960.png"/><Relationship Id="rId54" Type="http://schemas.openxmlformats.org/officeDocument/2006/relationships/image" Target="../media/image3090.png"/><Relationship Id="rId62" Type="http://schemas.openxmlformats.org/officeDocument/2006/relationships/image" Target="../media/image31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20.png"/><Relationship Id="rId15" Type="http://schemas.openxmlformats.org/officeDocument/2006/relationships/image" Target="../media/image2711.png"/><Relationship Id="rId23" Type="http://schemas.openxmlformats.org/officeDocument/2006/relationships/image" Target="../media/image2790.png"/><Relationship Id="rId28" Type="http://schemas.openxmlformats.org/officeDocument/2006/relationships/image" Target="../media/image2830.png"/><Relationship Id="rId36" Type="http://schemas.openxmlformats.org/officeDocument/2006/relationships/image" Target="../media/image2911.png"/><Relationship Id="rId49" Type="http://schemas.openxmlformats.org/officeDocument/2006/relationships/image" Target="../media/image3040.png"/><Relationship Id="rId57" Type="http://schemas.openxmlformats.org/officeDocument/2006/relationships/image" Target="../media/image3120.png"/><Relationship Id="rId10" Type="http://schemas.openxmlformats.org/officeDocument/2006/relationships/image" Target="../media/image2660.png"/><Relationship Id="rId31" Type="http://schemas.openxmlformats.org/officeDocument/2006/relationships/image" Target="../media/image2860.png"/><Relationship Id="rId44" Type="http://schemas.openxmlformats.org/officeDocument/2006/relationships/image" Target="../media/image2990.png"/><Relationship Id="rId52" Type="http://schemas.openxmlformats.org/officeDocument/2006/relationships/image" Target="../media/image607.png"/><Relationship Id="rId60" Type="http://schemas.openxmlformats.org/officeDocument/2006/relationships/image" Target="../media/image3150.png"/><Relationship Id="rId65" Type="http://schemas.openxmlformats.org/officeDocument/2006/relationships/image" Target="../media/image3200.png"/><Relationship Id="rId4" Type="http://schemas.openxmlformats.org/officeDocument/2006/relationships/image" Target="../media/image2600.png"/><Relationship Id="rId9" Type="http://schemas.openxmlformats.org/officeDocument/2006/relationships/image" Target="../media/image2650.png"/></Relationships>
</file>

<file path=ppt/slides/_rels/slide15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10.png"/><Relationship Id="rId18" Type="http://schemas.openxmlformats.org/officeDocument/2006/relationships/image" Target="../media/image3360.png"/><Relationship Id="rId26" Type="http://schemas.openxmlformats.org/officeDocument/2006/relationships/image" Target="../media/image3440.png"/><Relationship Id="rId21" Type="http://schemas.openxmlformats.org/officeDocument/2006/relationships/image" Target="../media/image3390.png"/><Relationship Id="rId34" Type="http://schemas.openxmlformats.org/officeDocument/2006/relationships/image" Target="../media/image4961.png"/><Relationship Id="rId7" Type="http://schemas.openxmlformats.org/officeDocument/2006/relationships/image" Target="../media/image3250.png"/><Relationship Id="rId12" Type="http://schemas.openxmlformats.org/officeDocument/2006/relationships/image" Target="../media/image3300.png"/><Relationship Id="rId17" Type="http://schemas.openxmlformats.org/officeDocument/2006/relationships/image" Target="../media/image613.png"/><Relationship Id="rId25" Type="http://schemas.openxmlformats.org/officeDocument/2006/relationships/image" Target="../media/image3430.png"/><Relationship Id="rId33" Type="http://schemas.openxmlformats.org/officeDocument/2006/relationships/image" Target="../media/image622.png"/><Relationship Id="rId38" Type="http://schemas.openxmlformats.org/officeDocument/2006/relationships/image" Target="../media/image628.png"/><Relationship Id="rId2" Type="http://schemas.openxmlformats.org/officeDocument/2006/relationships/image" Target="../media/image571.png"/><Relationship Id="rId16" Type="http://schemas.openxmlformats.org/officeDocument/2006/relationships/image" Target="../media/image612.png"/><Relationship Id="rId20" Type="http://schemas.openxmlformats.org/officeDocument/2006/relationships/image" Target="../media/image3380.png"/><Relationship Id="rId29" Type="http://schemas.openxmlformats.org/officeDocument/2006/relationships/image" Target="../media/image61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40.png"/><Relationship Id="rId11" Type="http://schemas.openxmlformats.org/officeDocument/2006/relationships/image" Target="../media/image609.png"/><Relationship Id="rId24" Type="http://schemas.openxmlformats.org/officeDocument/2006/relationships/image" Target="../media/image616.png"/><Relationship Id="rId32" Type="http://schemas.openxmlformats.org/officeDocument/2006/relationships/image" Target="../media/image3500.png"/><Relationship Id="rId37" Type="http://schemas.openxmlformats.org/officeDocument/2006/relationships/image" Target="../media/image627.png"/><Relationship Id="rId5" Type="http://schemas.openxmlformats.org/officeDocument/2006/relationships/image" Target="../media/image3230.png"/><Relationship Id="rId15" Type="http://schemas.openxmlformats.org/officeDocument/2006/relationships/image" Target="../media/image3330.png"/><Relationship Id="rId23" Type="http://schemas.openxmlformats.org/officeDocument/2006/relationships/image" Target="../media/image615.png"/><Relationship Id="rId28" Type="http://schemas.openxmlformats.org/officeDocument/2006/relationships/image" Target="../media/image3460.png"/><Relationship Id="rId36" Type="http://schemas.openxmlformats.org/officeDocument/2006/relationships/image" Target="../media/image626.png"/><Relationship Id="rId10" Type="http://schemas.openxmlformats.org/officeDocument/2006/relationships/image" Target="../media/image3281.png"/><Relationship Id="rId19" Type="http://schemas.openxmlformats.org/officeDocument/2006/relationships/image" Target="../media/image3370.png"/><Relationship Id="rId31" Type="http://schemas.openxmlformats.org/officeDocument/2006/relationships/image" Target="../media/image3490.png"/><Relationship Id="rId4" Type="http://schemas.openxmlformats.org/officeDocument/2006/relationships/image" Target="../media/image3231.png"/><Relationship Id="rId9" Type="http://schemas.openxmlformats.org/officeDocument/2006/relationships/image" Target="../media/image3270.png"/><Relationship Id="rId14" Type="http://schemas.openxmlformats.org/officeDocument/2006/relationships/image" Target="../media/image611.png"/><Relationship Id="rId22" Type="http://schemas.openxmlformats.org/officeDocument/2006/relationships/image" Target="../media/image614.png"/><Relationship Id="rId27" Type="http://schemas.openxmlformats.org/officeDocument/2006/relationships/image" Target="../media/image3450.png"/><Relationship Id="rId30" Type="http://schemas.openxmlformats.org/officeDocument/2006/relationships/image" Target="../media/image618.png"/><Relationship Id="rId35" Type="http://schemas.openxmlformats.org/officeDocument/2006/relationships/image" Target="../media/image625.png"/><Relationship Id="rId8" Type="http://schemas.openxmlformats.org/officeDocument/2006/relationships/image" Target="../media/image3260.png"/><Relationship Id="rId3" Type="http://schemas.openxmlformats.org/officeDocument/2006/relationships/image" Target="../media/image2900.png"/></Relationships>
</file>

<file path=ppt/slides/_rels/slide15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311.png"/><Relationship Id="rId18" Type="http://schemas.openxmlformats.org/officeDocument/2006/relationships/image" Target="../media/image3360.png"/><Relationship Id="rId26" Type="http://schemas.openxmlformats.org/officeDocument/2006/relationships/image" Target="../media/image3440.png"/><Relationship Id="rId39" Type="http://schemas.openxmlformats.org/officeDocument/2006/relationships/image" Target="../media/image4972.png"/><Relationship Id="rId21" Type="http://schemas.openxmlformats.org/officeDocument/2006/relationships/image" Target="../media/image3390.png"/><Relationship Id="rId34" Type="http://schemas.openxmlformats.org/officeDocument/2006/relationships/image" Target="../media/image3520.png"/><Relationship Id="rId42" Type="http://schemas.openxmlformats.org/officeDocument/2006/relationships/image" Target="../media/image5031.png"/><Relationship Id="rId55" Type="http://schemas.openxmlformats.org/officeDocument/2006/relationships/image" Target="../media/image6280.png"/><Relationship Id="rId7" Type="http://schemas.openxmlformats.org/officeDocument/2006/relationships/image" Target="../media/image3250.png"/><Relationship Id="rId2" Type="http://schemas.openxmlformats.org/officeDocument/2006/relationships/image" Target="../media/image571.png"/><Relationship Id="rId16" Type="http://schemas.openxmlformats.org/officeDocument/2006/relationships/image" Target="../media/image3340.png"/><Relationship Id="rId29" Type="http://schemas.openxmlformats.org/officeDocument/2006/relationships/image" Target="../media/image3470.png"/><Relationship Id="rId11" Type="http://schemas.openxmlformats.org/officeDocument/2006/relationships/image" Target="../media/image3290.png"/><Relationship Id="rId24" Type="http://schemas.openxmlformats.org/officeDocument/2006/relationships/image" Target="../media/image3420.png"/><Relationship Id="rId32" Type="http://schemas.openxmlformats.org/officeDocument/2006/relationships/image" Target="../media/image3500.png"/><Relationship Id="rId37" Type="http://schemas.openxmlformats.org/officeDocument/2006/relationships/image" Target="../media/image3550.png"/><Relationship Id="rId40" Type="http://schemas.openxmlformats.org/officeDocument/2006/relationships/image" Target="../media/image5003.png"/><Relationship Id="rId53" Type="http://schemas.openxmlformats.org/officeDocument/2006/relationships/image" Target="../media/image15170.png"/><Relationship Id="rId58" Type="http://schemas.openxmlformats.org/officeDocument/2006/relationships/image" Target="../media/image631.png"/><Relationship Id="rId5" Type="http://schemas.openxmlformats.org/officeDocument/2006/relationships/image" Target="../media/image3230.png"/><Relationship Id="rId15" Type="http://schemas.openxmlformats.org/officeDocument/2006/relationships/image" Target="../media/image3330.png"/><Relationship Id="rId23" Type="http://schemas.openxmlformats.org/officeDocument/2006/relationships/image" Target="../media/image3411.png"/><Relationship Id="rId28" Type="http://schemas.openxmlformats.org/officeDocument/2006/relationships/image" Target="../media/image3460.png"/><Relationship Id="rId36" Type="http://schemas.openxmlformats.org/officeDocument/2006/relationships/image" Target="../media/image3540.png"/><Relationship Id="rId57" Type="http://schemas.openxmlformats.org/officeDocument/2006/relationships/image" Target="../media/image630.png"/><Relationship Id="rId10" Type="http://schemas.openxmlformats.org/officeDocument/2006/relationships/image" Target="../media/image3281.png"/><Relationship Id="rId19" Type="http://schemas.openxmlformats.org/officeDocument/2006/relationships/image" Target="../media/image3370.png"/><Relationship Id="rId31" Type="http://schemas.openxmlformats.org/officeDocument/2006/relationships/image" Target="../media/image3490.png"/><Relationship Id="rId52" Type="http://schemas.openxmlformats.org/officeDocument/2006/relationships/image" Target="../media/image3700.png"/><Relationship Id="rId4" Type="http://schemas.openxmlformats.org/officeDocument/2006/relationships/image" Target="../media/image3231.png"/><Relationship Id="rId9" Type="http://schemas.openxmlformats.org/officeDocument/2006/relationships/image" Target="../media/image3270.png"/><Relationship Id="rId14" Type="http://schemas.openxmlformats.org/officeDocument/2006/relationships/image" Target="../media/image3320.png"/><Relationship Id="rId22" Type="http://schemas.openxmlformats.org/officeDocument/2006/relationships/image" Target="../media/image3400.png"/><Relationship Id="rId27" Type="http://schemas.openxmlformats.org/officeDocument/2006/relationships/image" Target="../media/image3450.png"/><Relationship Id="rId30" Type="http://schemas.openxmlformats.org/officeDocument/2006/relationships/image" Target="../media/image3480.png"/><Relationship Id="rId35" Type="http://schemas.openxmlformats.org/officeDocument/2006/relationships/image" Target="../media/image3530.png"/><Relationship Id="rId56" Type="http://schemas.openxmlformats.org/officeDocument/2006/relationships/image" Target="../media/image629.png"/><Relationship Id="rId8" Type="http://schemas.openxmlformats.org/officeDocument/2006/relationships/image" Target="../media/image3260.png"/><Relationship Id="rId3" Type="http://schemas.openxmlformats.org/officeDocument/2006/relationships/image" Target="../media/image2900.png"/><Relationship Id="rId12" Type="http://schemas.openxmlformats.org/officeDocument/2006/relationships/image" Target="../media/image3300.png"/><Relationship Id="rId17" Type="http://schemas.openxmlformats.org/officeDocument/2006/relationships/image" Target="../media/image3350.png"/><Relationship Id="rId25" Type="http://schemas.openxmlformats.org/officeDocument/2006/relationships/image" Target="../media/image3430.png"/><Relationship Id="rId33" Type="http://schemas.openxmlformats.org/officeDocument/2006/relationships/image" Target="../media/image3511.png"/><Relationship Id="rId38" Type="http://schemas.openxmlformats.org/officeDocument/2006/relationships/image" Target="../media/image3560.png"/><Relationship Id="rId20" Type="http://schemas.openxmlformats.org/officeDocument/2006/relationships/image" Target="../media/image3380.png"/><Relationship Id="rId41" Type="http://schemas.openxmlformats.org/officeDocument/2006/relationships/image" Target="../media/image5013.png"/><Relationship Id="rId54" Type="http://schemas.openxmlformats.org/officeDocument/2006/relationships/image" Target="../media/image62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40.png"/></Relationships>
</file>

<file path=ppt/slides/_rels/slide1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250.png"/><Relationship Id="rId3" Type="http://schemas.openxmlformats.org/officeDocument/2006/relationships/image" Target="../media/image3770.png"/><Relationship Id="rId7" Type="http://schemas.openxmlformats.org/officeDocument/2006/relationships/image" Target="../media/image3811.png"/><Relationship Id="rId2" Type="http://schemas.openxmlformats.org/officeDocument/2006/relationships/image" Target="../media/image57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240.png"/><Relationship Id="rId11" Type="http://schemas.openxmlformats.org/officeDocument/2006/relationships/image" Target="../media/image479.png"/><Relationship Id="rId5" Type="http://schemas.openxmlformats.org/officeDocument/2006/relationships/image" Target="../media/image3790.png"/><Relationship Id="rId10" Type="http://schemas.openxmlformats.org/officeDocument/2006/relationships/image" Target="../media/image3840.png"/><Relationship Id="rId4" Type="http://schemas.openxmlformats.org/officeDocument/2006/relationships/image" Target="../media/image15230.png"/><Relationship Id="rId9" Type="http://schemas.openxmlformats.org/officeDocument/2006/relationships/image" Target="../media/image3830.png"/></Relationships>
</file>

<file path=ppt/slides/_rels/slide1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30.png"/><Relationship Id="rId13" Type="http://schemas.openxmlformats.org/officeDocument/2006/relationships/image" Target="../media/image13780.png"/><Relationship Id="rId3" Type="http://schemas.openxmlformats.org/officeDocument/2006/relationships/image" Target="../media/image5611.png"/><Relationship Id="rId7" Type="http://schemas.openxmlformats.org/officeDocument/2006/relationships/image" Target="../media/image13720.png"/><Relationship Id="rId12" Type="http://schemas.openxmlformats.org/officeDocument/2006/relationships/image" Target="../media/image13770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711.png"/><Relationship Id="rId11" Type="http://schemas.openxmlformats.org/officeDocument/2006/relationships/image" Target="../media/image13760.png"/><Relationship Id="rId5" Type="http://schemas.openxmlformats.org/officeDocument/2006/relationships/image" Target="../media/image13700.png"/><Relationship Id="rId10" Type="http://schemas.openxmlformats.org/officeDocument/2006/relationships/image" Target="../media/image13750.png"/><Relationship Id="rId4" Type="http://schemas.openxmlformats.org/officeDocument/2006/relationships/image" Target="../media/image4190.png"/><Relationship Id="rId9" Type="http://schemas.openxmlformats.org/officeDocument/2006/relationships/image" Target="../media/image13740.png"/></Relationships>
</file>

<file path=ppt/slides/_rels/slide15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12.png"/><Relationship Id="rId18" Type="http://schemas.openxmlformats.org/officeDocument/2006/relationships/image" Target="../media/image13730.png"/><Relationship Id="rId26" Type="http://schemas.openxmlformats.org/officeDocument/2006/relationships/image" Target="../media/image4350.png"/><Relationship Id="rId21" Type="http://schemas.openxmlformats.org/officeDocument/2006/relationships/image" Target="../media/image13760.png"/><Relationship Id="rId34" Type="http://schemas.openxmlformats.org/officeDocument/2006/relationships/image" Target="../media/image4430.png"/><Relationship Id="rId7" Type="http://schemas.openxmlformats.org/officeDocument/2006/relationships/image" Target="../media/image634.png"/><Relationship Id="rId12" Type="http://schemas.openxmlformats.org/officeDocument/2006/relationships/image" Target="../media/image4300.png"/><Relationship Id="rId17" Type="http://schemas.openxmlformats.org/officeDocument/2006/relationships/image" Target="../media/image13720.png"/><Relationship Id="rId25" Type="http://schemas.openxmlformats.org/officeDocument/2006/relationships/image" Target="../media/image4340.png"/><Relationship Id="rId33" Type="http://schemas.openxmlformats.org/officeDocument/2006/relationships/image" Target="../media/image637.png"/><Relationship Id="rId38" Type="http://schemas.openxmlformats.org/officeDocument/2006/relationships/image" Target="../media/image4470.png"/><Relationship Id="rId2" Type="http://schemas.openxmlformats.org/officeDocument/2006/relationships/image" Target="../media/image4200.png"/><Relationship Id="rId16" Type="http://schemas.openxmlformats.org/officeDocument/2006/relationships/image" Target="../media/image13711.png"/><Relationship Id="rId20" Type="http://schemas.openxmlformats.org/officeDocument/2006/relationships/image" Target="../media/image13750.png"/><Relationship Id="rId29" Type="http://schemas.openxmlformats.org/officeDocument/2006/relationships/image" Target="../media/image438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40.png"/><Relationship Id="rId11" Type="http://schemas.openxmlformats.org/officeDocument/2006/relationships/image" Target="../media/image4290.png"/><Relationship Id="rId24" Type="http://schemas.openxmlformats.org/officeDocument/2006/relationships/image" Target="../media/image4330.png"/><Relationship Id="rId32" Type="http://schemas.openxmlformats.org/officeDocument/2006/relationships/image" Target="../media/image4412.png"/><Relationship Id="rId37" Type="http://schemas.openxmlformats.org/officeDocument/2006/relationships/image" Target="../media/image4460.png"/><Relationship Id="rId5" Type="http://schemas.openxmlformats.org/officeDocument/2006/relationships/image" Target="../media/image4230.png"/><Relationship Id="rId15" Type="http://schemas.openxmlformats.org/officeDocument/2006/relationships/image" Target="../media/image13700.png"/><Relationship Id="rId23" Type="http://schemas.openxmlformats.org/officeDocument/2006/relationships/image" Target="../media/image13780.png"/><Relationship Id="rId28" Type="http://schemas.openxmlformats.org/officeDocument/2006/relationships/image" Target="../media/image636.png"/><Relationship Id="rId36" Type="http://schemas.openxmlformats.org/officeDocument/2006/relationships/image" Target="../media/image638.png"/><Relationship Id="rId10" Type="http://schemas.openxmlformats.org/officeDocument/2006/relationships/image" Target="../media/image4280.png"/><Relationship Id="rId19" Type="http://schemas.openxmlformats.org/officeDocument/2006/relationships/image" Target="../media/image13740.png"/><Relationship Id="rId31" Type="http://schemas.openxmlformats.org/officeDocument/2006/relationships/image" Target="../media/image4400.png"/><Relationship Id="rId4" Type="http://schemas.openxmlformats.org/officeDocument/2006/relationships/image" Target="../media/image4220.png"/><Relationship Id="rId9" Type="http://schemas.openxmlformats.org/officeDocument/2006/relationships/image" Target="../media/image4270.png"/><Relationship Id="rId14" Type="http://schemas.openxmlformats.org/officeDocument/2006/relationships/image" Target="../media/image593.png"/><Relationship Id="rId22" Type="http://schemas.openxmlformats.org/officeDocument/2006/relationships/image" Target="../media/image13770.png"/><Relationship Id="rId27" Type="http://schemas.openxmlformats.org/officeDocument/2006/relationships/image" Target="../media/image4360.png"/><Relationship Id="rId30" Type="http://schemas.openxmlformats.org/officeDocument/2006/relationships/image" Target="../media/image4390.png"/><Relationship Id="rId35" Type="http://schemas.openxmlformats.org/officeDocument/2006/relationships/image" Target="../media/image4440.png"/><Relationship Id="rId8" Type="http://schemas.openxmlformats.org/officeDocument/2006/relationships/image" Target="../media/image4260.png"/><Relationship Id="rId3" Type="http://schemas.openxmlformats.org/officeDocument/2006/relationships/image" Target="../media/image4212.png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850.png"/><Relationship Id="rId13" Type="http://schemas.openxmlformats.org/officeDocument/2006/relationships/image" Target="../media/image640.png"/><Relationship Id="rId18" Type="http://schemas.openxmlformats.org/officeDocument/2006/relationships/image" Target="../media/image645.png"/><Relationship Id="rId3" Type="http://schemas.openxmlformats.org/officeDocument/2006/relationships/image" Target="../media/image13800.png"/><Relationship Id="rId21" Type="http://schemas.openxmlformats.org/officeDocument/2006/relationships/image" Target="../media/image648.png"/><Relationship Id="rId7" Type="http://schemas.openxmlformats.org/officeDocument/2006/relationships/image" Target="../media/image13840.png"/><Relationship Id="rId12" Type="http://schemas.openxmlformats.org/officeDocument/2006/relationships/image" Target="../media/image639.png"/><Relationship Id="rId17" Type="http://schemas.openxmlformats.org/officeDocument/2006/relationships/image" Target="../media/image644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643.png"/><Relationship Id="rId20" Type="http://schemas.openxmlformats.org/officeDocument/2006/relationships/image" Target="../media/image64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830.png"/><Relationship Id="rId11" Type="http://schemas.openxmlformats.org/officeDocument/2006/relationships/image" Target="../media/image13880.png"/><Relationship Id="rId5" Type="http://schemas.openxmlformats.org/officeDocument/2006/relationships/image" Target="../media/image593.png"/><Relationship Id="rId15" Type="http://schemas.openxmlformats.org/officeDocument/2006/relationships/image" Target="../media/image642.png"/><Relationship Id="rId23" Type="http://schemas.openxmlformats.org/officeDocument/2006/relationships/image" Target="../media/image650.png"/><Relationship Id="rId10" Type="http://schemas.openxmlformats.org/officeDocument/2006/relationships/image" Target="../media/image13870.png"/><Relationship Id="rId19" Type="http://schemas.openxmlformats.org/officeDocument/2006/relationships/image" Target="../media/image646.png"/><Relationship Id="rId4" Type="http://schemas.openxmlformats.org/officeDocument/2006/relationships/image" Target="../media/image13811.png"/><Relationship Id="rId9" Type="http://schemas.openxmlformats.org/officeDocument/2006/relationships/image" Target="../media/image13860.png"/><Relationship Id="rId14" Type="http://schemas.openxmlformats.org/officeDocument/2006/relationships/image" Target="../media/image641.png"/><Relationship Id="rId22" Type="http://schemas.openxmlformats.org/officeDocument/2006/relationships/image" Target="../media/image5610.png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080.png"/><Relationship Id="rId13" Type="http://schemas.openxmlformats.org/officeDocument/2006/relationships/image" Target="../media/image658.png"/><Relationship Id="rId3" Type="http://schemas.openxmlformats.org/officeDocument/2006/relationships/image" Target="../media/image651.png"/><Relationship Id="rId7" Type="http://schemas.openxmlformats.org/officeDocument/2006/relationships/image" Target="../media/image14070.png"/><Relationship Id="rId12" Type="http://schemas.openxmlformats.org/officeDocument/2006/relationships/image" Target="../media/image657.png"/><Relationship Id="rId2" Type="http://schemas.openxmlformats.org/officeDocument/2006/relationships/image" Target="../media/image59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4.png"/><Relationship Id="rId11" Type="http://schemas.openxmlformats.org/officeDocument/2006/relationships/image" Target="../media/image656.png"/><Relationship Id="rId5" Type="http://schemas.openxmlformats.org/officeDocument/2006/relationships/image" Target="../media/image653.png"/><Relationship Id="rId10" Type="http://schemas.openxmlformats.org/officeDocument/2006/relationships/image" Target="../media/image655.png"/><Relationship Id="rId4" Type="http://schemas.openxmlformats.org/officeDocument/2006/relationships/image" Target="../media/image652.png"/><Relationship Id="rId9" Type="http://schemas.openxmlformats.org/officeDocument/2006/relationships/image" Target="../media/image14090.png"/><Relationship Id="rId14" Type="http://schemas.openxmlformats.org/officeDocument/2006/relationships/image" Target="../media/image659.png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60.png"/><Relationship Id="rId13" Type="http://schemas.openxmlformats.org/officeDocument/2006/relationships/image" Target="../media/image14590.png"/><Relationship Id="rId18" Type="http://schemas.openxmlformats.org/officeDocument/2006/relationships/image" Target="../media/image14640.png"/><Relationship Id="rId26" Type="http://schemas.openxmlformats.org/officeDocument/2006/relationships/image" Target="../media/image14720.png"/><Relationship Id="rId3" Type="http://schemas.openxmlformats.org/officeDocument/2006/relationships/image" Target="../media/image14500.png"/><Relationship Id="rId21" Type="http://schemas.openxmlformats.org/officeDocument/2006/relationships/image" Target="../media/image14670.png"/><Relationship Id="rId7" Type="http://schemas.openxmlformats.org/officeDocument/2006/relationships/image" Target="../media/image599.png"/><Relationship Id="rId12" Type="http://schemas.openxmlformats.org/officeDocument/2006/relationships/image" Target="../media/image14580.png"/><Relationship Id="rId17" Type="http://schemas.openxmlformats.org/officeDocument/2006/relationships/image" Target="../media/image14630.png"/><Relationship Id="rId25" Type="http://schemas.openxmlformats.org/officeDocument/2006/relationships/image" Target="../media/image14711.png"/><Relationship Id="rId2" Type="http://schemas.openxmlformats.org/officeDocument/2006/relationships/image" Target="../media/image14490.png"/><Relationship Id="rId16" Type="http://schemas.openxmlformats.org/officeDocument/2006/relationships/image" Target="../media/image14620.png"/><Relationship Id="rId20" Type="http://schemas.openxmlformats.org/officeDocument/2006/relationships/image" Target="../media/image14660.png"/><Relationship Id="rId29" Type="http://schemas.openxmlformats.org/officeDocument/2006/relationships/image" Target="../media/image1475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60.png"/><Relationship Id="rId11" Type="http://schemas.openxmlformats.org/officeDocument/2006/relationships/image" Target="../media/image4590.png"/><Relationship Id="rId24" Type="http://schemas.openxmlformats.org/officeDocument/2006/relationships/image" Target="../media/image662.png"/><Relationship Id="rId5" Type="http://schemas.openxmlformats.org/officeDocument/2006/relationships/image" Target="../media/image14520.png"/><Relationship Id="rId15" Type="http://schemas.openxmlformats.org/officeDocument/2006/relationships/image" Target="../media/image14611.png"/><Relationship Id="rId23" Type="http://schemas.openxmlformats.org/officeDocument/2006/relationships/image" Target="../media/image661.png"/><Relationship Id="rId28" Type="http://schemas.openxmlformats.org/officeDocument/2006/relationships/image" Target="../media/image14740.png"/><Relationship Id="rId10" Type="http://schemas.openxmlformats.org/officeDocument/2006/relationships/image" Target="../media/image4580.png"/><Relationship Id="rId19" Type="http://schemas.openxmlformats.org/officeDocument/2006/relationships/image" Target="../media/image14650.png"/><Relationship Id="rId31" Type="http://schemas.openxmlformats.org/officeDocument/2006/relationships/image" Target="../media/image14770.png"/><Relationship Id="rId4" Type="http://schemas.openxmlformats.org/officeDocument/2006/relationships/image" Target="../media/image14510.png"/><Relationship Id="rId9" Type="http://schemas.openxmlformats.org/officeDocument/2006/relationships/image" Target="../media/image4570.png"/><Relationship Id="rId14" Type="http://schemas.openxmlformats.org/officeDocument/2006/relationships/image" Target="../media/image14600.png"/><Relationship Id="rId22" Type="http://schemas.openxmlformats.org/officeDocument/2006/relationships/image" Target="../media/image14680.png"/><Relationship Id="rId27" Type="http://schemas.openxmlformats.org/officeDocument/2006/relationships/image" Target="../media/image14730.png"/><Relationship Id="rId30" Type="http://schemas.openxmlformats.org/officeDocument/2006/relationships/image" Target="../media/image14760.png"/></Relationships>
</file>

<file path=ppt/slides/_rels/slide161.xml.rels><?xml version="1.0" encoding="UTF-8" standalone="yes"?>
<Relationships xmlns="http://schemas.openxmlformats.org/package/2006/relationships"><Relationship Id="rId39" Type="http://schemas.openxmlformats.org/officeDocument/2006/relationships/image" Target="../media/image674.png"/><Relationship Id="rId3" Type="http://schemas.openxmlformats.org/officeDocument/2006/relationships/image" Target="../media/image664.png"/><Relationship Id="rId34" Type="http://schemas.openxmlformats.org/officeDocument/2006/relationships/image" Target="../media/image669.png"/><Relationship Id="rId42" Type="http://schemas.openxmlformats.org/officeDocument/2006/relationships/image" Target="../media/image693.png"/><Relationship Id="rId47" Type="http://schemas.openxmlformats.org/officeDocument/2006/relationships/image" Target="../media/image5690.png"/><Relationship Id="rId25" Type="http://schemas.openxmlformats.org/officeDocument/2006/relationships/image" Target="../media/image14711.png"/><Relationship Id="rId33" Type="http://schemas.openxmlformats.org/officeDocument/2006/relationships/image" Target="../media/image668.png"/><Relationship Id="rId38" Type="http://schemas.openxmlformats.org/officeDocument/2006/relationships/image" Target="../media/image673.png"/><Relationship Id="rId46" Type="http://schemas.openxmlformats.org/officeDocument/2006/relationships/image" Target="../media/image741.png"/><Relationship Id="rId2" Type="http://schemas.openxmlformats.org/officeDocument/2006/relationships/image" Target="../media/image663.png"/><Relationship Id="rId29" Type="http://schemas.openxmlformats.org/officeDocument/2006/relationships/image" Target="../media/image14750.png"/><Relationship Id="rId41" Type="http://schemas.openxmlformats.org/officeDocument/2006/relationships/image" Target="../media/image676.png"/><Relationship Id="rId1" Type="http://schemas.openxmlformats.org/officeDocument/2006/relationships/slideLayout" Target="../slideLayouts/slideLayout2.xml"/><Relationship Id="rId32" Type="http://schemas.openxmlformats.org/officeDocument/2006/relationships/image" Target="../media/image667.png"/><Relationship Id="rId37" Type="http://schemas.openxmlformats.org/officeDocument/2006/relationships/image" Target="../media/image672.png"/><Relationship Id="rId40" Type="http://schemas.openxmlformats.org/officeDocument/2006/relationships/image" Target="../media/image675.png"/><Relationship Id="rId45" Type="http://schemas.openxmlformats.org/officeDocument/2006/relationships/image" Target="../media/image740.png"/><Relationship Id="rId5" Type="http://schemas.openxmlformats.org/officeDocument/2006/relationships/image" Target="../media/image666.png"/><Relationship Id="rId36" Type="http://schemas.openxmlformats.org/officeDocument/2006/relationships/image" Target="../media/image671.png"/><Relationship Id="rId31" Type="http://schemas.openxmlformats.org/officeDocument/2006/relationships/image" Target="../media/image14770.png"/><Relationship Id="rId44" Type="http://schemas.openxmlformats.org/officeDocument/2006/relationships/image" Target="../media/image739.png"/><Relationship Id="rId4" Type="http://schemas.openxmlformats.org/officeDocument/2006/relationships/image" Target="../media/image665.png"/><Relationship Id="rId30" Type="http://schemas.openxmlformats.org/officeDocument/2006/relationships/image" Target="../media/image14760.png"/><Relationship Id="rId35" Type="http://schemas.openxmlformats.org/officeDocument/2006/relationships/image" Target="../media/image670.png"/><Relationship Id="rId43" Type="http://schemas.openxmlformats.org/officeDocument/2006/relationships/image" Target="../media/image737.png"/><Relationship Id="rId48" Type="http://schemas.openxmlformats.org/officeDocument/2006/relationships/image" Target="../media/image787.png"/></Relationships>
</file>

<file path=ppt/slides/_rels/slide162.xml.rels><?xml version="1.0" encoding="UTF-8" standalone="yes"?>
<Relationships xmlns="http://schemas.openxmlformats.org/package/2006/relationships"><Relationship Id="rId39" Type="http://schemas.openxmlformats.org/officeDocument/2006/relationships/image" Target="../media/image483.png"/><Relationship Id="rId3" Type="http://schemas.openxmlformats.org/officeDocument/2006/relationships/image" Target="../media/image4613.png"/><Relationship Id="rId21" Type="http://schemas.openxmlformats.org/officeDocument/2006/relationships/image" Target="../media/image5710.png"/><Relationship Id="rId34" Type="http://schemas.openxmlformats.org/officeDocument/2006/relationships/image" Target="../media/image1018.png"/><Relationship Id="rId7" Type="http://schemas.openxmlformats.org/officeDocument/2006/relationships/image" Target="../media/image4650.png"/><Relationship Id="rId12" Type="http://schemas.openxmlformats.org/officeDocument/2006/relationships/image" Target="../media/image4713.png"/><Relationship Id="rId17" Type="http://schemas.openxmlformats.org/officeDocument/2006/relationships/image" Target="../media/image4770.png"/><Relationship Id="rId33" Type="http://schemas.openxmlformats.org/officeDocument/2006/relationships/image" Target="../media/image10173.png"/><Relationship Id="rId38" Type="http://schemas.openxmlformats.org/officeDocument/2006/relationships/image" Target="../media/image1169.png"/><Relationship Id="rId2" Type="http://schemas.openxmlformats.org/officeDocument/2006/relationships/image" Target="../media/image8592.png"/><Relationship Id="rId16" Type="http://schemas.openxmlformats.org/officeDocument/2006/relationships/image" Target="../media/image4760.png"/><Relationship Id="rId20" Type="http://schemas.openxmlformats.org/officeDocument/2006/relationships/image" Target="../media/image4800.png"/><Relationship Id="rId29" Type="http://schemas.openxmlformats.org/officeDocument/2006/relationships/image" Target="../media/image9013.png"/><Relationship Id="rId41" Type="http://schemas.openxmlformats.org/officeDocument/2006/relationships/image" Target="../media/image60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06.png"/><Relationship Id="rId11" Type="http://schemas.openxmlformats.org/officeDocument/2006/relationships/image" Target="../media/image663.png"/><Relationship Id="rId32" Type="http://schemas.openxmlformats.org/officeDocument/2006/relationships/image" Target="../media/image8353.png"/><Relationship Id="rId37" Type="http://schemas.openxmlformats.org/officeDocument/2006/relationships/image" Target="../media/image1131.png"/><Relationship Id="rId40" Type="http://schemas.openxmlformats.org/officeDocument/2006/relationships/image" Target="../media/image572.png"/><Relationship Id="rId5" Type="http://schemas.openxmlformats.org/officeDocument/2006/relationships/image" Target="../media/image802.png"/><Relationship Id="rId23" Type="http://schemas.openxmlformats.org/officeDocument/2006/relationships/image" Target="../media/image600.png"/><Relationship Id="rId28" Type="http://schemas.openxmlformats.org/officeDocument/2006/relationships/image" Target="../media/image8902.png"/><Relationship Id="rId36" Type="http://schemas.openxmlformats.org/officeDocument/2006/relationships/image" Target="../media/image1129.png"/><Relationship Id="rId10" Type="http://schemas.openxmlformats.org/officeDocument/2006/relationships/image" Target="../media/image4680.png"/><Relationship Id="rId19" Type="http://schemas.openxmlformats.org/officeDocument/2006/relationships/image" Target="../media/image4790.png"/><Relationship Id="rId31" Type="http://schemas.openxmlformats.org/officeDocument/2006/relationships/image" Target="../media/image10161.png"/><Relationship Id="rId4" Type="http://schemas.openxmlformats.org/officeDocument/2006/relationships/image" Target="../media/image4620.png"/><Relationship Id="rId9" Type="http://schemas.openxmlformats.org/officeDocument/2006/relationships/image" Target="../media/image4670.png"/><Relationship Id="rId14" Type="http://schemas.openxmlformats.org/officeDocument/2006/relationships/image" Target="../media/image4740.png"/><Relationship Id="rId22" Type="http://schemas.openxmlformats.org/officeDocument/2006/relationships/image" Target="../media/image5990.png"/><Relationship Id="rId27" Type="http://schemas.openxmlformats.org/officeDocument/2006/relationships/image" Target="../media/image8601.png"/><Relationship Id="rId30" Type="http://schemas.openxmlformats.org/officeDocument/2006/relationships/image" Target="../media/image10121.png"/><Relationship Id="rId35" Type="http://schemas.openxmlformats.org/officeDocument/2006/relationships/image" Target="../media/image1085.png"/><Relationship Id="rId8" Type="http://schemas.openxmlformats.org/officeDocument/2006/relationships/image" Target="../media/image4660.png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8.png"/><Relationship Id="rId13" Type="http://schemas.openxmlformats.org/officeDocument/2006/relationships/image" Target="../media/image837.png"/><Relationship Id="rId26" Type="http://schemas.openxmlformats.org/officeDocument/2006/relationships/image" Target="../media/image5230.png"/><Relationship Id="rId3" Type="http://schemas.openxmlformats.org/officeDocument/2006/relationships/image" Target="../media/image649.png"/><Relationship Id="rId34" Type="http://schemas.openxmlformats.org/officeDocument/2006/relationships/image" Target="../media/image840.png"/><Relationship Id="rId7" Type="http://schemas.openxmlformats.org/officeDocument/2006/relationships/image" Target="../media/image5040.png"/><Relationship Id="rId12" Type="http://schemas.openxmlformats.org/officeDocument/2006/relationships/image" Target="../media/image836.png"/><Relationship Id="rId25" Type="http://schemas.openxmlformats.org/officeDocument/2006/relationships/image" Target="../media/image5220.png"/><Relationship Id="rId33" Type="http://schemas.openxmlformats.org/officeDocument/2006/relationships/image" Target="../media/image839.png"/><Relationship Id="rId2" Type="http://schemas.openxmlformats.org/officeDocument/2006/relationships/image" Target="../media/image832.png"/><Relationship Id="rId29" Type="http://schemas.openxmlformats.org/officeDocument/2006/relationships/image" Target="../media/image52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30.png"/><Relationship Id="rId11" Type="http://schemas.openxmlformats.org/officeDocument/2006/relationships/image" Target="../media/image834.png"/><Relationship Id="rId24" Type="http://schemas.openxmlformats.org/officeDocument/2006/relationships/image" Target="../media/image5211.png"/><Relationship Id="rId32" Type="http://schemas.openxmlformats.org/officeDocument/2006/relationships/image" Target="../media/image838.png"/><Relationship Id="rId5" Type="http://schemas.openxmlformats.org/officeDocument/2006/relationships/image" Target="../media/image5020.png"/><Relationship Id="rId28" Type="http://schemas.openxmlformats.org/officeDocument/2006/relationships/image" Target="../media/image5250.png"/><Relationship Id="rId10" Type="http://schemas.openxmlformats.org/officeDocument/2006/relationships/image" Target="../media/image5070.png"/><Relationship Id="rId31" Type="http://schemas.openxmlformats.org/officeDocument/2006/relationships/image" Target="../media/image5280.png"/><Relationship Id="rId4" Type="http://schemas.openxmlformats.org/officeDocument/2006/relationships/image" Target="../media/image723.png"/><Relationship Id="rId9" Type="http://schemas.openxmlformats.org/officeDocument/2006/relationships/image" Target="../media/image833.png"/><Relationship Id="rId27" Type="http://schemas.openxmlformats.org/officeDocument/2006/relationships/image" Target="../media/image5240.png"/><Relationship Id="rId30" Type="http://schemas.openxmlformats.org/officeDocument/2006/relationships/image" Target="../media/image5270.pn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1.png"/><Relationship Id="rId7" Type="http://schemas.openxmlformats.org/officeDocument/2006/relationships/image" Target="../media/image4981.png"/><Relationship Id="rId2" Type="http://schemas.openxmlformats.org/officeDocument/2006/relationships/image" Target="../media/image649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970.png"/><Relationship Id="rId5" Type="http://schemas.openxmlformats.org/officeDocument/2006/relationships/image" Target="../media/image4960.png"/><Relationship Id="rId4" Type="http://schemas.openxmlformats.org/officeDocument/2006/relationships/image" Target="../media/image4951.png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8.png"/><Relationship Id="rId13" Type="http://schemas.openxmlformats.org/officeDocument/2006/relationships/image" Target="../media/image853.png"/><Relationship Id="rId18" Type="http://schemas.openxmlformats.org/officeDocument/2006/relationships/image" Target="../media/image859.png"/><Relationship Id="rId3" Type="http://schemas.openxmlformats.org/officeDocument/2006/relationships/image" Target="../media/image843.png"/><Relationship Id="rId7" Type="http://schemas.openxmlformats.org/officeDocument/2006/relationships/image" Target="../media/image847.png"/><Relationship Id="rId12" Type="http://schemas.openxmlformats.org/officeDocument/2006/relationships/image" Target="../media/image852.png"/><Relationship Id="rId17" Type="http://schemas.openxmlformats.org/officeDocument/2006/relationships/image" Target="../media/image857.png"/><Relationship Id="rId2" Type="http://schemas.openxmlformats.org/officeDocument/2006/relationships/image" Target="../media/image842.png"/><Relationship Id="rId16" Type="http://schemas.openxmlformats.org/officeDocument/2006/relationships/image" Target="../media/image85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6.png"/><Relationship Id="rId11" Type="http://schemas.openxmlformats.org/officeDocument/2006/relationships/image" Target="../media/image851.png"/><Relationship Id="rId5" Type="http://schemas.openxmlformats.org/officeDocument/2006/relationships/image" Target="../media/image845.png"/><Relationship Id="rId15" Type="http://schemas.openxmlformats.org/officeDocument/2006/relationships/image" Target="../media/image855.png"/><Relationship Id="rId10" Type="http://schemas.openxmlformats.org/officeDocument/2006/relationships/image" Target="../media/image850.png"/><Relationship Id="rId4" Type="http://schemas.openxmlformats.org/officeDocument/2006/relationships/image" Target="../media/image844.png"/><Relationship Id="rId9" Type="http://schemas.openxmlformats.org/officeDocument/2006/relationships/image" Target="../media/image849.png"/><Relationship Id="rId14" Type="http://schemas.openxmlformats.org/officeDocument/2006/relationships/image" Target="../media/image854.pn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80.png"/><Relationship Id="rId3" Type="http://schemas.openxmlformats.org/officeDocument/2006/relationships/image" Target="../media/image7230.png"/><Relationship Id="rId7" Type="http://schemas.openxmlformats.org/officeDocument/2006/relationships/image" Target="../media/image864.png"/><Relationship Id="rId2" Type="http://schemas.openxmlformats.org/officeDocument/2006/relationships/image" Target="../media/image84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3.png"/><Relationship Id="rId5" Type="http://schemas.openxmlformats.org/officeDocument/2006/relationships/image" Target="../media/image862.png"/><Relationship Id="rId4" Type="http://schemas.openxmlformats.org/officeDocument/2006/relationships/image" Target="../media/image861.png"/><Relationship Id="rId9" Type="http://schemas.openxmlformats.org/officeDocument/2006/relationships/image" Target="../media/image866.png"/></Relationships>
</file>

<file path=ppt/slides/_rels/slide1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7.png"/><Relationship Id="rId13" Type="http://schemas.openxmlformats.org/officeDocument/2006/relationships/image" Target="../media/image1578.png"/><Relationship Id="rId18" Type="http://schemas.openxmlformats.org/officeDocument/2006/relationships/image" Target="../media/image1584.png"/><Relationship Id="rId3" Type="http://schemas.openxmlformats.org/officeDocument/2006/relationships/image" Target="../media/image1569.png"/><Relationship Id="rId21" Type="http://schemas.openxmlformats.org/officeDocument/2006/relationships/image" Target="../media/image1587.png"/><Relationship Id="rId7" Type="http://schemas.openxmlformats.org/officeDocument/2006/relationships/image" Target="../media/image1573.png"/><Relationship Id="rId12" Type="http://schemas.openxmlformats.org/officeDocument/2006/relationships/image" Target="../media/image1577.png"/><Relationship Id="rId17" Type="http://schemas.openxmlformats.org/officeDocument/2006/relationships/image" Target="../media/image1583.png"/><Relationship Id="rId2" Type="http://schemas.openxmlformats.org/officeDocument/2006/relationships/image" Target="../media/image1568.png"/><Relationship Id="rId16" Type="http://schemas.openxmlformats.org/officeDocument/2006/relationships/image" Target="../media/image1582.png"/><Relationship Id="rId20" Type="http://schemas.openxmlformats.org/officeDocument/2006/relationships/image" Target="../media/image158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72.png"/><Relationship Id="rId11" Type="http://schemas.openxmlformats.org/officeDocument/2006/relationships/image" Target="../media/image1576.png"/><Relationship Id="rId5" Type="http://schemas.openxmlformats.org/officeDocument/2006/relationships/image" Target="../media/image1571.png"/><Relationship Id="rId15" Type="http://schemas.openxmlformats.org/officeDocument/2006/relationships/image" Target="../media/image5320.png"/><Relationship Id="rId10" Type="http://schemas.openxmlformats.org/officeDocument/2006/relationships/image" Target="../media/image1575.png"/><Relationship Id="rId19" Type="http://schemas.openxmlformats.org/officeDocument/2006/relationships/image" Target="../media/image1585.png"/><Relationship Id="rId4" Type="http://schemas.openxmlformats.org/officeDocument/2006/relationships/image" Target="../media/image1570.png"/><Relationship Id="rId9" Type="http://schemas.openxmlformats.org/officeDocument/2006/relationships/image" Target="../media/image1574.png"/><Relationship Id="rId14" Type="http://schemas.openxmlformats.org/officeDocument/2006/relationships/image" Target="../media/image1579.png"/></Relationships>
</file>

<file path=ppt/slides/_rels/slide1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94.png"/><Relationship Id="rId13" Type="http://schemas.openxmlformats.org/officeDocument/2006/relationships/image" Target="../media/image807.png"/><Relationship Id="rId18" Type="http://schemas.openxmlformats.org/officeDocument/2006/relationships/image" Target="../media/image865.png"/><Relationship Id="rId3" Type="http://schemas.openxmlformats.org/officeDocument/2006/relationships/image" Target="../media/image1589.png"/><Relationship Id="rId21" Type="http://schemas.openxmlformats.org/officeDocument/2006/relationships/image" Target="../media/image879.png"/><Relationship Id="rId7" Type="http://schemas.openxmlformats.org/officeDocument/2006/relationships/image" Target="../media/image1593.png"/><Relationship Id="rId12" Type="http://schemas.openxmlformats.org/officeDocument/2006/relationships/image" Target="../media/image804.png"/><Relationship Id="rId17" Type="http://schemas.openxmlformats.org/officeDocument/2006/relationships/image" Target="../media/image860.png"/><Relationship Id="rId2" Type="http://schemas.openxmlformats.org/officeDocument/2006/relationships/image" Target="../media/image867.png"/><Relationship Id="rId16" Type="http://schemas.openxmlformats.org/officeDocument/2006/relationships/image" Target="../media/image841.png"/><Relationship Id="rId20" Type="http://schemas.openxmlformats.org/officeDocument/2006/relationships/image" Target="../media/image87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8.png"/><Relationship Id="rId11" Type="http://schemas.openxmlformats.org/officeDocument/2006/relationships/image" Target="../media/image756.png"/><Relationship Id="rId5" Type="http://schemas.openxmlformats.org/officeDocument/2006/relationships/image" Target="../media/image1591.png"/><Relationship Id="rId15" Type="http://schemas.openxmlformats.org/officeDocument/2006/relationships/image" Target="../media/image831.png"/><Relationship Id="rId23" Type="http://schemas.openxmlformats.org/officeDocument/2006/relationships/image" Target="../media/image871.png"/><Relationship Id="rId10" Type="http://schemas.openxmlformats.org/officeDocument/2006/relationships/image" Target="../media/image1596.png"/><Relationship Id="rId19" Type="http://schemas.openxmlformats.org/officeDocument/2006/relationships/image" Target="../media/image869.png"/><Relationship Id="rId4" Type="http://schemas.openxmlformats.org/officeDocument/2006/relationships/image" Target="../media/image1590.png"/><Relationship Id="rId9" Type="http://schemas.openxmlformats.org/officeDocument/2006/relationships/image" Target="../media/image1595.png"/><Relationship Id="rId14" Type="http://schemas.openxmlformats.org/officeDocument/2006/relationships/image" Target="../media/image830.png"/><Relationship Id="rId22" Type="http://schemas.openxmlformats.org/officeDocument/2006/relationships/image" Target="../media/image870.png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2.png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/Relationships>
</file>

<file path=ppt/slides/_rels/slide1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3.png"/><Relationship Id="rId13" Type="http://schemas.openxmlformats.org/officeDocument/2006/relationships/image" Target="../media/image1799.png"/><Relationship Id="rId18" Type="http://schemas.openxmlformats.org/officeDocument/2006/relationships/image" Target="../media/image1804.png"/><Relationship Id="rId26" Type="http://schemas.openxmlformats.org/officeDocument/2006/relationships/image" Target="../media/image1813.png"/><Relationship Id="rId3" Type="http://schemas.openxmlformats.org/officeDocument/2006/relationships/image" Target="../media/image5440.png"/><Relationship Id="rId21" Type="http://schemas.openxmlformats.org/officeDocument/2006/relationships/image" Target="../media/image1807.png"/><Relationship Id="rId7" Type="http://schemas.openxmlformats.org/officeDocument/2006/relationships/image" Target="../media/image1793.png"/><Relationship Id="rId12" Type="http://schemas.openxmlformats.org/officeDocument/2006/relationships/image" Target="../media/image1798.png"/><Relationship Id="rId17" Type="http://schemas.openxmlformats.org/officeDocument/2006/relationships/image" Target="../media/image1803.png"/><Relationship Id="rId25" Type="http://schemas.openxmlformats.org/officeDocument/2006/relationships/image" Target="../media/image886.png"/><Relationship Id="rId2" Type="http://schemas.openxmlformats.org/officeDocument/2006/relationships/image" Target="../media/image882.png"/><Relationship Id="rId16" Type="http://schemas.openxmlformats.org/officeDocument/2006/relationships/image" Target="../media/image1802.png"/><Relationship Id="rId20" Type="http://schemas.openxmlformats.org/officeDocument/2006/relationships/image" Target="../media/image1806.png"/><Relationship Id="rId29" Type="http://schemas.openxmlformats.org/officeDocument/2006/relationships/image" Target="../media/image181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92.png"/><Relationship Id="rId11" Type="http://schemas.openxmlformats.org/officeDocument/2006/relationships/image" Target="../media/image1797.png"/><Relationship Id="rId24" Type="http://schemas.openxmlformats.org/officeDocument/2006/relationships/image" Target="../media/image885.png"/><Relationship Id="rId5" Type="http://schemas.openxmlformats.org/officeDocument/2006/relationships/image" Target="../media/image5460.png"/><Relationship Id="rId15" Type="http://schemas.openxmlformats.org/officeDocument/2006/relationships/image" Target="../media/image1801.png"/><Relationship Id="rId23" Type="http://schemas.openxmlformats.org/officeDocument/2006/relationships/image" Target="../media/image884.png"/><Relationship Id="rId28" Type="http://schemas.openxmlformats.org/officeDocument/2006/relationships/image" Target="../media/image1815.png"/><Relationship Id="rId10" Type="http://schemas.openxmlformats.org/officeDocument/2006/relationships/image" Target="../media/image1796.png"/><Relationship Id="rId19" Type="http://schemas.openxmlformats.org/officeDocument/2006/relationships/image" Target="../media/image1805.png"/><Relationship Id="rId4" Type="http://schemas.openxmlformats.org/officeDocument/2006/relationships/image" Target="../media/image5450.png"/><Relationship Id="rId9" Type="http://schemas.openxmlformats.org/officeDocument/2006/relationships/image" Target="../media/image1795.png"/><Relationship Id="rId14" Type="http://schemas.openxmlformats.org/officeDocument/2006/relationships/image" Target="../media/image1800.png"/><Relationship Id="rId22" Type="http://schemas.openxmlformats.org/officeDocument/2006/relationships/image" Target="../media/image1808.png"/><Relationship Id="rId27" Type="http://schemas.openxmlformats.org/officeDocument/2006/relationships/image" Target="../media/image1814.png"/><Relationship Id="rId30" Type="http://schemas.openxmlformats.org/officeDocument/2006/relationships/image" Target="../media/image1817.png"/></Relationships>
</file>

<file path=ppt/slides/_rels/slide1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24.png"/><Relationship Id="rId13" Type="http://schemas.openxmlformats.org/officeDocument/2006/relationships/image" Target="../media/image888.png"/><Relationship Id="rId18" Type="http://schemas.openxmlformats.org/officeDocument/2006/relationships/image" Target="../media/image1834.png"/><Relationship Id="rId26" Type="http://schemas.openxmlformats.org/officeDocument/2006/relationships/image" Target="../media/image1842.png"/><Relationship Id="rId3" Type="http://schemas.openxmlformats.org/officeDocument/2006/relationships/image" Target="../media/image1819.png"/><Relationship Id="rId21" Type="http://schemas.openxmlformats.org/officeDocument/2006/relationships/image" Target="../media/image1837.png"/><Relationship Id="rId7" Type="http://schemas.openxmlformats.org/officeDocument/2006/relationships/image" Target="../media/image1823.png"/><Relationship Id="rId12" Type="http://schemas.openxmlformats.org/officeDocument/2006/relationships/image" Target="../media/image4912.png"/><Relationship Id="rId17" Type="http://schemas.openxmlformats.org/officeDocument/2006/relationships/image" Target="../media/image1833.png"/><Relationship Id="rId25" Type="http://schemas.openxmlformats.org/officeDocument/2006/relationships/image" Target="../media/image1841.png"/><Relationship Id="rId2" Type="http://schemas.openxmlformats.org/officeDocument/2006/relationships/image" Target="../media/image1818.png"/><Relationship Id="rId16" Type="http://schemas.openxmlformats.org/officeDocument/2006/relationships/image" Target="../media/image1832.png"/><Relationship Id="rId20" Type="http://schemas.openxmlformats.org/officeDocument/2006/relationships/image" Target="../media/image1836.png"/><Relationship Id="rId29" Type="http://schemas.openxmlformats.org/officeDocument/2006/relationships/image" Target="../media/image184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22.png"/><Relationship Id="rId11" Type="http://schemas.openxmlformats.org/officeDocument/2006/relationships/image" Target="../media/image1827.png"/><Relationship Id="rId24" Type="http://schemas.openxmlformats.org/officeDocument/2006/relationships/image" Target="../media/image1840.png"/><Relationship Id="rId5" Type="http://schemas.openxmlformats.org/officeDocument/2006/relationships/image" Target="../media/image1821.png"/><Relationship Id="rId15" Type="http://schemas.openxmlformats.org/officeDocument/2006/relationships/image" Target="../media/image1831.png"/><Relationship Id="rId23" Type="http://schemas.openxmlformats.org/officeDocument/2006/relationships/image" Target="../media/image891.png"/><Relationship Id="rId10" Type="http://schemas.openxmlformats.org/officeDocument/2006/relationships/image" Target="../media/image1826.png"/><Relationship Id="rId19" Type="http://schemas.openxmlformats.org/officeDocument/2006/relationships/image" Target="../media/image1835.png"/><Relationship Id="rId31" Type="http://schemas.openxmlformats.org/officeDocument/2006/relationships/image" Target="../media/image892.png"/><Relationship Id="rId4" Type="http://schemas.openxmlformats.org/officeDocument/2006/relationships/image" Target="../media/image1820.png"/><Relationship Id="rId9" Type="http://schemas.openxmlformats.org/officeDocument/2006/relationships/image" Target="../media/image1825.png"/><Relationship Id="rId14" Type="http://schemas.openxmlformats.org/officeDocument/2006/relationships/image" Target="../media/image1830.png"/><Relationship Id="rId22" Type="http://schemas.openxmlformats.org/officeDocument/2006/relationships/image" Target="../media/image889.png"/><Relationship Id="rId27" Type="http://schemas.openxmlformats.org/officeDocument/2006/relationships/image" Target="../media/image1843.png"/><Relationship Id="rId30" Type="http://schemas.openxmlformats.org/officeDocument/2006/relationships/image" Target="../media/image1846.png"/></Relationships>
</file>

<file path=ppt/slides/_rels/slide17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93.png"/><Relationship Id="rId18" Type="http://schemas.openxmlformats.org/officeDocument/2006/relationships/image" Target="../media/image1862.png"/><Relationship Id="rId26" Type="http://schemas.openxmlformats.org/officeDocument/2006/relationships/image" Target="../media/image1868.png"/><Relationship Id="rId3" Type="http://schemas.openxmlformats.org/officeDocument/2006/relationships/image" Target="../media/image1847.png"/><Relationship Id="rId21" Type="http://schemas.openxmlformats.org/officeDocument/2006/relationships/image" Target="../media/image1865.png"/><Relationship Id="rId7" Type="http://schemas.openxmlformats.org/officeDocument/2006/relationships/image" Target="../media/image4912.png"/><Relationship Id="rId12" Type="http://schemas.openxmlformats.org/officeDocument/2006/relationships/image" Target="../media/image1856.png"/><Relationship Id="rId17" Type="http://schemas.openxmlformats.org/officeDocument/2006/relationships/image" Target="../media/image1861.png"/><Relationship Id="rId25" Type="http://schemas.openxmlformats.org/officeDocument/2006/relationships/image" Target="../media/image1867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860.png"/><Relationship Id="rId20" Type="http://schemas.openxmlformats.org/officeDocument/2006/relationships/image" Target="../media/image1864.png"/><Relationship Id="rId29" Type="http://schemas.openxmlformats.org/officeDocument/2006/relationships/image" Target="../media/image187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50.png"/><Relationship Id="rId11" Type="http://schemas.openxmlformats.org/officeDocument/2006/relationships/image" Target="../media/image1855.png"/><Relationship Id="rId24" Type="http://schemas.openxmlformats.org/officeDocument/2006/relationships/image" Target="../media/image1866.png"/><Relationship Id="rId32" Type="http://schemas.openxmlformats.org/officeDocument/2006/relationships/image" Target="../media/image897.png"/><Relationship Id="rId5" Type="http://schemas.openxmlformats.org/officeDocument/2006/relationships/image" Target="../media/image1849.png"/><Relationship Id="rId23" Type="http://schemas.openxmlformats.org/officeDocument/2006/relationships/image" Target="../media/image896.png"/><Relationship Id="rId28" Type="http://schemas.openxmlformats.org/officeDocument/2006/relationships/image" Target="../media/image1870.png"/><Relationship Id="rId10" Type="http://schemas.openxmlformats.org/officeDocument/2006/relationships/image" Target="../media/image1854.png"/><Relationship Id="rId19" Type="http://schemas.openxmlformats.org/officeDocument/2006/relationships/image" Target="../media/image1863.png"/><Relationship Id="rId31" Type="http://schemas.openxmlformats.org/officeDocument/2006/relationships/image" Target="../media/image1876.png"/><Relationship Id="rId4" Type="http://schemas.openxmlformats.org/officeDocument/2006/relationships/image" Target="../media/image1848.png"/><Relationship Id="rId9" Type="http://schemas.openxmlformats.org/officeDocument/2006/relationships/image" Target="../media/image1853.png"/><Relationship Id="rId14" Type="http://schemas.openxmlformats.org/officeDocument/2006/relationships/image" Target="../media/image894.png"/><Relationship Id="rId22" Type="http://schemas.openxmlformats.org/officeDocument/2006/relationships/image" Target="../media/image895.png"/><Relationship Id="rId27" Type="http://schemas.openxmlformats.org/officeDocument/2006/relationships/image" Target="../media/image1869.png"/><Relationship Id="rId30" Type="http://schemas.openxmlformats.org/officeDocument/2006/relationships/image" Target="../media/image1875.png"/></Relationships>
</file>

<file path=ppt/slides/_rels/slide1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67.png"/><Relationship Id="rId13" Type="http://schemas.openxmlformats.org/officeDocument/2006/relationships/image" Target="../media/image1876.png"/><Relationship Id="rId18" Type="http://schemas.openxmlformats.org/officeDocument/2006/relationships/image" Target="../media/image1887.png"/><Relationship Id="rId26" Type="http://schemas.openxmlformats.org/officeDocument/2006/relationships/image" Target="../media/image902.png"/><Relationship Id="rId3" Type="http://schemas.openxmlformats.org/officeDocument/2006/relationships/image" Target="../media/image4912.png"/><Relationship Id="rId21" Type="http://schemas.openxmlformats.org/officeDocument/2006/relationships/image" Target="../media/image1899.png"/><Relationship Id="rId7" Type="http://schemas.openxmlformats.org/officeDocument/2006/relationships/image" Target="../media/image1866.png"/><Relationship Id="rId12" Type="http://schemas.openxmlformats.org/officeDocument/2006/relationships/image" Target="../media/image1875.png"/><Relationship Id="rId17" Type="http://schemas.openxmlformats.org/officeDocument/2006/relationships/image" Target="../media/image1886.png"/><Relationship Id="rId25" Type="http://schemas.openxmlformats.org/officeDocument/2006/relationships/image" Target="../media/image901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885.png"/><Relationship Id="rId20" Type="http://schemas.openxmlformats.org/officeDocument/2006/relationships/image" Target="../media/image1898.png"/><Relationship Id="rId1" Type="http://schemas.openxmlformats.org/officeDocument/2006/relationships/slideLayout" Target="../slideLayouts/slideLayout2.xml"/><Relationship Id="rId24" Type="http://schemas.openxmlformats.org/officeDocument/2006/relationships/image" Target="../media/image900.png"/><Relationship Id="rId5" Type="http://schemas.openxmlformats.org/officeDocument/2006/relationships/image" Target="../media/image1869.png"/><Relationship Id="rId15" Type="http://schemas.openxmlformats.org/officeDocument/2006/relationships/image" Target="../media/image899.png"/><Relationship Id="rId23" Type="http://schemas.openxmlformats.org/officeDocument/2006/relationships/image" Target="../media/image1901.png"/><Relationship Id="rId28" Type="http://schemas.openxmlformats.org/officeDocument/2006/relationships/image" Target="../media/image904.png"/><Relationship Id="rId10" Type="http://schemas.openxmlformats.org/officeDocument/2006/relationships/image" Target="../media/image1871.png"/><Relationship Id="rId19" Type="http://schemas.openxmlformats.org/officeDocument/2006/relationships/image" Target="../media/image1888.png"/><Relationship Id="rId4" Type="http://schemas.openxmlformats.org/officeDocument/2006/relationships/image" Target="../media/image1868.png"/><Relationship Id="rId9" Type="http://schemas.openxmlformats.org/officeDocument/2006/relationships/image" Target="../media/image1870.png"/><Relationship Id="rId14" Type="http://schemas.openxmlformats.org/officeDocument/2006/relationships/image" Target="../media/image898.png"/><Relationship Id="rId22" Type="http://schemas.openxmlformats.org/officeDocument/2006/relationships/image" Target="../media/image1900.png"/><Relationship Id="rId27" Type="http://schemas.openxmlformats.org/officeDocument/2006/relationships/image" Target="../media/image903.png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82.png"/><Relationship Id="rId18" Type="http://schemas.openxmlformats.org/officeDocument/2006/relationships/image" Target="../media/image2019.png"/><Relationship Id="rId26" Type="http://schemas.openxmlformats.org/officeDocument/2006/relationships/image" Target="../media/image909.png"/><Relationship Id="rId3" Type="http://schemas.openxmlformats.org/officeDocument/2006/relationships/image" Target="../media/image2005.png"/><Relationship Id="rId21" Type="http://schemas.openxmlformats.org/officeDocument/2006/relationships/image" Target="../media/image2022.png"/><Relationship Id="rId7" Type="http://schemas.openxmlformats.org/officeDocument/2006/relationships/image" Target="../media/image8351.png"/><Relationship Id="rId12" Type="http://schemas.openxmlformats.org/officeDocument/2006/relationships/image" Target="../media/image908.png"/><Relationship Id="rId17" Type="http://schemas.openxmlformats.org/officeDocument/2006/relationships/image" Target="../media/image2018.png"/><Relationship Id="rId25" Type="http://schemas.openxmlformats.org/officeDocument/2006/relationships/image" Target="../media/image2026.png"/><Relationship Id="rId2" Type="http://schemas.openxmlformats.org/officeDocument/2006/relationships/image" Target="../media/image2004.png"/><Relationship Id="rId16" Type="http://schemas.openxmlformats.org/officeDocument/2006/relationships/image" Target="../media/image2017.png"/><Relationship Id="rId20" Type="http://schemas.openxmlformats.org/officeDocument/2006/relationships/image" Target="../media/image20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032.png"/><Relationship Id="rId11" Type="http://schemas.openxmlformats.org/officeDocument/2006/relationships/image" Target="../media/image907.png"/><Relationship Id="rId24" Type="http://schemas.openxmlformats.org/officeDocument/2006/relationships/image" Target="../media/image2025.png"/><Relationship Id="rId5" Type="http://schemas.openxmlformats.org/officeDocument/2006/relationships/image" Target="../media/image6170.png"/><Relationship Id="rId15" Type="http://schemas.openxmlformats.org/officeDocument/2006/relationships/image" Target="../media/image2016.png"/><Relationship Id="rId23" Type="http://schemas.openxmlformats.org/officeDocument/2006/relationships/image" Target="../media/image2024.png"/><Relationship Id="rId28" Type="http://schemas.openxmlformats.org/officeDocument/2006/relationships/image" Target="../media/image911.png"/><Relationship Id="rId10" Type="http://schemas.openxmlformats.org/officeDocument/2006/relationships/image" Target="../media/image906.png"/><Relationship Id="rId19" Type="http://schemas.openxmlformats.org/officeDocument/2006/relationships/image" Target="../media/image20200.png"/><Relationship Id="rId4" Type="http://schemas.openxmlformats.org/officeDocument/2006/relationships/image" Target="../media/image4920.png"/><Relationship Id="rId9" Type="http://schemas.openxmlformats.org/officeDocument/2006/relationships/image" Target="../media/image1598.png"/><Relationship Id="rId22" Type="http://schemas.openxmlformats.org/officeDocument/2006/relationships/image" Target="../media/image2023.png"/><Relationship Id="rId27" Type="http://schemas.openxmlformats.org/officeDocument/2006/relationships/image" Target="../media/image910.png"/></Relationships>
</file>

<file path=ppt/slides/_rels/slide1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3.png"/><Relationship Id="rId13" Type="http://schemas.openxmlformats.org/officeDocument/2006/relationships/image" Target="../media/image918.png"/><Relationship Id="rId18" Type="http://schemas.openxmlformats.org/officeDocument/2006/relationships/image" Target="../media/image920.png"/><Relationship Id="rId3" Type="http://schemas.openxmlformats.org/officeDocument/2006/relationships/image" Target="../media/image2032.png"/><Relationship Id="rId21" Type="http://schemas.openxmlformats.org/officeDocument/2006/relationships/image" Target="../media/image923.png"/><Relationship Id="rId7" Type="http://schemas.openxmlformats.org/officeDocument/2006/relationships/image" Target="../media/image912.png"/><Relationship Id="rId12" Type="http://schemas.openxmlformats.org/officeDocument/2006/relationships/image" Target="../media/image917.png"/><Relationship Id="rId17" Type="http://schemas.openxmlformats.org/officeDocument/2006/relationships/image" Target="../media/image2046.png"/><Relationship Id="rId25" Type="http://schemas.openxmlformats.org/officeDocument/2006/relationships/image" Target="../media/image15981.png"/><Relationship Id="rId2" Type="http://schemas.openxmlformats.org/officeDocument/2006/relationships/image" Target="../media/image4930.png"/><Relationship Id="rId16" Type="http://schemas.openxmlformats.org/officeDocument/2006/relationships/image" Target="../media/image2045.png"/><Relationship Id="rId20" Type="http://schemas.openxmlformats.org/officeDocument/2006/relationships/image" Target="../media/image9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35.png"/><Relationship Id="rId11" Type="http://schemas.openxmlformats.org/officeDocument/2006/relationships/image" Target="../media/image916.png"/><Relationship Id="rId24" Type="http://schemas.openxmlformats.org/officeDocument/2006/relationships/image" Target="../media/image2053.png"/><Relationship Id="rId15" Type="http://schemas.openxmlformats.org/officeDocument/2006/relationships/image" Target="../media/image2044.png"/><Relationship Id="rId23" Type="http://schemas.openxmlformats.org/officeDocument/2006/relationships/image" Target="../media/image2052.png"/><Relationship Id="rId10" Type="http://schemas.openxmlformats.org/officeDocument/2006/relationships/image" Target="../media/image915.png"/><Relationship Id="rId19" Type="http://schemas.openxmlformats.org/officeDocument/2006/relationships/image" Target="../media/image921.png"/><Relationship Id="rId4" Type="http://schemas.openxmlformats.org/officeDocument/2006/relationships/image" Target="../media/image2033.png"/><Relationship Id="rId9" Type="http://schemas.openxmlformats.org/officeDocument/2006/relationships/image" Target="../media/image914.png"/><Relationship Id="rId14" Type="http://schemas.openxmlformats.org/officeDocument/2006/relationships/image" Target="../media/image919.png"/><Relationship Id="rId22" Type="http://schemas.openxmlformats.org/officeDocument/2006/relationships/image" Target="../media/image2051.png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56.png"/><Relationship Id="rId13" Type="http://schemas.openxmlformats.org/officeDocument/2006/relationships/image" Target="../media/image2060.png"/><Relationship Id="rId39" Type="http://schemas.openxmlformats.org/officeDocument/2006/relationships/image" Target="../media/image933.png"/><Relationship Id="rId3" Type="http://schemas.openxmlformats.org/officeDocument/2006/relationships/image" Target="../media/image2054.png"/><Relationship Id="rId34" Type="http://schemas.openxmlformats.org/officeDocument/2006/relationships/image" Target="../media/image928.png"/><Relationship Id="rId7" Type="http://schemas.openxmlformats.org/officeDocument/2006/relationships/image" Target="../media/image2055.png"/><Relationship Id="rId12" Type="http://schemas.openxmlformats.org/officeDocument/2006/relationships/image" Target="../media/image2059.png"/><Relationship Id="rId17" Type="http://schemas.openxmlformats.org/officeDocument/2006/relationships/image" Target="../media/image2064.png"/><Relationship Id="rId33" Type="http://schemas.openxmlformats.org/officeDocument/2006/relationships/image" Target="../media/image15580.png"/><Relationship Id="rId38" Type="http://schemas.openxmlformats.org/officeDocument/2006/relationships/image" Target="../media/image932.png"/><Relationship Id="rId2" Type="http://schemas.openxmlformats.org/officeDocument/2006/relationships/image" Target="../media/image4930.png"/><Relationship Id="rId16" Type="http://schemas.openxmlformats.org/officeDocument/2006/relationships/image" Target="../media/image2063.png"/><Relationship Id="rId29" Type="http://schemas.openxmlformats.org/officeDocument/2006/relationships/image" Target="../media/image9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47.png"/><Relationship Id="rId11" Type="http://schemas.openxmlformats.org/officeDocument/2006/relationships/image" Target="../media/image2058.png"/><Relationship Id="rId32" Type="http://schemas.openxmlformats.org/officeDocument/2006/relationships/image" Target="../media/image927.png"/><Relationship Id="rId37" Type="http://schemas.openxmlformats.org/officeDocument/2006/relationships/image" Target="../media/image931.png"/><Relationship Id="rId40" Type="http://schemas.openxmlformats.org/officeDocument/2006/relationships/image" Target="../media/image934.png"/><Relationship Id="rId5" Type="http://schemas.openxmlformats.org/officeDocument/2006/relationships/image" Target="../media/image2046.png"/><Relationship Id="rId15" Type="http://schemas.openxmlformats.org/officeDocument/2006/relationships/image" Target="../media/image2062.png"/><Relationship Id="rId28" Type="http://schemas.openxmlformats.org/officeDocument/2006/relationships/image" Target="../media/image15560.png"/><Relationship Id="rId36" Type="http://schemas.openxmlformats.org/officeDocument/2006/relationships/image" Target="../media/image930.png"/><Relationship Id="rId10" Type="http://schemas.openxmlformats.org/officeDocument/2006/relationships/image" Target="../media/image2051.png"/><Relationship Id="rId31" Type="http://schemas.openxmlformats.org/officeDocument/2006/relationships/image" Target="../media/image926.png"/><Relationship Id="rId4" Type="http://schemas.openxmlformats.org/officeDocument/2006/relationships/image" Target="../media/image2045.png"/><Relationship Id="rId9" Type="http://schemas.openxmlformats.org/officeDocument/2006/relationships/image" Target="../media/image2057.png"/><Relationship Id="rId14" Type="http://schemas.openxmlformats.org/officeDocument/2006/relationships/image" Target="../media/image2061.png"/><Relationship Id="rId27" Type="http://schemas.openxmlformats.org/officeDocument/2006/relationships/image" Target="../media/image5830.png"/><Relationship Id="rId30" Type="http://schemas.openxmlformats.org/officeDocument/2006/relationships/image" Target="../media/image925.png"/><Relationship Id="rId35" Type="http://schemas.openxmlformats.org/officeDocument/2006/relationships/image" Target="../media/image929.png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00.png"/><Relationship Id="rId3" Type="http://schemas.openxmlformats.org/officeDocument/2006/relationships/image" Target="../media/image1760.png"/><Relationship Id="rId7" Type="http://schemas.openxmlformats.org/officeDocument/2006/relationships/image" Target="../media/image6900.png"/><Relationship Id="rId2" Type="http://schemas.openxmlformats.org/officeDocument/2006/relationships/image" Target="../media/image660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71.png"/><Relationship Id="rId5" Type="http://schemas.openxmlformats.org/officeDocument/2006/relationships/image" Target="../media/image1769.png"/><Relationship Id="rId4" Type="http://schemas.openxmlformats.org/officeDocument/2006/relationships/image" Target="../media/image1762.png"/><Relationship Id="rId9" Type="http://schemas.openxmlformats.org/officeDocument/2006/relationships/image" Target="../media/image1772.png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1.png"/><Relationship Id="rId3" Type="http://schemas.openxmlformats.org/officeDocument/2006/relationships/image" Target="../media/image874.png"/><Relationship Id="rId7" Type="http://schemas.openxmlformats.org/officeDocument/2006/relationships/image" Target="../media/image880.png"/><Relationship Id="rId2" Type="http://schemas.openxmlformats.org/officeDocument/2006/relationships/image" Target="../media/image58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77.png"/><Relationship Id="rId5" Type="http://schemas.openxmlformats.org/officeDocument/2006/relationships/image" Target="../media/image876.png"/><Relationship Id="rId4" Type="http://schemas.openxmlformats.org/officeDocument/2006/relationships/image" Target="../media/image875.png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0.png"/><Relationship Id="rId13" Type="http://schemas.openxmlformats.org/officeDocument/2006/relationships/image" Target="../media/image2181.png"/><Relationship Id="rId3" Type="http://schemas.openxmlformats.org/officeDocument/2006/relationships/image" Target="../media/image936.png"/><Relationship Id="rId7" Type="http://schemas.openxmlformats.org/officeDocument/2006/relationships/image" Target="../media/image939.png"/><Relationship Id="rId12" Type="http://schemas.openxmlformats.org/officeDocument/2006/relationships/image" Target="../media/image2180.png"/><Relationship Id="rId17" Type="http://schemas.openxmlformats.org/officeDocument/2006/relationships/image" Target="../media/image2185.png"/><Relationship Id="rId2" Type="http://schemas.openxmlformats.org/officeDocument/2006/relationships/image" Target="../media/image2171.png"/><Relationship Id="rId16" Type="http://schemas.openxmlformats.org/officeDocument/2006/relationships/image" Target="../media/image218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38.png"/><Relationship Id="rId11" Type="http://schemas.openxmlformats.org/officeDocument/2006/relationships/image" Target="../media/image943.png"/><Relationship Id="rId5" Type="http://schemas.openxmlformats.org/officeDocument/2006/relationships/image" Target="../media/image937.png"/><Relationship Id="rId15" Type="http://schemas.openxmlformats.org/officeDocument/2006/relationships/image" Target="../media/image2183.png"/><Relationship Id="rId10" Type="http://schemas.openxmlformats.org/officeDocument/2006/relationships/image" Target="../media/image942.png"/><Relationship Id="rId4" Type="http://schemas.openxmlformats.org/officeDocument/2006/relationships/image" Target="../media/image935.png"/><Relationship Id="rId9" Type="http://schemas.openxmlformats.org/officeDocument/2006/relationships/image" Target="../media/image941.png"/><Relationship Id="rId14" Type="http://schemas.openxmlformats.org/officeDocument/2006/relationships/image" Target="../media/image2182.png"/></Relationships>
</file>

<file path=ppt/slides/_rels/slide18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9430.png"/><Relationship Id="rId18" Type="http://schemas.openxmlformats.org/officeDocument/2006/relationships/image" Target="../media/image948.png"/><Relationship Id="rId26" Type="http://schemas.openxmlformats.org/officeDocument/2006/relationships/image" Target="../media/image956.png"/><Relationship Id="rId21" Type="http://schemas.openxmlformats.org/officeDocument/2006/relationships/image" Target="../media/image951.png"/><Relationship Id="rId34" Type="http://schemas.openxmlformats.org/officeDocument/2006/relationships/image" Target="../media/image2209.png"/><Relationship Id="rId12" Type="http://schemas.openxmlformats.org/officeDocument/2006/relationships/image" Target="../media/image8750.png"/><Relationship Id="rId17" Type="http://schemas.openxmlformats.org/officeDocument/2006/relationships/image" Target="../media/image947.png"/><Relationship Id="rId25" Type="http://schemas.openxmlformats.org/officeDocument/2006/relationships/image" Target="../media/image955.png"/><Relationship Id="rId33" Type="http://schemas.openxmlformats.org/officeDocument/2006/relationships/image" Target="../media/image2208.png"/><Relationship Id="rId2" Type="http://schemas.openxmlformats.org/officeDocument/2006/relationships/image" Target="../media/image624.png"/><Relationship Id="rId16" Type="http://schemas.openxmlformats.org/officeDocument/2006/relationships/image" Target="../media/image946.png"/><Relationship Id="rId20" Type="http://schemas.openxmlformats.org/officeDocument/2006/relationships/image" Target="../media/image950.png"/><Relationship Id="rId29" Type="http://schemas.openxmlformats.org/officeDocument/2006/relationships/image" Target="../media/image959.png"/><Relationship Id="rId1" Type="http://schemas.openxmlformats.org/officeDocument/2006/relationships/slideLayout" Target="../slideLayouts/slideLayout2.xml"/><Relationship Id="rId11" Type="http://schemas.openxmlformats.org/officeDocument/2006/relationships/image" Target="../media/image2195.png"/><Relationship Id="rId24" Type="http://schemas.openxmlformats.org/officeDocument/2006/relationships/image" Target="../media/image954.png"/><Relationship Id="rId32" Type="http://schemas.openxmlformats.org/officeDocument/2006/relationships/image" Target="../media/image962.png"/><Relationship Id="rId37" Type="http://schemas.openxmlformats.org/officeDocument/2006/relationships/image" Target="../media/image2211.png"/><Relationship Id="rId15" Type="http://schemas.openxmlformats.org/officeDocument/2006/relationships/image" Target="../media/image945.png"/><Relationship Id="rId23" Type="http://schemas.openxmlformats.org/officeDocument/2006/relationships/image" Target="../media/image953.png"/><Relationship Id="rId28" Type="http://schemas.openxmlformats.org/officeDocument/2006/relationships/image" Target="../media/image958.png"/><Relationship Id="rId36" Type="http://schemas.openxmlformats.org/officeDocument/2006/relationships/image" Target="../media/image2210.png"/><Relationship Id="rId19" Type="http://schemas.openxmlformats.org/officeDocument/2006/relationships/image" Target="../media/image949.png"/><Relationship Id="rId31" Type="http://schemas.openxmlformats.org/officeDocument/2006/relationships/image" Target="../media/image961.png"/><Relationship Id="rId14" Type="http://schemas.openxmlformats.org/officeDocument/2006/relationships/image" Target="../media/image944.png"/><Relationship Id="rId22" Type="http://schemas.openxmlformats.org/officeDocument/2006/relationships/image" Target="../media/image952.png"/><Relationship Id="rId27" Type="http://schemas.openxmlformats.org/officeDocument/2006/relationships/image" Target="../media/image957.png"/><Relationship Id="rId30" Type="http://schemas.openxmlformats.org/officeDocument/2006/relationships/image" Target="../media/image960.png"/><Relationship Id="rId35" Type="http://schemas.openxmlformats.org/officeDocument/2006/relationships/image" Target="../media/image963.png"/></Relationships>
</file>

<file path=ppt/slides/_rels/slide183.xml.rels><?xml version="1.0" encoding="UTF-8" standalone="yes"?>
<Relationships xmlns="http://schemas.openxmlformats.org/package/2006/relationships"><Relationship Id="rId26" Type="http://schemas.openxmlformats.org/officeDocument/2006/relationships/image" Target="../media/image2210.png"/><Relationship Id="rId3" Type="http://schemas.openxmlformats.org/officeDocument/2006/relationships/image" Target="../media/image964.png"/><Relationship Id="rId7" Type="http://schemas.openxmlformats.org/officeDocument/2006/relationships/image" Target="../media/image968.png"/><Relationship Id="rId25" Type="http://schemas.openxmlformats.org/officeDocument/2006/relationships/image" Target="../media/image2209.png"/><Relationship Id="rId33" Type="http://schemas.openxmlformats.org/officeDocument/2006/relationships/image" Target="../media/image2219.png"/><Relationship Id="rId2" Type="http://schemas.openxmlformats.org/officeDocument/2006/relationships/image" Target="../media/image624.png"/><Relationship Id="rId29" Type="http://schemas.openxmlformats.org/officeDocument/2006/relationships/image" Target="../media/image2215.png"/><Relationship Id="rId20" Type="http://schemas.openxmlformats.org/officeDocument/2006/relationships/image" Target="../media/image223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67.png"/><Relationship Id="rId24" Type="http://schemas.openxmlformats.org/officeDocument/2006/relationships/image" Target="../media/image2208.png"/><Relationship Id="rId32" Type="http://schemas.openxmlformats.org/officeDocument/2006/relationships/image" Target="../media/image2218.png"/><Relationship Id="rId5" Type="http://schemas.openxmlformats.org/officeDocument/2006/relationships/image" Target="../media/image966.png"/><Relationship Id="rId28" Type="http://schemas.openxmlformats.org/officeDocument/2006/relationships/image" Target="../media/image969.png"/><Relationship Id="rId31" Type="http://schemas.openxmlformats.org/officeDocument/2006/relationships/image" Target="../media/image2217.png"/><Relationship Id="rId19" Type="http://schemas.openxmlformats.org/officeDocument/2006/relationships/image" Target="../media/image2230.png"/><Relationship Id="rId4" Type="http://schemas.openxmlformats.org/officeDocument/2006/relationships/image" Target="../media/image965.png"/><Relationship Id="rId27" Type="http://schemas.openxmlformats.org/officeDocument/2006/relationships/image" Target="../media/image2211.png"/><Relationship Id="rId30" Type="http://schemas.openxmlformats.org/officeDocument/2006/relationships/image" Target="../media/image2216.png"/></Relationships>
</file>

<file path=ppt/slides/_rels/slide184.xml.rels><?xml version="1.0" encoding="UTF-8" standalone="yes"?>
<Relationships xmlns="http://schemas.openxmlformats.org/package/2006/relationships"><Relationship Id="rId18" Type="http://schemas.openxmlformats.org/officeDocument/2006/relationships/image" Target="../media/image2248.png"/><Relationship Id="rId26" Type="http://schemas.openxmlformats.org/officeDocument/2006/relationships/image" Target="../media/image2249.png"/><Relationship Id="rId3" Type="http://schemas.openxmlformats.org/officeDocument/2006/relationships/image" Target="../media/image2215.png"/><Relationship Id="rId21" Type="http://schemas.openxmlformats.org/officeDocument/2006/relationships/image" Target="../media/image624.png"/><Relationship Id="rId7" Type="http://schemas.openxmlformats.org/officeDocument/2006/relationships/image" Target="../media/image2219.png"/><Relationship Id="rId25" Type="http://schemas.openxmlformats.org/officeDocument/2006/relationships/image" Target="../media/image971.png"/><Relationship Id="rId17" Type="http://schemas.openxmlformats.org/officeDocument/2006/relationships/image" Target="../media/image12950.png"/><Relationship Id="rId2" Type="http://schemas.openxmlformats.org/officeDocument/2006/relationships/image" Target="../media/image969.png"/><Relationship Id="rId20" Type="http://schemas.openxmlformats.org/officeDocument/2006/relationships/image" Target="../media/image2231.png"/><Relationship Id="rId16" Type="http://schemas.openxmlformats.org/officeDocument/2006/relationships/image" Target="../media/image224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18.png"/><Relationship Id="rId24" Type="http://schemas.openxmlformats.org/officeDocument/2006/relationships/image" Target="../media/image970.png"/><Relationship Id="rId5" Type="http://schemas.openxmlformats.org/officeDocument/2006/relationships/image" Target="../media/image2217.png"/><Relationship Id="rId23" Type="http://schemas.openxmlformats.org/officeDocument/2006/relationships/image" Target="../media/image2234.png"/><Relationship Id="rId28" Type="http://schemas.openxmlformats.org/officeDocument/2006/relationships/image" Target="../media/image973.png"/><Relationship Id="rId19" Type="http://schemas.openxmlformats.org/officeDocument/2006/relationships/image" Target="../media/image2230.png"/><Relationship Id="rId4" Type="http://schemas.openxmlformats.org/officeDocument/2006/relationships/image" Target="../media/image2216.png"/><Relationship Id="rId22" Type="http://schemas.openxmlformats.org/officeDocument/2006/relationships/image" Target="../media/image2233.png"/><Relationship Id="rId27" Type="http://schemas.openxmlformats.org/officeDocument/2006/relationships/image" Target="../media/image972.png"/></Relationships>
</file>

<file path=ppt/slides/_rels/slide185.xml.rels><?xml version="1.0" encoding="UTF-8" standalone="yes"?>
<Relationships xmlns="http://schemas.openxmlformats.org/package/2006/relationships"><Relationship Id="rId18" Type="http://schemas.openxmlformats.org/officeDocument/2006/relationships/image" Target="../media/image2248.png"/><Relationship Id="rId13" Type="http://schemas.openxmlformats.org/officeDocument/2006/relationships/image" Target="../media/image2281.png"/><Relationship Id="rId3" Type="http://schemas.openxmlformats.org/officeDocument/2006/relationships/image" Target="../media/image974.png"/><Relationship Id="rId21" Type="http://schemas.openxmlformats.org/officeDocument/2006/relationships/image" Target="../media/image978.png"/><Relationship Id="rId17" Type="http://schemas.openxmlformats.org/officeDocument/2006/relationships/image" Target="../media/image12950.png"/><Relationship Id="rId12" Type="http://schemas.openxmlformats.org/officeDocument/2006/relationships/image" Target="../media/image2280.png"/><Relationship Id="rId2" Type="http://schemas.openxmlformats.org/officeDocument/2006/relationships/image" Target="../media/image624.png"/><Relationship Id="rId16" Type="http://schemas.openxmlformats.org/officeDocument/2006/relationships/image" Target="../media/image2246.png"/><Relationship Id="rId20" Type="http://schemas.openxmlformats.org/officeDocument/2006/relationships/image" Target="../media/image97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6.png"/><Relationship Id="rId11" Type="http://schemas.openxmlformats.org/officeDocument/2006/relationships/image" Target="../media/image2279.png"/><Relationship Id="rId5" Type="http://schemas.openxmlformats.org/officeDocument/2006/relationships/image" Target="../media/image975.png"/><Relationship Id="rId19" Type="http://schemas.openxmlformats.org/officeDocument/2006/relationships/image" Target="../media/image2249.png"/><Relationship Id="rId10" Type="http://schemas.openxmlformats.org/officeDocument/2006/relationships/image" Target="../media/image2278.png"/><Relationship Id="rId4" Type="http://schemas.openxmlformats.org/officeDocument/2006/relationships/image" Target="../media/image2234.png"/><Relationship Id="rId22" Type="http://schemas.openxmlformats.org/officeDocument/2006/relationships/image" Target="../media/image979.png"/><Relationship Id="rId9" Type="http://schemas.openxmlformats.org/officeDocument/2006/relationships/image" Target="../media/image2277.png"/><Relationship Id="rId14" Type="http://schemas.openxmlformats.org/officeDocument/2006/relationships/image" Target="../media/image2282.png"/></Relationships>
</file>

<file path=ppt/slides/_rels/slide18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281.png"/><Relationship Id="rId18" Type="http://schemas.openxmlformats.org/officeDocument/2006/relationships/image" Target="../media/image2284.png"/><Relationship Id="rId3" Type="http://schemas.openxmlformats.org/officeDocument/2006/relationships/image" Target="../media/image980.png"/><Relationship Id="rId21" Type="http://schemas.openxmlformats.org/officeDocument/2006/relationships/image" Target="../media/image2287.png"/><Relationship Id="rId12" Type="http://schemas.openxmlformats.org/officeDocument/2006/relationships/image" Target="../media/image2280.png"/><Relationship Id="rId17" Type="http://schemas.openxmlformats.org/officeDocument/2006/relationships/image" Target="../media/image2273.png"/><Relationship Id="rId2" Type="http://schemas.openxmlformats.org/officeDocument/2006/relationships/image" Target="../media/image624.png"/><Relationship Id="rId16" Type="http://schemas.openxmlformats.org/officeDocument/2006/relationships/image" Target="../media/image2272.png"/><Relationship Id="rId20" Type="http://schemas.openxmlformats.org/officeDocument/2006/relationships/image" Target="../media/image2286.png"/><Relationship Id="rId1" Type="http://schemas.openxmlformats.org/officeDocument/2006/relationships/slideLayout" Target="../slideLayouts/slideLayout2.xml"/><Relationship Id="rId11" Type="http://schemas.openxmlformats.org/officeDocument/2006/relationships/image" Target="../media/image2279.png"/><Relationship Id="rId15" Type="http://schemas.openxmlformats.org/officeDocument/2006/relationships/image" Target="../media/image982.png"/><Relationship Id="rId5" Type="http://schemas.openxmlformats.org/officeDocument/2006/relationships/image" Target="../media/image2274.png"/><Relationship Id="rId23" Type="http://schemas.openxmlformats.org/officeDocument/2006/relationships/image" Target="../media/image984.png"/><Relationship Id="rId10" Type="http://schemas.openxmlformats.org/officeDocument/2006/relationships/image" Target="../media/image2278.png"/><Relationship Id="rId19" Type="http://schemas.openxmlformats.org/officeDocument/2006/relationships/image" Target="../media/image2285.png"/><Relationship Id="rId4" Type="http://schemas.openxmlformats.org/officeDocument/2006/relationships/image" Target="../media/image981.png"/><Relationship Id="rId9" Type="http://schemas.openxmlformats.org/officeDocument/2006/relationships/image" Target="../media/image2277.png"/><Relationship Id="rId14" Type="http://schemas.openxmlformats.org/officeDocument/2006/relationships/image" Target="../media/image2282.png"/><Relationship Id="rId22" Type="http://schemas.openxmlformats.org/officeDocument/2006/relationships/image" Target="../media/image983.png"/></Relationships>
</file>

<file path=ppt/slides/_rels/slide187.xml.rels><?xml version="1.0" encoding="UTF-8" standalone="yes"?>
<Relationships xmlns="http://schemas.openxmlformats.org/package/2006/relationships"><Relationship Id="rId18" Type="http://schemas.openxmlformats.org/officeDocument/2006/relationships/image" Target="../media/image2286.png"/><Relationship Id="rId3" Type="http://schemas.openxmlformats.org/officeDocument/2006/relationships/image" Target="../media/image985.png"/><Relationship Id="rId21" Type="http://schemas.openxmlformats.org/officeDocument/2006/relationships/image" Target="../media/image987.png"/><Relationship Id="rId17" Type="http://schemas.openxmlformats.org/officeDocument/2006/relationships/image" Target="../media/image2285.png"/><Relationship Id="rId25" Type="http://schemas.openxmlformats.org/officeDocument/2006/relationships/image" Target="../media/image991.png"/><Relationship Id="rId2" Type="http://schemas.openxmlformats.org/officeDocument/2006/relationships/image" Target="../media/image624.png"/><Relationship Id="rId16" Type="http://schemas.openxmlformats.org/officeDocument/2006/relationships/image" Target="../media/image2284.png"/><Relationship Id="rId20" Type="http://schemas.openxmlformats.org/officeDocument/2006/relationships/image" Target="../media/image98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74.png"/><Relationship Id="rId24" Type="http://schemas.openxmlformats.org/officeDocument/2006/relationships/image" Target="../media/image990.png"/><Relationship Id="rId5" Type="http://schemas.openxmlformats.org/officeDocument/2006/relationships/image" Target="../media/image2273.png"/><Relationship Id="rId23" Type="http://schemas.openxmlformats.org/officeDocument/2006/relationships/image" Target="../media/image989.png"/><Relationship Id="rId19" Type="http://schemas.openxmlformats.org/officeDocument/2006/relationships/image" Target="../media/image2287.png"/><Relationship Id="rId4" Type="http://schemas.openxmlformats.org/officeDocument/2006/relationships/image" Target="../media/image2272.png"/><Relationship Id="rId22" Type="http://schemas.openxmlformats.org/officeDocument/2006/relationships/image" Target="../media/image988.png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471.png"/><Relationship Id="rId13" Type="http://schemas.openxmlformats.org/officeDocument/2006/relationships/image" Target="../media/image13620.png"/><Relationship Id="rId3" Type="http://schemas.openxmlformats.org/officeDocument/2006/relationships/image" Target="../media/image13391.png"/><Relationship Id="rId7" Type="http://schemas.openxmlformats.org/officeDocument/2006/relationships/image" Target="../media/image13430.png"/><Relationship Id="rId12" Type="http://schemas.openxmlformats.org/officeDocument/2006/relationships/image" Target="../media/image13610.png"/><Relationship Id="rId2" Type="http://schemas.openxmlformats.org/officeDocument/2006/relationships/image" Target="../media/image99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420.png"/><Relationship Id="rId11" Type="http://schemas.openxmlformats.org/officeDocument/2006/relationships/image" Target="../media/image13600.png"/><Relationship Id="rId5" Type="http://schemas.openxmlformats.org/officeDocument/2006/relationships/image" Target="../media/image13411.png"/><Relationship Id="rId10" Type="http://schemas.openxmlformats.org/officeDocument/2006/relationships/image" Target="../media/image13591.png"/><Relationship Id="rId4" Type="http://schemas.openxmlformats.org/officeDocument/2006/relationships/image" Target="../media/image13401.png"/><Relationship Id="rId9" Type="http://schemas.openxmlformats.org/officeDocument/2006/relationships/image" Target="../media/image13540.png"/><Relationship Id="rId14" Type="http://schemas.openxmlformats.org/officeDocument/2006/relationships/image" Target="../media/image993.png"/></Relationships>
</file>

<file path=ppt/slides/_rels/slide19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641.png"/><Relationship Id="rId18" Type="http://schemas.openxmlformats.org/officeDocument/2006/relationships/image" Target="../media/image1646.png"/><Relationship Id="rId26" Type="http://schemas.openxmlformats.org/officeDocument/2006/relationships/image" Target="../media/image1654.png"/><Relationship Id="rId39" Type="http://schemas.openxmlformats.org/officeDocument/2006/relationships/image" Target="../media/image1667.png"/><Relationship Id="rId21" Type="http://schemas.openxmlformats.org/officeDocument/2006/relationships/image" Target="../media/image1649.png"/><Relationship Id="rId34" Type="http://schemas.openxmlformats.org/officeDocument/2006/relationships/image" Target="../media/image1662.png"/><Relationship Id="rId42" Type="http://schemas.openxmlformats.org/officeDocument/2006/relationships/image" Target="../media/image1670.png"/><Relationship Id="rId7" Type="http://schemas.openxmlformats.org/officeDocument/2006/relationships/image" Target="../media/image1635.png"/><Relationship Id="rId2" Type="http://schemas.openxmlformats.org/officeDocument/2006/relationships/image" Target="../media/image632.png"/><Relationship Id="rId16" Type="http://schemas.openxmlformats.org/officeDocument/2006/relationships/image" Target="../media/image1644.png"/><Relationship Id="rId20" Type="http://schemas.openxmlformats.org/officeDocument/2006/relationships/image" Target="../media/image1648.png"/><Relationship Id="rId29" Type="http://schemas.openxmlformats.org/officeDocument/2006/relationships/image" Target="../media/image1657.png"/><Relationship Id="rId41" Type="http://schemas.openxmlformats.org/officeDocument/2006/relationships/image" Target="../media/image166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634.png"/><Relationship Id="rId11" Type="http://schemas.openxmlformats.org/officeDocument/2006/relationships/image" Target="../media/image1639.png"/><Relationship Id="rId24" Type="http://schemas.openxmlformats.org/officeDocument/2006/relationships/image" Target="../media/image1652.png"/><Relationship Id="rId32" Type="http://schemas.openxmlformats.org/officeDocument/2006/relationships/image" Target="../media/image1660.png"/><Relationship Id="rId37" Type="http://schemas.openxmlformats.org/officeDocument/2006/relationships/image" Target="../media/image1665.png"/><Relationship Id="rId40" Type="http://schemas.openxmlformats.org/officeDocument/2006/relationships/image" Target="../media/image1668.png"/><Relationship Id="rId5" Type="http://schemas.openxmlformats.org/officeDocument/2006/relationships/image" Target="../media/image1633.png"/><Relationship Id="rId15" Type="http://schemas.openxmlformats.org/officeDocument/2006/relationships/image" Target="../media/image1643.png"/><Relationship Id="rId23" Type="http://schemas.openxmlformats.org/officeDocument/2006/relationships/image" Target="../media/image1651.png"/><Relationship Id="rId28" Type="http://schemas.openxmlformats.org/officeDocument/2006/relationships/image" Target="../media/image1656.png"/><Relationship Id="rId36" Type="http://schemas.openxmlformats.org/officeDocument/2006/relationships/image" Target="../media/image1664.png"/><Relationship Id="rId10" Type="http://schemas.openxmlformats.org/officeDocument/2006/relationships/image" Target="../media/image1638.png"/><Relationship Id="rId19" Type="http://schemas.openxmlformats.org/officeDocument/2006/relationships/image" Target="../media/image1647.png"/><Relationship Id="rId31" Type="http://schemas.openxmlformats.org/officeDocument/2006/relationships/image" Target="../media/image1659.png"/><Relationship Id="rId4" Type="http://schemas.openxmlformats.org/officeDocument/2006/relationships/image" Target="../media/image1632.png"/><Relationship Id="rId9" Type="http://schemas.openxmlformats.org/officeDocument/2006/relationships/image" Target="../media/image1637.png"/><Relationship Id="rId14" Type="http://schemas.openxmlformats.org/officeDocument/2006/relationships/image" Target="../media/image1642.png"/><Relationship Id="rId22" Type="http://schemas.openxmlformats.org/officeDocument/2006/relationships/image" Target="../media/image1650.png"/><Relationship Id="rId27" Type="http://schemas.openxmlformats.org/officeDocument/2006/relationships/image" Target="../media/image1655.png"/><Relationship Id="rId30" Type="http://schemas.openxmlformats.org/officeDocument/2006/relationships/image" Target="../media/image1658.png"/><Relationship Id="rId35" Type="http://schemas.openxmlformats.org/officeDocument/2006/relationships/image" Target="../media/image1663.png"/><Relationship Id="rId43" Type="http://schemas.openxmlformats.org/officeDocument/2006/relationships/image" Target="../media/image1671.png"/><Relationship Id="rId8" Type="http://schemas.openxmlformats.org/officeDocument/2006/relationships/image" Target="../media/image1636.png"/><Relationship Id="rId3" Type="http://schemas.openxmlformats.org/officeDocument/2006/relationships/image" Target="../media/image1631.png"/><Relationship Id="rId12" Type="http://schemas.openxmlformats.org/officeDocument/2006/relationships/image" Target="../media/image1640.png"/><Relationship Id="rId17" Type="http://schemas.openxmlformats.org/officeDocument/2006/relationships/image" Target="../media/image1645.png"/><Relationship Id="rId25" Type="http://schemas.openxmlformats.org/officeDocument/2006/relationships/image" Target="../media/image1653.png"/><Relationship Id="rId33" Type="http://schemas.openxmlformats.org/officeDocument/2006/relationships/image" Target="../media/image1661.png"/><Relationship Id="rId38" Type="http://schemas.openxmlformats.org/officeDocument/2006/relationships/image" Target="../media/image1666.png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77.png"/><Relationship Id="rId13" Type="http://schemas.openxmlformats.org/officeDocument/2006/relationships/image" Target="../media/image1682.png"/><Relationship Id="rId18" Type="http://schemas.openxmlformats.org/officeDocument/2006/relationships/image" Target="../media/image1687.png"/><Relationship Id="rId3" Type="http://schemas.openxmlformats.org/officeDocument/2006/relationships/image" Target="../media/image1672.png"/><Relationship Id="rId21" Type="http://schemas.openxmlformats.org/officeDocument/2006/relationships/image" Target="../media/image1690.png"/><Relationship Id="rId7" Type="http://schemas.openxmlformats.org/officeDocument/2006/relationships/image" Target="../media/image1676.png"/><Relationship Id="rId12" Type="http://schemas.openxmlformats.org/officeDocument/2006/relationships/image" Target="../media/image1681.png"/><Relationship Id="rId17" Type="http://schemas.openxmlformats.org/officeDocument/2006/relationships/image" Target="../media/image1686.png"/><Relationship Id="rId25" Type="http://schemas.openxmlformats.org/officeDocument/2006/relationships/image" Target="../media/image1694.png"/><Relationship Id="rId2" Type="http://schemas.openxmlformats.org/officeDocument/2006/relationships/image" Target="../media/image632.png"/><Relationship Id="rId16" Type="http://schemas.openxmlformats.org/officeDocument/2006/relationships/image" Target="../media/image1685.png"/><Relationship Id="rId20" Type="http://schemas.openxmlformats.org/officeDocument/2006/relationships/image" Target="../media/image168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75.png"/><Relationship Id="rId11" Type="http://schemas.openxmlformats.org/officeDocument/2006/relationships/image" Target="../media/image1680.png"/><Relationship Id="rId24" Type="http://schemas.openxmlformats.org/officeDocument/2006/relationships/image" Target="../media/image1693.png"/><Relationship Id="rId5" Type="http://schemas.openxmlformats.org/officeDocument/2006/relationships/image" Target="../media/image1674.png"/><Relationship Id="rId15" Type="http://schemas.openxmlformats.org/officeDocument/2006/relationships/image" Target="../media/image1684.png"/><Relationship Id="rId23" Type="http://schemas.openxmlformats.org/officeDocument/2006/relationships/image" Target="../media/image1692.png"/><Relationship Id="rId10" Type="http://schemas.openxmlformats.org/officeDocument/2006/relationships/image" Target="../media/image1679.png"/><Relationship Id="rId19" Type="http://schemas.openxmlformats.org/officeDocument/2006/relationships/image" Target="../media/image1688.png"/><Relationship Id="rId4" Type="http://schemas.openxmlformats.org/officeDocument/2006/relationships/image" Target="../media/image1673.png"/><Relationship Id="rId9" Type="http://schemas.openxmlformats.org/officeDocument/2006/relationships/image" Target="../media/image1678.png"/><Relationship Id="rId14" Type="http://schemas.openxmlformats.org/officeDocument/2006/relationships/image" Target="../media/image1683.png"/><Relationship Id="rId22" Type="http://schemas.openxmlformats.org/officeDocument/2006/relationships/image" Target="../media/image1691.png"/></Relationships>
</file>

<file path=ppt/slides/_rels/slide19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705.png"/><Relationship Id="rId18" Type="http://schemas.openxmlformats.org/officeDocument/2006/relationships/image" Target="../media/image8800.png"/><Relationship Id="rId39" Type="http://schemas.openxmlformats.org/officeDocument/2006/relationships/image" Target="../media/image1002.png"/><Relationship Id="rId34" Type="http://schemas.openxmlformats.org/officeDocument/2006/relationships/image" Target="../media/image997.png"/><Relationship Id="rId47" Type="http://schemas.openxmlformats.org/officeDocument/2006/relationships/image" Target="../media/image1004.png"/><Relationship Id="rId50" Type="http://schemas.openxmlformats.org/officeDocument/2006/relationships/image" Target="../media/image8801.png"/><Relationship Id="rId7" Type="http://schemas.openxmlformats.org/officeDocument/2006/relationships/image" Target="../media/image1699.png"/><Relationship Id="rId12" Type="http://schemas.openxmlformats.org/officeDocument/2006/relationships/image" Target="../media/image1704.png"/><Relationship Id="rId17" Type="http://schemas.openxmlformats.org/officeDocument/2006/relationships/image" Target="../media/image8710.png"/><Relationship Id="rId33" Type="http://schemas.openxmlformats.org/officeDocument/2006/relationships/image" Target="../media/image996.png"/><Relationship Id="rId38" Type="http://schemas.openxmlformats.org/officeDocument/2006/relationships/image" Target="../media/image1001.png"/><Relationship Id="rId2" Type="http://schemas.openxmlformats.org/officeDocument/2006/relationships/image" Target="../media/image632.png"/><Relationship Id="rId16" Type="http://schemas.openxmlformats.org/officeDocument/2006/relationships/image" Target="../media/image8610.png"/><Relationship Id="rId20" Type="http://schemas.openxmlformats.org/officeDocument/2006/relationships/image" Target="../media/image8760.png"/><Relationship Id="rId41" Type="http://schemas.openxmlformats.org/officeDocument/2006/relationships/image" Target="../media/image87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98.png"/><Relationship Id="rId11" Type="http://schemas.openxmlformats.org/officeDocument/2006/relationships/image" Target="../media/image1703.png"/><Relationship Id="rId32" Type="http://schemas.openxmlformats.org/officeDocument/2006/relationships/image" Target="../media/image995.png"/><Relationship Id="rId37" Type="http://schemas.openxmlformats.org/officeDocument/2006/relationships/image" Target="../media/image1000.png"/><Relationship Id="rId40" Type="http://schemas.openxmlformats.org/officeDocument/2006/relationships/image" Target="../media/image1003.png"/><Relationship Id="rId5" Type="http://schemas.openxmlformats.org/officeDocument/2006/relationships/image" Target="../media/image1697.png"/><Relationship Id="rId15" Type="http://schemas.openxmlformats.org/officeDocument/2006/relationships/image" Target="../media/image8500.png"/><Relationship Id="rId36" Type="http://schemas.openxmlformats.org/officeDocument/2006/relationships/image" Target="../media/image999.png"/><Relationship Id="rId49" Type="http://schemas.openxmlformats.org/officeDocument/2006/relationships/image" Target="../media/image1006.png"/><Relationship Id="rId10" Type="http://schemas.openxmlformats.org/officeDocument/2006/relationships/image" Target="../media/image1702.png"/><Relationship Id="rId19" Type="http://schemas.openxmlformats.org/officeDocument/2006/relationships/image" Target="../media/image8910.png"/><Relationship Id="rId31" Type="http://schemas.openxmlformats.org/officeDocument/2006/relationships/image" Target="../media/image9230.png"/><Relationship Id="rId4" Type="http://schemas.openxmlformats.org/officeDocument/2006/relationships/image" Target="../media/image1696.png"/><Relationship Id="rId9" Type="http://schemas.openxmlformats.org/officeDocument/2006/relationships/image" Target="../media/image1701.png"/><Relationship Id="rId14" Type="http://schemas.openxmlformats.org/officeDocument/2006/relationships/image" Target="../media/image1706.png"/><Relationship Id="rId30" Type="http://schemas.openxmlformats.org/officeDocument/2006/relationships/image" Target="../media/image9110.png"/><Relationship Id="rId35" Type="http://schemas.openxmlformats.org/officeDocument/2006/relationships/image" Target="../media/image998.png"/><Relationship Id="rId48" Type="http://schemas.openxmlformats.org/officeDocument/2006/relationships/image" Target="../media/image1005.png"/><Relationship Id="rId8" Type="http://schemas.openxmlformats.org/officeDocument/2006/relationships/image" Target="../media/image1700.png"/><Relationship Id="rId51" Type="http://schemas.openxmlformats.org/officeDocument/2006/relationships/image" Target="../media/image8813.png"/><Relationship Id="rId3" Type="http://schemas.openxmlformats.org/officeDocument/2006/relationships/image" Target="../media/image1695.png"/></Relationships>
</file>

<file path=ppt/slides/_rels/slide1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44.png"/><Relationship Id="rId13" Type="http://schemas.openxmlformats.org/officeDocument/2006/relationships/image" Target="../media/image1749.png"/><Relationship Id="rId18" Type="http://schemas.openxmlformats.org/officeDocument/2006/relationships/image" Target="../media/image1016.png"/><Relationship Id="rId3" Type="http://schemas.openxmlformats.org/officeDocument/2006/relationships/image" Target="../media/image1739.png"/><Relationship Id="rId21" Type="http://schemas.openxmlformats.org/officeDocument/2006/relationships/image" Target="../media/image1029.png"/><Relationship Id="rId7" Type="http://schemas.openxmlformats.org/officeDocument/2006/relationships/image" Target="../media/image1743.png"/><Relationship Id="rId12" Type="http://schemas.openxmlformats.org/officeDocument/2006/relationships/image" Target="../media/image1748.png"/><Relationship Id="rId17" Type="http://schemas.openxmlformats.org/officeDocument/2006/relationships/image" Target="../media/image1012.png"/><Relationship Id="rId25" Type="http://schemas.openxmlformats.org/officeDocument/2006/relationships/image" Target="../media/image1033.png"/><Relationship Id="rId2" Type="http://schemas.openxmlformats.org/officeDocument/2006/relationships/image" Target="../media/image632.png"/><Relationship Id="rId16" Type="http://schemas.openxmlformats.org/officeDocument/2006/relationships/image" Target="../media/image1011.png"/><Relationship Id="rId20" Type="http://schemas.openxmlformats.org/officeDocument/2006/relationships/image" Target="../media/image102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42.png"/><Relationship Id="rId11" Type="http://schemas.openxmlformats.org/officeDocument/2006/relationships/image" Target="../media/image1747.png"/><Relationship Id="rId24" Type="http://schemas.openxmlformats.org/officeDocument/2006/relationships/image" Target="../media/image1009.png"/><Relationship Id="rId5" Type="http://schemas.openxmlformats.org/officeDocument/2006/relationships/image" Target="../media/image1741.png"/><Relationship Id="rId15" Type="http://schemas.openxmlformats.org/officeDocument/2006/relationships/image" Target="../media/image1010.png"/><Relationship Id="rId23" Type="http://schemas.openxmlformats.org/officeDocument/2006/relationships/image" Target="../media/image1008.png"/><Relationship Id="rId10" Type="http://schemas.openxmlformats.org/officeDocument/2006/relationships/image" Target="../media/image1746.png"/><Relationship Id="rId19" Type="http://schemas.openxmlformats.org/officeDocument/2006/relationships/image" Target="../media/image1017.png"/><Relationship Id="rId4" Type="http://schemas.openxmlformats.org/officeDocument/2006/relationships/image" Target="../media/image1740.png"/><Relationship Id="rId9" Type="http://schemas.openxmlformats.org/officeDocument/2006/relationships/image" Target="../media/image1745.png"/><Relationship Id="rId14" Type="http://schemas.openxmlformats.org/officeDocument/2006/relationships/image" Target="../media/image1750.png"/><Relationship Id="rId22" Type="http://schemas.openxmlformats.org/officeDocument/2006/relationships/image" Target="../media/image1030.png"/></Relationships>
</file>

<file path=ppt/slides/_rels/slide1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9.png"/><Relationship Id="rId3" Type="http://schemas.openxmlformats.org/officeDocument/2006/relationships/image" Target="../media/image1034.png"/><Relationship Id="rId7" Type="http://schemas.openxmlformats.org/officeDocument/2006/relationships/image" Target="../media/image1038.png"/><Relationship Id="rId12" Type="http://schemas.openxmlformats.org/officeDocument/2006/relationships/image" Target="../media/image1043.png"/><Relationship Id="rId2" Type="http://schemas.openxmlformats.org/officeDocument/2006/relationships/image" Target="../media/image995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37.png"/><Relationship Id="rId11" Type="http://schemas.openxmlformats.org/officeDocument/2006/relationships/image" Target="../media/image1042.png"/><Relationship Id="rId5" Type="http://schemas.openxmlformats.org/officeDocument/2006/relationships/image" Target="../media/image1036.png"/><Relationship Id="rId10" Type="http://schemas.openxmlformats.org/officeDocument/2006/relationships/image" Target="../media/image1041.png"/><Relationship Id="rId4" Type="http://schemas.openxmlformats.org/officeDocument/2006/relationships/image" Target="../media/image1035.png"/><Relationship Id="rId9" Type="http://schemas.openxmlformats.org/officeDocument/2006/relationships/image" Target="../media/image1040.png"/></Relationships>
</file>

<file path=ppt/slides/_rels/slide1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8.png"/><Relationship Id="rId13" Type="http://schemas.openxmlformats.org/officeDocument/2006/relationships/image" Target="../media/image1066.png"/><Relationship Id="rId3" Type="http://schemas.openxmlformats.org/officeDocument/2006/relationships/image" Target="../media/image635.png"/><Relationship Id="rId7" Type="http://schemas.openxmlformats.org/officeDocument/2006/relationships/image" Target="../media/image1047.png"/><Relationship Id="rId12" Type="http://schemas.openxmlformats.org/officeDocument/2006/relationships/image" Target="../media/image106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46.png"/><Relationship Id="rId11" Type="http://schemas.openxmlformats.org/officeDocument/2006/relationships/image" Target="../media/image1064.png"/><Relationship Id="rId5" Type="http://schemas.openxmlformats.org/officeDocument/2006/relationships/image" Target="../media/image1045.png"/><Relationship Id="rId10" Type="http://schemas.openxmlformats.org/officeDocument/2006/relationships/image" Target="../media/image1052.png"/><Relationship Id="rId4" Type="http://schemas.openxmlformats.org/officeDocument/2006/relationships/image" Target="../media/image1044.png"/><Relationship Id="rId9" Type="http://schemas.openxmlformats.org/officeDocument/2006/relationships/image" Target="../media/image1049.png"/><Relationship Id="rId14" Type="http://schemas.openxmlformats.org/officeDocument/2006/relationships/image" Target="../media/image1067.png"/></Relationships>
</file>

<file path=ppt/slides/_rels/slide1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8.png"/><Relationship Id="rId13" Type="http://schemas.openxmlformats.org/officeDocument/2006/relationships/image" Target="../media/image1068.png"/><Relationship Id="rId3" Type="http://schemas.openxmlformats.org/officeDocument/2006/relationships/image" Target="../media/image635.png"/><Relationship Id="rId7" Type="http://schemas.openxmlformats.org/officeDocument/2006/relationships/image" Target="../media/image1047.png"/><Relationship Id="rId12" Type="http://schemas.openxmlformats.org/officeDocument/2006/relationships/image" Target="../media/image106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46.png"/><Relationship Id="rId11" Type="http://schemas.openxmlformats.org/officeDocument/2006/relationships/image" Target="../media/image1064.png"/><Relationship Id="rId5" Type="http://schemas.openxmlformats.org/officeDocument/2006/relationships/image" Target="../media/image1045.png"/><Relationship Id="rId15" Type="http://schemas.openxmlformats.org/officeDocument/2006/relationships/image" Target="../media/image1070.png"/><Relationship Id="rId10" Type="http://schemas.openxmlformats.org/officeDocument/2006/relationships/image" Target="../media/image1052.png"/><Relationship Id="rId4" Type="http://schemas.openxmlformats.org/officeDocument/2006/relationships/image" Target="../media/image1044.png"/><Relationship Id="rId9" Type="http://schemas.openxmlformats.org/officeDocument/2006/relationships/image" Target="../media/image1049.png"/><Relationship Id="rId14" Type="http://schemas.openxmlformats.org/officeDocument/2006/relationships/image" Target="../media/image1069.png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5.png"/><Relationship Id="rId13" Type="http://schemas.openxmlformats.org/officeDocument/2006/relationships/image" Target="../media/image608.png"/><Relationship Id="rId3" Type="http://schemas.openxmlformats.org/officeDocument/2006/relationships/image" Target="../media/image635.png"/><Relationship Id="rId7" Type="http://schemas.openxmlformats.org/officeDocument/2006/relationships/image" Target="../media/image1071.png"/><Relationship Id="rId12" Type="http://schemas.openxmlformats.org/officeDocument/2006/relationships/image" Target="../media/image1074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1.png"/><Relationship Id="rId11" Type="http://schemas.openxmlformats.org/officeDocument/2006/relationships/image" Target="../media/image1073.png"/><Relationship Id="rId10" Type="http://schemas.openxmlformats.org/officeDocument/2006/relationships/image" Target="../media/image8312.png"/><Relationship Id="rId4" Type="http://schemas.openxmlformats.org/officeDocument/2006/relationships/image" Target="../media/image9421.png"/><Relationship Id="rId9" Type="http://schemas.openxmlformats.org/officeDocument/2006/relationships/image" Target="../media/image1072.png"/></Relationships>
</file>

<file path=ppt/slides/_rels/slide1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28.png"/><Relationship Id="rId13" Type="http://schemas.openxmlformats.org/officeDocument/2006/relationships/image" Target="../media/image1759.png"/><Relationship Id="rId3" Type="http://schemas.openxmlformats.org/officeDocument/2006/relationships/image" Target="../media/image635.png"/><Relationship Id="rId7" Type="http://schemas.openxmlformats.org/officeDocument/2006/relationships/image" Target="../media/image1731.png"/><Relationship Id="rId12" Type="http://schemas.openxmlformats.org/officeDocument/2006/relationships/image" Target="../media/image175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79.png"/><Relationship Id="rId11" Type="http://schemas.openxmlformats.org/officeDocument/2006/relationships/image" Target="../media/image1733.png"/><Relationship Id="rId5" Type="http://schemas.openxmlformats.org/officeDocument/2006/relationships/image" Target="../media/image1077.png"/><Relationship Id="rId15" Type="http://schemas.openxmlformats.org/officeDocument/2006/relationships/image" Target="../media/image619.png"/><Relationship Id="rId10" Type="http://schemas.openxmlformats.org/officeDocument/2006/relationships/image" Target="../media/image1081.png"/><Relationship Id="rId4" Type="http://schemas.openxmlformats.org/officeDocument/2006/relationships/image" Target="../media/image1076.png"/><Relationship Id="rId9" Type="http://schemas.openxmlformats.org/officeDocument/2006/relationships/image" Target="../media/image1080.png"/><Relationship Id="rId14" Type="http://schemas.openxmlformats.org/officeDocument/2006/relationships/image" Target="../media/image1082.png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D291A2B-D9CE-8F39-E229-AD91EF2CD09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59489" y="1122364"/>
            <a:ext cx="7274325" cy="1866496"/>
          </a:xfrm>
        </p:spPr>
        <p:txBody>
          <a:bodyPr/>
          <a:lstStyle/>
          <a:p>
            <a:r>
              <a:rPr lang="en-US" dirty="0"/>
              <a:t>Unit – 1</a:t>
            </a:r>
            <a:br>
              <a:rPr lang="en-US" dirty="0"/>
            </a:br>
            <a:r>
              <a:rPr lang="en-US" dirty="0"/>
              <a:t>Basic Matrix Algebra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 Placeholder 2">
                <a:extLst>
                  <a:ext uri="{FF2B5EF4-FFF2-40B4-BE49-F238E27FC236}">
                    <a16:creationId xmlns:a16="http://schemas.microsoft.com/office/drawing/2014/main" id="{D1CA9521-912C-4693-3D1B-1AF42751DBB3}"/>
                  </a:ext>
                </a:extLst>
              </p:cNvPr>
              <p:cNvSpPr>
                <a:spLocks noGrp="1"/>
              </p:cNvSpPr>
              <p:nvPr>
                <p:ph type="body" sz="quarter" idx="16"/>
              </p:nvPr>
            </p:nvSpPr>
            <p:spPr/>
            <p:txBody>
              <a:bodyPr/>
              <a:lstStyle/>
              <a:p>
                <a:pPr>
                  <a:lnSpc>
                    <a:spcPct val="100000"/>
                  </a:lnSpc>
                </a:pPr>
                <a:r>
                  <a:rPr lang="en-US" b="1" dirty="0"/>
                  <a:t>B.Tech. </a:t>
                </a:r>
                <a14:m>
                  <m:oMath xmlns:m="http://schemas.openxmlformats.org/officeDocument/2006/math">
                    <m:r>
                      <a:rPr lang="en-US" b="1" i="1" dirty="0">
                        <a:latin typeface="Cambria Math" panose="02040503050406030204" pitchFamily="18" charset="0"/>
                      </a:rPr>
                      <m:t>→ </m:t>
                    </m:r>
                  </m:oMath>
                </a14:m>
                <a:r>
                  <a:rPr lang="en-US" b="1" dirty="0"/>
                  <a:t>1</a:t>
                </a:r>
                <a:r>
                  <a:rPr lang="en-US" b="1" baseline="30000" dirty="0"/>
                  <a:t>st</a:t>
                </a:r>
                <a:r>
                  <a:rPr lang="en-US" b="1" dirty="0"/>
                  <a:t> Semester</a:t>
                </a:r>
              </a:p>
              <a:p>
                <a:pPr>
                  <a:lnSpc>
                    <a:spcPct val="125000"/>
                  </a:lnSpc>
                </a:pPr>
                <a:r>
                  <a:rPr lang="en-US" b="1" dirty="0"/>
                  <a:t>Mathematics – I (2601HS101)</a:t>
                </a:r>
              </a:p>
            </p:txBody>
          </p:sp>
        </mc:Choice>
        <mc:Fallback xmlns="">
          <p:sp>
            <p:nvSpPr>
              <p:cNvPr id="3" name="Text Placeholder 2">
                <a:extLst>
                  <a:ext uri="{FF2B5EF4-FFF2-40B4-BE49-F238E27FC236}">
                    <a16:creationId xmlns:a16="http://schemas.microsoft.com/office/drawing/2014/main" id="{D1CA9521-912C-4693-3D1B-1AF42751DBB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6"/>
              </p:nvPr>
            </p:nvSpPr>
            <p:spPr>
              <a:blipFill>
                <a:blip r:embed="rId2"/>
                <a:stretch>
                  <a:fillRect b="-991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Title 13">
            <a:extLst>
              <a:ext uri="{FF2B5EF4-FFF2-40B4-BE49-F238E27FC236}">
                <a16:creationId xmlns:a16="http://schemas.microsoft.com/office/drawing/2014/main" id="{A5CAC28B-7C95-0781-4835-2E15AA78AF8E}"/>
              </a:ext>
            </a:extLst>
          </p:cNvPr>
          <p:cNvSpPr txBox="1">
            <a:spLocks/>
          </p:cNvSpPr>
          <p:nvPr/>
        </p:nvSpPr>
        <p:spPr>
          <a:xfrm>
            <a:off x="531292" y="3859133"/>
            <a:ext cx="7035300" cy="1154489"/>
          </a:xfrm>
          <a:prstGeom prst="rect">
            <a:avLst/>
          </a:prstGeom>
        </p:spPr>
        <p:txBody>
          <a:bodyPr vert="horz" wrap="square" lIns="91440" tIns="45720" rIns="91440" bIns="45720" rtlCol="0" anchor="t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/>
            <a:r>
              <a:rPr lang="en-US" sz="2400" b="0" dirty="0">
                <a:latin typeface="+mn-lt"/>
              </a:rPr>
              <a:t>At the end of this unit, students will be able to </a:t>
            </a:r>
            <a:r>
              <a:rPr lang="en-US" sz="2400" dirty="0"/>
              <a:t>apply matrix operations and methods for solving systems of linear equations and related problems. </a:t>
            </a:r>
            <a:endParaRPr lang="en-US" sz="2400" b="0" dirty="0">
              <a:latin typeface="+mn-lt"/>
            </a:endParaRPr>
          </a:p>
        </p:txBody>
      </p:sp>
      <p:sp>
        <p:nvSpPr>
          <p:cNvPr id="6" name="Title 13">
            <a:extLst>
              <a:ext uri="{FF2B5EF4-FFF2-40B4-BE49-F238E27FC236}">
                <a16:creationId xmlns:a16="http://schemas.microsoft.com/office/drawing/2014/main" id="{CA6D073A-33DA-19C5-E211-F859A8C2E062}"/>
              </a:ext>
            </a:extLst>
          </p:cNvPr>
          <p:cNvSpPr txBox="1">
            <a:spLocks/>
          </p:cNvSpPr>
          <p:nvPr/>
        </p:nvSpPr>
        <p:spPr>
          <a:xfrm>
            <a:off x="531292" y="3365202"/>
            <a:ext cx="2943968" cy="514729"/>
          </a:xfrm>
          <a:prstGeom prst="rect">
            <a:avLst/>
          </a:prstGeom>
        </p:spPr>
        <p:txBody>
          <a:bodyPr vert="horz" wrap="square" lIns="91440" tIns="45720" rIns="91440" bIns="45720" rtlCol="0" anchor="t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800" b="1" dirty="0">
                <a:solidFill>
                  <a:srgbClr val="FF0000"/>
                </a:solidFill>
              </a:rPr>
              <a:t>Course Outcome:</a:t>
            </a:r>
            <a:endParaRPr lang="en-US" sz="2400" b="1" dirty="0">
              <a:solidFill>
                <a:srgbClr val="FF0000"/>
              </a:solidFill>
            </a:endParaRPr>
          </a:p>
        </p:txBody>
      </p:sp>
      <p:pic>
        <p:nvPicPr>
          <p:cNvPr id="9" name="Picture Placeholder 8">
            <a:extLst>
              <a:ext uri="{FF2B5EF4-FFF2-40B4-BE49-F238E27FC236}">
                <a16:creationId xmlns:a16="http://schemas.microsoft.com/office/drawing/2014/main" id="{EEBA0240-CD93-4660-9DAE-8B8A1EBAA04E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63316925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D9EBF344-4A7B-4C4A-AF6D-6441BD040AB3}"/>
              </a:ext>
            </a:extLst>
          </p:cNvPr>
          <p:cNvCxnSpPr>
            <a:cxnSpLocks/>
            <a:endCxn id="6" idx="0"/>
          </p:cNvCxnSpPr>
          <p:nvPr/>
        </p:nvCxnSpPr>
        <p:spPr>
          <a:xfrm>
            <a:off x="1191446" y="0"/>
            <a:ext cx="0" cy="68290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Oval 5">
            <a:extLst>
              <a:ext uri="{FF2B5EF4-FFF2-40B4-BE49-F238E27FC236}">
                <a16:creationId xmlns:a16="http://schemas.microsoft.com/office/drawing/2014/main" id="{4BD1E24D-7739-4C4F-8234-2614FB54ADBC}"/>
              </a:ext>
            </a:extLst>
          </p:cNvPr>
          <p:cNvSpPr/>
          <p:nvPr/>
        </p:nvSpPr>
        <p:spPr>
          <a:xfrm>
            <a:off x="954165" y="68290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ym typeface="Wingdings 2" panose="05020102010507070707" pitchFamily="18" charset="2"/>
              </a:rPr>
              <a:t></a:t>
            </a:r>
            <a:endParaRPr lang="en-US" sz="28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0F422F9-3B3A-4A97-ADB3-F83B13E11C16}"/>
              </a:ext>
            </a:extLst>
          </p:cNvPr>
          <p:cNvSpPr txBox="1"/>
          <p:nvPr/>
        </p:nvSpPr>
        <p:spPr>
          <a:xfrm>
            <a:off x="1527893" y="72013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Looping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34260FD-CAA3-43A0-977C-7E4B57013872}"/>
              </a:ext>
            </a:extLst>
          </p:cNvPr>
          <p:cNvCxnSpPr>
            <a:cxnSpLocks/>
          </p:cNvCxnSpPr>
          <p:nvPr/>
        </p:nvCxnSpPr>
        <p:spPr>
          <a:xfrm>
            <a:off x="1191446" y="1157468"/>
            <a:ext cx="0" cy="429768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BDA2F9A4-6988-4274-8384-12496EC9D59D}"/>
              </a:ext>
            </a:extLst>
          </p:cNvPr>
          <p:cNvSpPr txBox="1"/>
          <p:nvPr/>
        </p:nvSpPr>
        <p:spPr>
          <a:xfrm>
            <a:off x="1458964" y="646362"/>
            <a:ext cx="9007807" cy="5933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5000"/>
              </a:lnSpc>
            </a:pPr>
            <a:r>
              <a:rPr lang="en-US" sz="2600" b="1" dirty="0">
                <a:solidFill>
                  <a:srgbClr val="FF0000"/>
                </a:solidFill>
              </a:rPr>
              <a:t>Topics of Unit 1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Matrix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Types of Matrices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Operations on Matrices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Determinant and Its Properties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Row - Echelon Form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Reduced Row - Echelon Form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Rank of a Matrix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System of Simultaneous Linear Equations</a:t>
            </a:r>
          </a:p>
          <a:p>
            <a:pPr marL="1371600" lvl="2" indent="-457200">
              <a:lnSpc>
                <a:spcPct val="125000"/>
              </a:lnSpc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rgbClr val="002060"/>
                </a:solidFill>
              </a:rPr>
              <a:t>Gauss Elimination Method</a:t>
            </a:r>
          </a:p>
          <a:p>
            <a:pPr marL="1371600" lvl="2" indent="-457200">
              <a:lnSpc>
                <a:spcPct val="125000"/>
              </a:lnSpc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rgbClr val="002060"/>
                </a:solidFill>
              </a:rPr>
              <a:t>Gauss - Jordan Elimination Method</a:t>
            </a:r>
          </a:p>
        </p:txBody>
      </p:sp>
    </p:spTree>
    <p:extLst>
      <p:ext uri="{BB962C8B-B14F-4D97-AF65-F5344CB8AC3E}">
        <p14:creationId xmlns:p14="http://schemas.microsoft.com/office/powerpoint/2010/main" val="1381759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9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D9EBF344-4A7B-4C4A-AF6D-6441BD040AB3}"/>
              </a:ext>
            </a:extLst>
          </p:cNvPr>
          <p:cNvCxnSpPr>
            <a:cxnSpLocks/>
            <a:endCxn id="6" idx="0"/>
          </p:cNvCxnSpPr>
          <p:nvPr/>
        </p:nvCxnSpPr>
        <p:spPr>
          <a:xfrm>
            <a:off x="1191446" y="0"/>
            <a:ext cx="0" cy="68290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Oval 5">
            <a:extLst>
              <a:ext uri="{FF2B5EF4-FFF2-40B4-BE49-F238E27FC236}">
                <a16:creationId xmlns:a16="http://schemas.microsoft.com/office/drawing/2014/main" id="{4BD1E24D-7739-4C4F-8234-2614FB54ADBC}"/>
              </a:ext>
            </a:extLst>
          </p:cNvPr>
          <p:cNvSpPr/>
          <p:nvPr/>
        </p:nvSpPr>
        <p:spPr>
          <a:xfrm>
            <a:off x="954165" y="68290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ym typeface="Wingdings 2" panose="05020102010507070707" pitchFamily="18" charset="2"/>
              </a:rPr>
              <a:t></a:t>
            </a:r>
            <a:endParaRPr lang="en-US" sz="28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0F422F9-3B3A-4A97-ADB3-F83B13E11C16}"/>
              </a:ext>
            </a:extLst>
          </p:cNvPr>
          <p:cNvSpPr txBox="1"/>
          <p:nvPr/>
        </p:nvSpPr>
        <p:spPr>
          <a:xfrm>
            <a:off x="1527893" y="72013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Looping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34260FD-CAA3-43A0-977C-7E4B57013872}"/>
              </a:ext>
            </a:extLst>
          </p:cNvPr>
          <p:cNvCxnSpPr>
            <a:cxnSpLocks/>
          </p:cNvCxnSpPr>
          <p:nvPr/>
        </p:nvCxnSpPr>
        <p:spPr>
          <a:xfrm>
            <a:off x="1191446" y="1157468"/>
            <a:ext cx="0" cy="429768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BDA2F9A4-6988-4274-8384-12496EC9D59D}"/>
              </a:ext>
            </a:extLst>
          </p:cNvPr>
          <p:cNvSpPr txBox="1"/>
          <p:nvPr/>
        </p:nvSpPr>
        <p:spPr>
          <a:xfrm>
            <a:off x="1458964" y="646362"/>
            <a:ext cx="9007807" cy="16248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5000"/>
              </a:lnSpc>
            </a:pPr>
            <a:r>
              <a:rPr lang="en-US" sz="2600" b="1" dirty="0">
                <a:solidFill>
                  <a:srgbClr val="FF0000"/>
                </a:solidFill>
              </a:rPr>
              <a:t>Topics of Unit 1 (Continue)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Inverse of a Matrix by the Gauss - Jordan Method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Applications of Linear Systems</a:t>
            </a:r>
          </a:p>
        </p:txBody>
      </p:sp>
    </p:spTree>
    <p:extLst>
      <p:ext uri="{BB962C8B-B14F-4D97-AF65-F5344CB8AC3E}">
        <p14:creationId xmlns:p14="http://schemas.microsoft.com/office/powerpoint/2010/main" val="4637552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D9EBF344-4A7B-4C4A-AF6D-6441BD040AB3}"/>
              </a:ext>
            </a:extLst>
          </p:cNvPr>
          <p:cNvCxnSpPr>
            <a:cxnSpLocks/>
            <a:endCxn id="6" idx="0"/>
          </p:cNvCxnSpPr>
          <p:nvPr/>
        </p:nvCxnSpPr>
        <p:spPr>
          <a:xfrm>
            <a:off x="1191446" y="0"/>
            <a:ext cx="0" cy="68290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Oval 5">
            <a:extLst>
              <a:ext uri="{FF2B5EF4-FFF2-40B4-BE49-F238E27FC236}">
                <a16:creationId xmlns:a16="http://schemas.microsoft.com/office/drawing/2014/main" id="{4BD1E24D-7739-4C4F-8234-2614FB54ADBC}"/>
              </a:ext>
            </a:extLst>
          </p:cNvPr>
          <p:cNvSpPr/>
          <p:nvPr/>
        </p:nvSpPr>
        <p:spPr>
          <a:xfrm>
            <a:off x="954165" y="68290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ym typeface="Wingdings 2" panose="05020102010507070707" pitchFamily="18" charset="2"/>
              </a:rPr>
              <a:t></a:t>
            </a:r>
            <a:endParaRPr lang="en-US" sz="28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0F422F9-3B3A-4A97-ADB3-F83B13E11C16}"/>
              </a:ext>
            </a:extLst>
          </p:cNvPr>
          <p:cNvSpPr txBox="1"/>
          <p:nvPr/>
        </p:nvSpPr>
        <p:spPr>
          <a:xfrm>
            <a:off x="1527893" y="72013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Looping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34260FD-CAA3-43A0-977C-7E4B57013872}"/>
              </a:ext>
            </a:extLst>
          </p:cNvPr>
          <p:cNvCxnSpPr>
            <a:cxnSpLocks/>
          </p:cNvCxnSpPr>
          <p:nvPr/>
        </p:nvCxnSpPr>
        <p:spPr>
          <a:xfrm>
            <a:off x="1191446" y="1157468"/>
            <a:ext cx="0" cy="429768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BDA2F9A4-6988-4274-8384-12496EC9D59D}"/>
              </a:ext>
            </a:extLst>
          </p:cNvPr>
          <p:cNvSpPr txBox="1"/>
          <p:nvPr/>
        </p:nvSpPr>
        <p:spPr>
          <a:xfrm>
            <a:off x="1428727" y="603524"/>
            <a:ext cx="10763268" cy="43563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5000"/>
              </a:lnSpc>
            </a:pPr>
            <a:r>
              <a:rPr lang="en-US" sz="2800" b="1" dirty="0">
                <a:solidFill>
                  <a:srgbClr val="FF0000"/>
                </a:solidFill>
              </a:rPr>
              <a:t>Outline of Unit 1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Operations on Matrices and Types of Matrices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Determinant and Its Properties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Echelon Forms and Rank of a Matrix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Gauss Elimination Method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Gauss - Jordan Elimination Method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Inverse of a Matrix by the Gauss - Jordan Method</a:t>
            </a:r>
          </a:p>
          <a:p>
            <a:pPr marL="800100" lvl="1" indent="-342900">
              <a:lnSpc>
                <a:spcPct val="125000"/>
              </a:lnSpc>
              <a:buFont typeface="Wingdings" panose="05000000000000000000" pitchFamily="2" charset="2"/>
              <a:buChar char="§"/>
            </a:pPr>
            <a:r>
              <a:rPr lang="en-US" sz="2800" dirty="0">
                <a:solidFill>
                  <a:srgbClr val="002060"/>
                </a:solidFill>
              </a:rPr>
              <a:t>Applications of Linear Systems</a:t>
            </a:r>
          </a:p>
        </p:txBody>
      </p:sp>
    </p:spTree>
    <p:extLst>
      <p:ext uri="{BB962C8B-B14F-4D97-AF65-F5344CB8AC3E}">
        <p14:creationId xmlns:p14="http://schemas.microsoft.com/office/powerpoint/2010/main" val="2771493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9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Matrix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N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15360006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Why Matrix ?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FE91D15D-3F88-4F9B-7B09-7AC4EFC2891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760554" y="4355183"/>
            <a:ext cx="1531346" cy="224280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66081216-C431-7655-5CB7-64717250A62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49966" y="813586"/>
            <a:ext cx="1525891" cy="2241861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93A601F1-AEB5-07E4-D701-98A2A08582A0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4366" y="2798351"/>
            <a:ext cx="604039" cy="604039"/>
          </a:xfrm>
          <a:prstGeom prst="ellipse">
            <a:avLst/>
          </a:prstGeom>
          <a:ln>
            <a:solidFill>
              <a:schemeClr val="tx1">
                <a:lumMod val="90000"/>
                <a:lumOff val="10000"/>
              </a:schemeClr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550BAC9F-314C-06AF-E229-96FA7FDEBBFB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0995" y="4341931"/>
            <a:ext cx="1531346" cy="2242800"/>
          </a:xfrm>
          <a:prstGeom prst="rect">
            <a:avLst/>
          </a:prstGeom>
        </p:spPr>
      </p:pic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76E42AFC-0472-564F-F117-B5C8633C1B70}"/>
              </a:ext>
            </a:extLst>
          </p:cNvPr>
          <p:cNvCxnSpPr>
            <a:cxnSpLocks/>
            <a:stCxn id="3" idx="2"/>
          </p:cNvCxnSpPr>
          <p:nvPr/>
        </p:nvCxnSpPr>
        <p:spPr>
          <a:xfrm>
            <a:off x="4412912" y="3055447"/>
            <a:ext cx="2347642" cy="1649866"/>
          </a:xfrm>
          <a:prstGeom prst="straightConnector1">
            <a:avLst/>
          </a:prstGeom>
          <a:ln w="57150">
            <a:solidFill>
              <a:srgbClr val="FF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8">
            <a:extLst>
              <a:ext uri="{FF2B5EF4-FFF2-40B4-BE49-F238E27FC236}">
                <a16:creationId xmlns:a16="http://schemas.microsoft.com/office/drawing/2014/main" id="{3F2D624C-B245-C83B-990A-0FAD46B33B1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4365" y="2787434"/>
            <a:ext cx="604039" cy="604039"/>
          </a:xfrm>
          <a:prstGeom prst="ellipse">
            <a:avLst/>
          </a:prstGeom>
          <a:ln>
            <a:solidFill>
              <a:schemeClr val="tx1">
                <a:lumMod val="90000"/>
                <a:lumOff val="10000"/>
              </a:schemeClr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CF13A9E9-4419-A265-9698-8D0FC424C8F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2392" y="6020448"/>
            <a:ext cx="604039" cy="604039"/>
          </a:xfrm>
          <a:prstGeom prst="ellipse">
            <a:avLst/>
          </a:prstGeom>
          <a:ln>
            <a:solidFill>
              <a:schemeClr val="tx1">
                <a:lumMod val="90000"/>
                <a:lumOff val="10000"/>
              </a:schemeClr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pic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237F2A6C-0A35-0E37-B20A-4DFC050BF8D9}"/>
              </a:ext>
            </a:extLst>
          </p:cNvPr>
          <p:cNvCxnSpPr>
            <a:cxnSpLocks/>
          </p:cNvCxnSpPr>
          <p:nvPr/>
        </p:nvCxnSpPr>
        <p:spPr>
          <a:xfrm flipH="1" flipV="1">
            <a:off x="1732341" y="5933823"/>
            <a:ext cx="5028214" cy="1"/>
          </a:xfrm>
          <a:prstGeom prst="straightConnector1">
            <a:avLst/>
          </a:prstGeom>
          <a:ln w="57150">
            <a:solidFill>
              <a:srgbClr val="FF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5EB76C8E-3C94-3AEB-5DE1-9AC23A2B6665}"/>
              </a:ext>
            </a:extLst>
          </p:cNvPr>
          <p:cNvCxnSpPr>
            <a:cxnSpLocks/>
            <a:stCxn id="7" idx="3"/>
            <a:endCxn id="2" idx="1"/>
          </p:cNvCxnSpPr>
          <p:nvPr/>
        </p:nvCxnSpPr>
        <p:spPr>
          <a:xfrm>
            <a:off x="1732341" y="5463331"/>
            <a:ext cx="5028213" cy="13252"/>
          </a:xfrm>
          <a:prstGeom prst="straightConnector1">
            <a:avLst/>
          </a:prstGeom>
          <a:ln w="57150">
            <a:solidFill>
              <a:srgbClr val="FF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" name="Picture 12">
            <a:extLst>
              <a:ext uri="{FF2B5EF4-FFF2-40B4-BE49-F238E27FC236}">
                <a16:creationId xmlns:a16="http://schemas.microsoft.com/office/drawing/2014/main" id="{951052C1-2B1E-1F3B-9093-F2F9D20EC342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9139" y="5953422"/>
            <a:ext cx="604039" cy="604039"/>
          </a:xfrm>
          <a:prstGeom prst="ellipse">
            <a:avLst/>
          </a:prstGeom>
          <a:ln>
            <a:solidFill>
              <a:schemeClr val="tx1">
                <a:lumMod val="90000"/>
                <a:lumOff val="10000"/>
              </a:schemeClr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pic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B03A6E7-656B-302A-54E3-C7390F1C2120}"/>
              </a:ext>
            </a:extLst>
          </p:cNvPr>
          <p:cNvCxnSpPr>
            <a:cxnSpLocks/>
            <a:stCxn id="2" idx="0"/>
            <a:endCxn id="3" idx="3"/>
          </p:cNvCxnSpPr>
          <p:nvPr/>
        </p:nvCxnSpPr>
        <p:spPr>
          <a:xfrm flipH="1" flipV="1">
            <a:off x="5175857" y="1934517"/>
            <a:ext cx="2350370" cy="2420666"/>
          </a:xfrm>
          <a:prstGeom prst="straightConnector1">
            <a:avLst/>
          </a:prstGeom>
          <a:ln w="57150">
            <a:solidFill>
              <a:srgbClr val="FF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32EB1CE3-F410-C444-FB38-4935BB18B720}"/>
              </a:ext>
            </a:extLst>
          </p:cNvPr>
          <p:cNvCxnSpPr>
            <a:cxnSpLocks/>
            <a:stCxn id="3" idx="1"/>
          </p:cNvCxnSpPr>
          <p:nvPr/>
        </p:nvCxnSpPr>
        <p:spPr>
          <a:xfrm flipH="1">
            <a:off x="1680813" y="1934517"/>
            <a:ext cx="1969153" cy="2420666"/>
          </a:xfrm>
          <a:prstGeom prst="straightConnector1">
            <a:avLst/>
          </a:prstGeom>
          <a:ln w="57150">
            <a:solidFill>
              <a:srgbClr val="FF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" name="Picture 15">
            <a:extLst>
              <a:ext uri="{FF2B5EF4-FFF2-40B4-BE49-F238E27FC236}">
                <a16:creationId xmlns:a16="http://schemas.microsoft.com/office/drawing/2014/main" id="{2449E926-B76D-405F-760C-A7B2E04A8F9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1356" y="6020447"/>
            <a:ext cx="604039" cy="604039"/>
          </a:xfrm>
          <a:prstGeom prst="ellipse">
            <a:avLst/>
          </a:prstGeom>
          <a:ln>
            <a:solidFill>
              <a:schemeClr val="tx1">
                <a:lumMod val="90000"/>
                <a:lumOff val="10000"/>
              </a:schemeClr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pic>
      <p:sp>
        <p:nvSpPr>
          <p:cNvPr id="17" name="Freeform 11">
            <a:extLst>
              <a:ext uri="{FF2B5EF4-FFF2-40B4-BE49-F238E27FC236}">
                <a16:creationId xmlns:a16="http://schemas.microsoft.com/office/drawing/2014/main" id="{DA7628EE-6949-2018-E8AD-C70A644253D8}"/>
              </a:ext>
            </a:extLst>
          </p:cNvPr>
          <p:cNvSpPr/>
          <p:nvPr/>
        </p:nvSpPr>
        <p:spPr>
          <a:xfrm>
            <a:off x="8471708" y="1489918"/>
            <a:ext cx="380120" cy="510230"/>
          </a:xfrm>
          <a:custGeom>
            <a:avLst/>
            <a:gdLst>
              <a:gd name="connsiteX0" fmla="*/ 0 w 2462313"/>
              <a:gd name="connsiteY0" fmla="*/ 275034 h 1649872"/>
              <a:gd name="connsiteX1" fmla="*/ 275034 w 2462313"/>
              <a:gd name="connsiteY1" fmla="*/ 0 h 1649872"/>
              <a:gd name="connsiteX2" fmla="*/ 2187279 w 2462313"/>
              <a:gd name="connsiteY2" fmla="*/ 0 h 1649872"/>
              <a:gd name="connsiteX3" fmla="*/ 2462313 w 2462313"/>
              <a:gd name="connsiteY3" fmla="*/ 275034 h 1649872"/>
              <a:gd name="connsiteX4" fmla="*/ 2462313 w 2462313"/>
              <a:gd name="connsiteY4" fmla="*/ 1374838 h 1649872"/>
              <a:gd name="connsiteX5" fmla="*/ 2187279 w 2462313"/>
              <a:gd name="connsiteY5" fmla="*/ 1649872 h 1649872"/>
              <a:gd name="connsiteX6" fmla="*/ 275034 w 2462313"/>
              <a:gd name="connsiteY6" fmla="*/ 1649872 h 1649872"/>
              <a:gd name="connsiteX7" fmla="*/ 0 w 2462313"/>
              <a:gd name="connsiteY7" fmla="*/ 1374838 h 1649872"/>
              <a:gd name="connsiteX8" fmla="*/ 0 w 2462313"/>
              <a:gd name="connsiteY8" fmla="*/ 275034 h 1649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2313" h="1649872">
                <a:moveTo>
                  <a:pt x="0" y="275034"/>
                </a:moveTo>
                <a:cubicBezTo>
                  <a:pt x="0" y="123137"/>
                  <a:pt x="123137" y="0"/>
                  <a:pt x="275034" y="0"/>
                </a:cubicBezTo>
                <a:lnTo>
                  <a:pt x="2187279" y="0"/>
                </a:lnTo>
                <a:cubicBezTo>
                  <a:pt x="2339176" y="0"/>
                  <a:pt x="2462313" y="123137"/>
                  <a:pt x="2462313" y="275034"/>
                </a:cubicBezTo>
                <a:lnTo>
                  <a:pt x="2462313" y="1374838"/>
                </a:lnTo>
                <a:cubicBezTo>
                  <a:pt x="2462313" y="1526735"/>
                  <a:pt x="2339176" y="1649872"/>
                  <a:pt x="2187279" y="1649872"/>
                </a:cubicBezTo>
                <a:lnTo>
                  <a:pt x="275034" y="1649872"/>
                </a:lnTo>
                <a:cubicBezTo>
                  <a:pt x="123137" y="1649872"/>
                  <a:pt x="0" y="1526735"/>
                  <a:pt x="0" y="1374838"/>
                </a:cubicBezTo>
                <a:lnTo>
                  <a:pt x="0" y="275034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b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r>
              <a:rPr lang="en-US" sz="2800" dirty="0">
                <a:solidFill>
                  <a:schemeClr val="bg1"/>
                </a:solidFill>
              </a:rPr>
              <a:t>R</a:t>
            </a:r>
          </a:p>
        </p:txBody>
      </p:sp>
      <p:sp>
        <p:nvSpPr>
          <p:cNvPr id="18" name="Freeform 11">
            <a:extLst>
              <a:ext uri="{FF2B5EF4-FFF2-40B4-BE49-F238E27FC236}">
                <a16:creationId xmlns:a16="http://schemas.microsoft.com/office/drawing/2014/main" id="{9321A3AE-BFED-9374-B5B0-637583E27B49}"/>
              </a:ext>
            </a:extLst>
          </p:cNvPr>
          <p:cNvSpPr/>
          <p:nvPr/>
        </p:nvSpPr>
        <p:spPr>
          <a:xfrm>
            <a:off x="8471708" y="2219675"/>
            <a:ext cx="380120" cy="510230"/>
          </a:xfrm>
          <a:custGeom>
            <a:avLst/>
            <a:gdLst>
              <a:gd name="connsiteX0" fmla="*/ 0 w 2462313"/>
              <a:gd name="connsiteY0" fmla="*/ 275034 h 1649872"/>
              <a:gd name="connsiteX1" fmla="*/ 275034 w 2462313"/>
              <a:gd name="connsiteY1" fmla="*/ 0 h 1649872"/>
              <a:gd name="connsiteX2" fmla="*/ 2187279 w 2462313"/>
              <a:gd name="connsiteY2" fmla="*/ 0 h 1649872"/>
              <a:gd name="connsiteX3" fmla="*/ 2462313 w 2462313"/>
              <a:gd name="connsiteY3" fmla="*/ 275034 h 1649872"/>
              <a:gd name="connsiteX4" fmla="*/ 2462313 w 2462313"/>
              <a:gd name="connsiteY4" fmla="*/ 1374838 h 1649872"/>
              <a:gd name="connsiteX5" fmla="*/ 2187279 w 2462313"/>
              <a:gd name="connsiteY5" fmla="*/ 1649872 h 1649872"/>
              <a:gd name="connsiteX6" fmla="*/ 275034 w 2462313"/>
              <a:gd name="connsiteY6" fmla="*/ 1649872 h 1649872"/>
              <a:gd name="connsiteX7" fmla="*/ 0 w 2462313"/>
              <a:gd name="connsiteY7" fmla="*/ 1374838 h 1649872"/>
              <a:gd name="connsiteX8" fmla="*/ 0 w 2462313"/>
              <a:gd name="connsiteY8" fmla="*/ 275034 h 1649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2313" h="1649872">
                <a:moveTo>
                  <a:pt x="0" y="275034"/>
                </a:moveTo>
                <a:cubicBezTo>
                  <a:pt x="0" y="123137"/>
                  <a:pt x="123137" y="0"/>
                  <a:pt x="275034" y="0"/>
                </a:cubicBezTo>
                <a:lnTo>
                  <a:pt x="2187279" y="0"/>
                </a:lnTo>
                <a:cubicBezTo>
                  <a:pt x="2339176" y="0"/>
                  <a:pt x="2462313" y="123137"/>
                  <a:pt x="2462313" y="275034"/>
                </a:cubicBezTo>
                <a:lnTo>
                  <a:pt x="2462313" y="1374838"/>
                </a:lnTo>
                <a:cubicBezTo>
                  <a:pt x="2462313" y="1526735"/>
                  <a:pt x="2339176" y="1649872"/>
                  <a:pt x="2187279" y="1649872"/>
                </a:cubicBezTo>
                <a:lnTo>
                  <a:pt x="275034" y="1649872"/>
                </a:lnTo>
                <a:cubicBezTo>
                  <a:pt x="123137" y="1649872"/>
                  <a:pt x="0" y="1526735"/>
                  <a:pt x="0" y="1374838"/>
                </a:cubicBezTo>
                <a:lnTo>
                  <a:pt x="0" y="275034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b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r>
              <a:rPr lang="en-US" sz="2800" dirty="0">
                <a:solidFill>
                  <a:schemeClr val="bg1"/>
                </a:solidFill>
              </a:rPr>
              <a:t>B</a:t>
            </a:r>
          </a:p>
        </p:txBody>
      </p:sp>
      <p:sp>
        <p:nvSpPr>
          <p:cNvPr id="19" name="Freeform 11">
            <a:extLst>
              <a:ext uri="{FF2B5EF4-FFF2-40B4-BE49-F238E27FC236}">
                <a16:creationId xmlns:a16="http://schemas.microsoft.com/office/drawing/2014/main" id="{6FB11CAA-7E64-4495-D9C8-F596A864A7E8}"/>
              </a:ext>
            </a:extLst>
          </p:cNvPr>
          <p:cNvSpPr/>
          <p:nvPr/>
        </p:nvSpPr>
        <p:spPr>
          <a:xfrm>
            <a:off x="8471708" y="2949432"/>
            <a:ext cx="380120" cy="510230"/>
          </a:xfrm>
          <a:custGeom>
            <a:avLst/>
            <a:gdLst>
              <a:gd name="connsiteX0" fmla="*/ 0 w 2462313"/>
              <a:gd name="connsiteY0" fmla="*/ 275034 h 1649872"/>
              <a:gd name="connsiteX1" fmla="*/ 275034 w 2462313"/>
              <a:gd name="connsiteY1" fmla="*/ 0 h 1649872"/>
              <a:gd name="connsiteX2" fmla="*/ 2187279 w 2462313"/>
              <a:gd name="connsiteY2" fmla="*/ 0 h 1649872"/>
              <a:gd name="connsiteX3" fmla="*/ 2462313 w 2462313"/>
              <a:gd name="connsiteY3" fmla="*/ 275034 h 1649872"/>
              <a:gd name="connsiteX4" fmla="*/ 2462313 w 2462313"/>
              <a:gd name="connsiteY4" fmla="*/ 1374838 h 1649872"/>
              <a:gd name="connsiteX5" fmla="*/ 2187279 w 2462313"/>
              <a:gd name="connsiteY5" fmla="*/ 1649872 h 1649872"/>
              <a:gd name="connsiteX6" fmla="*/ 275034 w 2462313"/>
              <a:gd name="connsiteY6" fmla="*/ 1649872 h 1649872"/>
              <a:gd name="connsiteX7" fmla="*/ 0 w 2462313"/>
              <a:gd name="connsiteY7" fmla="*/ 1374838 h 1649872"/>
              <a:gd name="connsiteX8" fmla="*/ 0 w 2462313"/>
              <a:gd name="connsiteY8" fmla="*/ 275034 h 1649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2313" h="1649872">
                <a:moveTo>
                  <a:pt x="0" y="275034"/>
                </a:moveTo>
                <a:cubicBezTo>
                  <a:pt x="0" y="123137"/>
                  <a:pt x="123137" y="0"/>
                  <a:pt x="275034" y="0"/>
                </a:cubicBezTo>
                <a:lnTo>
                  <a:pt x="2187279" y="0"/>
                </a:lnTo>
                <a:cubicBezTo>
                  <a:pt x="2339176" y="0"/>
                  <a:pt x="2462313" y="123137"/>
                  <a:pt x="2462313" y="275034"/>
                </a:cubicBezTo>
                <a:lnTo>
                  <a:pt x="2462313" y="1374838"/>
                </a:lnTo>
                <a:cubicBezTo>
                  <a:pt x="2462313" y="1526735"/>
                  <a:pt x="2339176" y="1649872"/>
                  <a:pt x="2187279" y="1649872"/>
                </a:cubicBezTo>
                <a:lnTo>
                  <a:pt x="275034" y="1649872"/>
                </a:lnTo>
                <a:cubicBezTo>
                  <a:pt x="123137" y="1649872"/>
                  <a:pt x="0" y="1526735"/>
                  <a:pt x="0" y="1374838"/>
                </a:cubicBezTo>
                <a:lnTo>
                  <a:pt x="0" y="275034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b" anchorCtr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r>
              <a:rPr lang="en-US" sz="2800" dirty="0">
                <a:solidFill>
                  <a:schemeClr val="bg1"/>
                </a:solidFill>
              </a:rPr>
              <a:t>M</a:t>
            </a:r>
          </a:p>
        </p:txBody>
      </p:sp>
      <p:sp>
        <p:nvSpPr>
          <p:cNvPr id="20" name="Freeform 11">
            <a:extLst>
              <a:ext uri="{FF2B5EF4-FFF2-40B4-BE49-F238E27FC236}">
                <a16:creationId xmlns:a16="http://schemas.microsoft.com/office/drawing/2014/main" id="{49CB1083-8359-8AE5-7093-479E7F9FAC89}"/>
              </a:ext>
            </a:extLst>
          </p:cNvPr>
          <p:cNvSpPr/>
          <p:nvPr/>
        </p:nvSpPr>
        <p:spPr>
          <a:xfrm>
            <a:off x="9480066" y="826838"/>
            <a:ext cx="380120" cy="510230"/>
          </a:xfrm>
          <a:custGeom>
            <a:avLst/>
            <a:gdLst>
              <a:gd name="connsiteX0" fmla="*/ 0 w 2462313"/>
              <a:gd name="connsiteY0" fmla="*/ 275034 h 1649872"/>
              <a:gd name="connsiteX1" fmla="*/ 275034 w 2462313"/>
              <a:gd name="connsiteY1" fmla="*/ 0 h 1649872"/>
              <a:gd name="connsiteX2" fmla="*/ 2187279 w 2462313"/>
              <a:gd name="connsiteY2" fmla="*/ 0 h 1649872"/>
              <a:gd name="connsiteX3" fmla="*/ 2462313 w 2462313"/>
              <a:gd name="connsiteY3" fmla="*/ 275034 h 1649872"/>
              <a:gd name="connsiteX4" fmla="*/ 2462313 w 2462313"/>
              <a:gd name="connsiteY4" fmla="*/ 1374838 h 1649872"/>
              <a:gd name="connsiteX5" fmla="*/ 2187279 w 2462313"/>
              <a:gd name="connsiteY5" fmla="*/ 1649872 h 1649872"/>
              <a:gd name="connsiteX6" fmla="*/ 275034 w 2462313"/>
              <a:gd name="connsiteY6" fmla="*/ 1649872 h 1649872"/>
              <a:gd name="connsiteX7" fmla="*/ 0 w 2462313"/>
              <a:gd name="connsiteY7" fmla="*/ 1374838 h 1649872"/>
              <a:gd name="connsiteX8" fmla="*/ 0 w 2462313"/>
              <a:gd name="connsiteY8" fmla="*/ 275034 h 1649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2313" h="1649872">
                <a:moveTo>
                  <a:pt x="0" y="275034"/>
                </a:moveTo>
                <a:cubicBezTo>
                  <a:pt x="0" y="123137"/>
                  <a:pt x="123137" y="0"/>
                  <a:pt x="275034" y="0"/>
                </a:cubicBezTo>
                <a:lnTo>
                  <a:pt x="2187279" y="0"/>
                </a:lnTo>
                <a:cubicBezTo>
                  <a:pt x="2339176" y="0"/>
                  <a:pt x="2462313" y="123137"/>
                  <a:pt x="2462313" y="275034"/>
                </a:cubicBezTo>
                <a:lnTo>
                  <a:pt x="2462313" y="1374838"/>
                </a:lnTo>
                <a:cubicBezTo>
                  <a:pt x="2462313" y="1526735"/>
                  <a:pt x="2339176" y="1649872"/>
                  <a:pt x="2187279" y="1649872"/>
                </a:cubicBezTo>
                <a:lnTo>
                  <a:pt x="275034" y="1649872"/>
                </a:lnTo>
                <a:cubicBezTo>
                  <a:pt x="123137" y="1649872"/>
                  <a:pt x="0" y="1526735"/>
                  <a:pt x="0" y="1374838"/>
                </a:cubicBezTo>
                <a:lnTo>
                  <a:pt x="0" y="275034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b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r>
              <a:rPr lang="en-US" sz="2800" dirty="0">
                <a:solidFill>
                  <a:schemeClr val="bg1"/>
                </a:solidFill>
              </a:rPr>
              <a:t>R</a:t>
            </a:r>
          </a:p>
        </p:txBody>
      </p:sp>
      <p:sp>
        <p:nvSpPr>
          <p:cNvPr id="21" name="Freeform 11">
            <a:extLst>
              <a:ext uri="{FF2B5EF4-FFF2-40B4-BE49-F238E27FC236}">
                <a16:creationId xmlns:a16="http://schemas.microsoft.com/office/drawing/2014/main" id="{87DF1247-AE56-B3F5-709A-1CFDF3C39C6D}"/>
              </a:ext>
            </a:extLst>
          </p:cNvPr>
          <p:cNvSpPr/>
          <p:nvPr/>
        </p:nvSpPr>
        <p:spPr>
          <a:xfrm>
            <a:off x="10349432" y="826838"/>
            <a:ext cx="380120" cy="510230"/>
          </a:xfrm>
          <a:custGeom>
            <a:avLst/>
            <a:gdLst>
              <a:gd name="connsiteX0" fmla="*/ 0 w 2462313"/>
              <a:gd name="connsiteY0" fmla="*/ 275034 h 1649872"/>
              <a:gd name="connsiteX1" fmla="*/ 275034 w 2462313"/>
              <a:gd name="connsiteY1" fmla="*/ 0 h 1649872"/>
              <a:gd name="connsiteX2" fmla="*/ 2187279 w 2462313"/>
              <a:gd name="connsiteY2" fmla="*/ 0 h 1649872"/>
              <a:gd name="connsiteX3" fmla="*/ 2462313 w 2462313"/>
              <a:gd name="connsiteY3" fmla="*/ 275034 h 1649872"/>
              <a:gd name="connsiteX4" fmla="*/ 2462313 w 2462313"/>
              <a:gd name="connsiteY4" fmla="*/ 1374838 h 1649872"/>
              <a:gd name="connsiteX5" fmla="*/ 2187279 w 2462313"/>
              <a:gd name="connsiteY5" fmla="*/ 1649872 h 1649872"/>
              <a:gd name="connsiteX6" fmla="*/ 275034 w 2462313"/>
              <a:gd name="connsiteY6" fmla="*/ 1649872 h 1649872"/>
              <a:gd name="connsiteX7" fmla="*/ 0 w 2462313"/>
              <a:gd name="connsiteY7" fmla="*/ 1374838 h 1649872"/>
              <a:gd name="connsiteX8" fmla="*/ 0 w 2462313"/>
              <a:gd name="connsiteY8" fmla="*/ 275034 h 1649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2313" h="1649872">
                <a:moveTo>
                  <a:pt x="0" y="275034"/>
                </a:moveTo>
                <a:cubicBezTo>
                  <a:pt x="0" y="123137"/>
                  <a:pt x="123137" y="0"/>
                  <a:pt x="275034" y="0"/>
                </a:cubicBezTo>
                <a:lnTo>
                  <a:pt x="2187279" y="0"/>
                </a:lnTo>
                <a:cubicBezTo>
                  <a:pt x="2339176" y="0"/>
                  <a:pt x="2462313" y="123137"/>
                  <a:pt x="2462313" y="275034"/>
                </a:cubicBezTo>
                <a:lnTo>
                  <a:pt x="2462313" y="1374838"/>
                </a:lnTo>
                <a:cubicBezTo>
                  <a:pt x="2462313" y="1526735"/>
                  <a:pt x="2339176" y="1649872"/>
                  <a:pt x="2187279" y="1649872"/>
                </a:cubicBezTo>
                <a:lnTo>
                  <a:pt x="275034" y="1649872"/>
                </a:lnTo>
                <a:cubicBezTo>
                  <a:pt x="123137" y="1649872"/>
                  <a:pt x="0" y="1526735"/>
                  <a:pt x="0" y="1374838"/>
                </a:cubicBezTo>
                <a:lnTo>
                  <a:pt x="0" y="275034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b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r>
              <a:rPr lang="en-US" sz="2800" dirty="0">
                <a:solidFill>
                  <a:schemeClr val="bg1"/>
                </a:solidFill>
              </a:rPr>
              <a:t>B</a:t>
            </a:r>
          </a:p>
        </p:txBody>
      </p:sp>
      <p:sp>
        <p:nvSpPr>
          <p:cNvPr id="22" name="Freeform 11">
            <a:extLst>
              <a:ext uri="{FF2B5EF4-FFF2-40B4-BE49-F238E27FC236}">
                <a16:creationId xmlns:a16="http://schemas.microsoft.com/office/drawing/2014/main" id="{4905D9DA-CCE6-86DA-A57F-D9D9F37DAE04}"/>
              </a:ext>
            </a:extLst>
          </p:cNvPr>
          <p:cNvSpPr/>
          <p:nvPr/>
        </p:nvSpPr>
        <p:spPr>
          <a:xfrm>
            <a:off x="11192344" y="826838"/>
            <a:ext cx="380120" cy="510230"/>
          </a:xfrm>
          <a:custGeom>
            <a:avLst/>
            <a:gdLst>
              <a:gd name="connsiteX0" fmla="*/ 0 w 2462313"/>
              <a:gd name="connsiteY0" fmla="*/ 275034 h 1649872"/>
              <a:gd name="connsiteX1" fmla="*/ 275034 w 2462313"/>
              <a:gd name="connsiteY1" fmla="*/ 0 h 1649872"/>
              <a:gd name="connsiteX2" fmla="*/ 2187279 w 2462313"/>
              <a:gd name="connsiteY2" fmla="*/ 0 h 1649872"/>
              <a:gd name="connsiteX3" fmla="*/ 2462313 w 2462313"/>
              <a:gd name="connsiteY3" fmla="*/ 275034 h 1649872"/>
              <a:gd name="connsiteX4" fmla="*/ 2462313 w 2462313"/>
              <a:gd name="connsiteY4" fmla="*/ 1374838 h 1649872"/>
              <a:gd name="connsiteX5" fmla="*/ 2187279 w 2462313"/>
              <a:gd name="connsiteY5" fmla="*/ 1649872 h 1649872"/>
              <a:gd name="connsiteX6" fmla="*/ 275034 w 2462313"/>
              <a:gd name="connsiteY6" fmla="*/ 1649872 h 1649872"/>
              <a:gd name="connsiteX7" fmla="*/ 0 w 2462313"/>
              <a:gd name="connsiteY7" fmla="*/ 1374838 h 1649872"/>
              <a:gd name="connsiteX8" fmla="*/ 0 w 2462313"/>
              <a:gd name="connsiteY8" fmla="*/ 275034 h 1649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2313" h="1649872">
                <a:moveTo>
                  <a:pt x="0" y="275034"/>
                </a:moveTo>
                <a:cubicBezTo>
                  <a:pt x="0" y="123137"/>
                  <a:pt x="123137" y="0"/>
                  <a:pt x="275034" y="0"/>
                </a:cubicBezTo>
                <a:lnTo>
                  <a:pt x="2187279" y="0"/>
                </a:lnTo>
                <a:cubicBezTo>
                  <a:pt x="2339176" y="0"/>
                  <a:pt x="2462313" y="123137"/>
                  <a:pt x="2462313" y="275034"/>
                </a:cubicBezTo>
                <a:lnTo>
                  <a:pt x="2462313" y="1374838"/>
                </a:lnTo>
                <a:cubicBezTo>
                  <a:pt x="2462313" y="1526735"/>
                  <a:pt x="2339176" y="1649872"/>
                  <a:pt x="2187279" y="1649872"/>
                </a:cubicBezTo>
                <a:lnTo>
                  <a:pt x="275034" y="1649872"/>
                </a:lnTo>
                <a:cubicBezTo>
                  <a:pt x="123137" y="1649872"/>
                  <a:pt x="0" y="1526735"/>
                  <a:pt x="0" y="1374838"/>
                </a:cubicBezTo>
                <a:lnTo>
                  <a:pt x="0" y="275034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b" anchorCtr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r>
              <a:rPr lang="en-US" sz="2800" dirty="0">
                <a:solidFill>
                  <a:schemeClr val="bg1"/>
                </a:solidFill>
              </a:rPr>
              <a:t>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2F0D04E1-C813-6670-1063-8084DEECBE17}"/>
                  </a:ext>
                </a:extLst>
              </p:cNvPr>
              <p:cNvSpPr/>
              <p:nvPr/>
            </p:nvSpPr>
            <p:spPr>
              <a:xfrm>
                <a:off x="9491786" y="1455304"/>
                <a:ext cx="380119" cy="5102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2F0D04E1-C813-6670-1063-8084DEECBE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91786" y="1455304"/>
                <a:ext cx="380119" cy="51023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6AA0C3E-9656-1B83-F9D1-025CD7728FF4}"/>
                  </a:ext>
                </a:extLst>
              </p:cNvPr>
              <p:cNvSpPr/>
              <p:nvPr/>
            </p:nvSpPr>
            <p:spPr>
              <a:xfrm>
                <a:off x="10349432" y="2198936"/>
                <a:ext cx="380119" cy="5102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6AA0C3E-9656-1B83-F9D1-025CD7728FF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49432" y="2198936"/>
                <a:ext cx="380119" cy="51023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1A5260C-288B-47AF-B88B-90BA4B6EB8B9}"/>
                  </a:ext>
                </a:extLst>
              </p:cNvPr>
              <p:cNvSpPr/>
              <p:nvPr/>
            </p:nvSpPr>
            <p:spPr>
              <a:xfrm>
                <a:off x="11207078" y="2942568"/>
                <a:ext cx="380119" cy="5102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1A5260C-288B-47AF-B88B-90BA4B6EB8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07078" y="2942568"/>
                <a:ext cx="380119" cy="51023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7435D3F6-149F-D9B2-3463-C9C923FD4693}"/>
                  </a:ext>
                </a:extLst>
              </p:cNvPr>
              <p:cNvSpPr/>
              <p:nvPr/>
            </p:nvSpPr>
            <p:spPr>
              <a:xfrm>
                <a:off x="10321803" y="1455304"/>
                <a:ext cx="380119" cy="5102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7435D3F6-149F-D9B2-3463-C9C923FD46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21803" y="1455304"/>
                <a:ext cx="380119" cy="51023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BDD4C60B-9104-2AE1-3869-F6226A5E74EA}"/>
                  </a:ext>
                </a:extLst>
              </p:cNvPr>
              <p:cNvSpPr/>
              <p:nvPr/>
            </p:nvSpPr>
            <p:spPr>
              <a:xfrm>
                <a:off x="11177605" y="1489918"/>
                <a:ext cx="380119" cy="5102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BDD4C60B-9104-2AE1-3869-F6226A5E74E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77605" y="1489918"/>
                <a:ext cx="380119" cy="51023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0571AD8D-FA18-9B19-3DC5-66BA4465F07D}"/>
                  </a:ext>
                </a:extLst>
              </p:cNvPr>
              <p:cNvSpPr/>
              <p:nvPr/>
            </p:nvSpPr>
            <p:spPr>
              <a:xfrm>
                <a:off x="9491786" y="2187913"/>
                <a:ext cx="380119" cy="5102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0571AD8D-FA18-9B19-3DC5-66BA4465F0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91786" y="2187913"/>
                <a:ext cx="380119" cy="51023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805AC065-AD9D-27CD-1A8D-803FD3762B3F}"/>
                  </a:ext>
                </a:extLst>
              </p:cNvPr>
              <p:cNvSpPr/>
              <p:nvPr/>
            </p:nvSpPr>
            <p:spPr>
              <a:xfrm>
                <a:off x="11192343" y="2187913"/>
                <a:ext cx="380119" cy="5102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805AC065-AD9D-27CD-1A8D-803FD3762B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92343" y="2187913"/>
                <a:ext cx="380119" cy="51023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AD8F6726-D493-471A-AA25-98CAC25083E5}"/>
                  </a:ext>
                </a:extLst>
              </p:cNvPr>
              <p:cNvSpPr/>
              <p:nvPr/>
            </p:nvSpPr>
            <p:spPr>
              <a:xfrm>
                <a:off x="9491786" y="2946538"/>
                <a:ext cx="380119" cy="5102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AD8F6726-D493-471A-AA25-98CAC25083E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91786" y="2946538"/>
                <a:ext cx="380119" cy="51023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45D04657-D5F7-3823-5EA3-D9E8895FF681}"/>
                  </a:ext>
                </a:extLst>
              </p:cNvPr>
              <p:cNvSpPr/>
              <p:nvPr/>
            </p:nvSpPr>
            <p:spPr>
              <a:xfrm>
                <a:off x="10349433" y="2929066"/>
                <a:ext cx="352490" cy="54048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45D04657-D5F7-3823-5EA3-D9E8895FF6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49433" y="2929066"/>
                <a:ext cx="352490" cy="54048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2" name="Picture 31">
            <a:extLst>
              <a:ext uri="{FF2B5EF4-FFF2-40B4-BE49-F238E27FC236}">
                <a16:creationId xmlns:a16="http://schemas.microsoft.com/office/drawing/2014/main" id="{DADC0840-BE5E-E4B1-10DB-96043DEC7A16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BEBA8EAE-BF5A-486C-A8C5-ECC9F3942E4B}">
                <a14:imgProps xmlns:a14="http://schemas.microsoft.com/office/drawing/2010/main">
                  <a14:imgLayer r:embed="rId17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429" r="1429"/>
          <a:stretch/>
        </p:blipFill>
        <p:spPr>
          <a:xfrm>
            <a:off x="1179139" y="5948315"/>
            <a:ext cx="604039" cy="604039"/>
          </a:xfrm>
          <a:prstGeom prst="ellipse">
            <a:avLst/>
          </a:prstGeom>
          <a:ln>
            <a:solidFill>
              <a:schemeClr val="tx1">
                <a:lumMod val="90000"/>
                <a:lumOff val="10000"/>
              </a:schemeClr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</p:pic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6F0D7F78-BF8C-8B2C-CF73-B18F128BF7D7}"/>
              </a:ext>
            </a:extLst>
          </p:cNvPr>
          <p:cNvCxnSpPr>
            <a:cxnSpLocks/>
          </p:cNvCxnSpPr>
          <p:nvPr/>
        </p:nvCxnSpPr>
        <p:spPr>
          <a:xfrm flipV="1">
            <a:off x="1744637" y="6313357"/>
            <a:ext cx="5034231" cy="68012"/>
          </a:xfrm>
          <a:prstGeom prst="straightConnector1">
            <a:avLst/>
          </a:prstGeom>
          <a:ln w="57150">
            <a:solidFill>
              <a:srgbClr val="FF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Left Bracket 33">
            <a:extLst>
              <a:ext uri="{FF2B5EF4-FFF2-40B4-BE49-F238E27FC236}">
                <a16:creationId xmlns:a16="http://schemas.microsoft.com/office/drawing/2014/main" id="{202173BE-A967-6D72-59E8-A5BB67161FC5}"/>
              </a:ext>
            </a:extLst>
          </p:cNvPr>
          <p:cNvSpPr/>
          <p:nvPr/>
        </p:nvSpPr>
        <p:spPr>
          <a:xfrm>
            <a:off x="9106232" y="1455304"/>
            <a:ext cx="207364" cy="2014244"/>
          </a:xfrm>
          <a:prstGeom prst="leftBracket">
            <a:avLst/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5" name="Left Bracket 34">
            <a:extLst>
              <a:ext uri="{FF2B5EF4-FFF2-40B4-BE49-F238E27FC236}">
                <a16:creationId xmlns:a16="http://schemas.microsoft.com/office/drawing/2014/main" id="{9AB8B1D9-DF2B-F1D8-F65E-E9DD12A7A238}"/>
              </a:ext>
            </a:extLst>
          </p:cNvPr>
          <p:cNvSpPr/>
          <p:nvPr/>
        </p:nvSpPr>
        <p:spPr>
          <a:xfrm flipH="1">
            <a:off x="11748357" y="1472055"/>
            <a:ext cx="207364" cy="2014244"/>
          </a:xfrm>
          <a:prstGeom prst="leftBracket">
            <a:avLst/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6" name="Freeform 11">
            <a:extLst>
              <a:ext uri="{FF2B5EF4-FFF2-40B4-BE49-F238E27FC236}">
                <a16:creationId xmlns:a16="http://schemas.microsoft.com/office/drawing/2014/main" id="{50BDAC1F-AEA0-DBD6-1E85-F8204AAA84D9}"/>
              </a:ext>
            </a:extLst>
          </p:cNvPr>
          <p:cNvSpPr/>
          <p:nvPr/>
        </p:nvSpPr>
        <p:spPr>
          <a:xfrm>
            <a:off x="9992515" y="3814101"/>
            <a:ext cx="1093952" cy="510230"/>
          </a:xfrm>
          <a:custGeom>
            <a:avLst/>
            <a:gdLst>
              <a:gd name="connsiteX0" fmla="*/ 0 w 2462313"/>
              <a:gd name="connsiteY0" fmla="*/ 275034 h 1649872"/>
              <a:gd name="connsiteX1" fmla="*/ 275034 w 2462313"/>
              <a:gd name="connsiteY1" fmla="*/ 0 h 1649872"/>
              <a:gd name="connsiteX2" fmla="*/ 2187279 w 2462313"/>
              <a:gd name="connsiteY2" fmla="*/ 0 h 1649872"/>
              <a:gd name="connsiteX3" fmla="*/ 2462313 w 2462313"/>
              <a:gd name="connsiteY3" fmla="*/ 275034 h 1649872"/>
              <a:gd name="connsiteX4" fmla="*/ 2462313 w 2462313"/>
              <a:gd name="connsiteY4" fmla="*/ 1374838 h 1649872"/>
              <a:gd name="connsiteX5" fmla="*/ 2187279 w 2462313"/>
              <a:gd name="connsiteY5" fmla="*/ 1649872 h 1649872"/>
              <a:gd name="connsiteX6" fmla="*/ 275034 w 2462313"/>
              <a:gd name="connsiteY6" fmla="*/ 1649872 h 1649872"/>
              <a:gd name="connsiteX7" fmla="*/ 0 w 2462313"/>
              <a:gd name="connsiteY7" fmla="*/ 1374838 h 1649872"/>
              <a:gd name="connsiteX8" fmla="*/ 0 w 2462313"/>
              <a:gd name="connsiteY8" fmla="*/ 275034 h 1649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2313" h="1649872">
                <a:moveTo>
                  <a:pt x="0" y="275034"/>
                </a:moveTo>
                <a:cubicBezTo>
                  <a:pt x="0" y="123137"/>
                  <a:pt x="123137" y="0"/>
                  <a:pt x="275034" y="0"/>
                </a:cubicBezTo>
                <a:lnTo>
                  <a:pt x="2187279" y="0"/>
                </a:lnTo>
                <a:cubicBezTo>
                  <a:pt x="2339176" y="0"/>
                  <a:pt x="2462313" y="123137"/>
                  <a:pt x="2462313" y="275034"/>
                </a:cubicBezTo>
                <a:lnTo>
                  <a:pt x="2462313" y="1374838"/>
                </a:lnTo>
                <a:cubicBezTo>
                  <a:pt x="2462313" y="1526735"/>
                  <a:pt x="2339176" y="1649872"/>
                  <a:pt x="2187279" y="1649872"/>
                </a:cubicBezTo>
                <a:lnTo>
                  <a:pt x="275034" y="1649872"/>
                </a:lnTo>
                <a:cubicBezTo>
                  <a:pt x="123137" y="1649872"/>
                  <a:pt x="0" y="1526735"/>
                  <a:pt x="0" y="1374838"/>
                </a:cubicBezTo>
                <a:lnTo>
                  <a:pt x="0" y="275034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r>
              <a:rPr lang="en-US" sz="2800" dirty="0">
                <a:solidFill>
                  <a:schemeClr val="bg1"/>
                </a:solidFill>
              </a:rPr>
              <a:t>Matrix</a:t>
            </a:r>
          </a:p>
        </p:txBody>
      </p:sp>
      <p:sp>
        <p:nvSpPr>
          <p:cNvPr id="37" name="Freeform 11">
            <a:extLst>
              <a:ext uri="{FF2B5EF4-FFF2-40B4-BE49-F238E27FC236}">
                <a16:creationId xmlns:a16="http://schemas.microsoft.com/office/drawing/2014/main" id="{74F8940E-D24E-2C4F-6752-053A340D4C5C}"/>
              </a:ext>
            </a:extLst>
          </p:cNvPr>
          <p:cNvSpPr/>
          <p:nvPr/>
        </p:nvSpPr>
        <p:spPr>
          <a:xfrm>
            <a:off x="2362051" y="813586"/>
            <a:ext cx="1401340" cy="510230"/>
          </a:xfrm>
          <a:custGeom>
            <a:avLst/>
            <a:gdLst>
              <a:gd name="connsiteX0" fmla="*/ 0 w 2462313"/>
              <a:gd name="connsiteY0" fmla="*/ 275034 h 1649872"/>
              <a:gd name="connsiteX1" fmla="*/ 275034 w 2462313"/>
              <a:gd name="connsiteY1" fmla="*/ 0 h 1649872"/>
              <a:gd name="connsiteX2" fmla="*/ 2187279 w 2462313"/>
              <a:gd name="connsiteY2" fmla="*/ 0 h 1649872"/>
              <a:gd name="connsiteX3" fmla="*/ 2462313 w 2462313"/>
              <a:gd name="connsiteY3" fmla="*/ 275034 h 1649872"/>
              <a:gd name="connsiteX4" fmla="*/ 2462313 w 2462313"/>
              <a:gd name="connsiteY4" fmla="*/ 1374838 h 1649872"/>
              <a:gd name="connsiteX5" fmla="*/ 2187279 w 2462313"/>
              <a:gd name="connsiteY5" fmla="*/ 1649872 h 1649872"/>
              <a:gd name="connsiteX6" fmla="*/ 275034 w 2462313"/>
              <a:gd name="connsiteY6" fmla="*/ 1649872 h 1649872"/>
              <a:gd name="connsiteX7" fmla="*/ 0 w 2462313"/>
              <a:gd name="connsiteY7" fmla="*/ 1374838 h 1649872"/>
              <a:gd name="connsiteX8" fmla="*/ 0 w 2462313"/>
              <a:gd name="connsiteY8" fmla="*/ 275034 h 1649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2313" h="1649872">
                <a:moveTo>
                  <a:pt x="0" y="275034"/>
                </a:moveTo>
                <a:cubicBezTo>
                  <a:pt x="0" y="123137"/>
                  <a:pt x="123137" y="0"/>
                  <a:pt x="275034" y="0"/>
                </a:cubicBezTo>
                <a:lnTo>
                  <a:pt x="2187279" y="0"/>
                </a:lnTo>
                <a:cubicBezTo>
                  <a:pt x="2339176" y="0"/>
                  <a:pt x="2462313" y="123137"/>
                  <a:pt x="2462313" y="275034"/>
                </a:cubicBezTo>
                <a:lnTo>
                  <a:pt x="2462313" y="1374838"/>
                </a:lnTo>
                <a:cubicBezTo>
                  <a:pt x="2462313" y="1526735"/>
                  <a:pt x="2339176" y="1649872"/>
                  <a:pt x="2187279" y="1649872"/>
                </a:cubicBezTo>
                <a:lnTo>
                  <a:pt x="275034" y="1649872"/>
                </a:lnTo>
                <a:cubicBezTo>
                  <a:pt x="123137" y="1649872"/>
                  <a:pt x="0" y="1526735"/>
                  <a:pt x="0" y="1374838"/>
                </a:cubicBezTo>
                <a:lnTo>
                  <a:pt x="0" y="275034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r>
              <a:rPr lang="en-US" sz="2800" dirty="0">
                <a:solidFill>
                  <a:schemeClr val="bg1"/>
                </a:solidFill>
              </a:rPr>
              <a:t>Ronaldo</a:t>
            </a:r>
          </a:p>
        </p:txBody>
      </p:sp>
      <p:sp>
        <p:nvSpPr>
          <p:cNvPr id="38" name="Freeform 11">
            <a:extLst>
              <a:ext uri="{FF2B5EF4-FFF2-40B4-BE49-F238E27FC236}">
                <a16:creationId xmlns:a16="http://schemas.microsoft.com/office/drawing/2014/main" id="{0E98172A-BE14-765E-3F35-3ED795B67FF4}"/>
              </a:ext>
            </a:extLst>
          </p:cNvPr>
          <p:cNvSpPr/>
          <p:nvPr/>
        </p:nvSpPr>
        <p:spPr>
          <a:xfrm>
            <a:off x="360456" y="3846348"/>
            <a:ext cx="1100566" cy="510230"/>
          </a:xfrm>
          <a:custGeom>
            <a:avLst/>
            <a:gdLst>
              <a:gd name="connsiteX0" fmla="*/ 0 w 2462313"/>
              <a:gd name="connsiteY0" fmla="*/ 275034 h 1649872"/>
              <a:gd name="connsiteX1" fmla="*/ 275034 w 2462313"/>
              <a:gd name="connsiteY1" fmla="*/ 0 h 1649872"/>
              <a:gd name="connsiteX2" fmla="*/ 2187279 w 2462313"/>
              <a:gd name="connsiteY2" fmla="*/ 0 h 1649872"/>
              <a:gd name="connsiteX3" fmla="*/ 2462313 w 2462313"/>
              <a:gd name="connsiteY3" fmla="*/ 275034 h 1649872"/>
              <a:gd name="connsiteX4" fmla="*/ 2462313 w 2462313"/>
              <a:gd name="connsiteY4" fmla="*/ 1374838 h 1649872"/>
              <a:gd name="connsiteX5" fmla="*/ 2187279 w 2462313"/>
              <a:gd name="connsiteY5" fmla="*/ 1649872 h 1649872"/>
              <a:gd name="connsiteX6" fmla="*/ 275034 w 2462313"/>
              <a:gd name="connsiteY6" fmla="*/ 1649872 h 1649872"/>
              <a:gd name="connsiteX7" fmla="*/ 0 w 2462313"/>
              <a:gd name="connsiteY7" fmla="*/ 1374838 h 1649872"/>
              <a:gd name="connsiteX8" fmla="*/ 0 w 2462313"/>
              <a:gd name="connsiteY8" fmla="*/ 275034 h 1649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2313" h="1649872">
                <a:moveTo>
                  <a:pt x="0" y="275034"/>
                </a:moveTo>
                <a:cubicBezTo>
                  <a:pt x="0" y="123137"/>
                  <a:pt x="123137" y="0"/>
                  <a:pt x="275034" y="0"/>
                </a:cubicBezTo>
                <a:lnTo>
                  <a:pt x="2187279" y="0"/>
                </a:lnTo>
                <a:cubicBezTo>
                  <a:pt x="2339176" y="0"/>
                  <a:pt x="2462313" y="123137"/>
                  <a:pt x="2462313" y="275034"/>
                </a:cubicBezTo>
                <a:lnTo>
                  <a:pt x="2462313" y="1374838"/>
                </a:lnTo>
                <a:cubicBezTo>
                  <a:pt x="2462313" y="1526735"/>
                  <a:pt x="2339176" y="1649872"/>
                  <a:pt x="2187279" y="1649872"/>
                </a:cubicBezTo>
                <a:lnTo>
                  <a:pt x="275034" y="1649872"/>
                </a:lnTo>
                <a:cubicBezTo>
                  <a:pt x="123137" y="1649872"/>
                  <a:pt x="0" y="1526735"/>
                  <a:pt x="0" y="1374838"/>
                </a:cubicBezTo>
                <a:lnTo>
                  <a:pt x="0" y="275034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r>
              <a:rPr lang="en-US" sz="2800" dirty="0">
                <a:solidFill>
                  <a:schemeClr val="bg1"/>
                </a:solidFill>
              </a:rPr>
              <a:t>Messi</a:t>
            </a:r>
          </a:p>
        </p:txBody>
      </p:sp>
      <p:sp>
        <p:nvSpPr>
          <p:cNvPr id="39" name="Freeform 11">
            <a:extLst>
              <a:ext uri="{FF2B5EF4-FFF2-40B4-BE49-F238E27FC236}">
                <a16:creationId xmlns:a16="http://schemas.microsoft.com/office/drawing/2014/main" id="{87E51277-04C3-3D7C-E7BF-EBBDD1733304}"/>
              </a:ext>
            </a:extLst>
          </p:cNvPr>
          <p:cNvSpPr/>
          <p:nvPr/>
        </p:nvSpPr>
        <p:spPr>
          <a:xfrm>
            <a:off x="8171773" y="4434695"/>
            <a:ext cx="1533860" cy="510230"/>
          </a:xfrm>
          <a:custGeom>
            <a:avLst/>
            <a:gdLst>
              <a:gd name="connsiteX0" fmla="*/ 0 w 2462313"/>
              <a:gd name="connsiteY0" fmla="*/ 275034 h 1649872"/>
              <a:gd name="connsiteX1" fmla="*/ 275034 w 2462313"/>
              <a:gd name="connsiteY1" fmla="*/ 0 h 1649872"/>
              <a:gd name="connsiteX2" fmla="*/ 2187279 w 2462313"/>
              <a:gd name="connsiteY2" fmla="*/ 0 h 1649872"/>
              <a:gd name="connsiteX3" fmla="*/ 2462313 w 2462313"/>
              <a:gd name="connsiteY3" fmla="*/ 275034 h 1649872"/>
              <a:gd name="connsiteX4" fmla="*/ 2462313 w 2462313"/>
              <a:gd name="connsiteY4" fmla="*/ 1374838 h 1649872"/>
              <a:gd name="connsiteX5" fmla="*/ 2187279 w 2462313"/>
              <a:gd name="connsiteY5" fmla="*/ 1649872 h 1649872"/>
              <a:gd name="connsiteX6" fmla="*/ 275034 w 2462313"/>
              <a:gd name="connsiteY6" fmla="*/ 1649872 h 1649872"/>
              <a:gd name="connsiteX7" fmla="*/ 0 w 2462313"/>
              <a:gd name="connsiteY7" fmla="*/ 1374838 h 1649872"/>
              <a:gd name="connsiteX8" fmla="*/ 0 w 2462313"/>
              <a:gd name="connsiteY8" fmla="*/ 275034 h 1649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2313" h="1649872">
                <a:moveTo>
                  <a:pt x="0" y="275034"/>
                </a:moveTo>
                <a:cubicBezTo>
                  <a:pt x="0" y="123137"/>
                  <a:pt x="123137" y="0"/>
                  <a:pt x="275034" y="0"/>
                </a:cubicBezTo>
                <a:lnTo>
                  <a:pt x="2187279" y="0"/>
                </a:lnTo>
                <a:cubicBezTo>
                  <a:pt x="2339176" y="0"/>
                  <a:pt x="2462313" y="123137"/>
                  <a:pt x="2462313" y="275034"/>
                </a:cubicBezTo>
                <a:lnTo>
                  <a:pt x="2462313" y="1374838"/>
                </a:lnTo>
                <a:cubicBezTo>
                  <a:pt x="2462313" y="1526735"/>
                  <a:pt x="2339176" y="1649872"/>
                  <a:pt x="2187279" y="1649872"/>
                </a:cubicBezTo>
                <a:lnTo>
                  <a:pt x="275034" y="1649872"/>
                </a:lnTo>
                <a:cubicBezTo>
                  <a:pt x="123137" y="1649872"/>
                  <a:pt x="0" y="1526735"/>
                  <a:pt x="0" y="1374838"/>
                </a:cubicBezTo>
                <a:lnTo>
                  <a:pt x="0" y="275034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r>
              <a:rPr lang="en-US" sz="2800" dirty="0">
                <a:solidFill>
                  <a:schemeClr val="bg1"/>
                </a:solidFill>
              </a:rPr>
              <a:t>Beckham</a:t>
            </a:r>
          </a:p>
        </p:txBody>
      </p:sp>
    </p:spTree>
    <p:extLst>
      <p:ext uri="{BB962C8B-B14F-4D97-AF65-F5344CB8AC3E}">
        <p14:creationId xmlns:p14="http://schemas.microsoft.com/office/powerpoint/2010/main" val="8620611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" dur="8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8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80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800"/>
                            </p:stCondLst>
                            <p:childTnLst>
                              <p:par>
                                <p:cTn id="15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8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800"/>
                            </p:stCondLst>
                            <p:childTnLst>
                              <p:par>
                                <p:cTn id="23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43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367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498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498" tmFilter="0, 0; 0.125,0.2665; 0.25,0.4; 0.375,0.465; 0.5,0.5;  0.625,0.535; 0.75,0.6; 0.875,0.7335; 1,1">
                                          <p:stCondLst>
                                            <p:cond delay="49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49" tmFilter="0, 0; 0.125,0.2665; 0.25,0.4; 0.375,0.465; 0.5,0.5;  0.625,0.535; 0.75,0.6; 0.875,0.7335; 1,1">
                                          <p:stCondLst>
                                            <p:cond delay="993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23" tmFilter="0, 0; 0.125,0.2665; 0.25,0.4; 0.375,0.465; 0.5,0.5;  0.625,0.535; 0.75,0.6; 0.875,0.7335; 1,1">
                                          <p:stCondLst>
                                            <p:cond delay="124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7" dur="20">
                                          <p:stCondLst>
                                            <p:cond delay="487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8" dur="124" decel="50000">
                                          <p:stCondLst>
                                            <p:cond delay="507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9" dur="20">
                                          <p:stCondLst>
                                            <p:cond delay="98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0" dur="124" decel="50000">
                                          <p:stCondLst>
                                            <p:cond delay="100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1" dur="20">
                                          <p:stCondLst>
                                            <p:cond delay="1231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2" dur="124" decel="50000">
                                          <p:stCondLst>
                                            <p:cond delay="1251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3" dur="20">
                                          <p:stCondLst>
                                            <p:cond delay="135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4" dur="124" decel="50000">
                                          <p:stCondLst>
                                            <p:cond delay="137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" dur="22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" presetID="36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1.85185E-6 L 1.66667E-6 0.23565 C 1.66667E-6 0.34143 0.07721 0.47176 0.13984 0.47176 L 0.27995 0.47176 " pathEditMode="relative" rAng="0" ptsTypes="AAAA">
                                      <p:cBhvr>
                                        <p:cTn id="50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97" y="23588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22" presetClass="entr" presetSubtype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" presetClass="exit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200"/>
                            </p:stCondLst>
                            <p:childTnLst>
                              <p:par>
                                <p:cTn id="5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200"/>
                            </p:stCondLst>
                            <p:childTnLst>
                              <p:par>
                                <p:cTn id="60" presetID="8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" dur="22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" presetID="4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99 -0.00578 L -0.12552 -0.0449 C -0.15222 -0.0537 -0.19245 -0.05833 -0.23464 -0.05833 C -0.28256 -0.05833 -0.32097 -0.0537 -0.34766 -0.0449 L -0.47604 -0.00578 " pathEditMode="relative" rAng="0" ptsTypes="AAAAA">
                                      <p:cBhvr>
                                        <p:cTn id="63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958" y="-2639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22" presetClass="entr" presetSubtype="2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" presetClass="exit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4400"/>
                            </p:stCondLst>
                            <p:childTnLst>
                              <p:par>
                                <p:cTn id="7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400"/>
                            </p:stCondLst>
                            <p:childTnLst>
                              <p:par>
                                <p:cTn id="73" presetID="8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" dur="22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" presetID="4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0.00231 L 0.12669 -0.04213 C 0.15339 -0.05209 0.19336 -0.05741 0.23542 -0.05741 C 0.2832 -0.05741 0.32148 -0.05209 0.34818 -0.04213 L 0.4763 0.00231 " pathEditMode="relative" rAng="0" ptsTypes="AAAAA">
                                      <p:cBhvr>
                                        <p:cTn id="76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880" y="-2986"/>
                                    </p:animMotion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" presetClass="exit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6600"/>
                            </p:stCondLst>
                            <p:childTnLst>
                              <p:par>
                                <p:cTn id="8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6600"/>
                            </p:stCondLst>
                            <p:childTnLst>
                              <p:par>
                                <p:cTn id="86" presetID="8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22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4.44444E-6 L -0.27279 -0.47754 " pathEditMode="relative" rAng="0" ptsTypes="AA">
                                      <p:cBhvr>
                                        <p:cTn id="89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789" y="-24213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22" presetClass="entr" presetSubtype="4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2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" presetClass="exit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8800"/>
                            </p:stCondLst>
                            <p:childTnLst>
                              <p:par>
                                <p:cTn id="9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8800"/>
                            </p:stCondLst>
                            <p:childTnLst>
                              <p:par>
                                <p:cTn id="99" presetID="8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22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2.22222E-6 L -0.20026 0.47546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65" y="23449"/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22" presetClass="entr" presetSubtype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" presetClass="exit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1000"/>
                            </p:stCondLst>
                            <p:childTnLst>
                              <p:par>
                                <p:cTn id="10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11000"/>
                            </p:stCondLst>
                            <p:childTnLst>
                              <p:par>
                                <p:cTn id="112" presetID="8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22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4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0.0044 L 0.1267 -0.04398 C 0.15313 -0.05486 0.19271 -0.06065 0.23438 -0.06065 C 0.28178 -0.06065 0.31967 -0.05486 0.3461 -0.04398 L 0.47305 0.0044 " pathEditMode="relative" rAng="0" ptsTypes="AAAAA">
                                      <p:cBhvr>
                                        <p:cTn id="115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659" y="-3264"/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22" presetClass="entr" presetSubtype="8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8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" presetClass="exit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22" presetClass="entr" presetSubtype="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2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00"/>
                            </p:stCondLst>
                            <p:childTnLst>
                              <p:par>
                                <p:cTn id="1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5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0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1000"/>
                            </p:stCondLst>
                            <p:childTnLst>
                              <p:par>
                                <p:cTn id="18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1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1000"/>
                            </p:stCondLst>
                            <p:childTnLst>
                              <p:par>
                                <p:cTn id="19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1000"/>
                            </p:stCondLst>
                            <p:childTnLst>
                              <p:par>
                                <p:cTn id="20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3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2" fill="hold">
                      <p:stCondLst>
                        <p:cond delay="indefinite"/>
                      </p:stCondLst>
                      <p:childTnLst>
                        <p:par>
                          <p:cTn id="243" fill="hold">
                            <p:stCondLst>
                              <p:cond delay="0"/>
                            </p:stCondLst>
                            <p:childTnLst>
                              <p:par>
                                <p:cTn id="244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810C34B-70EB-1BEB-20D5-D3626BC95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Matrix</a:t>
            </a:r>
          </a:p>
        </p:txBody>
      </p:sp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DFADE8E9-FCF2-1444-7A77-51FFA4308454}"/>
              </a:ext>
            </a:extLst>
          </p:cNvPr>
          <p:cNvSpPr txBox="1">
            <a:spLocks/>
          </p:cNvSpPr>
          <p:nvPr/>
        </p:nvSpPr>
        <p:spPr>
          <a:xfrm>
            <a:off x="151707" y="878764"/>
            <a:ext cx="12040293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A rectangular array of </a:t>
            </a:r>
            <a:r>
              <a:rPr lang="en-IN" sz="2800" b="1" dirty="0">
                <a:solidFill>
                  <a:srgbClr val="FF0000"/>
                </a:solidFill>
              </a:rPr>
              <a:t>objects</a:t>
            </a:r>
            <a:r>
              <a:rPr lang="en-IN" sz="2800" dirty="0">
                <a:solidFill>
                  <a:srgbClr val="002060"/>
                </a:solidFill>
              </a:rPr>
              <a:t> arranged in rows and columns is known as a matrix.</a:t>
            </a:r>
          </a:p>
        </p:txBody>
      </p:sp>
      <p:sp>
        <p:nvSpPr>
          <p:cNvPr id="6" name="Content Placeholder 4">
            <a:extLst>
              <a:ext uri="{FF2B5EF4-FFF2-40B4-BE49-F238E27FC236}">
                <a16:creationId xmlns:a16="http://schemas.microsoft.com/office/drawing/2014/main" id="{E74D5B09-A319-52D9-8F2B-18F5A83A21EF}"/>
              </a:ext>
            </a:extLst>
          </p:cNvPr>
          <p:cNvSpPr txBox="1">
            <a:spLocks/>
          </p:cNvSpPr>
          <p:nvPr/>
        </p:nvSpPr>
        <p:spPr>
          <a:xfrm>
            <a:off x="151708" y="1509406"/>
            <a:ext cx="7740000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Objects can be numbers, expressions, symbols, etc.</a:t>
            </a:r>
          </a:p>
        </p:txBody>
      </p:sp>
      <p:sp>
        <p:nvSpPr>
          <p:cNvPr id="7" name="Content Placeholder 4">
            <a:extLst>
              <a:ext uri="{FF2B5EF4-FFF2-40B4-BE49-F238E27FC236}">
                <a16:creationId xmlns:a16="http://schemas.microsoft.com/office/drawing/2014/main" id="{911D67B5-4936-4508-139A-0E5F903CEBC1}"/>
              </a:ext>
            </a:extLst>
          </p:cNvPr>
          <p:cNvSpPr txBox="1">
            <a:spLocks/>
          </p:cNvSpPr>
          <p:nvPr/>
        </p:nvSpPr>
        <p:spPr>
          <a:xfrm>
            <a:off x="151708" y="2137959"/>
            <a:ext cx="12192000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These numbers, expression or symbols are known as </a:t>
            </a:r>
            <a:r>
              <a:rPr lang="en-IN" sz="2800" b="1" dirty="0">
                <a:solidFill>
                  <a:srgbClr val="FF0000"/>
                </a:solidFill>
              </a:rPr>
              <a:t>element</a:t>
            </a:r>
            <a:r>
              <a:rPr lang="en-IN" sz="2800" dirty="0">
                <a:solidFill>
                  <a:srgbClr val="002060"/>
                </a:solidFill>
              </a:rPr>
              <a:t> or </a:t>
            </a:r>
            <a:r>
              <a:rPr lang="en-IN" sz="2800" b="1" dirty="0">
                <a:solidFill>
                  <a:srgbClr val="FF0000"/>
                </a:solidFill>
              </a:rPr>
              <a:t>entry</a:t>
            </a:r>
            <a:r>
              <a:rPr lang="en-IN" sz="2800" dirty="0">
                <a:solidFill>
                  <a:srgbClr val="002060"/>
                </a:solidFill>
              </a:rPr>
              <a:t> of a matrix.</a:t>
            </a:r>
          </a:p>
        </p:txBody>
      </p:sp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A1F58D1A-8E58-F520-401C-96E5041AB88E}"/>
              </a:ext>
            </a:extLst>
          </p:cNvPr>
          <p:cNvSpPr txBox="1">
            <a:spLocks/>
          </p:cNvSpPr>
          <p:nvPr/>
        </p:nvSpPr>
        <p:spPr>
          <a:xfrm>
            <a:off x="151707" y="2766512"/>
            <a:ext cx="768210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Matrix is denoted by upper case letters A, B, C, etc.</a:t>
            </a:r>
          </a:p>
        </p:txBody>
      </p:sp>
      <p:sp>
        <p:nvSpPr>
          <p:cNvPr id="9" name="Content Placeholder 4">
            <a:extLst>
              <a:ext uri="{FF2B5EF4-FFF2-40B4-BE49-F238E27FC236}">
                <a16:creationId xmlns:a16="http://schemas.microsoft.com/office/drawing/2014/main" id="{B7BB2DEF-5E29-E0FB-79A3-69D5096D4896}"/>
              </a:ext>
            </a:extLst>
          </p:cNvPr>
          <p:cNvSpPr txBox="1">
            <a:spLocks/>
          </p:cNvSpPr>
          <p:nvPr/>
        </p:nvSpPr>
        <p:spPr>
          <a:xfrm>
            <a:off x="151707" y="3396870"/>
            <a:ext cx="6453809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Following notations are used for matrices: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CA575091-EC6F-93D9-4F52-7CC115033A27}"/>
              </a:ext>
            </a:extLst>
          </p:cNvPr>
          <p:cNvGrpSpPr/>
          <p:nvPr/>
        </p:nvGrpSpPr>
        <p:grpSpPr>
          <a:xfrm>
            <a:off x="1556636" y="4370885"/>
            <a:ext cx="1800715" cy="1677350"/>
            <a:chOff x="1556636" y="3835021"/>
            <a:chExt cx="1800715" cy="1677350"/>
          </a:xfrm>
        </p:grpSpPr>
        <p:sp>
          <p:nvSpPr>
            <p:cNvPr id="11" name="Left Bracket 10">
              <a:extLst>
                <a:ext uri="{FF2B5EF4-FFF2-40B4-BE49-F238E27FC236}">
                  <a16:creationId xmlns:a16="http://schemas.microsoft.com/office/drawing/2014/main" id="{5D6FF3E1-EEE2-74A2-96D0-A05EED91CE80}"/>
                </a:ext>
              </a:extLst>
            </p:cNvPr>
            <p:cNvSpPr/>
            <p:nvPr/>
          </p:nvSpPr>
          <p:spPr>
            <a:xfrm>
              <a:off x="1556636" y="3835022"/>
              <a:ext cx="259307" cy="1677349"/>
            </a:xfrm>
            <a:prstGeom prst="leftBracket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12" name="Left Bracket 11">
              <a:extLst>
                <a:ext uri="{FF2B5EF4-FFF2-40B4-BE49-F238E27FC236}">
                  <a16:creationId xmlns:a16="http://schemas.microsoft.com/office/drawing/2014/main" id="{EC75BC85-E80A-386D-4455-CE559877C300}"/>
                </a:ext>
              </a:extLst>
            </p:cNvPr>
            <p:cNvSpPr/>
            <p:nvPr/>
          </p:nvSpPr>
          <p:spPr>
            <a:xfrm flipH="1">
              <a:off x="3098044" y="3835021"/>
              <a:ext cx="259307" cy="1677349"/>
            </a:xfrm>
            <a:prstGeom prst="leftBracket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C7CDC34-8381-A069-C3E9-52469ADABCC4}"/>
              </a:ext>
            </a:extLst>
          </p:cNvPr>
          <p:cNvGrpSpPr/>
          <p:nvPr/>
        </p:nvGrpSpPr>
        <p:grpSpPr>
          <a:xfrm>
            <a:off x="4933577" y="4282174"/>
            <a:ext cx="1973679" cy="1854770"/>
            <a:chOff x="3643166" y="3568889"/>
            <a:chExt cx="1973679" cy="1854770"/>
          </a:xfrm>
        </p:grpSpPr>
        <p:sp>
          <p:nvSpPr>
            <p:cNvPr id="17" name="Arc 16">
              <a:extLst>
                <a:ext uri="{FF2B5EF4-FFF2-40B4-BE49-F238E27FC236}">
                  <a16:creationId xmlns:a16="http://schemas.microsoft.com/office/drawing/2014/main" id="{8654A892-9D0E-C8A0-AB71-3173B2185188}"/>
                </a:ext>
              </a:extLst>
            </p:cNvPr>
            <p:cNvSpPr/>
            <p:nvPr/>
          </p:nvSpPr>
          <p:spPr>
            <a:xfrm>
              <a:off x="3992761" y="3568889"/>
              <a:ext cx="1624084" cy="1854770"/>
            </a:xfrm>
            <a:prstGeom prst="arc">
              <a:avLst>
                <a:gd name="adj1" fmla="val 18362675"/>
                <a:gd name="adj2" fmla="val 3011665"/>
              </a:avLst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18" name="Arc 17">
              <a:extLst>
                <a:ext uri="{FF2B5EF4-FFF2-40B4-BE49-F238E27FC236}">
                  <a16:creationId xmlns:a16="http://schemas.microsoft.com/office/drawing/2014/main" id="{A1F04501-EFFC-37B9-391B-B63F25002B3F}"/>
                </a:ext>
              </a:extLst>
            </p:cNvPr>
            <p:cNvSpPr/>
            <p:nvPr/>
          </p:nvSpPr>
          <p:spPr>
            <a:xfrm flipH="1">
              <a:off x="3643166" y="3568889"/>
              <a:ext cx="1624084" cy="1854770"/>
            </a:xfrm>
            <a:prstGeom prst="arc">
              <a:avLst>
                <a:gd name="adj1" fmla="val 18362675"/>
                <a:gd name="adj2" fmla="val 3011665"/>
              </a:avLst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2F99AAA7-042E-B1AE-7C4B-810DF2A49247}"/>
              </a:ext>
            </a:extLst>
          </p:cNvPr>
          <p:cNvGrpSpPr/>
          <p:nvPr/>
        </p:nvGrpSpPr>
        <p:grpSpPr>
          <a:xfrm>
            <a:off x="8625387" y="4500538"/>
            <a:ext cx="1587689" cy="1438512"/>
            <a:chOff x="8625387" y="3964674"/>
            <a:chExt cx="1587689" cy="1438512"/>
          </a:xfrm>
        </p:grpSpPr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3FCA40B-84F0-CEBB-021D-26846A26AB9F}"/>
                </a:ext>
              </a:extLst>
            </p:cNvPr>
            <p:cNvCxnSpPr/>
            <p:nvPr/>
          </p:nvCxnSpPr>
          <p:spPr>
            <a:xfrm>
              <a:off x="8625387" y="3964674"/>
              <a:ext cx="0" cy="1418042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578D4497-DAB4-5A43-4509-BBFE7B66DAD4}"/>
                </a:ext>
              </a:extLst>
            </p:cNvPr>
            <p:cNvCxnSpPr/>
            <p:nvPr/>
          </p:nvCxnSpPr>
          <p:spPr>
            <a:xfrm>
              <a:off x="8750491" y="3964674"/>
              <a:ext cx="0" cy="1418042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9E402C15-5102-1B79-58B7-EE60B33183D4}"/>
                </a:ext>
              </a:extLst>
            </p:cNvPr>
            <p:cNvCxnSpPr/>
            <p:nvPr/>
          </p:nvCxnSpPr>
          <p:spPr>
            <a:xfrm>
              <a:off x="10087972" y="3985144"/>
              <a:ext cx="0" cy="1418042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DB8724E4-E8C6-DD5B-7712-3AF67A0FC579}"/>
                </a:ext>
              </a:extLst>
            </p:cNvPr>
            <p:cNvCxnSpPr/>
            <p:nvPr/>
          </p:nvCxnSpPr>
          <p:spPr>
            <a:xfrm>
              <a:off x="10213076" y="3985144"/>
              <a:ext cx="0" cy="1418042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4066112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7" grpId="0"/>
      <p:bldP spid="8" grpId="0"/>
      <p:bldP spid="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4">
            <a:extLst>
              <a:ext uri="{FF2B5EF4-FFF2-40B4-BE49-F238E27FC236}">
                <a16:creationId xmlns:a16="http://schemas.microsoft.com/office/drawing/2014/main" id="{C94DEC57-67F9-6A58-BAAC-92A24887F379}"/>
              </a:ext>
            </a:extLst>
          </p:cNvPr>
          <p:cNvSpPr txBox="1">
            <a:spLocks/>
          </p:cNvSpPr>
          <p:nvPr/>
        </p:nvSpPr>
        <p:spPr>
          <a:xfrm>
            <a:off x="0" y="3064446"/>
            <a:ext cx="8038531" cy="43200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 algn="l"/>
            <a:r>
              <a:rPr lang="en-IN" sz="2400" dirty="0">
                <a:solidFill>
                  <a:srgbClr val="002060"/>
                </a:solidFill>
              </a:rPr>
              <a:t>Horizontal line of elements is known as </a:t>
            </a:r>
            <a:r>
              <a:rPr lang="en-IN" sz="2400" b="1" dirty="0">
                <a:solidFill>
                  <a:srgbClr val="FF0000"/>
                </a:solidFill>
              </a:rPr>
              <a:t>row</a:t>
            </a:r>
            <a:r>
              <a:rPr lang="en-IN" sz="2400" dirty="0">
                <a:solidFill>
                  <a:srgbClr val="002060"/>
                </a:solidFill>
              </a:rPr>
              <a:t> of the matrix.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57B5121C-50D6-75B2-F82F-73FF1FCA8CEA}"/>
                  </a:ext>
                </a:extLst>
              </p:cNvPr>
              <p:cNvSpPr/>
              <p:nvPr/>
            </p:nvSpPr>
            <p:spPr>
              <a:xfrm>
                <a:off x="372629" y="1444296"/>
                <a:ext cx="2509607" cy="103959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−2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57B5121C-50D6-75B2-F82F-73FF1FCA8CE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2629" y="1444296"/>
                <a:ext cx="2509607" cy="1039597"/>
              </a:xfrm>
              <a:prstGeom prst="rect">
                <a:avLst/>
              </a:prstGeom>
              <a:blipFill rotWithShape="0"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0513E236-6E0E-6BD7-A3E4-7F10560CE1C3}"/>
                  </a:ext>
                </a:extLst>
              </p:cNvPr>
              <p:cNvSpPr/>
              <p:nvPr/>
            </p:nvSpPr>
            <p:spPr>
              <a:xfrm>
                <a:off x="6075811" y="1143666"/>
                <a:ext cx="3971500" cy="164085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sty m:val="p"/>
                                  <m:brk m:alnAt="7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y</m:t>
                              </m:r>
                            </m:e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+3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y</m:t>
                                  </m:r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z</m:t>
                              </m:r>
                            </m:e>
                          </m:mr>
                        </m:m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0513E236-6E0E-6BD7-A3E4-7F10560CE1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5811" y="1143666"/>
                <a:ext cx="3971500" cy="1640855"/>
              </a:xfrm>
              <a:prstGeom prst="rect">
                <a:avLst/>
              </a:prstGeom>
              <a:blipFill rotWithShape="0"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6DF165CD-2EB1-3DA4-265E-9D88B342CE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Matrix</a:t>
            </a:r>
          </a:p>
        </p:txBody>
      </p:sp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8E70FCF8-D067-3DFE-A3B7-71B2AE711D70}"/>
              </a:ext>
            </a:extLst>
          </p:cNvPr>
          <p:cNvSpPr txBox="1">
            <a:spLocks/>
          </p:cNvSpPr>
          <p:nvPr/>
        </p:nvSpPr>
        <p:spPr>
          <a:xfrm>
            <a:off x="138059" y="862841"/>
            <a:ext cx="2509606" cy="49615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For 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FA805C6C-C2BD-84E4-9E31-1FD968FFD5FC}"/>
                  </a:ext>
                </a:extLst>
              </p:cNvPr>
              <p:cNvSpPr/>
              <p:nvPr/>
            </p:nvSpPr>
            <p:spPr>
              <a:xfrm>
                <a:off x="3278021" y="1143666"/>
                <a:ext cx="2402005" cy="164085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%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∪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∆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ℕ</m:t>
                              </m:r>
                            </m:e>
                          </m:mr>
                        </m:m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FA805C6C-C2BD-84E4-9E31-1FD968FFD5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78021" y="1143666"/>
                <a:ext cx="2402005" cy="1640855"/>
              </a:xfrm>
              <a:prstGeom prst="rect">
                <a:avLst/>
              </a:prstGeom>
              <a:blipFill rotWithShape="0"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Content Placeholder 4">
            <a:extLst>
              <a:ext uri="{FF2B5EF4-FFF2-40B4-BE49-F238E27FC236}">
                <a16:creationId xmlns:a16="http://schemas.microsoft.com/office/drawing/2014/main" id="{647C6DD9-5848-A362-47ED-F213E5C4045B}"/>
              </a:ext>
            </a:extLst>
          </p:cNvPr>
          <p:cNvSpPr txBox="1">
            <a:spLocks/>
          </p:cNvSpPr>
          <p:nvPr/>
        </p:nvSpPr>
        <p:spPr>
          <a:xfrm>
            <a:off x="138058" y="2569198"/>
            <a:ext cx="2509607" cy="430645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In any matrix,</a:t>
            </a:r>
          </a:p>
        </p:txBody>
      </p:sp>
      <p:sp>
        <p:nvSpPr>
          <p:cNvPr id="11" name="Content Placeholder 4">
            <a:extLst>
              <a:ext uri="{FF2B5EF4-FFF2-40B4-BE49-F238E27FC236}">
                <a16:creationId xmlns:a16="http://schemas.microsoft.com/office/drawing/2014/main" id="{B8B4B852-3D23-1972-090D-9D96B9A5AF41}"/>
              </a:ext>
            </a:extLst>
          </p:cNvPr>
          <p:cNvSpPr txBox="1">
            <a:spLocks/>
          </p:cNvSpPr>
          <p:nvPr/>
        </p:nvSpPr>
        <p:spPr>
          <a:xfrm>
            <a:off x="791" y="3662672"/>
            <a:ext cx="8146922" cy="43200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 algn="l"/>
            <a:r>
              <a:rPr lang="en-IN" sz="2400" dirty="0">
                <a:solidFill>
                  <a:srgbClr val="002060"/>
                </a:solidFill>
              </a:rPr>
              <a:t>Vertical line of elements is known as </a:t>
            </a:r>
            <a:r>
              <a:rPr lang="en-IN" sz="2400" b="1" dirty="0">
                <a:solidFill>
                  <a:srgbClr val="FF0000"/>
                </a:solidFill>
              </a:rPr>
              <a:t>column</a:t>
            </a:r>
            <a:r>
              <a:rPr lang="en-IN" sz="2400" dirty="0">
                <a:solidFill>
                  <a:srgbClr val="002060"/>
                </a:solidFill>
              </a:rPr>
              <a:t> of the matrix.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458D4442-9CD4-DC82-42AF-23CAC9F02AC4}"/>
              </a:ext>
            </a:extLst>
          </p:cNvPr>
          <p:cNvSpPr/>
          <p:nvPr/>
        </p:nvSpPr>
        <p:spPr>
          <a:xfrm>
            <a:off x="6989421" y="1494049"/>
            <a:ext cx="2818263" cy="503584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23BEC90B-3975-AEF0-574C-18DABC70F315}"/>
              </a:ext>
            </a:extLst>
          </p:cNvPr>
          <p:cNvSpPr/>
          <p:nvPr/>
        </p:nvSpPr>
        <p:spPr>
          <a:xfrm rot="16200000">
            <a:off x="4491937" y="1807345"/>
            <a:ext cx="1187251" cy="450377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" name="Content Placeholder 4">
            <a:extLst>
              <a:ext uri="{FF2B5EF4-FFF2-40B4-BE49-F238E27FC236}">
                <a16:creationId xmlns:a16="http://schemas.microsoft.com/office/drawing/2014/main" id="{F56E70FB-63F3-4498-3719-A7F52B092815}"/>
              </a:ext>
            </a:extLst>
          </p:cNvPr>
          <p:cNvSpPr txBox="1">
            <a:spLocks/>
          </p:cNvSpPr>
          <p:nvPr/>
        </p:nvSpPr>
        <p:spPr>
          <a:xfrm>
            <a:off x="138058" y="4260942"/>
            <a:ext cx="3465753" cy="409314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In above examples,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D69A43F8-7CF7-69F6-6848-375E1608F34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0" y="4739373"/>
                <a:ext cx="5810249" cy="432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 algn="l"/>
                <a:r>
                  <a:rPr lang="en-IN" sz="2400" dirty="0">
                    <a:solidFill>
                      <a:srgbClr val="002060"/>
                    </a:solidFill>
                  </a:rPr>
                  <a:t>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400" dirty="0">
                    <a:solidFill>
                      <a:srgbClr val="002060"/>
                    </a:solidFill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sz="2400" dirty="0">
                    <a:solidFill>
                      <a:srgbClr val="002060"/>
                    </a:solidFill>
                  </a:rPr>
                  <a:t> rows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sz="2400" dirty="0">
                    <a:solidFill>
                      <a:srgbClr val="002060"/>
                    </a:solidFill>
                  </a:rPr>
                  <a:t> columns. </a:t>
                </a: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D69A43F8-7CF7-69F6-6848-375E1608F3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4739373"/>
                <a:ext cx="5810249" cy="432000"/>
              </a:xfrm>
              <a:prstGeom prst="rect">
                <a:avLst/>
              </a:prstGeom>
              <a:blipFill>
                <a:blip r:embed="rId5"/>
                <a:stretch>
                  <a:fillRect t="-16901" b="-32394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Content Placeholder 4">
                <a:extLst>
                  <a:ext uri="{FF2B5EF4-FFF2-40B4-BE49-F238E27FC236}">
                    <a16:creationId xmlns:a16="http://schemas.microsoft.com/office/drawing/2014/main" id="{D69321AB-8BE4-72C6-30F1-C30B4DBC60E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0" y="5317109"/>
                <a:ext cx="5622875" cy="432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 algn="l"/>
                <a:r>
                  <a:rPr lang="en-IN" sz="2400" dirty="0">
                    <a:solidFill>
                      <a:srgbClr val="002060"/>
                    </a:solidFill>
                  </a:rPr>
                  <a:t>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sz="2400" dirty="0">
                    <a:solidFill>
                      <a:srgbClr val="002060"/>
                    </a:solidFill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IN" sz="2400" dirty="0">
                    <a:solidFill>
                      <a:srgbClr val="002060"/>
                    </a:solidFill>
                  </a:rPr>
                  <a:t> rows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sz="2400" dirty="0">
                    <a:solidFill>
                      <a:srgbClr val="002060"/>
                    </a:solidFill>
                  </a:rPr>
                  <a:t> columns. </a:t>
                </a:r>
              </a:p>
            </p:txBody>
          </p:sp>
        </mc:Choice>
        <mc:Fallback xmlns="">
          <p:sp>
            <p:nvSpPr>
              <p:cNvPr id="22" name="Content Placeholder 4">
                <a:extLst>
                  <a:ext uri="{FF2B5EF4-FFF2-40B4-BE49-F238E27FC236}">
                    <a16:creationId xmlns:a16="http://schemas.microsoft.com/office/drawing/2014/main" id="{D69321AB-8BE4-72C6-30F1-C30B4DBC60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5317109"/>
                <a:ext cx="5622875" cy="432000"/>
              </a:xfrm>
              <a:prstGeom prst="rect">
                <a:avLst/>
              </a:prstGeom>
              <a:blipFill>
                <a:blip r:embed="rId6"/>
                <a:stretch>
                  <a:fillRect t="-16901" b="-32394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7F5538D4-2B59-CFC0-67AD-2BCC22BC3A9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" y="5890433"/>
                <a:ext cx="5363570" cy="432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 algn="l"/>
                <a:r>
                  <a:rPr lang="en-IN" sz="2400" dirty="0">
                    <a:solidFill>
                      <a:srgbClr val="002060"/>
                    </a:solidFill>
                  </a:rPr>
                  <a:t>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IN" sz="2400" dirty="0">
                    <a:solidFill>
                      <a:srgbClr val="002060"/>
                    </a:solidFill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lang="en-IN" sz="2400" dirty="0">
                    <a:solidFill>
                      <a:srgbClr val="002060"/>
                    </a:solidFill>
                  </a:rPr>
                  <a:t> rows and </a:t>
                </a:r>
                <a14:m>
                  <m:oMath xmlns:m="http://schemas.openxmlformats.org/officeDocument/2006/math">
                    <m:r>
                      <a:rPr lang="en-IN" sz="24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IN" sz="2400" dirty="0">
                    <a:solidFill>
                      <a:srgbClr val="002060"/>
                    </a:solidFill>
                  </a:rPr>
                  <a:t> columns. </a:t>
                </a:r>
              </a:p>
            </p:txBody>
          </p:sp>
        </mc:Choice>
        <mc:Fallback xmlns="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7F5538D4-2B59-CFC0-67AD-2BCC22BC3A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" y="5890433"/>
                <a:ext cx="5363570" cy="432000"/>
              </a:xfrm>
              <a:prstGeom prst="rect">
                <a:avLst/>
              </a:prstGeom>
              <a:blipFill>
                <a:blip r:embed="rId7"/>
                <a:stretch>
                  <a:fillRect t="-16901" r="-2386" b="-32394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02276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53" presetClass="exit" presetSubtype="3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6" grpId="0"/>
      <p:bldP spid="8" grpId="0"/>
      <p:bldP spid="4" grpId="0"/>
      <p:bldP spid="7" grpId="0"/>
      <p:bldP spid="9" grpId="0"/>
      <p:bldP spid="11" grpId="0"/>
      <p:bldP spid="12" grpId="0" animBg="1"/>
      <p:bldP spid="12" grpId="1" animBg="1"/>
      <p:bldP spid="13" grpId="0" animBg="1"/>
      <p:bldP spid="13" grpId="1" animBg="1"/>
      <p:bldP spid="3" grpId="0"/>
      <p:bldP spid="5" grpId="0"/>
      <p:bldP spid="22" grpId="0"/>
      <p:bldP spid="23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FED84B2-CDE4-F3CE-C4D5-BBD129AE29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Order or Size of Matrix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6DC203E4-616E-BEE8-F473-80716FEC343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8059" y="862841"/>
                <a:ext cx="11053105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A matrix with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𝐦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rows and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𝐧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columns is known as a matrix of order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𝐦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𝐧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6DC203E4-616E-BEE8-F473-80716FEC34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059" y="862841"/>
                <a:ext cx="11053105" cy="463079"/>
              </a:xfrm>
              <a:prstGeom prst="rect">
                <a:avLst/>
              </a:prstGeom>
              <a:blipFill>
                <a:blip r:embed="rId2"/>
                <a:stretch>
                  <a:fillRect l="-1048" t="-25000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108E621F-5368-9FBC-ECD1-C9EBD4706B0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8059" y="1559255"/>
                <a:ext cx="6754060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of order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IN" sz="2800" b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800" b="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written as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b>
                        <m:r>
                          <a:rPr lang="en-IN" sz="2800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𝐦</m:t>
                        </m:r>
                        <m:r>
                          <a:rPr lang="en-IN" sz="2800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800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𝐧</m:t>
                        </m:r>
                        <m:r>
                          <a:rPr lang="en-IN" sz="2800" b="1" i="0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.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108E621F-5368-9FBC-ECD1-C9EBD4706B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059" y="1559255"/>
                <a:ext cx="6754060" cy="463079"/>
              </a:xfrm>
              <a:prstGeom prst="rect">
                <a:avLst/>
              </a:prstGeom>
              <a:blipFill>
                <a:blip r:embed="rId3"/>
                <a:stretch>
                  <a:fillRect l="-1715" t="-25000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hought Bubble: Cloud 6">
                <a:extLst>
                  <a:ext uri="{FF2B5EF4-FFF2-40B4-BE49-F238E27FC236}">
                    <a16:creationId xmlns:a16="http://schemas.microsoft.com/office/drawing/2014/main" id="{4B339205-C9AF-4A76-535C-18FFFD54DF70}"/>
                  </a:ext>
                </a:extLst>
              </p:cNvPr>
              <p:cNvSpPr/>
              <p:nvPr/>
            </p:nvSpPr>
            <p:spPr>
              <a:xfrm>
                <a:off x="9150743" y="2475691"/>
                <a:ext cx="2402004" cy="1535460"/>
              </a:xfrm>
              <a:prstGeom prst="cloudCallout">
                <a:avLst>
                  <a:gd name="adj1" fmla="val 3553"/>
                  <a:gd name="adj2" fmla="val -127666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0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𝐦</m:t>
                    </m:r>
                    <m:r>
                      <a:rPr lang="en-IN" sz="20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0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𝐧</m:t>
                    </m:r>
                  </m:oMath>
                </a14:m>
                <a:r>
                  <a:rPr lang="en-IN" sz="2000" dirty="0">
                    <a:solidFill>
                      <a:srgbClr val="002060"/>
                    </a:solidFill>
                  </a:rPr>
                  <a:t> is read as </a:t>
                </a:r>
                <a:r>
                  <a:rPr lang="en-IN" sz="2000" b="1" dirty="0">
                    <a:solidFill>
                      <a:srgbClr val="301B92"/>
                    </a:solidFill>
                  </a:rPr>
                  <a:t>“</a:t>
                </a:r>
                <a14:m>
                  <m:oMath xmlns:m="http://schemas.openxmlformats.org/officeDocument/2006/math">
                    <m:r>
                      <a:rPr lang="en-IN" sz="2000" b="1" i="0" smtClean="0">
                        <a:solidFill>
                          <a:srgbClr val="301B92"/>
                        </a:solidFill>
                        <a:latin typeface="Cambria Math" panose="02040503050406030204" pitchFamily="18" charset="0"/>
                      </a:rPr>
                      <m:t>𝐦</m:t>
                    </m:r>
                    <m:r>
                      <a:rPr lang="en-IN" sz="2000" b="1" i="0" smtClean="0">
                        <a:solidFill>
                          <a:srgbClr val="301B92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IN" sz="2000" b="1" i="0" smtClean="0">
                        <a:solidFill>
                          <a:srgbClr val="301B92"/>
                        </a:solidFill>
                        <a:latin typeface="Cambria Math" panose="02040503050406030204" pitchFamily="18" charset="0"/>
                      </a:rPr>
                      <m:t>𝐜𝐫𝐨𝐬𝐬</m:t>
                    </m:r>
                    <m:r>
                      <a:rPr lang="en-IN" sz="2000" b="1" i="0" smtClean="0">
                        <a:solidFill>
                          <a:srgbClr val="301B92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IN" sz="2000" b="1" i="0" smtClean="0">
                        <a:solidFill>
                          <a:srgbClr val="301B92"/>
                        </a:solidFill>
                        <a:latin typeface="Cambria Math" panose="02040503050406030204" pitchFamily="18" charset="0"/>
                      </a:rPr>
                      <m:t>𝐧</m:t>
                    </m:r>
                  </m:oMath>
                </a14:m>
                <a:r>
                  <a:rPr lang="en-IN" sz="2000" b="1" dirty="0">
                    <a:solidFill>
                      <a:srgbClr val="301B92"/>
                    </a:solidFill>
                  </a:rPr>
                  <a:t>”</a:t>
                </a:r>
                <a:endParaRPr lang="en-IN" sz="20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hought Bubble: Cloud 6">
                <a:extLst>
                  <a:ext uri="{FF2B5EF4-FFF2-40B4-BE49-F238E27FC236}">
                    <a16:creationId xmlns:a16="http://schemas.microsoft.com/office/drawing/2014/main" id="{4B339205-C9AF-4A76-535C-18FFFD54DF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50743" y="2475691"/>
                <a:ext cx="2402004" cy="1535460"/>
              </a:xfrm>
              <a:prstGeom prst="cloudCallout">
                <a:avLst>
                  <a:gd name="adj1" fmla="val 3553"/>
                  <a:gd name="adj2" fmla="val -127666"/>
                </a:avLst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59356C79-4CEA-7F76-D5C1-8CC127D26C8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8059" y="2295755"/>
                <a:ext cx="8616921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In general, matrix of order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can be written as follow:</a:t>
                </a: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59356C79-4CEA-7F76-D5C1-8CC127D26C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059" y="2295755"/>
                <a:ext cx="8616921" cy="463079"/>
              </a:xfrm>
              <a:prstGeom prst="rect">
                <a:avLst/>
              </a:prstGeom>
              <a:blipFill>
                <a:blip r:embed="rId6"/>
                <a:stretch>
                  <a:fillRect l="-1345" t="-25000" r="-566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B0442D6-CD38-EC89-F106-F3F4B76E92F8}"/>
              </a:ext>
            </a:extLst>
          </p:cNvPr>
          <p:cNvSpPr/>
          <p:nvPr/>
        </p:nvSpPr>
        <p:spPr>
          <a:xfrm>
            <a:off x="4058539" y="3366968"/>
            <a:ext cx="4012256" cy="413175"/>
          </a:xfrm>
          <a:prstGeom prst="roundRect">
            <a:avLst/>
          </a:prstGeom>
          <a:noFill/>
          <a:ln w="285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C615CDC7-55F5-A8FF-030E-95670423E920}"/>
              </a:ext>
            </a:extLst>
          </p:cNvPr>
          <p:cNvSpPr/>
          <p:nvPr/>
        </p:nvSpPr>
        <p:spPr>
          <a:xfrm>
            <a:off x="4065844" y="3969360"/>
            <a:ext cx="4012256" cy="413175"/>
          </a:xfrm>
          <a:prstGeom prst="roundRect">
            <a:avLst/>
          </a:prstGeom>
          <a:noFill/>
          <a:ln w="285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ABBEF841-A23E-BCB9-253A-4016B4C6B562}"/>
              </a:ext>
            </a:extLst>
          </p:cNvPr>
          <p:cNvSpPr/>
          <p:nvPr/>
        </p:nvSpPr>
        <p:spPr>
          <a:xfrm>
            <a:off x="4071405" y="4639441"/>
            <a:ext cx="4012256" cy="413175"/>
          </a:xfrm>
          <a:prstGeom prst="roundRect">
            <a:avLst/>
          </a:prstGeom>
          <a:noFill/>
          <a:ln w="285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CC57F336-F6C4-F4DA-44A8-CB2D4769CC2B}"/>
              </a:ext>
            </a:extLst>
          </p:cNvPr>
          <p:cNvSpPr/>
          <p:nvPr/>
        </p:nvSpPr>
        <p:spPr>
          <a:xfrm>
            <a:off x="4071791" y="5705094"/>
            <a:ext cx="4012256" cy="413175"/>
          </a:xfrm>
          <a:prstGeom prst="roundRect">
            <a:avLst/>
          </a:prstGeom>
          <a:noFill/>
          <a:ln w="285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EF780294-E013-7D6E-85E7-5AA47D9A57B6}"/>
              </a:ext>
            </a:extLst>
          </p:cNvPr>
          <p:cNvSpPr/>
          <p:nvPr/>
        </p:nvSpPr>
        <p:spPr>
          <a:xfrm rot="5400000">
            <a:off x="2997018" y="4423002"/>
            <a:ext cx="2785371" cy="673305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A7DE0B02-A5AA-0614-0D93-A28CD4C37413}"/>
              </a:ext>
            </a:extLst>
          </p:cNvPr>
          <p:cNvSpPr/>
          <p:nvPr/>
        </p:nvSpPr>
        <p:spPr>
          <a:xfrm rot="5400000">
            <a:off x="4035459" y="4423778"/>
            <a:ext cx="2785371" cy="67174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1A074596-A6C0-15B4-FF6A-BAA618969309}"/>
              </a:ext>
            </a:extLst>
          </p:cNvPr>
          <p:cNvSpPr/>
          <p:nvPr/>
        </p:nvSpPr>
        <p:spPr>
          <a:xfrm rot="5400000">
            <a:off x="5030690" y="4412896"/>
            <a:ext cx="2785371" cy="6891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C2A6533C-D437-3464-3735-2A5265B21E52}"/>
              </a:ext>
            </a:extLst>
          </p:cNvPr>
          <p:cNvSpPr/>
          <p:nvPr/>
        </p:nvSpPr>
        <p:spPr>
          <a:xfrm rot="5400000">
            <a:off x="6386726" y="4387074"/>
            <a:ext cx="2785371" cy="74078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37B6D470-6854-1FCE-751F-A5BDE6841DBE}"/>
              </a:ext>
            </a:extLst>
          </p:cNvPr>
          <p:cNvSpPr/>
          <p:nvPr/>
        </p:nvSpPr>
        <p:spPr>
          <a:xfrm>
            <a:off x="6063607" y="3969302"/>
            <a:ext cx="673765" cy="413175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01549AE9-7DC6-D167-C0AC-A934D0B9E80B}"/>
              </a:ext>
            </a:extLst>
          </p:cNvPr>
          <p:cNvGrpSpPr/>
          <p:nvPr/>
        </p:nvGrpSpPr>
        <p:grpSpPr>
          <a:xfrm>
            <a:off x="3657288" y="3131359"/>
            <a:ext cx="4877424" cy="3020982"/>
            <a:chOff x="1594615" y="2282673"/>
            <a:chExt cx="4877424" cy="302098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D9C9D6FA-D9CD-DF8C-9D70-2C547F21986E}"/>
                    </a:ext>
                  </a:extLst>
                </p:cNvPr>
                <p:cNvSpPr/>
                <p:nvPr/>
              </p:nvSpPr>
              <p:spPr>
                <a:xfrm>
                  <a:off x="2003172" y="2322432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340BA816-C5BB-47DB-ACFF-BBFD71FBB67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03172" y="2322432"/>
                  <a:ext cx="673765" cy="632813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131DC042-E9B5-A508-ADAA-36328B874A42}"/>
                    </a:ext>
                  </a:extLst>
                </p:cNvPr>
                <p:cNvSpPr/>
                <p:nvPr/>
              </p:nvSpPr>
              <p:spPr>
                <a:xfrm>
                  <a:off x="2997084" y="2322431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CEA265FC-C99A-4504-A914-2D905DA5333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97084" y="2322431"/>
                  <a:ext cx="673765" cy="632813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C4264908-778A-91E8-E749-45567991C2C4}"/>
                    </a:ext>
                  </a:extLst>
                </p:cNvPr>
                <p:cNvSpPr/>
                <p:nvPr/>
              </p:nvSpPr>
              <p:spPr>
                <a:xfrm>
                  <a:off x="3990996" y="2322430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E8D52047-BD57-4443-AC20-9038112C5E5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90996" y="2322430"/>
                  <a:ext cx="673765" cy="632813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9C0176C0-0550-4676-94E6-1E0CC3AB08C4}"/>
                </a:ext>
              </a:extLst>
            </p:cNvPr>
            <p:cNvSpPr/>
            <p:nvPr/>
          </p:nvSpPr>
          <p:spPr>
            <a:xfrm>
              <a:off x="4664761" y="2282673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A1F0385B-1317-F3D6-13B6-B127A065A7AE}"/>
                    </a:ext>
                  </a:extLst>
                </p:cNvPr>
                <p:cNvSpPr/>
                <p:nvPr/>
              </p:nvSpPr>
              <p:spPr>
                <a:xfrm>
                  <a:off x="5338526" y="2322429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48EA3862-8ED5-49CD-96C4-5D617B27205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338526" y="2322429"/>
                  <a:ext cx="673765" cy="632813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F24AFD18-3FA0-EE53-F5F5-496FB63BA13E}"/>
                    </a:ext>
                  </a:extLst>
                </p:cNvPr>
                <p:cNvSpPr/>
                <p:nvPr/>
              </p:nvSpPr>
              <p:spPr>
                <a:xfrm>
                  <a:off x="1996206" y="2955242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5D4B9747-349F-4674-B7E3-4A23DC97CC0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96206" y="2955242"/>
                  <a:ext cx="673765" cy="632813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11155D00-48C1-551D-A6E7-A93A3B610E6B}"/>
                    </a:ext>
                  </a:extLst>
                </p:cNvPr>
                <p:cNvSpPr/>
                <p:nvPr/>
              </p:nvSpPr>
              <p:spPr>
                <a:xfrm>
                  <a:off x="3013819" y="2955242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A726FE47-1EEB-4711-9464-CD7514329E0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13819" y="2955242"/>
                  <a:ext cx="673765" cy="632813"/>
                </a:xfrm>
                <a:prstGeom prst="rect">
                  <a:avLst/>
                </a:prstGeom>
                <a:blipFill>
                  <a:blip r:embed="rId1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85C9388C-23A1-62D8-1104-6A31BE460017}"/>
                    </a:ext>
                  </a:extLst>
                </p:cNvPr>
                <p:cNvSpPr/>
                <p:nvPr/>
              </p:nvSpPr>
              <p:spPr>
                <a:xfrm>
                  <a:off x="3990995" y="2955242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C0F041AE-B556-4EA6-8D3C-438B5EA51F0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90995" y="2955242"/>
                  <a:ext cx="673765" cy="632813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AA0DC5F6-D618-3652-B0A7-ED279372897D}"/>
                </a:ext>
              </a:extLst>
            </p:cNvPr>
            <p:cNvSpPr/>
            <p:nvPr/>
          </p:nvSpPr>
          <p:spPr>
            <a:xfrm>
              <a:off x="4678012" y="2915486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0A58CDE7-7B76-15C7-48EA-905555005E3D}"/>
                    </a:ext>
                  </a:extLst>
                </p:cNvPr>
                <p:cNvSpPr/>
                <p:nvPr/>
              </p:nvSpPr>
              <p:spPr>
                <a:xfrm>
                  <a:off x="5345152" y="2955241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14C43363-65DA-489C-BBCC-1BBEC725565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345152" y="2955241"/>
                  <a:ext cx="673765" cy="632813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D23A78D3-A1B4-E380-13E4-ABF5D55B58F9}"/>
                    </a:ext>
                  </a:extLst>
                </p:cNvPr>
                <p:cNvSpPr/>
                <p:nvPr/>
              </p:nvSpPr>
              <p:spPr>
                <a:xfrm>
                  <a:off x="1995866" y="3619063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D23A78D3-A1B4-E380-13E4-ABF5D55B58F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95866" y="3619063"/>
                  <a:ext cx="673765" cy="632813"/>
                </a:xfrm>
                <a:prstGeom prst="rect">
                  <a:avLst/>
                </a:prstGeom>
                <a:blipFill>
                  <a:blip r:embed="rId1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C07E0D32-97D4-AF26-A0B9-A8A4E7E04488}"/>
                    </a:ext>
                  </a:extLst>
                </p:cNvPr>
                <p:cNvSpPr/>
                <p:nvPr/>
              </p:nvSpPr>
              <p:spPr>
                <a:xfrm>
                  <a:off x="3016282" y="3619062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C3EB3651-202F-46DD-AA3C-084AE34E566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16282" y="3619062"/>
                  <a:ext cx="673765" cy="632813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C6662FA6-781C-152E-E026-FE511587932C}"/>
                    </a:ext>
                  </a:extLst>
                </p:cNvPr>
                <p:cNvSpPr/>
                <p:nvPr/>
              </p:nvSpPr>
              <p:spPr>
                <a:xfrm>
                  <a:off x="4036698" y="3619061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8E101808-5130-4B60-9EAA-76BB9FA35C8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36698" y="3619061"/>
                  <a:ext cx="673765" cy="632813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0C928C40-B10C-8C72-7A6B-F7C18580FC5A}"/>
                    </a:ext>
                  </a:extLst>
                </p:cNvPr>
                <p:cNvSpPr/>
                <p:nvPr/>
              </p:nvSpPr>
              <p:spPr>
                <a:xfrm>
                  <a:off x="5334357" y="3619061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B7FE76D4-10CC-43DE-B443-DE449D6E30B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334357" y="3619061"/>
                  <a:ext cx="673765" cy="632813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605C78A3-DE6E-A27A-BDB3-CC0C932A25B8}"/>
                </a:ext>
              </a:extLst>
            </p:cNvPr>
            <p:cNvSpPr/>
            <p:nvPr/>
          </p:nvSpPr>
          <p:spPr>
            <a:xfrm>
              <a:off x="4684638" y="3561550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0CDFF89A-5CC4-6F5C-B09C-4F0D16EFB4E9}"/>
                </a:ext>
              </a:extLst>
            </p:cNvPr>
            <p:cNvSpPr/>
            <p:nvPr/>
          </p:nvSpPr>
          <p:spPr>
            <a:xfrm rot="16200000">
              <a:off x="1901252" y="4228679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DA82ED6F-AA62-8B4D-6566-C989FF0F6FC2}"/>
                </a:ext>
              </a:extLst>
            </p:cNvPr>
            <p:cNvSpPr/>
            <p:nvPr/>
          </p:nvSpPr>
          <p:spPr>
            <a:xfrm rot="16200000">
              <a:off x="2901192" y="4240921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70D4CBCD-06F4-818E-B1E5-A8842EA6172D}"/>
                </a:ext>
              </a:extLst>
            </p:cNvPr>
            <p:cNvSpPr/>
            <p:nvPr/>
          </p:nvSpPr>
          <p:spPr>
            <a:xfrm rot="16200000">
              <a:off x="3900590" y="4239513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5512B336-6ACB-A557-B70C-3E54A2E847F2}"/>
                </a:ext>
              </a:extLst>
            </p:cNvPr>
            <p:cNvSpPr/>
            <p:nvPr/>
          </p:nvSpPr>
          <p:spPr>
            <a:xfrm rot="16200000">
              <a:off x="5197595" y="4239513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103DAE18-8138-0411-6981-E51660C1D07D}"/>
                    </a:ext>
                  </a:extLst>
                </p:cNvPr>
                <p:cNvSpPr/>
                <p:nvPr/>
              </p:nvSpPr>
              <p:spPr>
                <a:xfrm>
                  <a:off x="2003171" y="4670842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m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E9731EE2-09F7-4F89-939B-F598C56F910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03171" y="4670842"/>
                  <a:ext cx="673765" cy="632813"/>
                </a:xfrm>
                <a:prstGeom prst="rect">
                  <a:avLst/>
                </a:prstGeom>
                <a:blipFill>
                  <a:blip r:embed="rId1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C49FDDDC-1E6D-21BE-5E28-ECACA5E70861}"/>
                    </a:ext>
                  </a:extLst>
                </p:cNvPr>
                <p:cNvSpPr/>
                <p:nvPr/>
              </p:nvSpPr>
              <p:spPr>
                <a:xfrm>
                  <a:off x="2997083" y="4670842"/>
                  <a:ext cx="740783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m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0AB3E36B-A19E-4586-9177-652D9DEC5D2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97083" y="4670842"/>
                  <a:ext cx="740783" cy="632813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" name="Rectangle 39">
                  <a:extLst>
                    <a:ext uri="{FF2B5EF4-FFF2-40B4-BE49-F238E27FC236}">
                      <a16:creationId xmlns:a16="http://schemas.microsoft.com/office/drawing/2014/main" id="{7A74B5DA-1557-01ED-C514-9E0F08254008}"/>
                    </a:ext>
                  </a:extLst>
                </p:cNvPr>
                <p:cNvSpPr/>
                <p:nvPr/>
              </p:nvSpPr>
              <p:spPr>
                <a:xfrm>
                  <a:off x="3990995" y="4670842"/>
                  <a:ext cx="740783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m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5646D041-1A60-4B70-8A5E-61A8AFBEF80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90995" y="4670842"/>
                  <a:ext cx="740783" cy="632813"/>
                </a:xfrm>
                <a:prstGeom prst="rect">
                  <a:avLst/>
                </a:prstGeom>
                <a:blipFill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2A99B317-9155-8D58-1916-B58B811B759B}"/>
                    </a:ext>
                  </a:extLst>
                </p:cNvPr>
                <p:cNvSpPr/>
                <p:nvPr/>
              </p:nvSpPr>
              <p:spPr>
                <a:xfrm>
                  <a:off x="5311642" y="4670841"/>
                  <a:ext cx="740783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m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C22D5F39-555D-4BA8-A6DB-7A0401BD079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311642" y="4670841"/>
                  <a:ext cx="740783" cy="632813"/>
                </a:xfrm>
                <a:prstGeom prst="rect">
                  <a:avLst/>
                </a:prstGeom>
                <a:blipFill>
                  <a:blip r:embed="rId2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" name="Left Bracket 41">
              <a:extLst>
                <a:ext uri="{FF2B5EF4-FFF2-40B4-BE49-F238E27FC236}">
                  <a16:creationId xmlns:a16="http://schemas.microsoft.com/office/drawing/2014/main" id="{7FC5A092-7AB9-9FF4-ED40-0676621B9263}"/>
                </a:ext>
              </a:extLst>
            </p:cNvPr>
            <p:cNvSpPr/>
            <p:nvPr/>
          </p:nvSpPr>
          <p:spPr>
            <a:xfrm>
              <a:off x="1594615" y="2452870"/>
              <a:ext cx="420559" cy="2850784"/>
            </a:xfrm>
            <a:prstGeom prst="leftBracket">
              <a:avLst/>
            </a:prstGeom>
            <a:ln w="57150">
              <a:solidFill>
                <a:schemeClr val="tx1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43" name="Left Bracket 42">
              <a:extLst>
                <a:ext uri="{FF2B5EF4-FFF2-40B4-BE49-F238E27FC236}">
                  <a16:creationId xmlns:a16="http://schemas.microsoft.com/office/drawing/2014/main" id="{F6F90FC2-F1C8-2A80-A901-6A23F09ABA4D}"/>
                </a:ext>
              </a:extLst>
            </p:cNvPr>
            <p:cNvSpPr/>
            <p:nvPr/>
          </p:nvSpPr>
          <p:spPr>
            <a:xfrm flipH="1">
              <a:off x="6051480" y="2452870"/>
              <a:ext cx="420559" cy="2850784"/>
            </a:xfrm>
            <a:prstGeom prst="leftBracket">
              <a:avLst/>
            </a:prstGeom>
            <a:ln w="57150">
              <a:solidFill>
                <a:schemeClr val="tx1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92198342-6585-0ECD-9C87-35B9E4A61407}"/>
                </a:ext>
              </a:extLst>
            </p:cNvPr>
            <p:cNvSpPr/>
            <p:nvPr/>
          </p:nvSpPr>
          <p:spPr>
            <a:xfrm>
              <a:off x="4672312" y="4620825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A6D9C09E-BBEB-59B6-01AA-3B8E4E952C32}"/>
                  </a:ext>
                </a:extLst>
              </p:cNvPr>
              <p:cNvSpPr/>
              <p:nvPr/>
            </p:nvSpPr>
            <p:spPr>
              <a:xfrm>
                <a:off x="2927901" y="3243421"/>
                <a:ext cx="713106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R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A6D9C09E-BBEB-59B6-01AA-3B8E4E952C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7901" y="3243421"/>
                <a:ext cx="713106" cy="63281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413B543F-508A-EF65-D809-E11DFB77811D}"/>
                  </a:ext>
                </a:extLst>
              </p:cNvPr>
              <p:cNvSpPr/>
              <p:nvPr/>
            </p:nvSpPr>
            <p:spPr>
              <a:xfrm>
                <a:off x="2890771" y="3859278"/>
                <a:ext cx="649912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R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413B543F-508A-EF65-D809-E11DFB7781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0771" y="3859278"/>
                <a:ext cx="649912" cy="63281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DFAEECF3-2EB0-DCFA-7E72-A63FF8AFCAF7}"/>
                  </a:ext>
                </a:extLst>
              </p:cNvPr>
              <p:cNvSpPr/>
              <p:nvPr/>
            </p:nvSpPr>
            <p:spPr>
              <a:xfrm>
                <a:off x="2981137" y="4519914"/>
                <a:ext cx="619824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R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DFAEECF3-2EB0-DCFA-7E72-A63FF8AFCAF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1137" y="4519914"/>
                <a:ext cx="619824" cy="63281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C8E7EBD6-5417-D540-57D9-9E9474FA3383}"/>
                  </a:ext>
                </a:extLst>
              </p:cNvPr>
              <p:cNvSpPr/>
              <p:nvPr/>
            </p:nvSpPr>
            <p:spPr>
              <a:xfrm>
                <a:off x="4156728" y="2731966"/>
                <a:ext cx="460622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C8E7EBD6-5417-D540-57D9-9E9474FA33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56728" y="2731966"/>
                <a:ext cx="460622" cy="63281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C38D617-9E25-BA4D-9095-927356A0EF4C}"/>
                  </a:ext>
                </a:extLst>
              </p:cNvPr>
              <p:cNvSpPr/>
              <p:nvPr/>
            </p:nvSpPr>
            <p:spPr>
              <a:xfrm>
                <a:off x="5146066" y="2725896"/>
                <a:ext cx="508116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C38D617-9E25-BA4D-9095-927356A0EF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46066" y="2725896"/>
                <a:ext cx="508116" cy="63281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F769E339-F6B5-D7AD-3A9C-2E90584D07F0}"/>
                  </a:ext>
                </a:extLst>
              </p:cNvPr>
              <p:cNvSpPr/>
              <p:nvPr/>
            </p:nvSpPr>
            <p:spPr>
              <a:xfrm>
                <a:off x="6146549" y="2733364"/>
                <a:ext cx="50811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F769E339-F6B5-D7AD-3A9C-2E90584D07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46549" y="2733364"/>
                <a:ext cx="508115" cy="63281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883E1CA1-B133-95A8-1FA9-45AAC2AE7EB3}"/>
              </a:ext>
            </a:extLst>
          </p:cNvPr>
          <p:cNvSpPr/>
          <p:nvPr/>
        </p:nvSpPr>
        <p:spPr>
          <a:xfrm>
            <a:off x="5103507" y="5686246"/>
            <a:ext cx="673765" cy="413175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512E9AA-2C76-08D5-3A88-37EE47E2B342}"/>
                  </a:ext>
                </a:extLst>
              </p:cNvPr>
              <p:cNvSpPr/>
              <p:nvPr/>
            </p:nvSpPr>
            <p:spPr>
              <a:xfrm>
                <a:off x="2952325" y="5576426"/>
                <a:ext cx="740278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R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m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512E9AA-2C76-08D5-3A88-37EE47E2B3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2325" y="5576426"/>
                <a:ext cx="740278" cy="63281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3" name="Rectangle 52">
            <a:extLst>
              <a:ext uri="{FF2B5EF4-FFF2-40B4-BE49-F238E27FC236}">
                <a16:creationId xmlns:a16="http://schemas.microsoft.com/office/drawing/2014/main" id="{DCE047B2-728F-C9E0-17D0-26CE43793B84}"/>
              </a:ext>
            </a:extLst>
          </p:cNvPr>
          <p:cNvSpPr/>
          <p:nvPr/>
        </p:nvSpPr>
        <p:spPr>
          <a:xfrm>
            <a:off x="6779045" y="2648941"/>
            <a:ext cx="576053" cy="6328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IN" sz="3200" b="0" dirty="0">
                <a:solidFill>
                  <a:srgbClr val="002060"/>
                </a:solidFill>
              </a:rPr>
              <a:t>…</a:t>
            </a:r>
            <a:endParaRPr lang="en-IN" sz="3200" dirty="0">
              <a:solidFill>
                <a:schemeClr val="tx1">
                  <a:lumMod val="90000"/>
                  <a:lumOff val="10000"/>
                </a:schemeClr>
              </a:solidFill>
            </a:endParaRP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C33C28A4-62A2-A0AD-E5F5-8E0164D50375}"/>
              </a:ext>
            </a:extLst>
          </p:cNvPr>
          <p:cNvSpPr/>
          <p:nvPr/>
        </p:nvSpPr>
        <p:spPr>
          <a:xfrm rot="5400000">
            <a:off x="3089296" y="5118816"/>
            <a:ext cx="576053" cy="5760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IN" sz="3200" b="0" dirty="0">
                <a:solidFill>
                  <a:srgbClr val="002060"/>
                </a:solidFill>
              </a:rPr>
              <a:t>…</a:t>
            </a:r>
            <a:endParaRPr lang="en-IN" sz="3200" dirty="0">
              <a:solidFill>
                <a:schemeClr val="tx1">
                  <a:lumMod val="90000"/>
                  <a:lumOff val="10000"/>
                </a:schemeClr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A0EB4962-C85C-EEDE-8872-D0178AC005C9}"/>
                  </a:ext>
                </a:extLst>
              </p:cNvPr>
              <p:cNvSpPr/>
              <p:nvPr/>
            </p:nvSpPr>
            <p:spPr>
              <a:xfrm>
                <a:off x="8609592" y="5833743"/>
                <a:ext cx="605927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</m:oMath>
                  </m:oMathPara>
                </a14:m>
                <a:endParaRPr lang="en-IN" sz="2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A0EB4962-C85C-EEDE-8872-D0178AC005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09592" y="5833743"/>
                <a:ext cx="605927" cy="632813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43FCBC6E-F4FE-14FB-71A8-CC821DB26FE3}"/>
                  </a:ext>
                </a:extLst>
              </p:cNvPr>
              <p:cNvSpPr/>
              <p:nvPr/>
            </p:nvSpPr>
            <p:spPr>
              <a:xfrm>
                <a:off x="7477962" y="2733364"/>
                <a:ext cx="54797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43FCBC6E-F4FE-14FB-71A8-CC821DB26F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7962" y="2733364"/>
                <a:ext cx="547975" cy="632813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8795E193-1579-D62C-96BE-5C4C7DE54A2A}"/>
                  </a:ext>
                </a:extLst>
              </p:cNvPr>
              <p:cNvSpPr/>
              <p:nvPr/>
            </p:nvSpPr>
            <p:spPr>
              <a:xfrm>
                <a:off x="8984236" y="5833743"/>
                <a:ext cx="791646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8795E193-1579-D62C-96BE-5C4C7DE54A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84236" y="5833743"/>
                <a:ext cx="791646" cy="63281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Freeform 11">
                <a:extLst>
                  <a:ext uri="{FF2B5EF4-FFF2-40B4-BE49-F238E27FC236}">
                    <a16:creationId xmlns:a16="http://schemas.microsoft.com/office/drawing/2014/main" id="{FD145033-8674-A656-D0F0-1109379B8640}"/>
                  </a:ext>
                </a:extLst>
              </p:cNvPr>
              <p:cNvSpPr/>
              <p:nvPr/>
            </p:nvSpPr>
            <p:spPr>
              <a:xfrm>
                <a:off x="8609592" y="4505523"/>
                <a:ext cx="2778926" cy="432000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:r>
                  <a:rPr lang="en-US" sz="2800" dirty="0">
                    <a:solidFill>
                      <a:srgbClr val="002060"/>
                    </a:solidFill>
                  </a:rPr>
                  <a:t>No. of rows</a:t>
                </a:r>
                <a14:m>
                  <m:oMath xmlns:m="http://schemas.openxmlformats.org/officeDocument/2006/math"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</m:oMath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Freeform 11">
                <a:extLst>
                  <a:ext uri="{FF2B5EF4-FFF2-40B4-BE49-F238E27FC236}">
                    <a16:creationId xmlns:a16="http://schemas.microsoft.com/office/drawing/2014/main" id="{FD145033-8674-A656-D0F0-1109379B86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09592" y="4505523"/>
                <a:ext cx="2778926" cy="432000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blipFill>
                <a:blip r:embed="rId33"/>
                <a:stretch>
                  <a:fillRect l="-219" t="-29577" b="-4507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Freeform 11">
                <a:extLst>
                  <a:ext uri="{FF2B5EF4-FFF2-40B4-BE49-F238E27FC236}">
                    <a16:creationId xmlns:a16="http://schemas.microsoft.com/office/drawing/2014/main" id="{35783F4D-3F8E-6CBD-4291-077AC6251F23}"/>
                  </a:ext>
                </a:extLst>
              </p:cNvPr>
              <p:cNvSpPr/>
              <p:nvPr/>
            </p:nvSpPr>
            <p:spPr>
              <a:xfrm>
                <a:off x="8584087" y="5037511"/>
                <a:ext cx="3289183" cy="432000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:r>
                  <a:rPr lang="en-US" sz="2800" dirty="0">
                    <a:solidFill>
                      <a:srgbClr val="002060"/>
                    </a:solidFill>
                  </a:rPr>
                  <a:t>No. of columns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Freeform 11">
                <a:extLst>
                  <a:ext uri="{FF2B5EF4-FFF2-40B4-BE49-F238E27FC236}">
                    <a16:creationId xmlns:a16="http://schemas.microsoft.com/office/drawing/2014/main" id="{35783F4D-3F8E-6CBD-4291-077AC6251F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84087" y="5037511"/>
                <a:ext cx="3289183" cy="432000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blipFill>
                <a:blip r:embed="rId34"/>
                <a:stretch>
                  <a:fillRect t="-29577" b="-4507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8" name="Freeform 11">
            <a:extLst>
              <a:ext uri="{FF2B5EF4-FFF2-40B4-BE49-F238E27FC236}">
                <a16:creationId xmlns:a16="http://schemas.microsoft.com/office/drawing/2014/main" id="{A7E33652-D0BB-7886-EAC0-5C8AD307C45B}"/>
              </a:ext>
            </a:extLst>
          </p:cNvPr>
          <p:cNvSpPr/>
          <p:nvPr/>
        </p:nvSpPr>
        <p:spPr>
          <a:xfrm>
            <a:off x="8598953" y="3973535"/>
            <a:ext cx="1604492" cy="432000"/>
          </a:xfrm>
          <a:custGeom>
            <a:avLst/>
            <a:gdLst>
              <a:gd name="connsiteX0" fmla="*/ 0 w 2462313"/>
              <a:gd name="connsiteY0" fmla="*/ 275034 h 1649872"/>
              <a:gd name="connsiteX1" fmla="*/ 275034 w 2462313"/>
              <a:gd name="connsiteY1" fmla="*/ 0 h 1649872"/>
              <a:gd name="connsiteX2" fmla="*/ 2187279 w 2462313"/>
              <a:gd name="connsiteY2" fmla="*/ 0 h 1649872"/>
              <a:gd name="connsiteX3" fmla="*/ 2462313 w 2462313"/>
              <a:gd name="connsiteY3" fmla="*/ 275034 h 1649872"/>
              <a:gd name="connsiteX4" fmla="*/ 2462313 w 2462313"/>
              <a:gd name="connsiteY4" fmla="*/ 1374838 h 1649872"/>
              <a:gd name="connsiteX5" fmla="*/ 2187279 w 2462313"/>
              <a:gd name="connsiteY5" fmla="*/ 1649872 h 1649872"/>
              <a:gd name="connsiteX6" fmla="*/ 275034 w 2462313"/>
              <a:gd name="connsiteY6" fmla="*/ 1649872 h 1649872"/>
              <a:gd name="connsiteX7" fmla="*/ 0 w 2462313"/>
              <a:gd name="connsiteY7" fmla="*/ 1374838 h 1649872"/>
              <a:gd name="connsiteX8" fmla="*/ 0 w 2462313"/>
              <a:gd name="connsiteY8" fmla="*/ 275034 h 1649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2313" h="1649872">
                <a:moveTo>
                  <a:pt x="0" y="275034"/>
                </a:moveTo>
                <a:cubicBezTo>
                  <a:pt x="0" y="123137"/>
                  <a:pt x="123137" y="0"/>
                  <a:pt x="275034" y="0"/>
                </a:cubicBezTo>
                <a:lnTo>
                  <a:pt x="2187279" y="0"/>
                </a:lnTo>
                <a:cubicBezTo>
                  <a:pt x="2339176" y="0"/>
                  <a:pt x="2462313" y="123137"/>
                  <a:pt x="2462313" y="275034"/>
                </a:cubicBezTo>
                <a:lnTo>
                  <a:pt x="2462313" y="1374838"/>
                </a:lnTo>
                <a:cubicBezTo>
                  <a:pt x="2462313" y="1526735"/>
                  <a:pt x="2339176" y="1649872"/>
                  <a:pt x="2187279" y="1649872"/>
                </a:cubicBezTo>
                <a:lnTo>
                  <a:pt x="275034" y="1649872"/>
                </a:lnTo>
                <a:cubicBezTo>
                  <a:pt x="123137" y="1649872"/>
                  <a:pt x="0" y="1526735"/>
                  <a:pt x="0" y="1374838"/>
                </a:cubicBezTo>
                <a:lnTo>
                  <a:pt x="0" y="275034"/>
                </a:lnTo>
                <a:close/>
              </a:path>
            </a:pathLst>
          </a:custGeom>
          <a:noFill/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r>
              <a:rPr lang="en-US" sz="2800" dirty="0">
                <a:solidFill>
                  <a:srgbClr val="002060"/>
                </a:solidFill>
              </a:rPr>
              <a:t>Element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16FED9FB-82D3-34DE-C4BF-B5939928AA54}"/>
                  </a:ext>
                </a:extLst>
              </p:cNvPr>
              <p:cNvSpPr/>
              <p:nvPr/>
            </p:nvSpPr>
            <p:spPr>
              <a:xfrm>
                <a:off x="2245819" y="4434909"/>
                <a:ext cx="82508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16FED9FB-82D3-34DE-C4BF-B5939928AA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5819" y="4434909"/>
                <a:ext cx="825085" cy="63281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0026741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7" grpId="0" animBg="1"/>
      <p:bldP spid="7" grpId="1" animBg="1"/>
      <p:bldP spid="8" grpId="0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45" grpId="0"/>
      <p:bldP spid="45" grpId="1"/>
      <p:bldP spid="46" grpId="0"/>
      <p:bldP spid="46" grpId="1"/>
      <p:bldP spid="47" grpId="0"/>
      <p:bldP spid="47" grpId="1"/>
      <p:bldP spid="48" grpId="0"/>
      <p:bldP spid="48" grpId="1"/>
      <p:bldP spid="49" grpId="0"/>
      <p:bldP spid="49" grpId="1"/>
      <p:bldP spid="50" grpId="0"/>
      <p:bldP spid="50" grpId="1"/>
      <p:bldP spid="51" grpId="0" animBg="1"/>
      <p:bldP spid="51" grpId="1" animBg="1"/>
      <p:bldP spid="52" grpId="0"/>
      <p:bldP spid="52" grpId="1"/>
      <p:bldP spid="53" grpId="0"/>
      <p:bldP spid="53" grpId="1"/>
      <p:bldP spid="54" grpId="0"/>
      <p:bldP spid="54" grpId="1"/>
      <p:bldP spid="55" grpId="0"/>
      <p:bldP spid="56" grpId="0"/>
      <p:bldP spid="56" grpId="1"/>
      <p:bldP spid="57" grpId="0"/>
      <p:bldP spid="66" grpId="0"/>
      <p:bldP spid="67" grpId="0"/>
      <p:bldP spid="68" grpId="0"/>
      <p:bldP spid="68" grpId="1"/>
      <p:bldP spid="69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261AC40-E42E-427B-9286-19B4A579CA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Matrix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4F635F9C-D7D8-42F7-A415-F42F29B4D3B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58776" y="4428003"/>
                <a:ext cx="2973272" cy="58101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b="1" dirty="0">
                    <a:solidFill>
                      <a:srgbClr val="FF0000"/>
                    </a:solidFill>
                  </a:rPr>
                  <a:t>OR</a:t>
                </a:r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 </m:t>
                    </m:r>
                    <m:r>
                      <m:rPr>
                        <m:sty m:val="p"/>
                      </m:rP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sSub>
                              <m:sSubPr>
                                <m:ctrlPr>
                                  <a:rPr lang="en-IN" sz="2800" b="1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IN" sz="2800" b="1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𝐚</m:t>
                                </m:r>
                              </m:e>
                              <m:sub>
                                <m:r>
                                  <a:rPr lang="en-IN" sz="2800" b="1" i="0" smtClean="0">
                                    <a:solidFill>
                                      <a:srgbClr val="0690DF"/>
                                    </a:solidFill>
                                    <a:latin typeface="Cambria Math" panose="02040503050406030204" pitchFamily="18" charset="0"/>
                                  </a:rPr>
                                  <m:t>𝐢</m:t>
                                </m:r>
                                <m:r>
                                  <a:rPr lang="en-IN" sz="2800" b="1" i="0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𝐣</m:t>
                                </m:r>
                              </m:sub>
                            </m:sSub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m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4F635F9C-D7D8-42F7-A415-F42F29B4D3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8776" y="4428003"/>
                <a:ext cx="2973272" cy="581017"/>
              </a:xfrm>
              <a:prstGeom prst="rect">
                <a:avLst/>
              </a:prstGeom>
              <a:blipFill>
                <a:blip r:embed="rId2"/>
                <a:stretch>
                  <a:fillRect l="-4098" t="-13542" b="-1562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2" name="Group 11">
            <a:extLst>
              <a:ext uri="{FF2B5EF4-FFF2-40B4-BE49-F238E27FC236}">
                <a16:creationId xmlns:a16="http://schemas.microsoft.com/office/drawing/2014/main" id="{85F2E28B-25E1-46B5-8640-BBE56DA0BF2D}"/>
              </a:ext>
            </a:extLst>
          </p:cNvPr>
          <p:cNvGrpSpPr/>
          <p:nvPr/>
        </p:nvGrpSpPr>
        <p:grpSpPr>
          <a:xfrm>
            <a:off x="3862603" y="1012113"/>
            <a:ext cx="4877424" cy="3020982"/>
            <a:chOff x="1594615" y="2282673"/>
            <a:chExt cx="4877424" cy="302098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340BA816-C5BB-47DB-ACFF-BBFD71FBB671}"/>
                    </a:ext>
                  </a:extLst>
                </p:cNvPr>
                <p:cNvSpPr/>
                <p:nvPr/>
              </p:nvSpPr>
              <p:spPr>
                <a:xfrm>
                  <a:off x="2003172" y="2322432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340BA816-C5BB-47DB-ACFF-BBFD71FBB67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03172" y="2322432"/>
                  <a:ext cx="673765" cy="63281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CEA265FC-C99A-4504-A914-2D905DA53335}"/>
                    </a:ext>
                  </a:extLst>
                </p:cNvPr>
                <p:cNvSpPr/>
                <p:nvPr/>
              </p:nvSpPr>
              <p:spPr>
                <a:xfrm>
                  <a:off x="2997084" y="2322431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CEA265FC-C99A-4504-A914-2D905DA5333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97084" y="2322431"/>
                  <a:ext cx="673765" cy="63281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E8D52047-BD57-4443-AC20-9038112C5E57}"/>
                    </a:ext>
                  </a:extLst>
                </p:cNvPr>
                <p:cNvSpPr/>
                <p:nvPr/>
              </p:nvSpPr>
              <p:spPr>
                <a:xfrm>
                  <a:off x="3990996" y="2322430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E8D52047-BD57-4443-AC20-9038112C5E5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90996" y="2322430"/>
                  <a:ext cx="673765" cy="63281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56B6F724-DB2E-40C2-983D-3FFA07F1EAA2}"/>
                </a:ext>
              </a:extLst>
            </p:cNvPr>
            <p:cNvSpPr/>
            <p:nvPr/>
          </p:nvSpPr>
          <p:spPr>
            <a:xfrm>
              <a:off x="4664761" y="2282673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48EA3862-8ED5-49CD-96C4-5D617B27205B}"/>
                    </a:ext>
                  </a:extLst>
                </p:cNvPr>
                <p:cNvSpPr/>
                <p:nvPr/>
              </p:nvSpPr>
              <p:spPr>
                <a:xfrm>
                  <a:off x="5338526" y="2322429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48EA3862-8ED5-49CD-96C4-5D617B27205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338526" y="2322429"/>
                  <a:ext cx="673765" cy="63281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5D4B9747-349F-4674-B7E3-4A23DC97CC0D}"/>
                    </a:ext>
                  </a:extLst>
                </p:cNvPr>
                <p:cNvSpPr/>
                <p:nvPr/>
              </p:nvSpPr>
              <p:spPr>
                <a:xfrm>
                  <a:off x="1996206" y="2955242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5D4B9747-349F-4674-B7E3-4A23DC97CC0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96206" y="2955242"/>
                  <a:ext cx="673765" cy="632813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A726FE47-1EEB-4711-9464-CD7514329E0C}"/>
                    </a:ext>
                  </a:extLst>
                </p:cNvPr>
                <p:cNvSpPr/>
                <p:nvPr/>
              </p:nvSpPr>
              <p:spPr>
                <a:xfrm>
                  <a:off x="3013819" y="2955242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A726FE47-1EEB-4711-9464-CD7514329E0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13819" y="2955242"/>
                  <a:ext cx="673765" cy="632813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C0F041AE-B556-4EA6-8D3C-438B5EA51F04}"/>
                    </a:ext>
                  </a:extLst>
                </p:cNvPr>
                <p:cNvSpPr/>
                <p:nvPr/>
              </p:nvSpPr>
              <p:spPr>
                <a:xfrm>
                  <a:off x="3990995" y="2955242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C0F041AE-B556-4EA6-8D3C-438B5EA51F0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90995" y="2955242"/>
                  <a:ext cx="673765" cy="632813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7C9CE2E7-0FE4-497F-9D8E-49DFF6172FDB}"/>
                </a:ext>
              </a:extLst>
            </p:cNvPr>
            <p:cNvSpPr/>
            <p:nvPr/>
          </p:nvSpPr>
          <p:spPr>
            <a:xfrm>
              <a:off x="4678012" y="2915486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14C43363-65DA-489C-BBCC-1BBEC7255658}"/>
                    </a:ext>
                  </a:extLst>
                </p:cNvPr>
                <p:cNvSpPr/>
                <p:nvPr/>
              </p:nvSpPr>
              <p:spPr>
                <a:xfrm>
                  <a:off x="5345152" y="2955241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14C43363-65DA-489C-BBCC-1BBEC725565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345152" y="2955241"/>
                  <a:ext cx="673765" cy="632813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81877D8F-7EE1-46D4-AE56-4A2EAA0D997E}"/>
                    </a:ext>
                  </a:extLst>
                </p:cNvPr>
                <p:cNvSpPr/>
                <p:nvPr/>
              </p:nvSpPr>
              <p:spPr>
                <a:xfrm>
                  <a:off x="1995866" y="3619063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81877D8F-7EE1-46D4-AE56-4A2EAA0D997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95866" y="3619063"/>
                  <a:ext cx="673765" cy="632813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C3EB3651-202F-46DD-AA3C-084AE34E5668}"/>
                    </a:ext>
                  </a:extLst>
                </p:cNvPr>
                <p:cNvSpPr/>
                <p:nvPr/>
              </p:nvSpPr>
              <p:spPr>
                <a:xfrm>
                  <a:off x="3016282" y="3619062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C3EB3651-202F-46DD-AA3C-084AE34E566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16282" y="3619062"/>
                  <a:ext cx="673765" cy="632813"/>
                </a:xfrm>
                <a:prstGeom prst="rect">
                  <a:avLst/>
                </a:prstGeom>
                <a:blipFill>
                  <a:blip r:embed="rId1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8E101808-5130-4B60-9EAA-76BB9FA35C8B}"/>
                    </a:ext>
                  </a:extLst>
                </p:cNvPr>
                <p:cNvSpPr/>
                <p:nvPr/>
              </p:nvSpPr>
              <p:spPr>
                <a:xfrm>
                  <a:off x="4036698" y="3619061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8E101808-5130-4B60-9EAA-76BB9FA35C8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36698" y="3619061"/>
                  <a:ext cx="673765" cy="632813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B7FE76D4-10CC-43DE-B443-DE449D6E30B5}"/>
                    </a:ext>
                  </a:extLst>
                </p:cNvPr>
                <p:cNvSpPr/>
                <p:nvPr/>
              </p:nvSpPr>
              <p:spPr>
                <a:xfrm>
                  <a:off x="5334357" y="3619061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B7FE76D4-10CC-43DE-B443-DE449D6E30B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334357" y="3619061"/>
                  <a:ext cx="673765" cy="632813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10DC3DB4-B0BE-4A69-924D-2D9E6561DB39}"/>
                </a:ext>
              </a:extLst>
            </p:cNvPr>
            <p:cNvSpPr/>
            <p:nvPr/>
          </p:nvSpPr>
          <p:spPr>
            <a:xfrm>
              <a:off x="4684638" y="3561550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3F0D32F7-5F77-4391-9DB4-061F1F479EDE}"/>
                </a:ext>
              </a:extLst>
            </p:cNvPr>
            <p:cNvSpPr/>
            <p:nvPr/>
          </p:nvSpPr>
          <p:spPr>
            <a:xfrm rot="16200000">
              <a:off x="1901252" y="4228679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BFF9B3CD-CDE5-4E02-857E-20240839C813}"/>
                </a:ext>
              </a:extLst>
            </p:cNvPr>
            <p:cNvSpPr/>
            <p:nvPr/>
          </p:nvSpPr>
          <p:spPr>
            <a:xfrm rot="16200000">
              <a:off x="2901192" y="4240921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DB7DA1B4-295C-4CC8-AAA1-C2967C050078}"/>
                </a:ext>
              </a:extLst>
            </p:cNvPr>
            <p:cNvSpPr/>
            <p:nvPr/>
          </p:nvSpPr>
          <p:spPr>
            <a:xfrm rot="16200000">
              <a:off x="3900590" y="4239513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C3EBFEF2-C783-4E66-AFAF-E60D601D6564}"/>
                </a:ext>
              </a:extLst>
            </p:cNvPr>
            <p:cNvSpPr/>
            <p:nvPr/>
          </p:nvSpPr>
          <p:spPr>
            <a:xfrm rot="16200000">
              <a:off x="5197595" y="4239513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E9731EE2-09F7-4F89-939B-F598C56F9107}"/>
                    </a:ext>
                  </a:extLst>
                </p:cNvPr>
                <p:cNvSpPr/>
                <p:nvPr/>
              </p:nvSpPr>
              <p:spPr>
                <a:xfrm>
                  <a:off x="2003171" y="4670842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m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E9731EE2-09F7-4F89-939B-F598C56F910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03171" y="4670842"/>
                  <a:ext cx="673765" cy="632813"/>
                </a:xfrm>
                <a:prstGeom prst="rect">
                  <a:avLst/>
                </a:prstGeom>
                <a:blipFill>
                  <a:blip r:embed="rId1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0AB3E36B-A19E-4586-9177-652D9DEC5D28}"/>
                    </a:ext>
                  </a:extLst>
                </p:cNvPr>
                <p:cNvSpPr/>
                <p:nvPr/>
              </p:nvSpPr>
              <p:spPr>
                <a:xfrm>
                  <a:off x="2997083" y="4670842"/>
                  <a:ext cx="740783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m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0AB3E36B-A19E-4586-9177-652D9DEC5D2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97083" y="4670842"/>
                  <a:ext cx="740783" cy="632813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5646D041-1A60-4B70-8A5E-61A8AFBEF80B}"/>
                    </a:ext>
                  </a:extLst>
                </p:cNvPr>
                <p:cNvSpPr/>
                <p:nvPr/>
              </p:nvSpPr>
              <p:spPr>
                <a:xfrm>
                  <a:off x="3990995" y="4670842"/>
                  <a:ext cx="740783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m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5646D041-1A60-4B70-8A5E-61A8AFBEF80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90995" y="4670842"/>
                  <a:ext cx="740783" cy="632813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C22D5F39-555D-4BA8-A6DB-7A0401BD079F}"/>
                    </a:ext>
                  </a:extLst>
                </p:cNvPr>
                <p:cNvSpPr/>
                <p:nvPr/>
              </p:nvSpPr>
              <p:spPr>
                <a:xfrm>
                  <a:off x="5311642" y="4670841"/>
                  <a:ext cx="740783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m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C22D5F39-555D-4BA8-A6DB-7A0401BD079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311642" y="4670841"/>
                  <a:ext cx="740783" cy="632813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" name="Left Bracket 5">
              <a:extLst>
                <a:ext uri="{FF2B5EF4-FFF2-40B4-BE49-F238E27FC236}">
                  <a16:creationId xmlns:a16="http://schemas.microsoft.com/office/drawing/2014/main" id="{E0207CAF-5501-4125-9ACE-F4FC0D6CA620}"/>
                </a:ext>
              </a:extLst>
            </p:cNvPr>
            <p:cNvSpPr/>
            <p:nvPr/>
          </p:nvSpPr>
          <p:spPr>
            <a:xfrm>
              <a:off x="1594615" y="2452870"/>
              <a:ext cx="420559" cy="2850784"/>
            </a:xfrm>
            <a:prstGeom prst="leftBracket">
              <a:avLst/>
            </a:prstGeom>
            <a:ln w="57150">
              <a:solidFill>
                <a:schemeClr val="tx1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32" name="Left Bracket 31">
              <a:extLst>
                <a:ext uri="{FF2B5EF4-FFF2-40B4-BE49-F238E27FC236}">
                  <a16:creationId xmlns:a16="http://schemas.microsoft.com/office/drawing/2014/main" id="{AD464A0F-CC7B-48D6-A339-509626629B72}"/>
                </a:ext>
              </a:extLst>
            </p:cNvPr>
            <p:cNvSpPr/>
            <p:nvPr/>
          </p:nvSpPr>
          <p:spPr>
            <a:xfrm flipH="1">
              <a:off x="6051480" y="2452870"/>
              <a:ext cx="420559" cy="2850784"/>
            </a:xfrm>
            <a:prstGeom prst="leftBracket">
              <a:avLst/>
            </a:prstGeom>
            <a:ln w="57150">
              <a:solidFill>
                <a:schemeClr val="tx1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B14F323C-7840-4F85-BE86-6899A514C0A3}"/>
                </a:ext>
              </a:extLst>
            </p:cNvPr>
            <p:cNvSpPr/>
            <p:nvPr/>
          </p:nvSpPr>
          <p:spPr>
            <a:xfrm>
              <a:off x="4672312" y="4620825"/>
              <a:ext cx="673765" cy="63281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IN" sz="3200" dirty="0">
                  <a:solidFill>
                    <a:schemeClr val="tx1">
                      <a:lumMod val="90000"/>
                      <a:lumOff val="10000"/>
                    </a:schemeClr>
                  </a:solidFill>
                </a:rPr>
                <a:t>…</a:t>
              </a: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45D30D22-96AE-49B5-9D96-315D5A7CF4F1}"/>
                  </a:ext>
                </a:extLst>
              </p:cNvPr>
              <p:cNvSpPr/>
              <p:nvPr/>
            </p:nvSpPr>
            <p:spPr>
              <a:xfrm>
                <a:off x="8814907" y="3714497"/>
                <a:ext cx="605927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</m:oMath>
                  </m:oMathPara>
                </a14:m>
                <a:endParaRPr lang="en-IN" sz="2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45D30D22-96AE-49B5-9D96-315D5A7CF4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4907" y="3714497"/>
                <a:ext cx="605927" cy="63281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CA398A31-D1F2-4245-8865-49B57797458F}"/>
                  </a:ext>
                </a:extLst>
              </p:cNvPr>
              <p:cNvSpPr/>
              <p:nvPr/>
            </p:nvSpPr>
            <p:spPr>
              <a:xfrm>
                <a:off x="9189551" y="3714497"/>
                <a:ext cx="791646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CA398A31-D1F2-4245-8865-49B5779745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89551" y="3714497"/>
                <a:ext cx="791646" cy="63281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E43795F4-4024-3815-9F54-B56BFD2FBD6B}"/>
                  </a:ext>
                </a:extLst>
              </p:cNvPr>
              <p:cNvSpPr/>
              <p:nvPr/>
            </p:nvSpPr>
            <p:spPr>
              <a:xfrm>
                <a:off x="2421343" y="2348421"/>
                <a:ext cx="82508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E43795F4-4024-3815-9F54-B56BFD2FBD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1343" y="2348421"/>
                <a:ext cx="825085" cy="63281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059A8F6F-DCA6-0A06-7011-EEAF017A9B6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128" y="5213062"/>
                <a:ext cx="10090943" cy="58101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</m:e>
                      <m:sub>
                        <m:r>
                          <a:rPr lang="en-IN" sz="2800" b="1" i="0" smtClean="0">
                            <a:solidFill>
                              <a:srgbClr val="0690DF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𝐣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is the element of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1" i="1" smtClean="0">
                            <a:solidFill>
                              <a:srgbClr val="0690DF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 i="0" smtClean="0">
                            <a:solidFill>
                              <a:srgbClr val="0690DF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e>
                      <m:sup>
                        <m:r>
                          <a:rPr lang="en-IN" sz="2800" b="1" i="0" smtClean="0">
                            <a:solidFill>
                              <a:srgbClr val="0690DF"/>
                            </a:solidFill>
                            <a:latin typeface="Cambria Math" panose="02040503050406030204" pitchFamily="18" charset="0"/>
                          </a:rPr>
                          <m:t>𝐭𝐡</m:t>
                        </m:r>
                      </m:sup>
                    </m:sSup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 </a:t>
                </a:r>
                <a:r>
                  <a:rPr lang="en-IN" sz="2800" dirty="0">
                    <a:solidFill>
                      <a:srgbClr val="002060"/>
                    </a:solidFill>
                  </a:rPr>
                  <a:t>row and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𝐣</m:t>
                        </m:r>
                      </m:e>
                      <m:sup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𝐭𝐡</m:t>
                        </m:r>
                      </m:sup>
                    </m:sSup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 </a:t>
                </a:r>
                <a:r>
                  <a:rPr lang="en-IN" sz="2800" dirty="0">
                    <a:solidFill>
                      <a:srgbClr val="002060"/>
                    </a:solidFill>
                  </a:rPr>
                  <a:t>column of the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059A8F6F-DCA6-0A06-7011-EEAF017A9B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5128" y="5213062"/>
                <a:ext cx="10090943" cy="581017"/>
              </a:xfrm>
              <a:prstGeom prst="rect">
                <a:avLst/>
              </a:prstGeom>
              <a:blipFill>
                <a:blip r:embed="rId30"/>
                <a:stretch>
                  <a:fillRect l="-1208" t="-10526" b="-2000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63EB009D-6411-F5E2-58B3-8EB39C55734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9674" y="5992584"/>
                <a:ext cx="9291160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The number of elements of a matrix of order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IN" sz="2800" i="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800" i="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𝐦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∙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𝐧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63EB009D-6411-F5E2-58B3-8EB39C5573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9674" y="5992584"/>
                <a:ext cx="9291160" cy="463079"/>
              </a:xfrm>
              <a:prstGeom prst="rect">
                <a:avLst/>
              </a:prstGeom>
              <a:blipFill>
                <a:blip r:embed="rId31"/>
                <a:stretch>
                  <a:fillRect l="-1181" t="-23684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883B669F-CDCE-70B9-9368-A45E08FC822E}"/>
              </a:ext>
            </a:extLst>
          </p:cNvPr>
          <p:cNvSpPr/>
          <p:nvPr/>
        </p:nvSpPr>
        <p:spPr>
          <a:xfrm>
            <a:off x="4539615" y="3740785"/>
            <a:ext cx="238041" cy="192405"/>
          </a:xfrm>
          <a:prstGeom prst="roundRect">
            <a:avLst/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8B8648A3-F8C6-957C-0EA2-06B54E832185}"/>
              </a:ext>
            </a:extLst>
          </p:cNvPr>
          <p:cNvSpPr/>
          <p:nvPr/>
        </p:nvSpPr>
        <p:spPr>
          <a:xfrm>
            <a:off x="4524246" y="2673883"/>
            <a:ext cx="163779" cy="192405"/>
          </a:xfrm>
          <a:prstGeom prst="roundRect">
            <a:avLst/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56" name="Rectangle: Rounded Corners 55">
            <a:extLst>
              <a:ext uri="{FF2B5EF4-FFF2-40B4-BE49-F238E27FC236}">
                <a16:creationId xmlns:a16="http://schemas.microsoft.com/office/drawing/2014/main" id="{FA7DF3E5-D393-2E01-4E80-95FCAB153866}"/>
              </a:ext>
            </a:extLst>
          </p:cNvPr>
          <p:cNvSpPr/>
          <p:nvPr/>
        </p:nvSpPr>
        <p:spPr>
          <a:xfrm>
            <a:off x="4526151" y="2007940"/>
            <a:ext cx="163779" cy="192405"/>
          </a:xfrm>
          <a:prstGeom prst="roundRect">
            <a:avLst/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59" name="Rectangle: Rounded Corners 58">
            <a:extLst>
              <a:ext uri="{FF2B5EF4-FFF2-40B4-BE49-F238E27FC236}">
                <a16:creationId xmlns:a16="http://schemas.microsoft.com/office/drawing/2014/main" id="{678294FD-C193-A2C8-3BB9-978C92C1A8D9}"/>
              </a:ext>
            </a:extLst>
          </p:cNvPr>
          <p:cNvSpPr/>
          <p:nvPr/>
        </p:nvSpPr>
        <p:spPr>
          <a:xfrm>
            <a:off x="4533006" y="1382263"/>
            <a:ext cx="163779" cy="196272"/>
          </a:xfrm>
          <a:prstGeom prst="roundRect">
            <a:avLst/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0" name="Arrow: Up 59">
            <a:extLst>
              <a:ext uri="{FF2B5EF4-FFF2-40B4-BE49-F238E27FC236}">
                <a16:creationId xmlns:a16="http://schemas.microsoft.com/office/drawing/2014/main" id="{3BC043CE-B9CE-0746-9F9F-F06BE42EDF10}"/>
              </a:ext>
            </a:extLst>
          </p:cNvPr>
          <p:cNvSpPr/>
          <p:nvPr/>
        </p:nvSpPr>
        <p:spPr>
          <a:xfrm>
            <a:off x="2267600" y="4937984"/>
            <a:ext cx="48532" cy="298435"/>
          </a:xfrm>
          <a:prstGeom prst="upArrow">
            <a:avLst/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1" name="Content Placeholder 4">
                <a:extLst>
                  <a:ext uri="{FF2B5EF4-FFF2-40B4-BE49-F238E27FC236}">
                    <a16:creationId xmlns:a16="http://schemas.microsoft.com/office/drawing/2014/main" id="{61E08811-8E9B-E07D-199F-C6155C3B45F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46428" y="4415928"/>
                <a:ext cx="2213760" cy="58101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 xmlns:m="http://schemas.openxmlformats.org/officeDocument/2006/math"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 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;1≤</m:t>
                    </m:r>
                    <m:r>
                      <a:rPr lang="en-IN" sz="2800" b="1" i="0" smtClean="0">
                        <a:solidFill>
                          <a:srgbClr val="0690DF"/>
                        </a:solidFill>
                        <a:latin typeface="Cambria Math" panose="02040503050406030204" pitchFamily="18" charset="0"/>
                      </a:rPr>
                      <m:t>𝐢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 </a:t>
                </a:r>
              </a:p>
            </p:txBody>
          </p:sp>
        </mc:Choice>
        <mc:Fallback xmlns="">
          <p:sp>
            <p:nvSpPr>
              <p:cNvPr id="61" name="Content Placeholder 4">
                <a:extLst>
                  <a:ext uri="{FF2B5EF4-FFF2-40B4-BE49-F238E27FC236}">
                    <a16:creationId xmlns:a16="http://schemas.microsoft.com/office/drawing/2014/main" id="{61E08811-8E9B-E07D-199F-C6155C3B45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46428" y="4415928"/>
                <a:ext cx="2213760" cy="581017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Content Placeholder 4">
                <a:extLst>
                  <a:ext uri="{FF2B5EF4-FFF2-40B4-BE49-F238E27FC236}">
                    <a16:creationId xmlns:a16="http://schemas.microsoft.com/office/drawing/2014/main" id="{EDA7FB70-EF1F-799C-A0F3-1DDD6BB84F4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168762" y="4418137"/>
                <a:ext cx="2040584" cy="58101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1≤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𝐣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 </a:t>
                </a:r>
              </a:p>
            </p:txBody>
          </p:sp>
        </mc:Choice>
        <mc:Fallback xmlns="">
          <p:sp>
            <p:nvSpPr>
              <p:cNvPr id="62" name="Content Placeholder 4">
                <a:extLst>
                  <a:ext uri="{FF2B5EF4-FFF2-40B4-BE49-F238E27FC236}">
                    <a16:creationId xmlns:a16="http://schemas.microsoft.com/office/drawing/2014/main" id="{EDA7FB70-EF1F-799C-A0F3-1DDD6BB84F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68762" y="4418137"/>
                <a:ext cx="2040584" cy="581017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Arrow: Up 62">
            <a:extLst>
              <a:ext uri="{FF2B5EF4-FFF2-40B4-BE49-F238E27FC236}">
                <a16:creationId xmlns:a16="http://schemas.microsoft.com/office/drawing/2014/main" id="{A7E86FB8-EE2D-7458-AA64-462143F5EA08}"/>
              </a:ext>
            </a:extLst>
          </p:cNvPr>
          <p:cNvSpPr/>
          <p:nvPr/>
        </p:nvSpPr>
        <p:spPr>
          <a:xfrm>
            <a:off x="2359712" y="4949712"/>
            <a:ext cx="48532" cy="298435"/>
          </a:xfrm>
          <a:prstGeom prst="up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6" name="Rectangle: Rounded Corners 65">
            <a:extLst>
              <a:ext uri="{FF2B5EF4-FFF2-40B4-BE49-F238E27FC236}">
                <a16:creationId xmlns:a16="http://schemas.microsoft.com/office/drawing/2014/main" id="{E9270EC1-98E6-B3C5-1447-181F49667ABA}"/>
              </a:ext>
            </a:extLst>
          </p:cNvPr>
          <p:cNvSpPr/>
          <p:nvPr/>
        </p:nvSpPr>
        <p:spPr>
          <a:xfrm>
            <a:off x="5669032" y="1389276"/>
            <a:ext cx="163779" cy="192405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7" name="Rectangle: Rounded Corners 66">
            <a:extLst>
              <a:ext uri="{FF2B5EF4-FFF2-40B4-BE49-F238E27FC236}">
                <a16:creationId xmlns:a16="http://schemas.microsoft.com/office/drawing/2014/main" id="{B85DA26B-499C-C3C3-DF4C-E005E932D0D4}"/>
              </a:ext>
            </a:extLst>
          </p:cNvPr>
          <p:cNvSpPr/>
          <p:nvPr/>
        </p:nvSpPr>
        <p:spPr>
          <a:xfrm>
            <a:off x="4680326" y="1387343"/>
            <a:ext cx="163779" cy="196272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8" name="Rectangle: Rounded Corners 67">
            <a:extLst>
              <a:ext uri="{FF2B5EF4-FFF2-40B4-BE49-F238E27FC236}">
                <a16:creationId xmlns:a16="http://schemas.microsoft.com/office/drawing/2014/main" id="{2ACC677D-AB7A-48A2-C29B-676ED4A1B468}"/>
              </a:ext>
            </a:extLst>
          </p:cNvPr>
          <p:cNvSpPr/>
          <p:nvPr/>
        </p:nvSpPr>
        <p:spPr>
          <a:xfrm>
            <a:off x="6656808" y="1387944"/>
            <a:ext cx="163779" cy="192405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9" name="Rectangle: Rounded Corners 68">
            <a:extLst>
              <a:ext uri="{FF2B5EF4-FFF2-40B4-BE49-F238E27FC236}">
                <a16:creationId xmlns:a16="http://schemas.microsoft.com/office/drawing/2014/main" id="{5B66230F-F125-A95D-01F6-867870688CB9}"/>
              </a:ext>
            </a:extLst>
          </p:cNvPr>
          <p:cNvSpPr/>
          <p:nvPr/>
        </p:nvSpPr>
        <p:spPr>
          <a:xfrm>
            <a:off x="8016561" y="1397825"/>
            <a:ext cx="163779" cy="192405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1344912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6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9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2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5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9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52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55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58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9" grpId="0"/>
      <p:bldP spid="48" grpId="0" animBg="1"/>
      <p:bldP spid="48" grpId="1" animBg="1"/>
      <p:bldP spid="52" grpId="0" animBg="1"/>
      <p:bldP spid="52" grpId="1" animBg="1"/>
      <p:bldP spid="56" grpId="0" animBg="1"/>
      <p:bldP spid="56" grpId="1" animBg="1"/>
      <p:bldP spid="59" grpId="0" animBg="1"/>
      <p:bldP spid="59" grpId="1" animBg="1"/>
      <p:bldP spid="60" grpId="0" animBg="1"/>
      <p:bldP spid="60" grpId="1" animBg="1"/>
      <p:bldP spid="61" grpId="0"/>
      <p:bldP spid="62" grpId="0"/>
      <p:bldP spid="63" grpId="0" animBg="1"/>
      <p:bldP spid="63" grpId="1" animBg="1"/>
      <p:bldP spid="66" grpId="0" animBg="1"/>
      <p:bldP spid="66" grpId="1" animBg="1"/>
      <p:bldP spid="67" grpId="0" animBg="1"/>
      <p:bldP spid="67" grpId="1" animBg="1"/>
      <p:bldP spid="68" grpId="0" animBg="1"/>
      <p:bldP spid="68" grpId="1" animBg="1"/>
      <p:bldP spid="69" grpId="0" animBg="1"/>
      <p:bldP spid="69" grpId="1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48" y="2578895"/>
            <a:ext cx="10515601" cy="2852737"/>
          </a:xfrm>
        </p:spPr>
        <p:txBody>
          <a:bodyPr/>
          <a:lstStyle/>
          <a:p>
            <a:r>
              <a:rPr lang="en-US" dirty="0"/>
              <a:t>Method-1</a:t>
            </a:r>
            <a:br>
              <a:rPr lang="en-US" dirty="0"/>
            </a:br>
            <a:r>
              <a:rPr lang="en-US" dirty="0"/>
              <a:t>Operations on Matrices and Types of Matrices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N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10556379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br>
              <a:rPr lang="en-US" dirty="0"/>
            </a:br>
            <a:r>
              <a:rPr lang="en-US" sz="4800" dirty="0"/>
              <a:t>Operations on Matrices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N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7785875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A71F07-48EF-2CB6-70C1-248F5CEC6F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i="0" dirty="0">
                <a:latin typeface="+mj-lt"/>
              </a:rPr>
              <a:t>Addition of Matrices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2E8B26E-CF6C-8955-533B-6F5CE0A475D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5"/>
                <a:ext cx="11929641" cy="1487870"/>
              </a:xfrm>
            </p:spPr>
            <p:txBody>
              <a:bodyPr/>
              <a:lstStyle/>
              <a:p>
                <a:r>
                  <a:rPr lang="en-US" i="0" dirty="0">
                    <a:latin typeface="+mj-lt"/>
                  </a:rPr>
                  <a:t>Let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mtClean="0"/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ij</m:t>
                            </m:r>
                          </m:sub>
                        </m:sSub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and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ij</m:t>
                            </m:r>
                          </m:sub>
                        </m:sSub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m:rPr>
                        <m:nor/>
                      </m:rPr>
                      <a:rPr lang="en-US"/>
                      <m:t> </m:t>
                    </m:r>
                  </m:oMath>
                </a14:m>
                <a:r>
                  <a:rPr lang="en-US" i="0" dirty="0">
                    <a:latin typeface="+mj-lt"/>
                  </a:rPr>
                  <a:t>be two matrices with </a:t>
                </a:r>
                <a:r>
                  <a:rPr lang="en-US" b="1" dirty="0">
                    <a:solidFill>
                      <a:srgbClr val="FF0000"/>
                    </a:solidFill>
                    <a:latin typeface="+mj-lt"/>
                  </a:rPr>
                  <a:t>equal</a:t>
                </a:r>
                <a:r>
                  <a:rPr lang="en-US" b="1" i="0" dirty="0">
                    <a:solidFill>
                      <a:srgbClr val="FF0000"/>
                    </a:solidFill>
                    <a:latin typeface="+mj-lt"/>
                  </a:rPr>
                  <a:t> order</a:t>
                </a:r>
                <a14:m>
                  <m:oMath xmlns:m="http://schemas.openxmlformats.org/officeDocument/2006/math"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m</m:t>
                    </m:r>
                    <m:r>
                      <a:rPr lang="en-US"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n</m:t>
                    </m:r>
                    <m:r>
                      <m:rPr>
                        <m:nor/>
                      </m:rPr>
                      <a:rPr lang="en-US"/>
                      <m:t>, </m:t>
                    </m:r>
                  </m:oMath>
                </a14:m>
                <a:r>
                  <a:rPr lang="en-US" i="0" dirty="0">
                    <a:latin typeface="+mj-lt"/>
                  </a:rPr>
                  <a:t>then addition of matrices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m:rPr>
                        <m:nor/>
                      </m:rPr>
                      <a:rPr lang="en-US"/>
                      <m:t> </m:t>
                    </m:r>
                  </m:oMath>
                </a14:m>
                <a:r>
                  <a:rPr lang="en-US" i="0" dirty="0">
                    <a:latin typeface="+mj-lt"/>
                  </a:rPr>
                  <a:t>and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B</m:t>
                    </m:r>
                    <m:r>
                      <m:rPr>
                        <m:nor/>
                      </m:rPr>
                      <a:rPr lang="en-US"/>
                      <m:t> </m:t>
                    </m:r>
                  </m:oMath>
                </a14:m>
                <a:r>
                  <a:rPr lang="en-US" i="0" dirty="0">
                    <a:latin typeface="+mj-lt"/>
                  </a:rPr>
                  <a:t>is </a:t>
                </a:r>
                <a:r>
                  <a:rPr lang="en-US" dirty="0"/>
                  <a:t>denoted by</a:t>
                </a:r>
                <a:r>
                  <a:rPr lang="en-US" i="0" dirty="0">
                    <a:latin typeface="+mj-lt"/>
                  </a:rPr>
                  <a:t> </a:t>
                </a:r>
                <a14:m>
                  <m:oMath xmlns:m="http://schemas.openxmlformats.org/officeDocument/2006/math">
                    <m:r>
                      <a:rPr lang="en-US" b="1">
                        <a:latin typeface="Cambria Math" panose="02040503050406030204" pitchFamily="18" charset="0"/>
                      </a:rPr>
                      <m:t>𝐀</m:t>
                    </m:r>
                    <m:r>
                      <a:rPr lang="en-US" b="1"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b="1" smtClean="0"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US" i="0" dirty="0">
                    <a:latin typeface="+mj-lt"/>
                  </a:rPr>
                  <a:t> &amp; defined as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b="1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>
                                  <a:latin typeface="Cambria Math" panose="02040503050406030204" pitchFamily="18" charset="0"/>
                                </a:rPr>
                                <m:t>𝐚</m:t>
                              </m:r>
                            </m:e>
                            <m:sub>
                              <m:r>
                                <a:rPr lang="en-US" b="1">
                                  <a:latin typeface="Cambria Math" panose="02040503050406030204" pitchFamily="18" charset="0"/>
                                </a:rPr>
                                <m:t>𝐢𝐣</m:t>
                              </m:r>
                            </m:sub>
                          </m:s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 + </m:t>
                          </m:r>
                          <m:sSub>
                            <m:sSubPr>
                              <m:ctrlPr>
                                <a:rPr lang="en-IN" b="1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>
                                  <a:latin typeface="Cambria Math" panose="02040503050406030204" pitchFamily="18" charset="0"/>
                                </a:rPr>
                                <m:t>𝐛</m:t>
                              </m:r>
                            </m:e>
                            <m:sub>
                              <m:r>
                                <a:rPr lang="en-US" b="1">
                                  <a:latin typeface="Cambria Math" panose="02040503050406030204" pitchFamily="18" charset="0"/>
                                </a:rPr>
                                <m:t>𝐢𝐣</m:t>
                              </m:r>
                            </m:sub>
                          </m:s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2E8B26E-CF6C-8955-533B-6F5CE0A475D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5"/>
                <a:ext cx="11929641" cy="1487870"/>
              </a:xfrm>
              <a:blipFill>
                <a:blip r:embed="rId2"/>
                <a:stretch>
                  <a:fillRect l="-971" r="-1074" b="-25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A9A4D737-A053-B179-CF11-7BA230DD679A}"/>
                  </a:ext>
                </a:extLst>
              </p:cNvPr>
              <p:cNvSpPr txBox="1"/>
              <p:nvPr/>
            </p:nvSpPr>
            <p:spPr>
              <a:xfrm>
                <a:off x="131180" y="2920939"/>
                <a:ext cx="11929640" cy="80169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5113" indent="-265113" algn="just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z="2800" b="1" smtClean="0">
                        <a:solidFill>
                          <a:srgbClr val="002060"/>
                        </a:solidFill>
                      </a:rPr>
                      <m:t>Example</m:t>
                    </m:r>
                    <m:r>
                      <m:rPr>
                        <m:nor/>
                      </m:rPr>
                      <a:rPr lang="en-US" sz="2800" b="1" smtClean="0">
                        <a:solidFill>
                          <a:srgbClr val="002060"/>
                        </a:solidFill>
                      </a:rPr>
                      <m:t>:</m:t>
                    </m:r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Let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brk m:alnAt="1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−2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i="0" dirty="0">
                    <a:solidFill>
                      <a:srgbClr val="002060"/>
                    </a:solidFill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−5</m:t>
                              </m:r>
                            </m:e>
                          </m:mr>
                          <m:mr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11</m:t>
                              </m:r>
                            </m:e>
                          </m:mr>
                        </m:m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 then</a:t>
                </a: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A9A4D737-A053-B179-CF11-7BA230DD67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80" y="2920939"/>
                <a:ext cx="11929640" cy="80169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24AD2916-E520-54D3-E23A-5A1A021B9263}"/>
                  </a:ext>
                </a:extLst>
              </p:cNvPr>
              <p:cNvSpPr txBox="1"/>
              <p:nvPr/>
            </p:nvSpPr>
            <p:spPr>
              <a:xfrm>
                <a:off x="428892" y="4425511"/>
                <a:ext cx="1539000" cy="480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24AD2916-E520-54D3-E23A-5A1A021B92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892" y="4425511"/>
                <a:ext cx="1539000" cy="480131"/>
              </a:xfrm>
              <a:prstGeom prst="rect">
                <a:avLst/>
              </a:prstGeom>
              <a:blipFill>
                <a:blip r:embed="rId4"/>
                <a:stretch>
                  <a:fillRect l="-197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5C75884-0AA6-363F-C2DD-15FA434F84D6}"/>
                  </a:ext>
                </a:extLst>
              </p:cNvPr>
              <p:cNvSpPr txBox="1"/>
              <p:nvPr/>
            </p:nvSpPr>
            <p:spPr>
              <a:xfrm>
                <a:off x="1198392" y="4237202"/>
                <a:ext cx="5275919" cy="7825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brk m:alnAt="1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−2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mr>
                          </m: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−5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5C75884-0AA6-363F-C2DD-15FA434F84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98392" y="4237202"/>
                <a:ext cx="5275919" cy="78252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76D9C052-0129-0B8D-762B-1C2A52500C69}"/>
                  </a:ext>
                </a:extLst>
              </p:cNvPr>
              <p:cNvSpPr txBox="1"/>
              <p:nvPr/>
            </p:nvSpPr>
            <p:spPr>
              <a:xfrm>
                <a:off x="1343292" y="5247684"/>
                <a:ext cx="2680996" cy="7468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76D9C052-0129-0B8D-762B-1C2A52500C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3292" y="5247684"/>
                <a:ext cx="2680996" cy="746871"/>
              </a:xfrm>
              <a:prstGeom prst="rect">
                <a:avLst/>
              </a:prstGeom>
              <a:blipFill>
                <a:blip r:embed="rId6"/>
                <a:stretch>
                  <a:fillRect b="-82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883459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5" grpId="0"/>
      <p:bldP spid="6" grpId="0"/>
      <p:bldP spid="7" grpId="0"/>
      <p:bldP spid="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3B5377-094A-AFE2-5132-A090AC92A1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E1AB98-E7E5-BFC9-83F7-55F08FCB73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i="0" dirty="0">
                <a:latin typeface="+mj-lt"/>
              </a:rPr>
              <a:t>Difference of Matrices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F2F4C2E4-204B-665A-0D8C-CC81C543799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5"/>
                <a:ext cx="11929641" cy="1487870"/>
              </a:xfrm>
            </p:spPr>
            <p:txBody>
              <a:bodyPr/>
              <a:lstStyle/>
              <a:p>
                <a:r>
                  <a:rPr lang="en-US" i="0" dirty="0">
                    <a:latin typeface="+mj-lt"/>
                  </a:rPr>
                  <a:t>Let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mtClean="0"/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ij</m:t>
                            </m:r>
                          </m:sub>
                        </m:sSub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and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ij</m:t>
                            </m:r>
                          </m:sub>
                        </m:sSub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m:rPr>
                        <m:nor/>
                      </m:rPr>
                      <a:rPr lang="en-US"/>
                      <m:t> </m:t>
                    </m:r>
                  </m:oMath>
                </a14:m>
                <a:r>
                  <a:rPr lang="en-US" i="0" dirty="0">
                    <a:latin typeface="+mj-lt"/>
                  </a:rPr>
                  <a:t>be two matrices with </a:t>
                </a:r>
                <a:r>
                  <a:rPr lang="en-US" b="1" dirty="0">
                    <a:solidFill>
                      <a:srgbClr val="FF0000"/>
                    </a:solidFill>
                  </a:rPr>
                  <a:t>equal</a:t>
                </a:r>
                <a:r>
                  <a:rPr lang="en-US" b="1" i="0" dirty="0">
                    <a:solidFill>
                      <a:srgbClr val="FF0000"/>
                    </a:solidFill>
                    <a:latin typeface="+mj-lt"/>
                  </a:rPr>
                  <a:t> order</a:t>
                </a:r>
                <a14:m>
                  <m:oMath xmlns:m="http://schemas.openxmlformats.org/officeDocument/2006/math"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m</m:t>
                    </m:r>
                    <m:r>
                      <a:rPr lang="en-US"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n</m:t>
                    </m:r>
                    <m:r>
                      <m:rPr>
                        <m:nor/>
                      </m:rPr>
                      <a:rPr lang="en-US"/>
                      <m:t>, </m:t>
                    </m:r>
                  </m:oMath>
                </a14:m>
                <a:r>
                  <a:rPr lang="en-US" i="0" dirty="0">
                    <a:latin typeface="+mj-lt"/>
                  </a:rPr>
                  <a:t>then difference of matrices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m:rPr>
                        <m:nor/>
                      </m:rPr>
                      <a:rPr lang="en-US"/>
                      <m:t> </m:t>
                    </m:r>
                  </m:oMath>
                </a14:m>
                <a:r>
                  <a:rPr lang="en-US" i="0" dirty="0">
                    <a:latin typeface="+mj-lt"/>
                  </a:rPr>
                  <a:t>and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B</m:t>
                    </m:r>
                    <m:r>
                      <m:rPr>
                        <m:nor/>
                      </m:rPr>
                      <a:rPr lang="en-US"/>
                      <m:t> </m:t>
                    </m:r>
                  </m:oMath>
                </a14:m>
                <a:r>
                  <a:rPr lang="en-US" i="0" dirty="0">
                    <a:latin typeface="+mj-lt"/>
                  </a:rPr>
                  <a:t>is denoted by </a:t>
                </a:r>
                <a14:m>
                  <m:oMath xmlns:m="http://schemas.openxmlformats.org/officeDocument/2006/math">
                    <m:r>
                      <a:rPr lang="en-US" b="1">
                        <a:latin typeface="Cambria Math" panose="02040503050406030204" pitchFamily="18" charset="0"/>
                      </a:rPr>
                      <m:t>𝐀</m:t>
                    </m:r>
                    <m:r>
                      <a:rPr lang="en-IN" b="1" i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smtClean="0"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US" i="0" dirty="0">
                    <a:latin typeface="+mj-lt"/>
                  </a:rPr>
                  <a:t> &amp; defined as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b="1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>
                                  <a:latin typeface="Cambria Math" panose="02040503050406030204" pitchFamily="18" charset="0"/>
                                </a:rPr>
                                <m:t>𝐚</m:t>
                              </m:r>
                            </m:e>
                            <m:sub>
                              <m:r>
                                <a:rPr lang="en-US" b="1">
                                  <a:latin typeface="Cambria Math" panose="02040503050406030204" pitchFamily="18" charset="0"/>
                                </a:rPr>
                                <m:t>𝐢𝐣</m:t>
                              </m:r>
                            </m:sub>
                          </m:s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b="0" i="0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b="1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>
                                  <a:latin typeface="Cambria Math" panose="02040503050406030204" pitchFamily="18" charset="0"/>
                                </a:rPr>
                                <m:t>𝐛</m:t>
                              </m:r>
                            </m:e>
                            <m:sub>
                              <m:r>
                                <a:rPr lang="en-US" b="1">
                                  <a:latin typeface="Cambria Math" panose="02040503050406030204" pitchFamily="18" charset="0"/>
                                </a:rPr>
                                <m:t>𝐢𝐣</m:t>
                              </m:r>
                            </m:sub>
                          </m:s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F2F4C2E4-204B-665A-0D8C-CC81C543799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5"/>
                <a:ext cx="11929641" cy="1487870"/>
              </a:xfrm>
              <a:blipFill>
                <a:blip r:embed="rId2"/>
                <a:stretch>
                  <a:fillRect l="-971" r="-1074" b="-25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0BA6F5E-DD04-48EE-E0ED-97CF41F730E7}"/>
                  </a:ext>
                </a:extLst>
              </p:cNvPr>
              <p:cNvSpPr txBox="1"/>
              <p:nvPr/>
            </p:nvSpPr>
            <p:spPr>
              <a:xfrm>
                <a:off x="131180" y="2920939"/>
                <a:ext cx="11929640" cy="80169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5113" indent="-265113" algn="just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z="2800" b="1" smtClean="0">
                        <a:solidFill>
                          <a:srgbClr val="002060"/>
                        </a:solidFill>
                      </a:rPr>
                      <m:t>Example</m:t>
                    </m:r>
                    <m:r>
                      <m:rPr>
                        <m:nor/>
                      </m:rPr>
                      <a:rPr lang="en-US" sz="2800" b="1" smtClean="0">
                        <a:solidFill>
                          <a:srgbClr val="002060"/>
                        </a:solidFill>
                      </a:rPr>
                      <m:t>:</m:t>
                    </m:r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Let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brk m:alnAt="1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−2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i="0" dirty="0">
                    <a:solidFill>
                      <a:srgbClr val="002060"/>
                    </a:solidFill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−5</m:t>
                              </m:r>
                            </m:e>
                          </m:mr>
                          <m:mr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11</m:t>
                              </m:r>
                            </m:e>
                          </m:mr>
                        </m:m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 then</a:t>
                </a: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0BA6F5E-DD04-48EE-E0ED-97CF41F730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80" y="2920939"/>
                <a:ext cx="11929640" cy="80169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E86EFF0-8B7E-4FDA-AD34-54F96CDCCA08}"/>
                  </a:ext>
                </a:extLst>
              </p:cNvPr>
              <p:cNvSpPr txBox="1"/>
              <p:nvPr/>
            </p:nvSpPr>
            <p:spPr>
              <a:xfrm>
                <a:off x="428892" y="4425511"/>
                <a:ext cx="1539000" cy="480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E86EFF0-8B7E-4FDA-AD34-54F96CDCCA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892" y="4425511"/>
                <a:ext cx="1539000" cy="480131"/>
              </a:xfrm>
              <a:prstGeom prst="rect">
                <a:avLst/>
              </a:prstGeom>
              <a:blipFill>
                <a:blip r:embed="rId4"/>
                <a:stretch>
                  <a:fillRect l="-197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022C687-228B-43C5-A127-46C907812238}"/>
                  </a:ext>
                </a:extLst>
              </p:cNvPr>
              <p:cNvSpPr txBox="1"/>
              <p:nvPr/>
            </p:nvSpPr>
            <p:spPr>
              <a:xfrm>
                <a:off x="1198392" y="4237202"/>
                <a:ext cx="5275919" cy="7825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brk m:alnAt="1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−2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mr>
                          </m: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−5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022C687-228B-43C5-A127-46C9078122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98392" y="4237202"/>
                <a:ext cx="5275919" cy="78252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077FA3B-BD31-4DBE-9AF0-A57F4C931B23}"/>
                  </a:ext>
                </a:extLst>
              </p:cNvPr>
              <p:cNvSpPr txBox="1"/>
              <p:nvPr/>
            </p:nvSpPr>
            <p:spPr>
              <a:xfrm>
                <a:off x="1343291" y="5247684"/>
                <a:ext cx="4131533" cy="80169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−10</m:t>
                                </m:r>
                              </m:e>
                              <m:e>
                                <m:r>
                                  <a:rPr lang="en-US" sz="280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  <m:e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−9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077FA3B-BD31-4DBE-9AF0-A57F4C931B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3291" y="5247684"/>
                <a:ext cx="4131533" cy="80169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748606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5" grpId="0"/>
      <p:bldP spid="9" grpId="0"/>
      <p:bldP spid="10" grpId="0"/>
      <p:bldP spid="1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9C6571-A4FE-67B0-D2A3-0B772AF90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971AB8B-BF4B-FAD9-16A3-778A40D125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0" dirty="0">
                <a:latin typeface="+mj-lt"/>
              </a:rPr>
              <a:t>Multiplication of Matrix by a Scalar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7016F16C-0FDC-1F9D-B217-A547A5DC120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5"/>
                <a:ext cx="11929641" cy="1487870"/>
              </a:xfrm>
            </p:spPr>
            <p:txBody>
              <a:bodyPr/>
              <a:lstStyle/>
              <a:p>
                <a:r>
                  <a:rPr lang="en-US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ij</m:t>
                            </m:r>
                          </m:sub>
                        </m:sSub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m:rPr>
                        <m:nor/>
                      </m:rPr>
                      <a:rPr lang="en-US"/>
                      <m:t> </m:t>
                    </m:r>
                  </m:oMath>
                </a14:m>
                <a:r>
                  <a:rPr lang="en-US" dirty="0"/>
                  <a:t>be a matrix of order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m</m:t>
                    </m:r>
                    <m:r>
                      <a:rPr lang="en-US"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𝐤</m:t>
                    </m:r>
                  </m:oMath>
                </a14:m>
                <a:r>
                  <a:rPr lang="en-US" dirty="0"/>
                  <a:t> be any </a:t>
                </a:r>
                <a:r>
                  <a:rPr lang="en-US" b="1" dirty="0">
                    <a:solidFill>
                      <a:srgbClr val="FF0000"/>
                    </a:solidFill>
                  </a:rPr>
                  <a:t>non-zero real number</a:t>
                </a:r>
                <a:r>
                  <a:rPr lang="en-US" dirty="0"/>
                  <a:t>, then multiplication of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m:rPr>
                        <m:nor/>
                      </m:rPr>
                      <a:rPr lang="en-US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dirty="0"/>
                  <a:t>by a scalar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b="0" i="0" smtClean="0"/>
                      <m:t>k</m:t>
                    </m:r>
                    <m:r>
                      <m:rPr>
                        <m:nor/>
                      </m:rPr>
                      <a:rPr lang="en-US"/>
                      <m:t> </m:t>
                    </m:r>
                  </m:oMath>
                </a14:m>
                <a:r>
                  <a:rPr lang="en-US" dirty="0"/>
                  <a:t>is written as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/>
                      <m:t> </m:t>
                    </m:r>
                    <m:r>
                      <a:rPr lang="en-US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𝐤</m:t>
                    </m:r>
                    <m:r>
                      <a:rPr lang="en-US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  <m:r>
                      <m:rPr>
                        <m:nor/>
                      </m:rPr>
                      <a:rPr lang="en-US"/>
                      <m:t> </m:t>
                    </m:r>
                  </m:oMath>
                </a14:m>
                <a:r>
                  <a:rPr lang="en-US" dirty="0"/>
                  <a:t>or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/>
                      <m:t> </m:t>
                    </m:r>
                    <m:r>
                      <a:rPr lang="en-US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𝐤𝐀</m:t>
                    </m:r>
                    <m:r>
                      <m:rPr>
                        <m:nor/>
                      </m:rPr>
                      <a:rPr lang="en-US" b="1"/>
                      <m:t> </m:t>
                    </m:r>
                  </m:oMath>
                </a14:m>
                <a:r>
                  <a:rPr lang="en-US" dirty="0"/>
                  <a:t>&amp; defined as</a:t>
                </a:r>
                <a:endParaRPr lang="en-IN" dirty="0">
                  <a:latin typeface="Cambria Math" panose="02040503050406030204" pitchFamily="18" charset="0"/>
                </a:endParaRP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b="1">
                              <a:latin typeface="Cambria Math" panose="02040503050406030204" pitchFamily="18" charset="0"/>
                            </a:rPr>
                            <m:t>𝐤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⋅</m:t>
                          </m:r>
                          <m:sSub>
                            <m:sSubPr>
                              <m:ctrlPr>
                                <a:rPr lang="en-IN" b="1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>
                                  <a:latin typeface="Cambria Math" panose="02040503050406030204" pitchFamily="18" charset="0"/>
                                </a:rPr>
                                <m:t>𝐚</m:t>
                              </m:r>
                            </m:e>
                            <m:sub>
                              <m:r>
                                <a:rPr lang="en-US" b="1">
                                  <a:latin typeface="Cambria Math" panose="02040503050406030204" pitchFamily="18" charset="0"/>
                                </a:rPr>
                                <m:t>𝐢𝐣</m:t>
                              </m:r>
                            </m:sub>
                          </m:s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7016F16C-0FDC-1F9D-B217-A547A5DC120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5"/>
                <a:ext cx="11929641" cy="1487870"/>
              </a:xfrm>
              <a:blipFill>
                <a:blip r:embed="rId2"/>
                <a:stretch>
                  <a:fillRect l="-971" r="-1074" b="-25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7B857F5-A716-6B95-989B-4556058FF560}"/>
                  </a:ext>
                </a:extLst>
              </p:cNvPr>
              <p:cNvSpPr txBox="1"/>
              <p:nvPr/>
            </p:nvSpPr>
            <p:spPr>
              <a:xfrm>
                <a:off x="131180" y="2920939"/>
                <a:ext cx="11929640" cy="80169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5113" indent="-265113" algn="just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z="2800" b="1" smtClean="0">
                        <a:solidFill>
                          <a:srgbClr val="002060"/>
                        </a:solidFill>
                      </a:rPr>
                      <m:t>Example</m:t>
                    </m:r>
                    <m:r>
                      <m:rPr>
                        <m:nor/>
                      </m:rPr>
                      <a:rPr lang="en-US" sz="2800" b="1" smtClean="0">
                        <a:solidFill>
                          <a:srgbClr val="002060"/>
                        </a:solidFill>
                      </a:rPr>
                      <m:t>:</m:t>
                    </m:r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Let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brk m:alnAt="1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7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e>
                          </m:mr>
                        </m:m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i="0" dirty="0">
                    <a:solidFill>
                      <a:srgbClr val="002060"/>
                    </a:solidFill>
                    <a:latin typeface="+mj-lt"/>
                  </a:rPr>
                  <a:t> </a:t>
                </a:r>
                <a:r>
                  <a:rPr lang="en-US" sz="2800" dirty="0">
                    <a:solidFill>
                      <a:srgbClr val="002060"/>
                    </a:solidFill>
                  </a:rPr>
                  <a:t>and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k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=5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be any non-zero real number, then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7B857F5-A716-6B95-989B-4556058FF5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80" y="2920939"/>
                <a:ext cx="11929640" cy="80169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DA1486F-AF01-C164-B3FB-AB68CCCB1B4D}"/>
                  </a:ext>
                </a:extLst>
              </p:cNvPr>
              <p:cNvSpPr txBox="1"/>
              <p:nvPr/>
            </p:nvSpPr>
            <p:spPr>
              <a:xfrm>
                <a:off x="371019" y="4292257"/>
                <a:ext cx="1539000" cy="480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DA1486F-AF01-C164-B3FB-AB68CCCB1B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1019" y="4292257"/>
                <a:ext cx="1539000" cy="480131"/>
              </a:xfrm>
              <a:prstGeom prst="rect">
                <a:avLst/>
              </a:prstGeom>
              <a:blipFill>
                <a:blip r:embed="rId4"/>
                <a:stretch>
                  <a:fillRect l="-238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7C8BA64-DD85-AB78-3AC3-1606352462CC}"/>
                  </a:ext>
                </a:extLst>
              </p:cNvPr>
              <p:cNvSpPr txBox="1"/>
              <p:nvPr/>
            </p:nvSpPr>
            <p:spPr>
              <a:xfrm>
                <a:off x="1140519" y="4141061"/>
                <a:ext cx="3285968" cy="7825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brk m:alnAt="1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>
                                <m:r>
                                  <a:rPr lang="en-IN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e>
                            </m:mr>
                          </m: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7C8BA64-DD85-AB78-3AC3-1606352462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0519" y="4141061"/>
                <a:ext cx="3285968" cy="78252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3A0FEED-0554-D4CC-73A8-A82BD6314883}"/>
                  </a:ext>
                </a:extLst>
              </p:cNvPr>
              <p:cNvSpPr txBox="1"/>
              <p:nvPr/>
            </p:nvSpPr>
            <p:spPr>
              <a:xfrm>
                <a:off x="1140519" y="5212033"/>
                <a:ext cx="3207443" cy="7825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 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−15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−35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25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50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3A0FEED-0554-D4CC-73A8-A82BD63148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0519" y="5212033"/>
                <a:ext cx="3207443" cy="782522"/>
              </a:xfrm>
              <a:prstGeom prst="rect">
                <a:avLst/>
              </a:prstGeom>
              <a:blipFill>
                <a:blip r:embed="rId6"/>
                <a:stretch>
                  <a:fillRect r="-190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05439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5" grpId="0"/>
      <p:bldP spid="6" grpId="0"/>
      <p:bldP spid="7" grpId="0"/>
      <p:bldP spid="8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481F51-4F9D-7A64-0B9A-E3EAE7BF1C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A768DDF-0E31-A9E2-9675-A69889FD9229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dirty="0"/>
                        <m:t>Properties</m:t>
                      </m:r>
                      <m:r>
                        <m:rPr>
                          <m:nor/>
                        </m:rPr>
                        <a:rPr lang="en-US" dirty="0"/>
                        <m:t> </m:t>
                      </m:r>
                      <m:r>
                        <m:rPr>
                          <m:nor/>
                        </m:rPr>
                        <a:rPr lang="en-US" dirty="0"/>
                        <m:t>of</m:t>
                      </m:r>
                      <m:r>
                        <m:rPr>
                          <m:nor/>
                        </m:rPr>
                        <a:rPr lang="en-US" dirty="0"/>
                        <m:t> </m:t>
                      </m:r>
                      <m:r>
                        <m:rPr>
                          <m:nor/>
                        </m:rPr>
                        <a:rPr lang="en-US" dirty="0"/>
                        <m:t>Matrix</m:t>
                      </m:r>
                      <m:r>
                        <m:rPr>
                          <m:nor/>
                        </m:rPr>
                        <a:rPr lang="en-US" dirty="0"/>
                        <m:t> </m:t>
                      </m:r>
                      <m:r>
                        <m:rPr>
                          <m:nor/>
                        </m:rPr>
                        <a:rPr lang="en-US" dirty="0"/>
                        <m:t>Addition</m:t>
                      </m:r>
                      <m:r>
                        <m:rPr>
                          <m:nor/>
                        </m:rPr>
                        <a:rPr lang="en-US" dirty="0"/>
                        <m:t>, </m:t>
                      </m:r>
                      <m:r>
                        <m:rPr>
                          <m:nor/>
                        </m:rPr>
                        <a:rPr lang="en-US" dirty="0"/>
                        <m:t>Difference</m:t>
                      </m:r>
                      <m:r>
                        <m:rPr>
                          <m:nor/>
                        </m:rPr>
                        <a:rPr lang="en-US" dirty="0"/>
                        <m:t> &amp; </m:t>
                      </m:r>
                      <m:r>
                        <m:rPr>
                          <m:nor/>
                        </m:rPr>
                        <a:rPr lang="en-US" dirty="0"/>
                        <m:t>Scalar</m:t>
                      </m:r>
                      <m:r>
                        <m:rPr>
                          <m:nor/>
                        </m:rPr>
                        <a:rPr lang="en-US" dirty="0"/>
                        <m:t> </m:t>
                      </m:r>
                      <m:r>
                        <m:rPr>
                          <m:nor/>
                        </m:rPr>
                        <a:rPr lang="en-US" dirty="0"/>
                        <m:t>Multiplication</m:t>
                      </m:r>
                    </m:oMath>
                  </m:oMathPara>
                </a14:m>
                <a:br>
                  <a:rPr lang="en-IN" dirty="0"/>
                </a:b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A768DDF-0E31-A9E2-9675-A69889FD922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DB960B2A-D22A-0282-C00C-01BFFDCF7E0D}"/>
              </a:ext>
            </a:extLst>
          </p:cNvPr>
          <p:cNvSpPr txBox="1">
            <a:spLocks/>
          </p:cNvSpPr>
          <p:nvPr/>
        </p:nvSpPr>
        <p:spPr>
          <a:xfrm>
            <a:off x="277357" y="4567459"/>
            <a:ext cx="11914643" cy="56192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28BC560B-0D53-6E2E-5077-25CB4ABF496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2983" y="969228"/>
                <a:ext cx="11914639" cy="538904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i="0" dirty="0">
                    <a:latin typeface="+mj-lt"/>
                  </a:rPr>
                  <a:t>Let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mtClean="0"/>
                      <m:t> 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i="0" dirty="0">
                    <a:latin typeface="+mj-lt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  <m:r>
                      <m:rPr>
                        <m:nor/>
                      </m:rPr>
                      <a:rPr lang="en-US" smtClean="0"/>
                      <m:t> </m:t>
                    </m:r>
                  </m:oMath>
                </a14:m>
                <a:r>
                  <a:rPr lang="en-US" i="0" dirty="0">
                    <a:latin typeface="+mj-lt"/>
                  </a:rPr>
                  <a:t>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1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i="0" dirty="0">
                    <a:latin typeface="+mj-lt"/>
                  </a:rPr>
                  <a:t> be three matrices with same order &amp;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mtClean="0"/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nor/>
                      </m:rPr>
                      <a:rPr lang="en-US"/>
                      <m:t> </m:t>
                    </m:r>
                  </m:oMath>
                </a14:m>
                <a:r>
                  <a:rPr lang="en-US" i="0" dirty="0">
                    <a:latin typeface="+mj-lt"/>
                  </a:rPr>
                  <a:t>and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nor/>
                      </m:rPr>
                      <a:rPr lang="en-US"/>
                      <m:t> </m:t>
                    </m:r>
                  </m:oMath>
                </a14:m>
                <a:r>
                  <a:rPr lang="en-US" i="0" dirty="0">
                    <a:latin typeface="+mj-lt"/>
                  </a:rPr>
                  <a:t>are scalars, then</a:t>
                </a:r>
                <a:endParaRPr lang="en-IN" dirty="0"/>
              </a:p>
              <a:p>
                <a:pPr lvl="1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m:rPr>
                        <m:nor/>
                      </m:rPr>
                      <a:rPr lang="en-US"/>
                      <m:t>	</m:t>
                    </m:r>
                  </m:oMath>
                </a14:m>
                <a:r>
                  <a:rPr lang="en-IN" dirty="0"/>
                  <a:t> 			</a:t>
                </a:r>
                <a:r>
                  <a:rPr lang="en-IN" b="1" dirty="0">
                    <a:solidFill>
                      <a:srgbClr val="FF0000"/>
                    </a:solidFill>
                  </a:rPr>
                  <a:t>( Commutative Law )</a:t>
                </a:r>
              </a:p>
              <a:p>
                <a:pPr lvl="1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endParaRPr lang="en-IN" dirty="0"/>
              </a:p>
              <a:p>
                <a:pPr lvl="1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C</m:t>
                    </m:r>
                    <m:r>
                      <m:rPr>
                        <m:nor/>
                      </m:rPr>
                      <a:rPr lang="en-US"/>
                      <m:t>	</m:t>
                    </m:r>
                  </m:oMath>
                </a14:m>
                <a:r>
                  <a:rPr lang="en-IN" dirty="0"/>
                  <a:t> 	</a:t>
                </a:r>
                <a:r>
                  <a:rPr lang="en-IN" dirty="0">
                    <a:solidFill>
                      <a:srgbClr val="FF0000"/>
                    </a:solidFill>
                  </a:rPr>
                  <a:t> </a:t>
                </a:r>
                <a:r>
                  <a:rPr lang="en-IN" b="1" dirty="0">
                    <a:solidFill>
                      <a:srgbClr val="FF0000"/>
                    </a:solidFill>
                  </a:rPr>
                  <a:t>( Associative Law )</a:t>
                </a:r>
                <a:endParaRPr lang="en-IN" b="1" dirty="0"/>
              </a:p>
              <a:p>
                <a:pPr lvl="1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≠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endParaRPr lang="en-IN" dirty="0"/>
              </a:p>
              <a:p>
                <a:pPr lvl="1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O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O</m:t>
                    </m:r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 </a:t>
                </a:r>
                <a:r>
                  <a:rPr lang="en-IN" dirty="0">
                    <a:latin typeface="+mj-lt"/>
                  </a:rPr>
                  <a:t> 		</a:t>
                </a:r>
                <a:r>
                  <a:rPr lang="en-IN" b="1" dirty="0">
                    <a:solidFill>
                      <a:srgbClr val="FF0000"/>
                    </a:solidFill>
                    <a:latin typeface="+mj-lt"/>
                  </a:rPr>
                  <a:t>( Existence of Additive Identity )</a:t>
                </a:r>
                <a:endParaRPr lang="en-IN" b="1" dirty="0">
                  <a:solidFill>
                    <a:srgbClr val="FF0000"/>
                  </a:solidFill>
                </a:endParaRPr>
              </a:p>
              <a:p>
                <a:pPr lvl="1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−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−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O</m:t>
                    </m:r>
                  </m:oMath>
                </a14:m>
                <a:r>
                  <a:rPr lang="en-IN" dirty="0"/>
                  <a:t> 	</a:t>
                </a:r>
                <a:r>
                  <a:rPr lang="en-IN" b="1" dirty="0">
                    <a:solidFill>
                      <a:srgbClr val="FF0000"/>
                    </a:solidFill>
                  </a:rPr>
                  <a:t>( Existence of Additive Inverse )</a:t>
                </a:r>
              </a:p>
              <a:p>
                <a:pPr lvl="1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α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αA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αB</m:t>
                    </m:r>
                  </m:oMath>
                </a14:m>
                <a:r>
                  <a:rPr lang="en-IN" dirty="0"/>
                  <a:t>		</a:t>
                </a:r>
                <a:r>
                  <a:rPr lang="en-IN" b="1" dirty="0">
                    <a:solidFill>
                      <a:srgbClr val="FF0000"/>
                    </a:solidFill>
                  </a:rPr>
                  <a:t>( Distributive Law )</a:t>
                </a:r>
                <a:endParaRPr lang="en-IN" dirty="0"/>
              </a:p>
              <a:p>
                <a:pPr lvl="1">
                  <a:lnSpc>
                    <a:spcPct val="120000"/>
                  </a:lnSpc>
                </a:pPr>
                <a14:m>
                  <m:oMath xmlns:m="http://schemas.openxmlformats.org/officeDocument/2006/math"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d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αA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βA</m:t>
                    </m:r>
                  </m:oMath>
                </a14:m>
                <a:r>
                  <a:rPr lang="en-IN" b="1" dirty="0">
                    <a:solidFill>
                      <a:srgbClr val="FF0000"/>
                    </a:solidFill>
                  </a:rPr>
                  <a:t>		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28BC560B-0D53-6E2E-5077-25CB4ABF49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983" y="969228"/>
                <a:ext cx="11914639" cy="5389042"/>
              </a:xfrm>
              <a:prstGeom prst="rect">
                <a:avLst/>
              </a:prstGeom>
              <a:blipFill>
                <a:blip r:embed="rId3"/>
                <a:stretch>
                  <a:fillRect l="-972" t="-33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00C0CB7C-E35E-8E78-2EC1-1157E5336137}"/>
              </a:ext>
            </a:extLst>
          </p:cNvPr>
          <p:cNvSpPr txBox="1">
            <a:spLocks/>
          </p:cNvSpPr>
          <p:nvPr/>
        </p:nvSpPr>
        <p:spPr>
          <a:xfrm>
            <a:off x="122082" y="1946167"/>
            <a:ext cx="11914639" cy="52862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 3" panose="05040102010807070707" pitchFamily="18" charset="2"/>
              <a:buNone/>
            </a:pPr>
            <a:endParaRPr lang="en-IN" dirty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31189BA5-32AD-FC6E-80B2-E6BBB10878F7}"/>
              </a:ext>
            </a:extLst>
          </p:cNvPr>
          <p:cNvSpPr txBox="1">
            <a:spLocks/>
          </p:cNvSpPr>
          <p:nvPr/>
        </p:nvSpPr>
        <p:spPr>
          <a:xfrm>
            <a:off x="97061" y="2480705"/>
            <a:ext cx="11914639" cy="52862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 3" panose="05040102010807070707" pitchFamily="18" charset="2"/>
              <a:buNone/>
            </a:pPr>
            <a:endParaRPr lang="en-IN" dirty="0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E70CDB5-3F26-3FF1-D5B2-5FC6443295B7}"/>
              </a:ext>
            </a:extLst>
          </p:cNvPr>
          <p:cNvSpPr txBox="1">
            <a:spLocks/>
          </p:cNvSpPr>
          <p:nvPr/>
        </p:nvSpPr>
        <p:spPr>
          <a:xfrm>
            <a:off x="99336" y="2987947"/>
            <a:ext cx="11914639" cy="52862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IN" dirty="0"/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4805A7EC-7C02-107F-EB76-552A8F2678D3}"/>
              </a:ext>
            </a:extLst>
          </p:cNvPr>
          <p:cNvSpPr txBox="1">
            <a:spLocks/>
          </p:cNvSpPr>
          <p:nvPr/>
        </p:nvSpPr>
        <p:spPr>
          <a:xfrm>
            <a:off x="112984" y="3479267"/>
            <a:ext cx="11914639" cy="52862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 3" panose="05040102010807070707" pitchFamily="18" charset="2"/>
              <a:buNone/>
            </a:pPr>
            <a:endParaRPr lang="en-IN" dirty="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BA795D2B-1510-D421-ED1F-2D5B11BEA1B9}"/>
              </a:ext>
            </a:extLst>
          </p:cNvPr>
          <p:cNvSpPr txBox="1">
            <a:spLocks/>
          </p:cNvSpPr>
          <p:nvPr/>
        </p:nvSpPr>
        <p:spPr>
          <a:xfrm>
            <a:off x="140279" y="3937688"/>
            <a:ext cx="11914639" cy="70360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 3" panose="05040102010807070707" pitchFamily="18" charset="2"/>
              <a:buNone/>
            </a:pPr>
            <a:endParaRPr lang="en-IN" dirty="0"/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4354B927-609F-09ED-BB86-5E6AA86B99F5}"/>
              </a:ext>
            </a:extLst>
          </p:cNvPr>
          <p:cNvSpPr txBox="1">
            <a:spLocks/>
          </p:cNvSpPr>
          <p:nvPr/>
        </p:nvSpPr>
        <p:spPr>
          <a:xfrm>
            <a:off x="153926" y="4474638"/>
            <a:ext cx="11914639" cy="63963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 3" panose="05040102010807070707" pitchFamily="18" charset="2"/>
              <a:buNone/>
            </a:pPr>
            <a:endParaRPr lang="en-IN" dirty="0"/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71A97EEB-E56D-08CC-E431-2478F11DDB77}"/>
              </a:ext>
            </a:extLst>
          </p:cNvPr>
          <p:cNvSpPr txBox="1">
            <a:spLocks/>
          </p:cNvSpPr>
          <p:nvPr/>
        </p:nvSpPr>
        <p:spPr>
          <a:xfrm>
            <a:off x="140279" y="4980520"/>
            <a:ext cx="11914639" cy="52862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 3" panose="05040102010807070707" pitchFamily="18" charset="2"/>
              <a:buNone/>
            </a:pPr>
            <a:endParaRPr lang="en-IN" dirty="0"/>
          </a:p>
        </p:txBody>
      </p:sp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F64A8528-09F1-C009-E3A0-22AB963361FD}"/>
              </a:ext>
            </a:extLst>
          </p:cNvPr>
          <p:cNvSpPr txBox="1">
            <a:spLocks/>
          </p:cNvSpPr>
          <p:nvPr/>
        </p:nvSpPr>
        <p:spPr>
          <a:xfrm>
            <a:off x="142553" y="5452627"/>
            <a:ext cx="11914639" cy="52862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 3" panose="05040102010807070707" pitchFamily="18" charset="2"/>
              <a:buNone/>
            </a:pP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9734252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allAtOnce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AE222E-EB8F-382D-6451-AC4D0F2B1A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947F78D-5EF4-6F39-14AA-8FA67853D2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i="0" dirty="0">
                <a:latin typeface="+mj-lt"/>
              </a:rPr>
              <a:t>Multiplication of Matrices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71F3F957-8C38-F448-012B-9A65627AB4F4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11725" y="863445"/>
                <a:ext cx="11914639" cy="5526722"/>
              </a:xfrm>
            </p:spPr>
            <p:txBody>
              <a:bodyPr/>
              <a:lstStyle/>
              <a:p>
                <a:pPr lvl="0">
                  <a:lnSpc>
                    <a:spcPct val="120000"/>
                  </a:lnSpc>
                </a:pPr>
                <a:r>
                  <a:rPr lang="en-US" i="0" dirty="0">
                    <a:latin typeface="+mj-lt"/>
                  </a:rPr>
                  <a:t>Multiplication of two matrices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i="0" dirty="0"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i="0" dirty="0">
                    <a:latin typeface="+mj-lt"/>
                  </a:rPr>
                  <a:t> is denoted as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𝐀𝐁</m:t>
                    </m:r>
                  </m:oMath>
                </a14:m>
                <a:r>
                  <a:rPr lang="en-US" i="0" dirty="0">
                    <a:latin typeface="+mj-lt"/>
                  </a:rPr>
                  <a:t> and it is defined if</a:t>
                </a:r>
                <a:endParaRPr lang="en-IN" dirty="0"/>
              </a:p>
              <a:p>
                <a:pPr marL="0" lvl="0" indent="0" algn="ctr">
                  <a:lnSpc>
                    <a:spcPct val="120000"/>
                  </a:lnSpc>
                  <a:buNone/>
                </a:pPr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mtClean="0"/>
                      <m:t>N</m:t>
                    </m:r>
                    <m:r>
                      <m:rPr>
                        <m:nor/>
                      </m:rPr>
                      <a:rPr lang="en-US"/>
                      <m:t>o</m:t>
                    </m:r>
                    <m:r>
                      <m:rPr>
                        <m:nor/>
                      </m:rPr>
                      <a:rPr lang="en-US"/>
                      <m:t>. </m:t>
                    </m:r>
                    <m:r>
                      <m:rPr>
                        <m:nor/>
                      </m:rPr>
                      <a:rPr lang="en-US"/>
                      <m:t>of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 b="1">
                        <a:solidFill>
                          <a:srgbClr val="FF0000"/>
                        </a:solidFill>
                      </a:rPr>
                      <m:t>columns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 b="0" i="0" smtClean="0"/>
                      <m:t>in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b="1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nor/>
                      </m:rPr>
                      <a:rPr lang="en-US"/>
                      <m:t>No</m:t>
                    </m:r>
                    <m:r>
                      <m:rPr>
                        <m:nor/>
                      </m:rPr>
                      <a:rPr lang="en-US"/>
                      <m:t>. </m:t>
                    </m:r>
                    <m:r>
                      <m:rPr>
                        <m:nor/>
                      </m:rPr>
                      <a:rPr lang="en-US"/>
                      <m:t>of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 b="1">
                        <a:solidFill>
                          <a:srgbClr val="FF0000"/>
                        </a:solidFill>
                      </a:rPr>
                      <m:t>rows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 b="0" i="0" smtClean="0"/>
                      <m:t>in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B</m:t>
                    </m:r>
                  </m:oMath>
                </a14:m>
                <a:endParaRPr lang="en-IN" b="0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b="1"/>
                      <m:t>Example</m:t>
                    </m:r>
                    <m:r>
                      <m:rPr>
                        <m:nor/>
                      </m:rPr>
                      <a:rPr lang="en-US" b="1"/>
                      <m:t>:</m:t>
                    </m:r>
                    <m:r>
                      <m:rPr>
                        <m:nor/>
                      </m:rPr>
                      <a:rPr lang="en-IN" b="1"/>
                      <m:t> </m:t>
                    </m:r>
                    <m:r>
                      <m:rPr>
                        <m:nor/>
                      </m:rPr>
                      <a:rPr lang="en-US"/>
                      <m:t>Let</m:t>
                    </m:r>
                    <m:r>
                      <a:rPr lang="en-IN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IN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IN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6</m:t>
                                  </m:r>
                                </m:e>
                                <m:e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</m:e>
                                <m:e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</m:mr>
                            </m:m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  <m:sub>
                        <m:r>
                          <a:rPr lang="en-IN" b="1">
                            <a:solidFill>
                              <a:schemeClr val="tx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sub>
                    </m:sSub>
                  </m:oMath>
                </a14:m>
                <a:r>
                  <a:rPr lang="en-US" dirty="0"/>
                  <a:t>and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IN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</a:rPr>
                                    <m:t>8</m:t>
                                  </m:r>
                                </m:e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−7</m:t>
                                  </m:r>
                                </m:e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−5</m:t>
                                  </m:r>
                                </m:e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</m:mr>
                            </m:m>
                            <m:r>
                              <a:rPr lang="en-IN" i="1"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  <m:sub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b="1">
                            <a:solidFill>
                              <a:schemeClr val="tx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sub>
                    </m:sSub>
                  </m:oMath>
                </a14:m>
                <a:endParaRPr lang="en-IN" dirty="0"/>
              </a:p>
              <a:p>
                <a:pPr lvl="2"/>
                <a:r>
                  <a:rPr lang="en-US" dirty="0"/>
                  <a:t>Here, No. of </a:t>
                </a:r>
                <a:r>
                  <a:rPr lang="en-US" b="1" dirty="0">
                    <a:solidFill>
                      <a:srgbClr val="FF0000"/>
                    </a:solidFill>
                  </a:rPr>
                  <a:t>columns</a:t>
                </a:r>
                <a:r>
                  <a:rPr lang="en-US" dirty="0"/>
                  <a:t> in matrix A 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No. of </a:t>
                </a:r>
                <a:r>
                  <a:rPr lang="en-US" b="1" dirty="0">
                    <a:solidFill>
                      <a:srgbClr val="FF0000"/>
                    </a:solidFill>
                  </a:rPr>
                  <a:t>rows</a:t>
                </a:r>
                <a:r>
                  <a:rPr lang="en-US" dirty="0"/>
                  <a:t> in matrix B</a:t>
                </a:r>
                <a14:m>
                  <m:oMath xmlns:m="http://schemas.openxmlformats.org/officeDocument/2006/math">
                    <m:r>
                      <a:rPr lang="en-US" dirty="0">
                        <a:latin typeface="Cambria Math" panose="02040503050406030204" pitchFamily="18" charset="0"/>
                      </a:rPr>
                      <m:t> =</m:t>
                    </m:r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lang="en-US" dirty="0"/>
              </a:p>
              <a:p>
                <a:pPr lvl="2"/>
                <a:r>
                  <a:rPr lang="en-US" dirty="0"/>
                  <a:t>Therefore,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/>
                      <m:t> 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𝐀𝐁</m:t>
                    </m:r>
                    <m:r>
                      <m:rPr>
                        <m:nor/>
                      </m:rPr>
                      <a:rPr lang="en-US"/>
                      <m:t> </m:t>
                    </m:r>
                  </m:oMath>
                </a14:m>
                <a:r>
                  <a:rPr lang="en-US" dirty="0"/>
                  <a:t>is defined.</a:t>
                </a: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71F3F957-8C38-F448-012B-9A65627AB4F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11725" y="863445"/>
                <a:ext cx="11914639" cy="5526722"/>
              </a:xfrm>
              <a:blipFill>
                <a:blip r:embed="rId2"/>
                <a:stretch>
                  <a:fillRect l="-921" t="-33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FB45E00B-905F-12E1-7CF6-31ED8AF35749}"/>
              </a:ext>
            </a:extLst>
          </p:cNvPr>
          <p:cNvSpPr/>
          <p:nvPr/>
        </p:nvSpPr>
        <p:spPr>
          <a:xfrm>
            <a:off x="5906590" y="3278793"/>
            <a:ext cx="198173" cy="237489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16D37A1F-F3FB-10A8-E798-9E38A18785DD}"/>
              </a:ext>
            </a:extLst>
          </p:cNvPr>
          <p:cNvSpPr/>
          <p:nvPr/>
        </p:nvSpPr>
        <p:spPr>
          <a:xfrm>
            <a:off x="9620137" y="3456305"/>
            <a:ext cx="198173" cy="237489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1264358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 animBg="1"/>
      <p:bldP spid="5" grpId="1" animBg="1"/>
      <p:bldP spid="6" grpId="0" animBg="1"/>
      <p:bldP spid="6" grpId="1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4BC4E6-C290-45AA-D44E-6EFE2C94D1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AFBE1F-2557-2BBA-F482-2753A97A6E4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i="0" dirty="0">
                <a:latin typeface="+mj-lt"/>
              </a:rPr>
              <a:t>Multiplication of Matrices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196BD8E-09BF-142A-7EED-5F7DDDF0BA51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11725" y="863445"/>
                <a:ext cx="11914639" cy="5526722"/>
              </a:xfrm>
            </p:spPr>
            <p:txBody>
              <a:bodyPr/>
              <a:lstStyle/>
              <a:p>
                <a:pPr lvl="0">
                  <a:lnSpc>
                    <a:spcPct val="120000"/>
                  </a:lnSpc>
                </a:pPr>
                <a:r>
                  <a:rPr lang="en-US" i="0" dirty="0">
                    <a:latin typeface="+mj-lt"/>
                  </a:rPr>
                  <a:t>Multiplication of two matrices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b="0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i="0" dirty="0"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b="0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i="0" dirty="0">
                    <a:latin typeface="+mj-lt"/>
                  </a:rPr>
                  <a:t> is denoted as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IN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i="0" dirty="0">
                    <a:latin typeface="+mj-lt"/>
                  </a:rPr>
                  <a:t> and it is defined if</a:t>
                </a:r>
                <a:endParaRPr lang="en-IN" dirty="0"/>
              </a:p>
              <a:p>
                <a:pPr marL="0" lvl="0" indent="0" algn="ctr">
                  <a:lnSpc>
                    <a:spcPct val="120000"/>
                  </a:lnSpc>
                  <a:buNone/>
                </a:pPr>
                <a:r>
                  <a:rPr lang="en-US" dirty="0"/>
                  <a:t>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mtClean="0"/>
                      <m:t>N</m:t>
                    </m:r>
                    <m:r>
                      <m:rPr>
                        <m:nor/>
                      </m:rPr>
                      <a:rPr lang="en-US"/>
                      <m:t>o</m:t>
                    </m:r>
                    <m:r>
                      <m:rPr>
                        <m:nor/>
                      </m:rPr>
                      <a:rPr lang="en-US"/>
                      <m:t>. </m:t>
                    </m:r>
                    <m:r>
                      <m:rPr>
                        <m:nor/>
                      </m:rPr>
                      <a:rPr lang="en-US"/>
                      <m:t>of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 b="1">
                        <a:solidFill>
                          <a:srgbClr val="FF0000"/>
                        </a:solidFill>
                      </a:rPr>
                      <m:t>columns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of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IN" b="0" i="0" smtClean="0"/>
                      <m:t>B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b="1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nor/>
                      </m:rPr>
                      <a:rPr lang="en-US"/>
                      <m:t>No</m:t>
                    </m:r>
                    <m:r>
                      <m:rPr>
                        <m:nor/>
                      </m:rPr>
                      <a:rPr lang="en-US"/>
                      <m:t>. </m:t>
                    </m:r>
                    <m:r>
                      <m:rPr>
                        <m:nor/>
                      </m:rPr>
                      <a:rPr lang="en-US"/>
                      <m:t>of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 b="1">
                        <a:solidFill>
                          <a:srgbClr val="FF0000"/>
                        </a:solidFill>
                      </a:rPr>
                      <m:t>rows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US"/>
                      <m:t>of</m:t>
                    </m:r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nor/>
                      </m:rPr>
                      <a:rPr lang="en-IN" b="0" i="0" smtClean="0"/>
                      <m:t>A</m:t>
                    </m:r>
                  </m:oMath>
                </a14:m>
                <a:endParaRPr lang="en-IN" b="0" dirty="0"/>
              </a:p>
              <a:p>
                <a:pPr lvl="1"/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b="1"/>
                      <m:t>Example</m:t>
                    </m:r>
                    <m:r>
                      <m:rPr>
                        <m:nor/>
                      </m:rPr>
                      <a:rPr lang="en-US" b="1"/>
                      <m:t>:</m:t>
                    </m:r>
                    <m:r>
                      <m:rPr>
                        <m:nor/>
                      </m:rPr>
                      <a:rPr lang="en-IN" b="1"/>
                      <m:t> </m:t>
                    </m:r>
                    <m:r>
                      <m:rPr>
                        <m:nor/>
                      </m:rPr>
                      <a:rPr lang="en-US"/>
                      <m:t>Let</m:t>
                    </m:r>
                    <m:r>
                      <a:rPr lang="en-IN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IN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IN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6</m:t>
                                  </m:r>
                                </m:e>
                                <m:e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</m:e>
                                <m:e>
                                  <m:r>
                                    <a:rPr lang="en-IN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</m:mr>
                            </m:m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  <m:sub>
                        <m:r>
                          <a:rPr lang="en-IN" b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b="1">
                            <a:solidFill>
                              <a:schemeClr val="tx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sub>
                    </m:sSub>
                  </m:oMath>
                </a14:m>
                <a:r>
                  <a:rPr lang="en-US" dirty="0"/>
                  <a:t>and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/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IN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</a:rPr>
                                    <m:t>8</m:t>
                                  </m:r>
                                </m:e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−7</m:t>
                                  </m:r>
                                </m:e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−5</m:t>
                                  </m:r>
                                </m:e>
                                <m:e>
                                  <m:r>
                                    <a:rPr lang="en-IN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</m:mr>
                            </m:m>
                            <m:r>
                              <a:rPr lang="en-IN" i="1"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  <m:sub>
                        <m:r>
                          <a:rPr lang="en-IN" b="1">
                            <a:solidFill>
                              <a:schemeClr val="tx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sub>
                    </m:sSub>
                  </m:oMath>
                </a14:m>
                <a:endParaRPr lang="en-IN" dirty="0"/>
              </a:p>
              <a:p>
                <a:pPr lvl="2"/>
                <a:r>
                  <a:rPr lang="en-US" dirty="0"/>
                  <a:t>Here, No. of </a:t>
                </a:r>
                <a:r>
                  <a:rPr lang="en-US" b="1" dirty="0">
                    <a:solidFill>
                      <a:srgbClr val="FF0000"/>
                    </a:solidFill>
                  </a:rPr>
                  <a:t>columns</a:t>
                </a:r>
                <a:r>
                  <a:rPr lang="en-US" dirty="0"/>
                  <a:t> of matrix B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=3</m:t>
                    </m:r>
                  </m:oMath>
                </a14:m>
                <a:r>
                  <a:rPr lang="en-US" dirty="0"/>
                  <a:t> and No. of </a:t>
                </a:r>
                <a:r>
                  <a:rPr lang="en-US" b="1" dirty="0">
                    <a:solidFill>
                      <a:srgbClr val="FF0000"/>
                    </a:solidFill>
                  </a:rPr>
                  <a:t>rows</a:t>
                </a:r>
                <a:r>
                  <a:rPr lang="en-US" dirty="0"/>
                  <a:t> of matrix A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 =2</m:t>
                    </m:r>
                  </m:oMath>
                </a14:m>
                <a:r>
                  <a:rPr lang="en-US" dirty="0"/>
                  <a:t>.</a:t>
                </a:r>
              </a:p>
              <a:p>
                <a:pPr lvl="2"/>
                <a:r>
                  <a:rPr lang="en-US" dirty="0"/>
                  <a:t>Therefore,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/>
                      <m:t> 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IN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  <m:r>
                      <m:rPr>
                        <m:nor/>
                      </m:rPr>
                      <a:rPr lang="en-US"/>
                      <m:t> </m:t>
                    </m:r>
                  </m:oMath>
                </a14:m>
                <a:r>
                  <a:rPr lang="en-US" dirty="0"/>
                  <a:t>is not defined.</a:t>
                </a: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196BD8E-09BF-142A-7EED-5F7DDDF0BA5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11725" y="863445"/>
                <a:ext cx="11914639" cy="5526722"/>
              </a:xfrm>
              <a:blipFill>
                <a:blip r:embed="rId2"/>
                <a:stretch>
                  <a:fillRect l="-921" t="-33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35B8CD94-CFDA-92C8-62EA-AFB9FAF14678}"/>
              </a:ext>
            </a:extLst>
          </p:cNvPr>
          <p:cNvSpPr/>
          <p:nvPr/>
        </p:nvSpPr>
        <p:spPr>
          <a:xfrm>
            <a:off x="5565413" y="3278793"/>
            <a:ext cx="198173" cy="237489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88616CE4-F981-C4D1-FBBA-CCFB56942E5B}"/>
              </a:ext>
            </a:extLst>
          </p:cNvPr>
          <p:cNvSpPr/>
          <p:nvPr/>
        </p:nvSpPr>
        <p:spPr>
          <a:xfrm>
            <a:off x="9972900" y="3456305"/>
            <a:ext cx="198173" cy="237489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2930427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7" grpId="0" animBg="1"/>
      <p:bldP spid="7" grpId="1" animBg="1"/>
      <p:bldP spid="8" grpId="0" animBg="1"/>
      <p:bldP spid="8" grpId="1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E95485-69F7-9237-77A9-4B101D4547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86480B-CD47-CE4F-3CFB-3322E2E00A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i="0" dirty="0">
                <a:latin typeface="+mj-lt"/>
              </a:rPr>
              <a:t>Multiplication of Matrices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4ED0F25F-EFE6-F729-E06D-03E286AC9AE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11725" y="742258"/>
                <a:ext cx="11914639" cy="2565555"/>
              </a:xfrm>
            </p:spPr>
            <p:txBody>
              <a:bodyPr/>
              <a:lstStyle/>
              <a:p>
                <a:pPr lvl="0">
                  <a:lnSpc>
                    <a:spcPct val="120000"/>
                  </a:lnSpc>
                </a:pPr>
                <a:r>
                  <a:rPr lang="en-US" dirty="0"/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ik</m:t>
                            </m:r>
                          </m:sub>
                        </m:sSub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dirty="0"/>
                  <a:t>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m</m:t>
                    </m:r>
                    <m:r>
                      <a:rPr lang="en-US">
                        <a:latin typeface="Cambria Math" panose="02040503050406030204" pitchFamily="18" charset="0"/>
                      </a:rPr>
                      <m:t>×</m:t>
                    </m:r>
                    <m:r>
                      <a:rPr lang="en-US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𝐩</m:t>
                    </m:r>
                  </m:oMath>
                </a14:m>
                <a:r>
                  <a:rPr lang="en-US" dirty="0"/>
                  <a:t> matrix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kj</m:t>
                            </m:r>
                          </m:sub>
                        </m:sSub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dirty="0"/>
                  <a:t> be a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𝐩</m:t>
                    </m:r>
                    <m:r>
                      <a:rPr lang="en-US"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US" dirty="0"/>
                  <a:t> matrix. The resultant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AB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ij</m:t>
                            </m:r>
                          </m:sub>
                        </m:sSub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dirty="0"/>
                  <a:t> is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m</m:t>
                    </m:r>
                    <m:r>
                      <a:rPr lang="en-US"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US" dirty="0"/>
                  <a:t> matrix. </a:t>
                </a:r>
              </a:p>
              <a:p>
                <a:pPr lvl="0">
                  <a:lnSpc>
                    <a:spcPct val="120000"/>
                  </a:lnSpc>
                </a:pPr>
                <a:r>
                  <a:rPr lang="en-US" dirty="0"/>
                  <a:t>Here, </a:t>
                </a:r>
                <a14:m>
                  <m:oMath xmlns:m="http://schemas.openxmlformats.org/officeDocument/2006/math">
                    <m:r>
                      <a:rPr lang="en-US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𝐢</m:t>
                    </m:r>
                    <m:sSup>
                      <m:sSup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𝐣</m:t>
                        </m:r>
                      </m:e>
                      <m:sup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𝐭𝐡</m:t>
                        </m:r>
                      </m:sup>
                    </m:sSup>
                    <m:r>
                      <a:rPr lang="en-US" b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𝐞𝐧𝐭𝐫𝐲</m:t>
                    </m:r>
                  </m:oMath>
                </a14:m>
                <a:r>
                  <a:rPr lang="en-US" dirty="0"/>
                  <a:t> is obtained by multiplying the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b="1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b="1" i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e>
                      <m:sup>
                        <m:r>
                          <a:rPr lang="en-US" b="1" i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𝐭𝐡</m:t>
                        </m:r>
                      </m:sup>
                    </m:sSup>
                  </m:oMath>
                </a14:m>
                <a:r>
                  <a:rPr lang="en-US" b="1" dirty="0">
                    <a:solidFill>
                      <a:srgbClr val="00B050"/>
                    </a:solidFill>
                  </a:rPr>
                  <a:t> row of </a:t>
                </a:r>
                <a14:m>
                  <m:oMath xmlns:m="http://schemas.openxmlformats.org/officeDocument/2006/math">
                    <m:r>
                      <a:rPr lang="en-US" b="1" i="0">
                        <a:solidFill>
                          <a:srgbClr val="00B05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b="1" dirty="0">
                    <a:solidFill>
                      <a:srgbClr val="00B050"/>
                    </a:solidFill>
                  </a:rPr>
                  <a:t> </a:t>
                </a:r>
                <a:r>
                  <a:rPr lang="en-US" dirty="0"/>
                  <a:t>by the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𝐣</m:t>
                        </m:r>
                      </m:e>
                      <m:sup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𝐭𝐡</m:t>
                        </m:r>
                      </m:sup>
                    </m:sSup>
                  </m:oMath>
                </a14:m>
                <a:r>
                  <a:rPr lang="en-US" b="1" dirty="0">
                    <a:solidFill>
                      <a:srgbClr val="FF0000"/>
                    </a:solidFill>
                  </a:rPr>
                  <a:t> column of B</a:t>
                </a:r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4ED0F25F-EFE6-F729-E06D-03E286AC9AE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11725" y="742258"/>
                <a:ext cx="11914639" cy="2565555"/>
              </a:xfrm>
              <a:blipFill>
                <a:blip r:embed="rId2"/>
                <a:stretch>
                  <a:fillRect l="-921" r="-1023" b="-9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2">
                <a:extLst>
                  <a:ext uri="{FF2B5EF4-FFF2-40B4-BE49-F238E27FC236}">
                    <a16:creationId xmlns:a16="http://schemas.microsoft.com/office/drawing/2014/main" id="{8A835495-6F7A-197B-7A80-E8558DC4BFC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6080" y="3429000"/>
                <a:ext cx="10320869" cy="2047755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4"/>
                                  <m:mcJc m:val="center"/>
                                </m:mcPr>
                              </m:mc>
                            </m:mcs>
                            <m:ctrlPr>
                              <a:rPr lang="en-US" b="0" i="1" smtClean="0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  <m:brk m:alnAt="7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sSub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12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b="0" i="0" smtClean="0">
                                  <a:latin typeface="Cambria Math" panose="02040503050406030204" pitchFamily="18" charset="0"/>
                                </a:rPr>
                                <m:t>…</m:t>
                              </m:r>
                            </m:e>
                            <m:e>
                              <m:sSub>
                                <m:sSub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p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r>
                                <a:rPr lang="en-US" b="0" i="0" smtClean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  <m:e>
                              <m:r>
                                <a:rPr lang="en-US" b="0" i="0" smtClean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  <m:e>
                              <m:r>
                                <a:rPr lang="en-US" b="0" i="0" smtClean="0">
                                  <a:latin typeface="Cambria Math" panose="02040503050406030204" pitchFamily="18" charset="0"/>
                                </a:rPr>
                                <m:t>…</m:t>
                              </m:r>
                            </m:e>
                            <m:e>
                              <m:r>
                                <a:rPr lang="en-US" b="0" i="0" smtClean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b="1" i="1" smtClean="0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b="1" i="0" smtClean="0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  <m:t>𝐚</m:t>
                                  </m:r>
                                </m:e>
                                <m:sub>
                                  <m:r>
                                    <a:rPr lang="en-US" b="1" i="0" smtClean="0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  <m:t>𝐢𝟏</m:t>
                                  </m:r>
                                </m:sub>
                              </m:sSub>
                            </m:e>
                            <m:e>
                              <m:sSub>
                                <m:sSubPr>
                                  <m:ctrlPr>
                                    <a:rPr lang="en-US" b="1" i="1" smtClean="0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b="1" i="0" smtClean="0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  <m:t>𝐚</m:t>
                                  </m:r>
                                </m:e>
                                <m:sub>
                                  <m:r>
                                    <a:rPr lang="en-US" b="1" i="0" smtClean="0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  <m:t>𝐢𝟐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b="0" i="0" smtClean="0">
                                  <a:latin typeface="Cambria Math" panose="02040503050406030204" pitchFamily="18" charset="0"/>
                                </a:rPr>
                                <m:t>…</m:t>
                              </m:r>
                            </m:e>
                            <m:e>
                              <m:sSub>
                                <m:sSubPr>
                                  <m:ctrlPr>
                                    <a:rPr lang="en-US" b="1" i="1" smtClean="0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b="1" i="0" smtClean="0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  <m:t>𝐚</m:t>
                                  </m:r>
                                </m:e>
                                <m:sub>
                                  <m:r>
                                    <a:rPr lang="en-US" b="1" i="0" smtClean="0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  <m:t>𝐢𝐩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r>
                                <a:rPr lang="en-US" b="0" i="0" smtClean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  <m:e>
                              <m:r>
                                <a:rPr lang="en-US" b="0" i="0" smtClean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  <m:e>
                              <m:r>
                                <a:rPr lang="en-US" b="0" i="0" smtClean="0">
                                  <a:latin typeface="Cambria Math" panose="02040503050406030204" pitchFamily="18" charset="0"/>
                                </a:rPr>
                                <m:t>⋱</m:t>
                              </m:r>
                            </m:e>
                            <m:e>
                              <m:r>
                                <a:rPr lang="en-US" b="0" i="0" smtClean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m</m:t>
                                  </m:r>
                                  <m: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sSub>
                                <m:sSub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m</m:t>
                                  </m:r>
                                  <m: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b="0" i="0" smtClean="0">
                                  <a:latin typeface="Cambria Math" panose="02040503050406030204" pitchFamily="18" charset="0"/>
                                </a:rPr>
                                <m:t>…</m:t>
                              </m:r>
                            </m:e>
                            <m:e>
                              <m:sSub>
                                <m:sSub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mp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lang="en-US" dirty="0"/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5"/>
                                  <m:mcJc m:val="center"/>
                                </m:mcPr>
                              </m:mc>
                            </m:mcs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lang="en-US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en-US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i="0" smtClean="0">
                                  <a:latin typeface="Cambria Math" panose="02040503050406030204" pitchFamily="18" charset="0"/>
                                </a:rPr>
                                <m:t>…</m:t>
                              </m:r>
                            </m:e>
                            <m:e>
                              <m:sSub>
                                <m:sSubPr>
                                  <m:ctrlPr>
                                    <a:rPr lang="en-US" b="1" i="1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b="1" i="0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𝐛</m:t>
                                  </m:r>
                                </m:e>
                                <m:sub>
                                  <m:r>
                                    <a:rPr lang="en-US" b="1" i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𝟏</m:t>
                                  </m:r>
                                  <m:r>
                                    <a:rPr lang="en-US" b="1" i="0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𝐣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…</m:t>
                              </m:r>
                            </m:e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  <m:sub>
                                  <m:r>
                                    <a:rPr lang="en-US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  <m:sub>
                                  <m: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i="0" smtClean="0">
                                  <a:latin typeface="Cambria Math" panose="02040503050406030204" pitchFamily="18" charset="0"/>
                                </a:rPr>
                                <m:t>…</m:t>
                              </m:r>
                            </m:e>
                            <m:e>
                              <m:sSub>
                                <m:sSubPr>
                                  <m:ctrlPr>
                                    <a:rPr lang="en-US" b="1" i="1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b="1" i="0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𝐛</m:t>
                                  </m:r>
                                </m:e>
                                <m:sub>
                                  <m:r>
                                    <a:rPr lang="en-US" b="1" i="0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𝟐𝐣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…</m:t>
                              </m:r>
                            </m:e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  <m:sub>
                                  <m: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  <m:e>
                              <m:r>
                                <a:rPr lang="en-US" i="0" smtClean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⋱</m:t>
                              </m:r>
                            </m:e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p</m:t>
                                  </m:r>
                                  <m:r>
                                    <a:rPr lang="en-US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i="0" smtClean="0">
                                  <a:latin typeface="Cambria Math" panose="02040503050406030204" pitchFamily="18" charset="0"/>
                                </a:rPr>
                                <m:t>…</m:t>
                              </m:r>
                            </m:e>
                            <m:e>
                              <m:sSub>
                                <m:sSubPr>
                                  <m:ctrlPr>
                                    <a:rPr lang="en-US" b="1" i="1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b="1" i="0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𝐛</m:t>
                                  </m:r>
                                </m:e>
                                <m:sub>
                                  <m:r>
                                    <a:rPr lang="en-US" b="1" i="0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𝐩𝐣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…</m:t>
                              </m:r>
                            </m:e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pn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a:rPr lang="en-US" b="0" i="0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lang="en-US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en-US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…</m:t>
                              </m:r>
                            </m:e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i="0"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a:rPr lang="en-US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…</m:t>
                              </m:r>
                            </m:e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</m:mr>
                          <m:mr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  <m:e>
                              <m:sSub>
                                <m:sSubPr>
                                  <m:ctrlPr>
                                    <a:rPr lang="en-US" b="1" i="1" smtClean="0">
                                      <a:solidFill>
                                        <a:srgbClr val="00B0F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b="1" i="0" smtClean="0">
                                      <a:solidFill>
                                        <a:srgbClr val="00B0F0"/>
                                      </a:solidFill>
                                      <a:latin typeface="Cambria Math" panose="02040503050406030204" pitchFamily="18" charset="0"/>
                                    </a:rPr>
                                    <m:t>𝐜</m:t>
                                  </m:r>
                                </m:e>
                                <m:sub>
                                  <m:r>
                                    <a:rPr lang="en-US" b="1" i="0" smtClean="0">
                                      <a:solidFill>
                                        <a:srgbClr val="00B0F0"/>
                                      </a:solidFill>
                                      <a:latin typeface="Cambria Math" panose="02040503050406030204" pitchFamily="18" charset="0"/>
                                    </a:rPr>
                                    <m:t>𝐢𝐣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</m:mr>
                          <m:mr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⋱</m:t>
                              </m:r>
                            </m:e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c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i="0">
                                      <a:latin typeface="Cambria Math" panose="02040503050406030204" pitchFamily="18" charset="0"/>
                                    </a:rPr>
                                    <m:t>m</m:t>
                                  </m:r>
                                  <m:r>
                                    <a:rPr lang="en-US" i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…</m:t>
                              </m:r>
                            </m:e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i="0"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i="0">
                                      <a:latin typeface="Cambria Math" panose="02040503050406030204" pitchFamily="18" charset="0"/>
                                    </a:rPr>
                                    <m:t>m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2">
                <a:extLst>
                  <a:ext uri="{FF2B5EF4-FFF2-40B4-BE49-F238E27FC236}">
                    <a16:creationId xmlns:a16="http://schemas.microsoft.com/office/drawing/2014/main" id="{8A835495-6F7A-197B-7A80-E8558DC4BF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6080" y="3429000"/>
                <a:ext cx="10320869" cy="2047755"/>
              </a:xfrm>
              <a:prstGeom prst="rect">
                <a:avLst/>
              </a:prstGeom>
              <a:blipFill>
                <a:blip r:embed="rId3"/>
                <a:stretch>
                  <a:fillRect t="-328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CB1F6E7F-6FDE-45E6-054E-B991DA6A46FF}"/>
              </a:ext>
            </a:extLst>
          </p:cNvPr>
          <p:cNvSpPr txBox="1">
            <a:spLocks/>
          </p:cNvSpPr>
          <p:nvPr/>
        </p:nvSpPr>
        <p:spPr>
          <a:xfrm>
            <a:off x="-363972" y="6858000"/>
            <a:ext cx="11622673" cy="56192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 3" panose="05040102010807070707" pitchFamily="18" charset="2"/>
              <a:buNone/>
            </a:pP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0D01B75E-61D8-4CC5-9D16-0B3A77CDC1EA}"/>
                  </a:ext>
                </a:extLst>
              </p:cNvPr>
              <p:cNvSpPr txBox="1"/>
              <p:nvPr/>
            </p:nvSpPr>
            <p:spPr>
              <a:xfrm>
                <a:off x="386080" y="5708590"/>
                <a:ext cx="7524031" cy="56348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i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.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e</m:t>
                      </m:r>
                      <m:r>
                        <a:rPr kumimoji="0" lang="en-US" sz="2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. ,</m:t>
                      </m:r>
                      <m:sSub>
                        <m:sSubPr>
                          <m:ctrlPr>
                            <a:rPr kumimoji="0" lang="en-IN" sz="28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B0F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2800" b="1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B0F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𝐜</m:t>
                          </m:r>
                        </m:e>
                        <m:sub>
                          <m:r>
                            <a:rPr kumimoji="0" lang="en-US" sz="2800" b="1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B0F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𝐢𝐣</m:t>
                          </m:r>
                        </m:sub>
                      </m:sSub>
                      <m:r>
                        <a:rPr kumimoji="0" lang="en-US" sz="2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IN" sz="28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B05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2800" b="1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B05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𝐚</m:t>
                          </m:r>
                        </m:e>
                        <m:sub>
                          <m:r>
                            <a:rPr kumimoji="0" lang="en-US" sz="2800" b="1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B05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𝐢𝟏</m:t>
                          </m:r>
                        </m:sub>
                      </m:sSub>
                      <m:r>
                        <a:rPr kumimoji="0" lang="en-US" sz="2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⋅</m:t>
                      </m:r>
                      <m:sSub>
                        <m:sSubPr>
                          <m:ctrlPr>
                            <a:rPr kumimoji="0" lang="en-IN" sz="28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2800" b="1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𝐛</m:t>
                          </m:r>
                        </m:e>
                        <m:sub>
                          <m:r>
                            <a:rPr kumimoji="0" lang="en-US" sz="2800" b="1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𝟏𝐣</m:t>
                          </m:r>
                        </m:sub>
                      </m:sSub>
                      <m:r>
                        <a:rPr kumimoji="0" lang="en-US" sz="2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a:rPr kumimoji="0" lang="en-US" sz="2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 </m:t>
                      </m:r>
                      <m:sSub>
                        <m:sSubPr>
                          <m:ctrlPr>
                            <a:rPr kumimoji="0" lang="en-IN" sz="28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B05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2800" b="1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B05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𝐚</m:t>
                          </m:r>
                        </m:e>
                        <m:sub>
                          <m:r>
                            <a:rPr kumimoji="0" lang="en-US" sz="2800" b="1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B05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𝐢𝟐</m:t>
                          </m:r>
                        </m:sub>
                      </m:sSub>
                      <m:r>
                        <a:rPr kumimoji="0" lang="en-US" sz="2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⋅</m:t>
                      </m:r>
                      <m:sSub>
                        <m:sSubPr>
                          <m:ctrlPr>
                            <a:rPr kumimoji="0" lang="en-IN" sz="28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2800" b="1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𝐛</m:t>
                          </m:r>
                        </m:e>
                        <m:sub>
                          <m:r>
                            <a:rPr kumimoji="0" lang="en-US" sz="2800" b="1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𝟐𝐣</m:t>
                          </m:r>
                        </m:sub>
                      </m:sSub>
                      <m:r>
                        <a:rPr kumimoji="0" lang="en-US" sz="2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+…+ </m:t>
                      </m:r>
                      <m:sSub>
                        <m:sSubPr>
                          <m:ctrlPr>
                            <a:rPr kumimoji="0" lang="en-IN" sz="28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B05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2800" b="1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B05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𝐚</m:t>
                          </m:r>
                        </m:e>
                        <m:sub>
                          <m:r>
                            <a:rPr kumimoji="0" lang="en-US" sz="2800" b="1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B05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𝐢𝐩</m:t>
                          </m:r>
                        </m:sub>
                      </m:sSub>
                      <m:r>
                        <a:rPr kumimoji="0" lang="en-US" sz="2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⋅</m:t>
                      </m:r>
                      <m:sSub>
                        <m:sSubPr>
                          <m:ctrlPr>
                            <a:rPr kumimoji="0" lang="en-IN" sz="28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2800" b="1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𝐛</m:t>
                          </m:r>
                        </m:e>
                        <m:sub>
                          <m:r>
                            <a:rPr kumimoji="0" lang="en-US" sz="2800" b="1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𝐩𝐣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0D01B75E-61D8-4CC5-9D16-0B3A77CDC1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6080" y="5708590"/>
                <a:ext cx="7524031" cy="56348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234007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/>
      <p:bldP spid="8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267ED4-1C52-CBD2-A020-56580BEDB8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79CE0E5-6915-4FA1-0E53-2F49BAB221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Results on Matrix Multiplication</a:t>
            </a:r>
            <a:endParaRPr lang="en-IN" dirty="0"/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758A618A-313C-D251-E54F-0D2042BF53B7}"/>
              </a:ext>
            </a:extLst>
          </p:cNvPr>
          <p:cNvSpPr txBox="1">
            <a:spLocks/>
          </p:cNvSpPr>
          <p:nvPr/>
        </p:nvSpPr>
        <p:spPr>
          <a:xfrm>
            <a:off x="13993357" y="4510175"/>
            <a:ext cx="11914643" cy="56192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2800" kern="120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2DD87370-37B9-D3E0-5EBB-CB8B90F9829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2983" y="969228"/>
                <a:ext cx="11914639" cy="5389042"/>
              </a:xfrm>
              <a:prstGeom prst="rect">
                <a:avLst/>
              </a:prstGeom>
            </p:spPr>
            <p:txBody>
              <a:bodyPr vert="horz" lIns="91440" tIns="45720" rIns="91440" bIns="45720" rtlCol="0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2800" kern="120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i="0" dirty="0">
                    <a:latin typeface="+mj-lt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1" dirty="0" smtClean="0">
                        <a:latin typeface="Cambria Math" panose="02040503050406030204" pitchFamily="18" charset="0"/>
                      </a:rPr>
                      <m:t>A</m:t>
                    </m:r>
                    <m:r>
                      <m:rPr>
                        <m:nor/>
                      </m:rPr>
                      <a:rPr lang="en-US" smtClean="0"/>
                      <m:t>, </m:t>
                    </m:r>
                    <m:r>
                      <m:rPr>
                        <m:sty m:val="p"/>
                      </m:rPr>
                      <a:rPr lang="en-US" i="1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i="0" dirty="0"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1" dirty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en-US" i="0" dirty="0">
                    <a:latin typeface="+mj-lt"/>
                  </a:rPr>
                  <a:t> be three matrices with suitable order &amp;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k</m:t>
                    </m:r>
                  </m:oMath>
                </a14:m>
                <a:r>
                  <a:rPr lang="en-US" i="0" dirty="0">
                    <a:latin typeface="+mj-lt"/>
                  </a:rPr>
                  <a:t> be a scalar.</a:t>
                </a:r>
                <a:endParaRPr lang="en-IN" dirty="0"/>
              </a:p>
              <a:p>
                <a:pPr lvl="1">
                  <a:lnSpc>
                    <a:spcPct val="120000"/>
                  </a:lnSpc>
                </a:pPr>
                <a14:m>
                  <m:oMath xmlns:m="http://schemas.openxmlformats.org/officeDocument/2006/math"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b="0" i="0" smtClean="0">
                        <a:latin typeface="Cambria Math" panose="02040503050406030204" pitchFamily="18" charset="0"/>
                      </a:rPr>
                      <m:t>A</m:t>
                    </m:r>
                    <m:d>
                      <m:dPr>
                        <m:ctrlPr>
                          <a:rPr lang="en-IN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0" smtClean="0">
                            <a:latin typeface="Cambria Math" panose="02040503050406030204" pitchFamily="18" charset="0"/>
                          </a:rPr>
                          <m:t>BC</m:t>
                        </m:r>
                      </m:e>
                    </m:d>
                    <m:r>
                      <m:rPr>
                        <m:nor/>
                      </m:rPr>
                      <a:rPr lang="en-IN" b="0" i="0" smtClean="0"/>
                      <m:t> </m:t>
                    </m:r>
                  </m:oMath>
                </a14:m>
                <a:r>
                  <a:rPr lang="en-IN" dirty="0"/>
                  <a:t> 			</a:t>
                </a:r>
                <a:r>
                  <a:rPr lang="en-IN" b="1" dirty="0">
                    <a:solidFill>
                      <a:srgbClr val="FF0000"/>
                    </a:solidFill>
                  </a:rPr>
                  <a:t>( Associative Law )</a:t>
                </a:r>
              </a:p>
              <a:p>
                <a:pPr lvl="1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AB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AC</m:t>
                    </m:r>
                  </m:oMath>
                </a14:m>
                <a:r>
                  <a:rPr lang="en-IN" dirty="0">
                    <a:solidFill>
                      <a:srgbClr val="FF0000"/>
                    </a:solidFill>
                  </a:rPr>
                  <a:t>		</a:t>
                </a:r>
                <a:r>
                  <a:rPr lang="en-IN" b="1" dirty="0">
                    <a:solidFill>
                      <a:srgbClr val="FF0000"/>
                    </a:solidFill>
                  </a:rPr>
                  <a:t>( Left Distributive Law )</a:t>
                </a:r>
                <a:endParaRPr lang="en-IN" b="1" dirty="0"/>
              </a:p>
              <a:p>
                <a:pPr lvl="1">
                  <a:lnSpc>
                    <a:spcPct val="120000"/>
                  </a:lnSpc>
                </a:pPr>
                <a14:m>
                  <m:oMath xmlns:m="http://schemas.openxmlformats.org/officeDocument/2006/math"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C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BA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CA</m:t>
                    </m:r>
                  </m:oMath>
                </a14:m>
                <a:r>
                  <a:rPr lang="en-IN" dirty="0">
                    <a:solidFill>
                      <a:srgbClr val="FF0000"/>
                    </a:solidFill>
                  </a:rPr>
                  <a:t>		</a:t>
                </a:r>
                <a:r>
                  <a:rPr lang="en-IN" b="1" dirty="0">
                    <a:solidFill>
                      <a:srgbClr val="FF0000"/>
                    </a:solidFill>
                  </a:rPr>
                  <a:t>( Right Distributive Law )</a:t>
                </a:r>
                <a:endParaRPr lang="en-IN" b="1" dirty="0"/>
              </a:p>
              <a:p>
                <a:pPr lvl="1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IA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AI</m:t>
                    </m:r>
                    <m:r>
                      <a:rPr lang="en-US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>
                    <a:solidFill>
                      <a:srgbClr val="FF0000"/>
                    </a:solidFill>
                  </a:rPr>
                  <a:t>				</a:t>
                </a:r>
                <a:r>
                  <a:rPr lang="en-IN" b="1" dirty="0">
                    <a:solidFill>
                      <a:srgbClr val="FF0000"/>
                    </a:solidFill>
                  </a:rPr>
                  <a:t>( Existence of Multiplicative Identity )</a:t>
                </a:r>
                <a:endParaRPr lang="en-IN" b="1" dirty="0"/>
              </a:p>
              <a:p>
                <a:pPr lvl="1">
                  <a:lnSpc>
                    <a:spcPct val="120000"/>
                  </a:lnSpc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k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AB</m:t>
                        </m:r>
                        <m:r>
                          <a:rPr lang="en-US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k</m:t>
                        </m:r>
                        <m:r>
                          <m:rPr>
                            <m:sty m:val="p"/>
                          </m:rPr>
                          <a:rPr lang="en-US" b="0" i="0" smtClean="0"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b="0" i="0" smtClean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b="0" i="0" smtClean="0">
                        <a:latin typeface="Cambria Math" panose="02040503050406030204" pitchFamily="18" charset="0"/>
                      </a:rPr>
                      <m:t>( </m:t>
                    </m:r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</a:rPr>
                      <m:t>kB</m:t>
                    </m:r>
                    <m:r>
                      <a:rPr lang="en-US" b="0" i="0" smtClean="0">
                        <a:latin typeface="Cambria Math" panose="02040503050406030204" pitchFamily="18" charset="0"/>
                      </a:rPr>
                      <m:t> )</m:t>
                    </m:r>
                  </m:oMath>
                </a14:m>
                <a:r>
                  <a:rPr lang="en-IN" dirty="0">
                    <a:latin typeface="+mj-lt"/>
                  </a:rPr>
                  <a:t>		</a:t>
                </a:r>
                <a:endParaRPr lang="en-IN" dirty="0">
                  <a:solidFill>
                    <a:srgbClr val="FF0000"/>
                  </a:solidFill>
                </a:endParaRPr>
              </a:p>
              <a:p>
                <a:pPr marL="0" indent="0">
                  <a:lnSpc>
                    <a:spcPct val="120000"/>
                  </a:lnSpc>
                  <a:buFont typeface="Wingdings 3" panose="05040102010807070707" pitchFamily="18" charset="2"/>
                  <a:buNone/>
                </a:pPr>
                <a:endParaRPr lang="en-IN" dirty="0"/>
              </a:p>
            </p:txBody>
          </p:sp>
        </mc:Choice>
        <mc:Fallback xmlns="">
          <p:sp>
            <p:nvSpPr>
              <p:cNvPr id="8" name="Content Placeholder 2">
                <a:extLst>
                  <a:ext uri="{FF2B5EF4-FFF2-40B4-BE49-F238E27FC236}">
                    <a16:creationId xmlns:a16="http://schemas.microsoft.com/office/drawing/2014/main" id="{2DD87370-37B9-D3E0-5EBB-CB8B90F982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983" y="969228"/>
                <a:ext cx="11914639" cy="5389042"/>
              </a:xfrm>
              <a:prstGeom prst="rect">
                <a:avLst/>
              </a:prstGeom>
              <a:blipFill>
                <a:blip r:embed="rId2"/>
                <a:stretch>
                  <a:fillRect l="-972" t="-33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84105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8" grpId="0" uiExpand="1" build="allAtOnce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26AD85-3528-CDEB-2F0C-983EA7A99E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>
                <a:solidFill>
                  <a:srgbClr val="002060"/>
                </a:solidFill>
              </a:rPr>
              <a:t>Diagonal Elements of a Matrix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CC6D026-F1C4-A8CC-D258-A3BAA9263A9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 vert="horz" lIns="91440" tIns="45720" rIns="91440" bIns="45720" rtlCol="0">
                <a:no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dirty="0">
                    <a:latin typeface="+mj-lt"/>
                  </a:rPr>
                  <a:t>In a matrix of order </a:t>
                </a:r>
                <a14:m>
                  <m:oMath xmlns:m="http://schemas.openxmlformats.org/officeDocument/2006/math">
                    <m:r>
                      <a:rPr lang="en-IN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𝐧</m:t>
                    </m:r>
                    <m:r>
                      <a:rPr lang="en-IN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𝐧</m:t>
                    </m:r>
                  </m:oMath>
                </a14:m>
                <a:r>
                  <a:rPr lang="en-US" dirty="0">
                    <a:latin typeface="+mj-lt"/>
                  </a:rPr>
                  <a:t>, </a:t>
                </a:r>
              </a:p>
              <a:p>
                <a:pPr lvl="1" algn="l">
                  <a:lnSpc>
                    <a:spcPct val="120000"/>
                  </a:lnSpc>
                </a:pPr>
                <a:r>
                  <a:rPr lang="en-US" dirty="0"/>
                  <a:t>Principal Diagonal Elements:</a:t>
                </a:r>
                <a:r>
                  <a:rPr lang="en-US" b="1" dirty="0"/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</m:e>
                      <m:sub>
                        <m: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𝐢𝐣</m:t>
                        </m:r>
                      </m:sub>
                    </m:sSub>
                  </m:oMath>
                </a14:m>
                <a:r>
                  <a:rPr lang="en-US" dirty="0">
                    <a:solidFill>
                      <a:srgbClr val="FF0000"/>
                    </a:solidFill>
                  </a:rPr>
                  <a:t> </a:t>
                </a:r>
                <a:r>
                  <a:rPr lang="en-US" b="1" dirty="0">
                    <a:solidFill>
                      <a:srgbClr val="FF0000"/>
                    </a:solidFill>
                  </a:rPr>
                  <a:t>for </a:t>
                </a:r>
                <a14:m>
                  <m:oMath xmlns:m="http://schemas.openxmlformats.org/officeDocument/2006/math"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𝐢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𝐣</m:t>
                    </m:r>
                  </m:oMath>
                </a14:m>
                <a:endParaRPr lang="en-US" b="1" dirty="0">
                  <a:solidFill>
                    <a:srgbClr val="FF0000"/>
                  </a:solidFill>
                </a:endParaRPr>
              </a:p>
              <a:p>
                <a:pPr lvl="2" algn="l">
                  <a:lnSpc>
                    <a:spcPct val="120000"/>
                  </a:lnSpc>
                  <a:buClr>
                    <a:srgbClr val="B84742"/>
                  </a:buClr>
                </a:pPr>
                <a:r>
                  <a:rPr lang="en-IN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For example: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rPr>
                          <m:t>11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, 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rPr>
                          <m:t>22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, 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rPr>
                          <m:t>33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, …, 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rPr>
                          <m:t>nn</m:t>
                        </m:r>
                      </m:sub>
                    </m:sSub>
                  </m:oMath>
                </a14:m>
                <a:endParaRPr lang="en-US" b="1" dirty="0">
                  <a:solidFill>
                    <a:srgbClr val="FF0000"/>
                  </a:solidFill>
                </a:endParaRPr>
              </a:p>
              <a:p>
                <a:pPr lvl="1">
                  <a:lnSpc>
                    <a:spcPct val="120000"/>
                  </a:lnSpc>
                </a:pPr>
                <a:r>
                  <a:rPr lang="en-US" dirty="0"/>
                  <a:t>Principal diagonal elements are also known as </a:t>
                </a:r>
                <a:r>
                  <a:rPr lang="en-US" b="1" dirty="0">
                    <a:solidFill>
                      <a:srgbClr val="FF0000"/>
                    </a:solidFill>
                  </a:rPr>
                  <a:t>Diagonal Elements</a:t>
                </a:r>
                <a:r>
                  <a:rPr lang="en-US" dirty="0"/>
                  <a:t> or </a:t>
                </a:r>
                <a:r>
                  <a:rPr lang="en-US" b="1" dirty="0">
                    <a:solidFill>
                      <a:srgbClr val="FF0000"/>
                    </a:solidFill>
                  </a:rPr>
                  <a:t>Main Diagonal Elements</a:t>
                </a:r>
                <a:r>
                  <a:rPr lang="en-US" i="1" dirty="0">
                    <a:latin typeface="Cambria Math" panose="02040503050406030204" pitchFamily="18" charset="0"/>
                  </a:rPr>
                  <a:t>.</a:t>
                </a:r>
              </a:p>
              <a:p>
                <a:pPr>
                  <a:lnSpc>
                    <a:spcPct val="120000"/>
                  </a:lnSpc>
                </a:pPr>
                <a:endParaRPr lang="en-IN" dirty="0">
                  <a:latin typeface="+mj-lt"/>
                </a:endParaRP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CC6D026-F1C4-A8CC-D258-A3BAA9263A9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t="-327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4" name="Picture 3">
            <a:extLst>
              <a:ext uri="{FF2B5EF4-FFF2-40B4-BE49-F238E27FC236}">
                <a16:creationId xmlns:a16="http://schemas.microsoft.com/office/drawing/2014/main" id="{C2746E6D-2B6C-CD2A-3F39-92DAD4153DB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64" r="52292"/>
          <a:stretch>
            <a:fillRect/>
          </a:stretch>
        </p:blipFill>
        <p:spPr bwMode="auto">
          <a:xfrm>
            <a:off x="2912551" y="3744756"/>
            <a:ext cx="6366898" cy="3113243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3681803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6D6000-5F69-92E4-41B7-73B0A3FCE8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8A7516-176D-AF87-F9FC-43E35DDE64A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>
                <a:solidFill>
                  <a:srgbClr val="002060"/>
                </a:solidFill>
              </a:rPr>
              <a:t>Secondary Diagonal Elements of a Matrix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032A67A6-9262-5BCC-A8B9-5364A99C33D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 vert="horz" lIns="91440" tIns="45720" rIns="91440" bIns="45720" rtlCol="0">
                <a:no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dirty="0">
                    <a:latin typeface="+mj-lt"/>
                  </a:rPr>
                  <a:t>In a matrix of order </a:t>
                </a:r>
                <a14:m>
                  <m:oMath xmlns:m="http://schemas.openxmlformats.org/officeDocument/2006/math">
                    <m:r>
                      <a:rPr lang="en-IN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𝐧</m:t>
                    </m:r>
                    <m:r>
                      <a:rPr lang="en-IN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𝐧</m:t>
                    </m:r>
                  </m:oMath>
                </a14:m>
                <a:r>
                  <a:rPr lang="en-US" dirty="0">
                    <a:latin typeface="+mj-lt"/>
                  </a:rPr>
                  <a:t>, </a:t>
                </a:r>
              </a:p>
              <a:p>
                <a:pPr lvl="1" algn="l">
                  <a:lnSpc>
                    <a:spcPct val="120000"/>
                  </a:lnSpc>
                </a:pPr>
                <a:r>
                  <a:rPr lang="en-US" dirty="0"/>
                  <a:t>Secondary Diagonal Elements: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</m:e>
                      <m:sub>
                        <m: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𝐢𝐣</m:t>
                        </m:r>
                      </m:sub>
                    </m:sSub>
                  </m:oMath>
                </a14:m>
                <a:r>
                  <a:rPr lang="en-US" dirty="0">
                    <a:solidFill>
                      <a:srgbClr val="FF0000"/>
                    </a:solidFill>
                  </a:rPr>
                  <a:t> </a:t>
                </a:r>
                <a:r>
                  <a:rPr lang="en-US" b="1" dirty="0">
                    <a:solidFill>
                      <a:srgbClr val="FF0000"/>
                    </a:solidFill>
                  </a:rPr>
                  <a:t>for </a:t>
                </a:r>
                <a14:m>
                  <m:oMath xmlns:m="http://schemas.openxmlformats.org/officeDocument/2006/math"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𝐢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𝐣</m:t>
                    </m:r>
                    <m:r>
                      <a:rPr lang="en-IN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𝐧</m:t>
                    </m:r>
                    <m:r>
                      <a:rPr lang="en-IN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endParaRPr lang="en-US" b="1" dirty="0">
                  <a:solidFill>
                    <a:srgbClr val="FF0000"/>
                  </a:solidFill>
                </a:endParaRPr>
              </a:p>
              <a:p>
                <a:pPr lvl="2" algn="l">
                  <a:lnSpc>
                    <a:spcPct val="120000"/>
                  </a:lnSpc>
                  <a:buClr>
                    <a:srgbClr val="B84742"/>
                  </a:buClr>
                </a:pPr>
                <a:r>
                  <a:rPr lang="en-IN" dirty="0">
                    <a:ea typeface="Times New Roman" panose="02020603050405020304" pitchFamily="18" charset="0"/>
                    <a:cs typeface="Shruti" panose="020B0502040204020203" pitchFamily="34" charset="0"/>
                  </a:rPr>
                  <a:t>For example: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, 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</a:rPr>
                          <m:t>2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>
                                <a:latin typeface="Cambria Math" panose="02040503050406030204" pitchFamily="18" charset="0"/>
                              </a:rPr>
                              <m:t>n</m:t>
                            </m:r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−1</m:t>
                            </m:r>
                          </m:e>
                        </m:d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, 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</a:rPr>
                          <m:t>3</m:t>
                        </m:r>
                        <m:d>
                          <m:d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>
                                <a:latin typeface="Cambria Math" panose="02040503050406030204" pitchFamily="18" charset="0"/>
                              </a:rPr>
                              <m:t>n</m:t>
                            </m:r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−2</m:t>
                            </m:r>
                          </m:e>
                        </m:d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, …, 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n</m:t>
                        </m:r>
                        <m:r>
                          <a:rPr lang="en-IN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endParaRPr lang="en-US" b="1" dirty="0">
                  <a:solidFill>
                    <a:srgbClr val="FF0000"/>
                  </a:solidFill>
                </a:endParaRPr>
              </a:p>
              <a:p>
                <a:pPr lvl="1">
                  <a:lnSpc>
                    <a:spcPct val="120000"/>
                  </a:lnSpc>
                </a:pPr>
                <a:r>
                  <a:rPr lang="en-US" dirty="0"/>
                  <a:t>Secondary diagonal elements are also known as </a:t>
                </a:r>
                <a:r>
                  <a:rPr lang="en-US" b="1" dirty="0">
                    <a:solidFill>
                      <a:srgbClr val="FF0000"/>
                    </a:solidFill>
                  </a:rPr>
                  <a:t>Anti-Diagonal Elements</a:t>
                </a:r>
                <a:r>
                  <a:rPr lang="en-US" dirty="0"/>
                  <a:t>.</a:t>
                </a:r>
                <a:endParaRPr lang="en-US" i="1" dirty="0">
                  <a:latin typeface="Cambria Math" panose="02040503050406030204" pitchFamily="18" charset="0"/>
                </a:endParaRPr>
              </a:p>
              <a:p>
                <a:pPr>
                  <a:lnSpc>
                    <a:spcPct val="120000"/>
                  </a:lnSpc>
                </a:pPr>
                <a:endParaRPr lang="en-IN" dirty="0">
                  <a:latin typeface="+mj-lt"/>
                </a:endParaRP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032A67A6-9262-5BCC-A8B9-5364A99C33D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t="-32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4" name="Picture 3">
            <a:extLst>
              <a:ext uri="{FF2B5EF4-FFF2-40B4-BE49-F238E27FC236}">
                <a16:creationId xmlns:a16="http://schemas.microsoft.com/office/drawing/2014/main" id="{F5511F93-9C51-D2BF-3AA1-43190CB8BAC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142" r="1722"/>
          <a:stretch>
            <a:fillRect/>
          </a:stretch>
        </p:blipFill>
        <p:spPr bwMode="auto">
          <a:xfrm>
            <a:off x="2817779" y="3744756"/>
            <a:ext cx="6556442" cy="3113243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26021720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32C8BF-2EB2-F77E-62F4-CD43DD8815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Trace of a Matrix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17A395D8-0C6D-521F-C23F-1650C8C297C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6258" y="834857"/>
                <a:ext cx="12045742" cy="86383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:r>
                  <a:rPr lang="en-IN" sz="2800" dirty="0">
                    <a:solidFill>
                      <a:srgbClr val="002060"/>
                    </a:solidFill>
                  </a:rPr>
                  <a:t>In a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of order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 the </a:t>
                </a:r>
                <a:r>
                  <a:rPr lang="en-IN" sz="2800" b="1" dirty="0">
                    <a:solidFill>
                      <a:srgbClr val="FF0000"/>
                    </a:solidFill>
                  </a:rPr>
                  <a:t>sum</a:t>
                </a:r>
                <a:r>
                  <a:rPr lang="en-IN" sz="2800" dirty="0">
                    <a:solidFill>
                      <a:srgbClr val="002060"/>
                    </a:solidFill>
                  </a:rPr>
                  <a:t> of all principal diagonal elements is known as trace of a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17A395D8-0C6D-521F-C23F-1650C8C297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58" y="834857"/>
                <a:ext cx="12045742" cy="863831"/>
              </a:xfrm>
              <a:prstGeom prst="rect">
                <a:avLst/>
              </a:prstGeom>
              <a:blipFill>
                <a:blip r:embed="rId2"/>
                <a:stretch>
                  <a:fillRect l="-962" t="-14085" b="-32394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D4794578-01B3-3496-583C-4910689DA09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9906" y="3935376"/>
                <a:ext cx="8025995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Trace of a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denoted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Trace</m:t>
                    </m:r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𝐭𝐫</m:t>
                    </m:r>
                    <m:r>
                      <a:rPr lang="en-IN" sz="2800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  <m:r>
                      <a:rPr lang="en-IN" sz="2800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D4794578-01B3-3496-583C-4910689DA0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906" y="3935376"/>
                <a:ext cx="8025995" cy="522081"/>
              </a:xfrm>
              <a:prstGeom prst="rect">
                <a:avLst/>
              </a:prstGeom>
              <a:blipFill>
                <a:blip r:embed="rId4"/>
                <a:stretch>
                  <a:fillRect l="-1367" t="-16471" r="-304" b="-2823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BAB06E26-193C-7BF0-FF40-AA6F0F33942A}"/>
                  </a:ext>
                </a:extLst>
              </p:cNvPr>
              <p:cNvSpPr/>
              <p:nvPr/>
            </p:nvSpPr>
            <p:spPr>
              <a:xfrm>
                <a:off x="4269211" y="1709174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BAB06E26-193C-7BF0-FF40-AA6F0F3394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9211" y="1709174"/>
                <a:ext cx="673765" cy="63281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07A97305-EAE7-1308-07DB-AEDFE3422468}"/>
                  </a:ext>
                </a:extLst>
              </p:cNvPr>
              <p:cNvSpPr/>
              <p:nvPr/>
            </p:nvSpPr>
            <p:spPr>
              <a:xfrm>
                <a:off x="5263123" y="1709173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07A97305-EAE7-1308-07DB-AEDFE34224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63123" y="1709173"/>
                <a:ext cx="673765" cy="63281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AE4DD42D-8F34-2ACA-5F92-57872B1624C7}"/>
                  </a:ext>
                </a:extLst>
              </p:cNvPr>
              <p:cNvSpPr/>
              <p:nvPr/>
            </p:nvSpPr>
            <p:spPr>
              <a:xfrm>
                <a:off x="6257035" y="1709172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AE4DD42D-8F34-2ACA-5F92-57872B1624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57035" y="1709172"/>
                <a:ext cx="673765" cy="63281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101D5DA-D3FF-FABF-6D79-844A603C2AF1}"/>
                  </a:ext>
                </a:extLst>
              </p:cNvPr>
              <p:cNvSpPr/>
              <p:nvPr/>
            </p:nvSpPr>
            <p:spPr>
              <a:xfrm>
                <a:off x="4262245" y="2341984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101D5DA-D3FF-FABF-6D79-844A603C2A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2245" y="2341984"/>
                <a:ext cx="673765" cy="63281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F4FC27BD-B3DE-DAF4-871A-6DE987DF4816}"/>
                  </a:ext>
                </a:extLst>
              </p:cNvPr>
              <p:cNvSpPr/>
              <p:nvPr/>
            </p:nvSpPr>
            <p:spPr>
              <a:xfrm>
                <a:off x="5279858" y="2341984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F4FC27BD-B3DE-DAF4-871A-6DE987DF48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9858" y="2341984"/>
                <a:ext cx="673765" cy="63281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B6508272-C258-4001-E00E-915DD82ADAB3}"/>
                  </a:ext>
                </a:extLst>
              </p:cNvPr>
              <p:cNvSpPr/>
              <p:nvPr/>
            </p:nvSpPr>
            <p:spPr>
              <a:xfrm>
                <a:off x="6257034" y="2341984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B6508272-C258-4001-E00E-915DD82ADA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57034" y="2341984"/>
                <a:ext cx="673765" cy="63281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1027B6CC-9A30-B396-264B-BA451F1049D4}"/>
                  </a:ext>
                </a:extLst>
              </p:cNvPr>
              <p:cNvSpPr/>
              <p:nvPr/>
            </p:nvSpPr>
            <p:spPr>
              <a:xfrm>
                <a:off x="4261905" y="3005805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1027B6CC-9A30-B396-264B-BA451F1049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1905" y="3005805"/>
                <a:ext cx="673765" cy="63281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5193E164-49FB-20E5-F75D-30939DC0E2E0}"/>
                  </a:ext>
                </a:extLst>
              </p:cNvPr>
              <p:cNvSpPr/>
              <p:nvPr/>
            </p:nvSpPr>
            <p:spPr>
              <a:xfrm>
                <a:off x="5282321" y="3005804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5193E164-49FB-20E5-F75D-30939DC0E2E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82321" y="3005804"/>
                <a:ext cx="673765" cy="63281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17B6A69E-865D-F3A1-2EC4-80C69D2B130D}"/>
                  </a:ext>
                </a:extLst>
              </p:cNvPr>
              <p:cNvSpPr/>
              <p:nvPr/>
            </p:nvSpPr>
            <p:spPr>
              <a:xfrm>
                <a:off x="6302737" y="3005803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17B6A69E-865D-F3A1-2EC4-80C69D2B13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02737" y="3005803"/>
                <a:ext cx="673765" cy="63281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Double Bracket 15">
            <a:extLst>
              <a:ext uri="{FF2B5EF4-FFF2-40B4-BE49-F238E27FC236}">
                <a16:creationId xmlns:a16="http://schemas.microsoft.com/office/drawing/2014/main" id="{4AE6819F-B75A-CE59-EFA8-1F34399671B4}"/>
              </a:ext>
            </a:extLst>
          </p:cNvPr>
          <p:cNvSpPr/>
          <p:nvPr/>
        </p:nvSpPr>
        <p:spPr>
          <a:xfrm>
            <a:off x="4011153" y="1844806"/>
            <a:ext cx="3123111" cy="1783328"/>
          </a:xfrm>
          <a:prstGeom prst="bracketPair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7D3F7E6-8947-B596-C926-199BD916B277}"/>
              </a:ext>
            </a:extLst>
          </p:cNvPr>
          <p:cNvSpPr/>
          <p:nvPr/>
        </p:nvSpPr>
        <p:spPr>
          <a:xfrm rot="1915406">
            <a:off x="4136919" y="2525690"/>
            <a:ext cx="2934456" cy="46983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F4C60CC-EE24-DB9B-6779-950437A08724}"/>
                  </a:ext>
                </a:extLst>
              </p:cNvPr>
              <p:cNvSpPr/>
              <p:nvPr/>
            </p:nvSpPr>
            <p:spPr>
              <a:xfrm>
                <a:off x="4890192" y="2148610"/>
                <a:ext cx="415815" cy="55339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F4C60CC-EE24-DB9B-6779-950437A087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90192" y="2148610"/>
                <a:ext cx="415815" cy="55339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3B898F0C-7CF5-AF40-0607-FC49ABEAA73E}"/>
                  </a:ext>
                </a:extLst>
              </p:cNvPr>
              <p:cNvSpPr/>
              <p:nvPr/>
            </p:nvSpPr>
            <p:spPr>
              <a:xfrm>
                <a:off x="5886042" y="2748075"/>
                <a:ext cx="415815" cy="55339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3B898F0C-7CF5-AF40-0607-FC49ABEAA7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86042" y="2748075"/>
                <a:ext cx="415815" cy="55339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Content Placeholder 4">
            <a:extLst>
              <a:ext uri="{FF2B5EF4-FFF2-40B4-BE49-F238E27FC236}">
                <a16:creationId xmlns:a16="http://schemas.microsoft.com/office/drawing/2014/main" id="{AED9A8AA-E678-044F-EA23-E5C0C45427AE}"/>
              </a:ext>
            </a:extLst>
          </p:cNvPr>
          <p:cNvSpPr txBox="1">
            <a:spLocks/>
          </p:cNvSpPr>
          <p:nvPr/>
        </p:nvSpPr>
        <p:spPr>
          <a:xfrm>
            <a:off x="154852" y="4617973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B563EBD-BE29-1081-8B6F-8961EB224430}"/>
                  </a:ext>
                </a:extLst>
              </p:cNvPr>
              <p:cNvSpPr/>
              <p:nvPr/>
            </p:nvSpPr>
            <p:spPr>
              <a:xfrm>
                <a:off x="842743" y="5043915"/>
                <a:ext cx="2978630" cy="15057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𝟗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B563EBD-BE29-1081-8B6F-8961EB2244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2743" y="5043915"/>
                <a:ext cx="2978630" cy="1505751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67120439-FCD5-1422-E244-AA2139157050}"/>
                  </a:ext>
                </a:extLst>
              </p:cNvPr>
              <p:cNvSpPr/>
              <p:nvPr/>
            </p:nvSpPr>
            <p:spPr>
              <a:xfrm>
                <a:off x="3684556" y="5482566"/>
                <a:ext cx="3889951" cy="68935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14:m>
                  <m:oMath xmlns:m="http://schemas.openxmlformats.org/officeDocument/2006/math">
                    <m:r>
                      <a:rPr lang="en-IN" sz="280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tr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𝟗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+</m:t>
                    </m:r>
                    <m:d>
                      <m:dPr>
                        <m:ctrlPr>
                          <a:rPr lang="en-IN" sz="2800" b="1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𝟏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+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𝟐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67120439-FCD5-1422-E244-AA21391570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84556" y="5482566"/>
                <a:ext cx="3889951" cy="689354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6B9A2DE4-CFFD-4ECB-95AB-3AC583910FCD}"/>
                  </a:ext>
                </a:extLst>
              </p:cNvPr>
              <p:cNvSpPr/>
              <p:nvPr/>
            </p:nvSpPr>
            <p:spPr>
              <a:xfrm>
                <a:off x="7550040" y="5482566"/>
                <a:ext cx="983994" cy="68935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=10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6B9A2DE4-CFFD-4ECB-95AB-3AC583910F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50040" y="5482566"/>
                <a:ext cx="983994" cy="689354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7F2F4353-48B1-4E8A-B34A-542668F1810D}"/>
                  </a:ext>
                </a:extLst>
              </p:cNvPr>
              <p:cNvSpPr txBox="1"/>
              <p:nvPr/>
            </p:nvSpPr>
            <p:spPr>
              <a:xfrm>
                <a:off x="3158850" y="2491737"/>
                <a:ext cx="680379" cy="43088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smtClean="0"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7F2F4353-48B1-4E8A-B34A-542668F181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58850" y="2491737"/>
                <a:ext cx="680379" cy="430887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39963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/>
      <p:bldP spid="19" grpId="0"/>
      <p:bldP spid="20" grpId="0"/>
      <p:bldP spid="21" grpId="0"/>
      <p:bldP spid="22" grpId="0"/>
      <p:bldP spid="23" grpId="0"/>
      <p:bldP spid="26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716A616-A1B3-DA42-401C-529FE424C1E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Transpose of a Matrix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6F846D87-1333-85DA-D968-2CC8FBB6253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6258" y="711202"/>
                <a:ext cx="11920236" cy="135071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IN" sz="2800" dirty="0">
                    <a:solidFill>
                      <a:srgbClr val="002060"/>
                    </a:solidFill>
                  </a:rPr>
                  <a:t>If we </a:t>
                </a:r>
                <a:r>
                  <a:rPr lang="en-IN" sz="2800" b="1" dirty="0">
                    <a:solidFill>
                      <a:srgbClr val="FF0000"/>
                    </a:solidFill>
                  </a:rPr>
                  <a:t>interchange</a:t>
                </a:r>
                <a:r>
                  <a:rPr lang="en-IN" sz="2800" dirty="0">
                    <a:solidFill>
                      <a:srgbClr val="002060"/>
                    </a:solidFill>
                  </a:rPr>
                  <a:t> all the rows of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into columns or all the columns of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into rows, then the resultant matrix is known as transpose of a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 </a:t>
                </a: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6F846D87-1333-85DA-D968-2CC8FBB625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58" y="711202"/>
                <a:ext cx="11920236" cy="1350712"/>
              </a:xfrm>
              <a:prstGeom prst="rect">
                <a:avLst/>
              </a:prstGeom>
              <a:blipFill>
                <a:blip r:embed="rId2"/>
                <a:stretch>
                  <a:fillRect l="-972" r="-1023" b="-271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3509D8C2-E7D3-67DC-F1D7-36339FF344D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6258" y="2061914"/>
                <a:ext cx="7278124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Transpose of a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denoted by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IN" sz="2800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𝐓</m:t>
                        </m:r>
                      </m:sup>
                    </m:sSup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 </a:t>
                </a:r>
                <a:r>
                  <a:rPr lang="en-IN" sz="2800" dirty="0">
                    <a:solidFill>
                      <a:srgbClr val="002060"/>
                    </a:solidFill>
                  </a:rPr>
                  <a:t>or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IN" sz="2800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3509D8C2-E7D3-67DC-F1D7-36339FF344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58" y="2061914"/>
                <a:ext cx="7278124" cy="540000"/>
              </a:xfrm>
              <a:prstGeom prst="rect">
                <a:avLst/>
              </a:prstGeom>
              <a:blipFill>
                <a:blip r:embed="rId3"/>
                <a:stretch>
                  <a:fillRect l="-1591" t="-12360" b="-2696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Content Placeholder 4">
            <a:extLst>
              <a:ext uri="{FF2B5EF4-FFF2-40B4-BE49-F238E27FC236}">
                <a16:creationId xmlns:a16="http://schemas.microsoft.com/office/drawing/2014/main" id="{D4F50466-C722-A490-3267-E3EE70382297}"/>
              </a:ext>
            </a:extLst>
          </p:cNvPr>
          <p:cNvSpPr txBox="1">
            <a:spLocks/>
          </p:cNvSpPr>
          <p:nvPr/>
        </p:nvSpPr>
        <p:spPr>
          <a:xfrm>
            <a:off x="146258" y="4062439"/>
            <a:ext cx="2253521" cy="54000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F22B2010-88C8-6133-F41B-499FA91D6228}"/>
                  </a:ext>
                </a:extLst>
              </p:cNvPr>
              <p:cNvSpPr/>
              <p:nvPr/>
            </p:nvSpPr>
            <p:spPr>
              <a:xfrm>
                <a:off x="529952" y="4756275"/>
                <a:ext cx="3226074" cy="136566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2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  1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   3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   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GB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  5</m:t>
                                  </m:r>
                                </m:e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  <m:sub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F22B2010-88C8-6133-F41B-499FA91D62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952" y="4756275"/>
                <a:ext cx="3226074" cy="136566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8C32AA99-B43B-CCDC-A2BA-A09565F46B42}"/>
                  </a:ext>
                </a:extLst>
              </p:cNvPr>
              <p:cNvSpPr/>
              <p:nvPr/>
            </p:nvSpPr>
            <p:spPr>
              <a:xfrm>
                <a:off x="3756026" y="4700127"/>
                <a:ext cx="4221367" cy="142181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⇒</m:t>
                    </m:r>
                    <m:sSup>
                      <m:sSup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  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−2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  5</m:t>
                                  </m:r>
                                </m:e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  <m:sub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8C32AA99-B43B-CCDC-A2BA-A09565F46B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6026" y="4700127"/>
                <a:ext cx="4221367" cy="142181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68EAD5A1-2917-4659-9AE9-98FE2D03303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6259" y="2727676"/>
                <a:ext cx="7278124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2800" dirty="0">
                    <a:solidFill>
                      <a:srgbClr val="002060"/>
                    </a:solidFill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=[ </m:t>
                    </m:r>
                    <m:sSub>
                      <m:sSubPr>
                        <m:ctrlPr>
                          <a:rPr lang="en-US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ij</m:t>
                        </m:r>
                      </m:sub>
                    </m:sSub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]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, then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US" sz="2800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=[ </m:t>
                    </m:r>
                    <m:sSub>
                      <m:sSubPr>
                        <m:ctrlPr>
                          <a:rPr lang="en-US" sz="2800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ji</m:t>
                        </m:r>
                      </m:sub>
                    </m:sSub>
                    <m:r>
                      <a:rPr lang="en-US" sz="2800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]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68EAD5A1-2917-4659-9AE9-98FE2D0330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59" y="2727676"/>
                <a:ext cx="7278124" cy="540000"/>
              </a:xfrm>
              <a:prstGeom prst="rect">
                <a:avLst/>
              </a:prstGeom>
              <a:blipFill>
                <a:blip r:embed="rId6"/>
                <a:stretch>
                  <a:fillRect l="-1591" t="-14607" b="-24719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C19D0601-1DA8-7702-90A4-451036624D2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6257" y="3396677"/>
                <a:ext cx="9922775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2800" dirty="0">
                    <a:solidFill>
                      <a:srgbClr val="002060"/>
                    </a:solidFill>
                  </a:rPr>
                  <a:t>If order of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, then the order of matrix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is </a:t>
                </a:r>
                <a14:m>
                  <m:oMath xmlns:m="http://schemas.openxmlformats.org/officeDocument/2006/math">
                    <m:r>
                      <a:rPr lang="en-US" sz="280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𝐧</m:t>
                    </m:r>
                    <m:r>
                      <a:rPr lang="en-US" sz="280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US" sz="280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𝐦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C19D0601-1DA8-7702-90A4-451036624D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57" y="3396677"/>
                <a:ext cx="9922775" cy="540000"/>
              </a:xfrm>
              <a:prstGeom prst="rect">
                <a:avLst/>
              </a:prstGeom>
              <a:blipFill>
                <a:blip r:embed="rId7"/>
                <a:stretch>
                  <a:fillRect l="-1167" t="-12360" b="-2696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10013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23" grpId="0"/>
      <p:bldP spid="24" grpId="0"/>
      <p:bldP spid="25" grpId="0"/>
      <p:bldP spid="26" grpId="0"/>
      <p:bldP spid="14" grpId="0"/>
      <p:bldP spid="3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D45104-D168-C2BC-DC7B-316A0C8328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B8E95D-C855-E361-39EE-455463ACBF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Properties of Transpose of a Matrix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DD731026-B45C-52C8-49E9-E8074008426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6258" y="711202"/>
                <a:ext cx="11920236" cy="302259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20000"/>
                  </a:lnSpc>
                </a:pPr>
                <a14:m>
                  <m:oMath xmlns:m="http://schemas.openxmlformats.org/officeDocument/2006/math">
                    <m:sSup>
                      <m:sSup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±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±</m:t>
                    </m:r>
                    <m:sSup>
                      <m:sSup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  <a:p>
                <a:pPr algn="l">
                  <a:lnSpc>
                    <a:spcPct val="120000"/>
                  </a:lnSpc>
                </a:pPr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AB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  <a:p>
                <a:pPr algn="l">
                  <a:lnSpc>
                    <a:spcPct val="120000"/>
                  </a:lnSpc>
                </a:pPr>
                <a14:m>
                  <m:oMath xmlns:m="http://schemas.openxmlformats.org/officeDocument/2006/math">
                    <m:sSup>
                      <m:sSup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IN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  <a:p>
                <a:pPr algn="l">
                  <a:lnSpc>
                    <a:spcPct val="120000"/>
                  </a:lnSpc>
                </a:pPr>
                <a14:m>
                  <m:oMath xmlns:m="http://schemas.openxmlformats.org/officeDocument/2006/math">
                    <m:sSup>
                      <m:sSup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k</m:t>
                            </m:r>
                            <m:r>
                              <a:rPr lang="en-IN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∙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k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∙</m:t>
                    </m:r>
                    <m:sSup>
                      <m:sSup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 </m:t>
                    </m:r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k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sz="2800" i="0" dirty="0">
                    <a:solidFill>
                      <a:srgbClr val="002060"/>
                    </a:solidFill>
                    <a:latin typeface="+mj-lt"/>
                  </a:rPr>
                  <a:t>is </a:t>
                </a:r>
                <a:r>
                  <a:rPr lang="en-US" sz="2800" b="0" i="0" dirty="0">
                    <a:solidFill>
                      <a:srgbClr val="002060"/>
                    </a:solidFill>
                    <a:latin typeface="+mj-lt"/>
                  </a:rPr>
                  <a:t>a </a:t>
                </a:r>
                <a:r>
                  <a:rPr lang="en-US" sz="2800" i="0" dirty="0">
                    <a:solidFill>
                      <a:srgbClr val="002060"/>
                    </a:solidFill>
                    <a:latin typeface="+mj-lt"/>
                  </a:rPr>
                  <a:t>constant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DD731026-B45C-52C8-49E9-E807400842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58" y="711202"/>
                <a:ext cx="11920236" cy="3022598"/>
              </a:xfrm>
              <a:prstGeom prst="rect">
                <a:avLst/>
              </a:prstGeom>
              <a:blipFill>
                <a:blip r:embed="rId2"/>
                <a:stretch>
                  <a:fillRect l="-972" b="-202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92578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br>
              <a:rPr lang="en-US" dirty="0"/>
            </a:br>
            <a:r>
              <a:rPr lang="en-US" sz="4800" dirty="0"/>
              <a:t>Types of Matrices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N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88681814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14BA2F-94EB-C8D6-07EA-138C58F468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Types of Matrices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73D06392-07A4-F1E6-F8EA-629038ADF38F}"/>
              </a:ext>
            </a:extLst>
          </p:cNvPr>
          <p:cNvGrpSpPr/>
          <p:nvPr/>
        </p:nvGrpSpPr>
        <p:grpSpPr>
          <a:xfrm>
            <a:off x="252438" y="903009"/>
            <a:ext cx="4572000" cy="1024962"/>
            <a:chOff x="191069" y="804275"/>
            <a:chExt cx="4517409" cy="1170940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78F07B14-4541-EDD6-A522-EC157C1F3CCF}"/>
                </a:ext>
              </a:extLst>
            </p:cNvPr>
            <p:cNvGrpSpPr/>
            <p:nvPr/>
          </p:nvGrpSpPr>
          <p:grpSpPr>
            <a:xfrm>
              <a:off x="430815" y="844137"/>
              <a:ext cx="4277663" cy="1078360"/>
              <a:chOff x="1361439" y="621151"/>
              <a:chExt cx="2702560" cy="1361440"/>
            </a:xfrm>
            <a:solidFill>
              <a:schemeClr val="accent5">
                <a:lumMod val="20000"/>
                <a:lumOff val="80000"/>
              </a:schemeClr>
            </a:solidFill>
          </p:grpSpPr>
          <p:sp>
            <p:nvSpPr>
              <p:cNvPr id="8" name="Arrow: Pentagon 7">
                <a:extLst>
                  <a:ext uri="{FF2B5EF4-FFF2-40B4-BE49-F238E27FC236}">
                    <a16:creationId xmlns:a16="http://schemas.microsoft.com/office/drawing/2014/main" id="{C3BF1CB9-9ACB-003F-D086-10E45BC09D73}"/>
                  </a:ext>
                </a:extLst>
              </p:cNvPr>
              <p:cNvSpPr/>
              <p:nvPr/>
            </p:nvSpPr>
            <p:spPr>
              <a:xfrm rot="10800000">
                <a:off x="1361439" y="621151"/>
                <a:ext cx="2702560" cy="1361440"/>
              </a:xfrm>
              <a:prstGeom prst="homePlat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/>
              <a:lstStyle/>
              <a:p>
                <a:endParaRPr lang="en-IN"/>
              </a:p>
            </p:txBody>
          </p:sp>
          <p:sp>
            <p:nvSpPr>
              <p:cNvPr id="9" name="Arrow: Pentagon 4">
                <a:extLst>
                  <a:ext uri="{FF2B5EF4-FFF2-40B4-BE49-F238E27FC236}">
                    <a16:creationId xmlns:a16="http://schemas.microsoft.com/office/drawing/2014/main" id="{D94AB893-550B-AAFB-F45A-8B6D94E0EBD7}"/>
                  </a:ext>
                </a:extLst>
              </p:cNvPr>
              <p:cNvSpPr txBox="1"/>
              <p:nvPr/>
            </p:nvSpPr>
            <p:spPr>
              <a:xfrm>
                <a:off x="1676242" y="621151"/>
                <a:ext cx="2387757" cy="1361440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28575">
                <a:solidFill>
                  <a:schemeClr val="tx1"/>
                </a:solidFill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spcFirstLastPara="0" vert="horz" wrap="square" lIns="600357" tIns="186690" rIns="348488" bIns="186690" numCol="1" spcCol="1270" anchor="ctr" anchorCtr="0">
                <a:noAutofit/>
              </a:bodyPr>
              <a:lstStyle/>
              <a:p>
                <a:pPr marL="0" lvl="0" indent="0" algn="ctr" defTabSz="21780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r>
                  <a:rPr lang="en-IN" sz="3200" b="1" kern="1200" dirty="0">
                    <a:solidFill>
                      <a:srgbClr val="002060"/>
                    </a:solidFill>
                  </a:rPr>
                  <a:t>Row Matrix</a:t>
                </a:r>
              </a:p>
            </p:txBody>
          </p:sp>
        </p:grp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8596C331-1C9D-7463-E836-05256C8DA0D1}"/>
                </a:ext>
              </a:extLst>
            </p:cNvPr>
            <p:cNvSpPr/>
            <p:nvPr/>
          </p:nvSpPr>
          <p:spPr>
            <a:xfrm>
              <a:off x="191069" y="804275"/>
              <a:ext cx="1067104" cy="1170940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IN" sz="4000" dirty="0">
                  <a:solidFill>
                    <a:srgbClr val="002060"/>
                  </a:solidFill>
                </a:rPr>
                <a:t>1</a:t>
              </a:r>
            </a:p>
          </p:txBody>
        </p:sp>
      </p:grpSp>
      <p:sp>
        <p:nvSpPr>
          <p:cNvPr id="11" name="Content Placeholder 4">
            <a:extLst>
              <a:ext uri="{FF2B5EF4-FFF2-40B4-BE49-F238E27FC236}">
                <a16:creationId xmlns:a16="http://schemas.microsoft.com/office/drawing/2014/main" id="{AB79CA37-8BDA-462A-2674-02585CFD5C76}"/>
              </a:ext>
            </a:extLst>
          </p:cNvPr>
          <p:cNvSpPr txBox="1">
            <a:spLocks/>
          </p:cNvSpPr>
          <p:nvPr/>
        </p:nvSpPr>
        <p:spPr>
          <a:xfrm>
            <a:off x="255440" y="2126166"/>
            <a:ext cx="4591780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A matrix with only </a:t>
            </a:r>
            <a:r>
              <a:rPr lang="en-IN" sz="2800" b="1" dirty="0">
                <a:solidFill>
                  <a:srgbClr val="FF0000"/>
                </a:solidFill>
              </a:rPr>
              <a:t>one row</a:t>
            </a:r>
            <a:r>
              <a:rPr lang="en-IN" sz="2800" dirty="0">
                <a:solidFill>
                  <a:srgbClr val="002060"/>
                </a:solidFill>
              </a:rPr>
              <a:t> is</a:t>
            </a:r>
          </a:p>
        </p:txBody>
      </p:sp>
      <p:sp>
        <p:nvSpPr>
          <p:cNvPr id="12" name="Content Placeholder 4">
            <a:extLst>
              <a:ext uri="{FF2B5EF4-FFF2-40B4-BE49-F238E27FC236}">
                <a16:creationId xmlns:a16="http://schemas.microsoft.com/office/drawing/2014/main" id="{BBBF4FE3-0C20-E97C-EC00-7EFFFC8404E2}"/>
              </a:ext>
            </a:extLst>
          </p:cNvPr>
          <p:cNvSpPr txBox="1">
            <a:spLocks/>
          </p:cNvSpPr>
          <p:nvPr/>
        </p:nvSpPr>
        <p:spPr>
          <a:xfrm>
            <a:off x="255440" y="3245542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35A9850-F282-E8AE-5E58-985EEB0CC947}"/>
                  </a:ext>
                </a:extLst>
              </p:cNvPr>
              <p:cNvSpPr/>
              <p:nvPr/>
            </p:nvSpPr>
            <p:spPr>
              <a:xfrm>
                <a:off x="420064" y="3798342"/>
                <a:ext cx="3070748" cy="46308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−2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35A9850-F282-E8AE-5E58-985EEB0CC9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064" y="3798342"/>
                <a:ext cx="3070748" cy="46308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F0D193BC-E713-3966-7215-0647D9A2098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55440" y="5024606"/>
                <a:ext cx="4776716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Order of row matrix is </a:t>
                </a:r>
                <a14:m>
                  <m:oMath xmlns:m="http://schemas.openxmlformats.org/officeDocument/2006/math">
                    <m:r>
                      <a:rPr lang="en-IN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IN" sz="280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F0D193BC-E713-3966-7215-0647D9A209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440" y="5024606"/>
                <a:ext cx="4776716" cy="463079"/>
              </a:xfrm>
              <a:prstGeom prst="rect">
                <a:avLst/>
              </a:prstGeom>
              <a:blipFill>
                <a:blip r:embed="rId3"/>
                <a:stretch>
                  <a:fillRect l="-2427" t="-23684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Content Placeholder 4">
            <a:extLst>
              <a:ext uri="{FF2B5EF4-FFF2-40B4-BE49-F238E27FC236}">
                <a16:creationId xmlns:a16="http://schemas.microsoft.com/office/drawing/2014/main" id="{EF4C12C9-4E9D-8539-C935-16896737A27D}"/>
              </a:ext>
            </a:extLst>
          </p:cNvPr>
          <p:cNvSpPr txBox="1">
            <a:spLocks/>
          </p:cNvSpPr>
          <p:nvPr/>
        </p:nvSpPr>
        <p:spPr>
          <a:xfrm>
            <a:off x="539026" y="2657330"/>
            <a:ext cx="3565141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IN" sz="2800" dirty="0">
                <a:solidFill>
                  <a:srgbClr val="002060"/>
                </a:solidFill>
              </a:rPr>
              <a:t>known as a row matrix.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015FBA3C-3068-6A44-D891-019E12AC9A98}"/>
                  </a:ext>
                </a:extLst>
              </p:cNvPr>
              <p:cNvSpPr/>
              <p:nvPr/>
            </p:nvSpPr>
            <p:spPr>
              <a:xfrm>
                <a:off x="541001" y="4270505"/>
                <a:ext cx="4591779" cy="65869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is a row matrix of order 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×3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015FBA3C-3068-6A44-D891-019E12AC9A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1001" y="4270505"/>
                <a:ext cx="4591779" cy="658697"/>
              </a:xfrm>
              <a:prstGeom prst="rect">
                <a:avLst/>
              </a:prstGeom>
              <a:blipFill>
                <a:blip r:embed="rId4"/>
                <a:stretch>
                  <a:fillRect l="-2789" b="-1481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Content Placeholder 4">
            <a:extLst>
              <a:ext uri="{FF2B5EF4-FFF2-40B4-BE49-F238E27FC236}">
                <a16:creationId xmlns:a16="http://schemas.microsoft.com/office/drawing/2014/main" id="{7CF66483-59F3-BD00-A497-BF730F66ECC8}"/>
              </a:ext>
            </a:extLst>
          </p:cNvPr>
          <p:cNvSpPr txBox="1">
            <a:spLocks/>
          </p:cNvSpPr>
          <p:nvPr/>
        </p:nvSpPr>
        <p:spPr>
          <a:xfrm>
            <a:off x="6787307" y="2126166"/>
            <a:ext cx="5018006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A matrix with only </a:t>
            </a:r>
            <a:r>
              <a:rPr lang="en-IN" sz="2800" b="1" dirty="0">
                <a:solidFill>
                  <a:srgbClr val="FF0000"/>
                </a:solidFill>
              </a:rPr>
              <a:t>one column</a:t>
            </a:r>
            <a:r>
              <a:rPr lang="en-IN" sz="2800" dirty="0">
                <a:solidFill>
                  <a:srgbClr val="002060"/>
                </a:solidFill>
              </a:rPr>
              <a:t> is</a:t>
            </a:r>
          </a:p>
        </p:txBody>
      </p:sp>
      <p:sp>
        <p:nvSpPr>
          <p:cNvPr id="25" name="Content Placeholder 4">
            <a:extLst>
              <a:ext uri="{FF2B5EF4-FFF2-40B4-BE49-F238E27FC236}">
                <a16:creationId xmlns:a16="http://schemas.microsoft.com/office/drawing/2014/main" id="{9B163FF5-66F9-DCB8-9AF4-4748A1EB23EC}"/>
              </a:ext>
            </a:extLst>
          </p:cNvPr>
          <p:cNvSpPr txBox="1">
            <a:spLocks/>
          </p:cNvSpPr>
          <p:nvPr/>
        </p:nvSpPr>
        <p:spPr>
          <a:xfrm>
            <a:off x="6787307" y="3245542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0499244F-8B02-426B-BE9B-05BFF0A4F091}"/>
                  </a:ext>
                </a:extLst>
              </p:cNvPr>
              <p:cNvSpPr/>
              <p:nvPr/>
            </p:nvSpPr>
            <p:spPr>
              <a:xfrm>
                <a:off x="8292837" y="3539743"/>
                <a:ext cx="2014476" cy="18337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ad>
                                <m:radPr>
                                  <m:degHide m:val="on"/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radPr>
                                <m:deg/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5 </m:t>
                                  </m:r>
                                </m:e>
                              </m:rad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1.3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0499244F-8B02-426B-BE9B-05BFF0A4F09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92837" y="3539743"/>
                <a:ext cx="2014476" cy="183375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Content Placeholder 4">
                <a:extLst>
                  <a:ext uri="{FF2B5EF4-FFF2-40B4-BE49-F238E27FC236}">
                    <a16:creationId xmlns:a16="http://schemas.microsoft.com/office/drawing/2014/main" id="{3070A90D-9676-89F6-C094-F352DFB8CF6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787307" y="5986772"/>
                <a:ext cx="5168132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Order of column matrix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IN" sz="280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27" name="Content Placeholder 4">
                <a:extLst>
                  <a:ext uri="{FF2B5EF4-FFF2-40B4-BE49-F238E27FC236}">
                    <a16:creationId xmlns:a16="http://schemas.microsoft.com/office/drawing/2014/main" id="{3070A90D-9676-89F6-C094-F352DFB8CF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87307" y="5986772"/>
                <a:ext cx="5168132" cy="463079"/>
              </a:xfrm>
              <a:prstGeom prst="rect">
                <a:avLst/>
              </a:prstGeom>
              <a:blipFill>
                <a:blip r:embed="rId6"/>
                <a:stretch>
                  <a:fillRect l="-2123" t="-23684" r="-1061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Content Placeholder 4">
            <a:extLst>
              <a:ext uri="{FF2B5EF4-FFF2-40B4-BE49-F238E27FC236}">
                <a16:creationId xmlns:a16="http://schemas.microsoft.com/office/drawing/2014/main" id="{9F1D4355-C5C7-91C3-A671-65BC858C7A6A}"/>
              </a:ext>
            </a:extLst>
          </p:cNvPr>
          <p:cNvSpPr txBox="1">
            <a:spLocks/>
          </p:cNvSpPr>
          <p:nvPr/>
        </p:nvSpPr>
        <p:spPr>
          <a:xfrm>
            <a:off x="7070893" y="2657330"/>
            <a:ext cx="4203616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IN" sz="2800" dirty="0">
                <a:solidFill>
                  <a:srgbClr val="002060"/>
                </a:solidFill>
              </a:rPr>
              <a:t>known as a column matrix.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753FE5E3-8625-D951-030D-0632ED526811}"/>
                  </a:ext>
                </a:extLst>
              </p:cNvPr>
              <p:cNvSpPr/>
              <p:nvPr/>
            </p:nvSpPr>
            <p:spPr>
              <a:xfrm>
                <a:off x="7045572" y="5232671"/>
                <a:ext cx="5018006" cy="65869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is a column matrix of order 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×1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753FE5E3-8625-D951-030D-0632ED52681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45572" y="5232671"/>
                <a:ext cx="5018006" cy="658697"/>
              </a:xfrm>
              <a:prstGeom prst="rect">
                <a:avLst/>
              </a:prstGeom>
              <a:blipFill>
                <a:blip r:embed="rId7"/>
                <a:stretch>
                  <a:fillRect l="-2552" b="-1574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0" name="Group 29">
            <a:extLst>
              <a:ext uri="{FF2B5EF4-FFF2-40B4-BE49-F238E27FC236}">
                <a16:creationId xmlns:a16="http://schemas.microsoft.com/office/drawing/2014/main" id="{3E663DE6-74F7-44B6-8D3F-FC8744B618D6}"/>
              </a:ext>
            </a:extLst>
          </p:cNvPr>
          <p:cNvGrpSpPr/>
          <p:nvPr/>
        </p:nvGrpSpPr>
        <p:grpSpPr>
          <a:xfrm>
            <a:off x="6702509" y="891537"/>
            <a:ext cx="4572000" cy="1024962"/>
            <a:chOff x="191069" y="804275"/>
            <a:chExt cx="4517409" cy="1170940"/>
          </a:xfrm>
        </p:grpSpPr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F935B6F8-81D7-49ED-947B-C38BA069373F}"/>
                </a:ext>
              </a:extLst>
            </p:cNvPr>
            <p:cNvGrpSpPr/>
            <p:nvPr/>
          </p:nvGrpSpPr>
          <p:grpSpPr>
            <a:xfrm>
              <a:off x="430815" y="844137"/>
              <a:ext cx="4277663" cy="1078360"/>
              <a:chOff x="1361439" y="621151"/>
              <a:chExt cx="2702560" cy="1361440"/>
            </a:xfrm>
            <a:solidFill>
              <a:schemeClr val="accent5">
                <a:lumMod val="20000"/>
                <a:lumOff val="80000"/>
              </a:schemeClr>
            </a:solidFill>
          </p:grpSpPr>
          <p:sp>
            <p:nvSpPr>
              <p:cNvPr id="33" name="Arrow: Pentagon 32">
                <a:extLst>
                  <a:ext uri="{FF2B5EF4-FFF2-40B4-BE49-F238E27FC236}">
                    <a16:creationId xmlns:a16="http://schemas.microsoft.com/office/drawing/2014/main" id="{6BCC048B-B2CD-4D4F-BC9C-20C781661E9F}"/>
                  </a:ext>
                </a:extLst>
              </p:cNvPr>
              <p:cNvSpPr/>
              <p:nvPr/>
            </p:nvSpPr>
            <p:spPr>
              <a:xfrm rot="10800000">
                <a:off x="1361439" y="621151"/>
                <a:ext cx="2702560" cy="1361440"/>
              </a:xfrm>
              <a:prstGeom prst="homePlat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/>
              <a:lstStyle/>
              <a:p>
                <a:endParaRPr lang="en-IN"/>
              </a:p>
            </p:txBody>
          </p:sp>
          <p:sp>
            <p:nvSpPr>
              <p:cNvPr id="34" name="Arrow: Pentagon 4">
                <a:extLst>
                  <a:ext uri="{FF2B5EF4-FFF2-40B4-BE49-F238E27FC236}">
                    <a16:creationId xmlns:a16="http://schemas.microsoft.com/office/drawing/2014/main" id="{ADFE49AE-FAC8-4409-8B2E-F95D12D44836}"/>
                  </a:ext>
                </a:extLst>
              </p:cNvPr>
              <p:cNvSpPr txBox="1"/>
              <p:nvPr/>
            </p:nvSpPr>
            <p:spPr>
              <a:xfrm>
                <a:off x="1676242" y="621151"/>
                <a:ext cx="2387757" cy="1361440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28575">
                <a:solidFill>
                  <a:schemeClr val="tx1"/>
                </a:solidFill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spcFirstLastPara="0" vert="horz" wrap="square" lIns="600357" tIns="186690" rIns="348488" bIns="186690" numCol="1" spcCol="1270" anchor="ctr" anchorCtr="0">
                <a:noAutofit/>
              </a:bodyPr>
              <a:lstStyle/>
              <a:p>
                <a:pPr lvl="0" algn="ctr" defTabSz="21780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r>
                  <a:rPr lang="en-IN" sz="3200" b="1" dirty="0">
                    <a:solidFill>
                      <a:srgbClr val="002060"/>
                    </a:solidFill>
                  </a:rPr>
                  <a:t>Column Matrix</a:t>
                </a:r>
              </a:p>
            </p:txBody>
          </p:sp>
        </p:grp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6F2EF4A2-A9E8-47B6-86EE-1A664747ED27}"/>
                </a:ext>
              </a:extLst>
            </p:cNvPr>
            <p:cNvSpPr/>
            <p:nvPr/>
          </p:nvSpPr>
          <p:spPr>
            <a:xfrm>
              <a:off x="191069" y="804275"/>
              <a:ext cx="1067104" cy="1170940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002060"/>
                  </a:solidFill>
                </a:rPr>
                <a:t>2</a:t>
              </a:r>
              <a:endParaRPr lang="en-IN" sz="4000" dirty="0">
                <a:solidFill>
                  <a:srgbClr val="00206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112186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15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14BA2F-94EB-C8D6-07EA-138C58F468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952"/>
            <a:ext cx="12192000" cy="711200"/>
          </a:xfrm>
        </p:spPr>
        <p:txBody>
          <a:bodyPr/>
          <a:lstStyle/>
          <a:p>
            <a:r>
              <a:rPr lang="en-IN" dirty="0"/>
              <a:t>Types of Matrices</a:t>
            </a:r>
          </a:p>
        </p:txBody>
      </p:sp>
      <p:sp>
        <p:nvSpPr>
          <p:cNvPr id="11" name="Content Placeholder 4">
            <a:extLst>
              <a:ext uri="{FF2B5EF4-FFF2-40B4-BE49-F238E27FC236}">
                <a16:creationId xmlns:a16="http://schemas.microsoft.com/office/drawing/2014/main" id="{AB79CA37-8BDA-462A-2674-02585CFD5C76}"/>
              </a:ext>
            </a:extLst>
          </p:cNvPr>
          <p:cNvSpPr txBox="1">
            <a:spLocks/>
          </p:cNvSpPr>
          <p:nvPr/>
        </p:nvSpPr>
        <p:spPr>
          <a:xfrm>
            <a:off x="255439" y="2136326"/>
            <a:ext cx="11557333" cy="100353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A matrix is known as a square matrix, if the number of </a:t>
            </a:r>
            <a:r>
              <a:rPr lang="en-IN" sz="2800" b="1" dirty="0">
                <a:solidFill>
                  <a:srgbClr val="FF0000"/>
                </a:solidFill>
              </a:rPr>
              <a:t>rows</a:t>
            </a:r>
            <a:r>
              <a:rPr lang="en-IN" sz="2800" dirty="0">
                <a:solidFill>
                  <a:srgbClr val="002060"/>
                </a:solidFill>
              </a:rPr>
              <a:t> and </a:t>
            </a:r>
            <a:r>
              <a:rPr lang="en-IN" sz="2800" b="1" dirty="0">
                <a:solidFill>
                  <a:srgbClr val="FF0000"/>
                </a:solidFill>
              </a:rPr>
              <a:t>columns</a:t>
            </a:r>
            <a:r>
              <a:rPr lang="en-IN" sz="2800" dirty="0">
                <a:solidFill>
                  <a:srgbClr val="002060"/>
                </a:solidFill>
              </a:rPr>
              <a:t> are </a:t>
            </a:r>
            <a:r>
              <a:rPr lang="en-IN" sz="2800" b="1" dirty="0">
                <a:solidFill>
                  <a:srgbClr val="FF0000"/>
                </a:solidFill>
              </a:rPr>
              <a:t>equal</a:t>
            </a:r>
            <a:r>
              <a:rPr lang="en-IN" sz="2800" dirty="0">
                <a:solidFill>
                  <a:srgbClr val="002060"/>
                </a:solidFill>
              </a:rPr>
              <a:t>.</a:t>
            </a:r>
          </a:p>
        </p:txBody>
      </p:sp>
      <p:sp>
        <p:nvSpPr>
          <p:cNvPr id="12" name="Content Placeholder 4">
            <a:extLst>
              <a:ext uri="{FF2B5EF4-FFF2-40B4-BE49-F238E27FC236}">
                <a16:creationId xmlns:a16="http://schemas.microsoft.com/office/drawing/2014/main" id="{BBBF4FE3-0C20-E97C-EC00-7EFFFC8404E2}"/>
              </a:ext>
            </a:extLst>
          </p:cNvPr>
          <p:cNvSpPr txBox="1">
            <a:spLocks/>
          </p:cNvSpPr>
          <p:nvPr/>
        </p:nvSpPr>
        <p:spPr>
          <a:xfrm>
            <a:off x="255439" y="3125805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F0D193BC-E713-3966-7215-0647D9A2098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55439" y="4749837"/>
                <a:ext cx="11706189" cy="54517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Square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of order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/>
                      </a:rPr>
                      <m:t>n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 denoted by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US" sz="2800" b="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F0D193BC-E713-3966-7215-0647D9A209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439" y="4749837"/>
                <a:ext cx="11706189" cy="545177"/>
              </a:xfrm>
              <a:prstGeom prst="rect">
                <a:avLst/>
              </a:prstGeom>
              <a:blipFill>
                <a:blip r:embed="rId2"/>
                <a:stretch>
                  <a:fillRect l="-990" t="-13333" b="-24444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" name="Group 4">
            <a:extLst>
              <a:ext uri="{FF2B5EF4-FFF2-40B4-BE49-F238E27FC236}">
                <a16:creationId xmlns:a16="http://schemas.microsoft.com/office/drawing/2014/main" id="{9F650D83-019C-06B0-DAD8-1F1FB361BA56}"/>
              </a:ext>
            </a:extLst>
          </p:cNvPr>
          <p:cNvGrpSpPr/>
          <p:nvPr/>
        </p:nvGrpSpPr>
        <p:grpSpPr>
          <a:xfrm>
            <a:off x="420064" y="3665925"/>
            <a:ext cx="6949728" cy="1006871"/>
            <a:chOff x="420064" y="3261885"/>
            <a:chExt cx="6949728" cy="1006871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435A9850-F282-E8AE-5E58-985EEB0CC947}"/>
                    </a:ext>
                  </a:extLst>
                </p:cNvPr>
                <p:cNvSpPr/>
                <p:nvPr/>
              </p:nvSpPr>
              <p:spPr>
                <a:xfrm>
                  <a:off x="420064" y="3261885"/>
                  <a:ext cx="2263948" cy="100687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</a:t>
                  </a:r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435A9850-F282-E8AE-5E58-985EEB0CC94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0064" y="3261885"/>
                  <a:ext cx="2263948" cy="1006871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015FBA3C-3068-6A44-D891-019E12AC9A98}"/>
                    </a:ext>
                  </a:extLst>
                </p:cNvPr>
                <p:cNvSpPr/>
                <p:nvPr/>
              </p:nvSpPr>
              <p:spPr>
                <a:xfrm>
                  <a:off x="2453532" y="3435971"/>
                  <a:ext cx="4916260" cy="658697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r>
                    <a:rPr lang="en-IN" sz="2800" dirty="0">
                      <a:solidFill>
                        <a:srgbClr val="002060"/>
                      </a:solidFill>
                    </a:rPr>
                    <a:t>is a square matrix of order </a:t>
                  </a:r>
                  <a14:m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×2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</m:oMath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015FBA3C-3068-6A44-D891-019E12AC9A9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53532" y="3435971"/>
                  <a:ext cx="4916260" cy="658697"/>
                </a:xfrm>
                <a:prstGeom prst="rect">
                  <a:avLst/>
                </a:prstGeom>
                <a:blipFill>
                  <a:blip r:embed="rId5"/>
                  <a:stretch>
                    <a:fillRect l="-2478" b="-14815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E9F5B424-563E-EA1E-CDF2-D171F2943995}"/>
              </a:ext>
            </a:extLst>
          </p:cNvPr>
          <p:cNvGrpSpPr/>
          <p:nvPr/>
        </p:nvGrpSpPr>
        <p:grpSpPr>
          <a:xfrm>
            <a:off x="255439" y="912336"/>
            <a:ext cx="4097486" cy="1026000"/>
            <a:chOff x="99705" y="795092"/>
            <a:chExt cx="4048561" cy="1172125"/>
          </a:xfrm>
        </p:grpSpPr>
        <p:sp>
          <p:nvSpPr>
            <p:cNvPr id="20" name="Arrow: Pentagon 4">
              <a:extLst>
                <a:ext uri="{FF2B5EF4-FFF2-40B4-BE49-F238E27FC236}">
                  <a16:creationId xmlns:a16="http://schemas.microsoft.com/office/drawing/2014/main" id="{42601DCC-B77F-B99B-CBC2-B3720723CEC9}"/>
                </a:ext>
              </a:extLst>
            </p:cNvPr>
            <p:cNvSpPr txBox="1"/>
            <p:nvPr/>
          </p:nvSpPr>
          <p:spPr>
            <a:xfrm>
              <a:off x="807816" y="844138"/>
              <a:ext cx="3340450" cy="1078360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600357" tIns="186690" rIns="348488" bIns="186690" numCol="1" spcCol="1270" anchor="ctr" anchorCtr="0">
              <a:noAutofit/>
            </a:bodyPr>
            <a:lstStyle/>
            <a:p>
              <a:pPr marL="0" lvl="0" indent="0" algn="ctr" defTabSz="21780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3400" b="1" kern="1200" dirty="0">
                  <a:solidFill>
                    <a:srgbClr val="002060"/>
                  </a:solidFill>
                </a:rPr>
                <a:t>Square</a:t>
              </a:r>
              <a:r>
                <a:rPr lang="en-IN" sz="3200" b="1" kern="1200" dirty="0">
                  <a:solidFill>
                    <a:srgbClr val="002060"/>
                  </a:solidFill>
                </a:rPr>
                <a:t> Matrix</a:t>
              </a:r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970EDF15-B6C3-70A2-B548-6833AA458432}"/>
                </a:ext>
              </a:extLst>
            </p:cNvPr>
            <p:cNvSpPr/>
            <p:nvPr/>
          </p:nvSpPr>
          <p:spPr>
            <a:xfrm>
              <a:off x="99705" y="795092"/>
              <a:ext cx="1067104" cy="1172125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IN" sz="3600" dirty="0">
                  <a:solidFill>
                    <a:srgbClr val="002060"/>
                  </a:solidFill>
                </a:rPr>
                <a:t>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0272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5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AC45630B-9246-6C99-E954-BAB6F779EF0D}"/>
                  </a:ext>
                </a:extLst>
              </p:cNvPr>
              <p:cNvSpPr/>
              <p:nvPr/>
            </p:nvSpPr>
            <p:spPr>
              <a:xfrm>
                <a:off x="8817007" y="4325786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AC45630B-9246-6C99-E954-BAB6F779EF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7007" y="4325786"/>
                <a:ext cx="673765" cy="63281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4DE9112-6AB1-1729-02D8-607296D5CEB3}"/>
                  </a:ext>
                </a:extLst>
              </p:cNvPr>
              <p:cNvSpPr/>
              <p:nvPr/>
            </p:nvSpPr>
            <p:spPr>
              <a:xfrm>
                <a:off x="9810919" y="4325785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4DE9112-6AB1-1729-02D8-607296D5CE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10919" y="4325785"/>
                <a:ext cx="673765" cy="63281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A3C6C8B1-3E71-746E-67C8-AE4ED2557509}"/>
                  </a:ext>
                </a:extLst>
              </p:cNvPr>
              <p:cNvSpPr/>
              <p:nvPr/>
            </p:nvSpPr>
            <p:spPr>
              <a:xfrm>
                <a:off x="10804831" y="4325784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A3C6C8B1-3E71-746E-67C8-AE4ED255750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4831" y="4325784"/>
                <a:ext cx="673765" cy="63281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1ADE0248-2666-8BC5-FECA-DDC06763D85C}"/>
                  </a:ext>
                </a:extLst>
              </p:cNvPr>
              <p:cNvSpPr/>
              <p:nvPr/>
            </p:nvSpPr>
            <p:spPr>
              <a:xfrm>
                <a:off x="8810041" y="4958596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1ADE0248-2666-8BC5-FECA-DDC06763D8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0041" y="4958596"/>
                <a:ext cx="673765" cy="63281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73A72378-79D9-C9CF-6CB6-DB21B50D5DEE}"/>
                  </a:ext>
                </a:extLst>
              </p:cNvPr>
              <p:cNvSpPr/>
              <p:nvPr/>
            </p:nvSpPr>
            <p:spPr>
              <a:xfrm>
                <a:off x="9827654" y="4958596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73A72378-79D9-C9CF-6CB6-DB21B50D5D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27654" y="4958596"/>
                <a:ext cx="673765" cy="63281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9A9AA9B-80AD-0D62-CAC2-0DECB4A5BA63}"/>
                  </a:ext>
                </a:extLst>
              </p:cNvPr>
              <p:cNvSpPr/>
              <p:nvPr/>
            </p:nvSpPr>
            <p:spPr>
              <a:xfrm>
                <a:off x="10804830" y="4958596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9A9AA9B-80AD-0D62-CAC2-0DECB4A5BA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4830" y="4958596"/>
                <a:ext cx="673765" cy="63281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6FD1AD6A-085A-4326-E9F6-2B1D591BCF08}"/>
                  </a:ext>
                </a:extLst>
              </p:cNvPr>
              <p:cNvSpPr/>
              <p:nvPr/>
            </p:nvSpPr>
            <p:spPr>
              <a:xfrm>
                <a:off x="8809701" y="5622417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6FD1AD6A-085A-4326-E9F6-2B1D591BCF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09701" y="5622417"/>
                <a:ext cx="673765" cy="63281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EF47B1C2-72F8-E270-1A75-EAB921D33129}"/>
                  </a:ext>
                </a:extLst>
              </p:cNvPr>
              <p:cNvSpPr/>
              <p:nvPr/>
            </p:nvSpPr>
            <p:spPr>
              <a:xfrm>
                <a:off x="9830117" y="5622416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EF47B1C2-72F8-E270-1A75-EAB921D331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30117" y="5622416"/>
                <a:ext cx="673765" cy="63281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03B4A808-B048-BA40-F8FD-DD40D1C1754E}"/>
                  </a:ext>
                </a:extLst>
              </p:cNvPr>
              <p:cNvSpPr/>
              <p:nvPr/>
            </p:nvSpPr>
            <p:spPr>
              <a:xfrm>
                <a:off x="10850533" y="5622415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03B4A808-B048-BA40-F8FD-DD40D1C175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50533" y="5622415"/>
                <a:ext cx="673765" cy="63281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Double Bracket 32">
            <a:extLst>
              <a:ext uri="{FF2B5EF4-FFF2-40B4-BE49-F238E27FC236}">
                <a16:creationId xmlns:a16="http://schemas.microsoft.com/office/drawing/2014/main" id="{D00DDFA3-4B15-0073-9263-C43AA2C3623C}"/>
              </a:ext>
            </a:extLst>
          </p:cNvPr>
          <p:cNvSpPr/>
          <p:nvPr/>
        </p:nvSpPr>
        <p:spPr>
          <a:xfrm>
            <a:off x="8558949" y="4461418"/>
            <a:ext cx="3123111" cy="1783328"/>
          </a:xfrm>
          <a:prstGeom prst="bracketPair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14BA2F-94EB-C8D6-07EA-138C58F468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Types of Matrices</a:t>
            </a:r>
          </a:p>
        </p:txBody>
      </p:sp>
      <p:sp>
        <p:nvSpPr>
          <p:cNvPr id="11" name="Content Placeholder 4">
            <a:extLst>
              <a:ext uri="{FF2B5EF4-FFF2-40B4-BE49-F238E27FC236}">
                <a16:creationId xmlns:a16="http://schemas.microsoft.com/office/drawing/2014/main" id="{AB79CA37-8BDA-462A-2674-02585CFD5C76}"/>
              </a:ext>
            </a:extLst>
          </p:cNvPr>
          <p:cNvSpPr txBox="1">
            <a:spLocks/>
          </p:cNvSpPr>
          <p:nvPr/>
        </p:nvSpPr>
        <p:spPr>
          <a:xfrm>
            <a:off x="255439" y="2126166"/>
            <a:ext cx="11809181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A </a:t>
            </a:r>
            <a:r>
              <a:rPr lang="en-IN" sz="2800" b="1" dirty="0">
                <a:solidFill>
                  <a:srgbClr val="FF0000"/>
                </a:solidFill>
              </a:rPr>
              <a:t>square</a:t>
            </a:r>
            <a:r>
              <a:rPr lang="en-IN" sz="2800" dirty="0">
                <a:solidFill>
                  <a:srgbClr val="002060"/>
                </a:solidFill>
              </a:rPr>
              <a:t> matrix in which all the elements </a:t>
            </a:r>
            <a:r>
              <a:rPr lang="en-IN" sz="2800" b="1" dirty="0">
                <a:solidFill>
                  <a:srgbClr val="FF0000"/>
                </a:solidFill>
              </a:rPr>
              <a:t>above</a:t>
            </a:r>
            <a:r>
              <a:rPr lang="en-IN" sz="2800" dirty="0">
                <a:solidFill>
                  <a:srgbClr val="002060"/>
                </a:solidFill>
              </a:rPr>
              <a:t> and </a:t>
            </a:r>
            <a:r>
              <a:rPr lang="en-IN" sz="2800" b="1" dirty="0">
                <a:solidFill>
                  <a:srgbClr val="FF0000"/>
                </a:solidFill>
              </a:rPr>
              <a:t>below</a:t>
            </a:r>
            <a:r>
              <a:rPr lang="en-IN" sz="2800" dirty="0">
                <a:solidFill>
                  <a:srgbClr val="002060"/>
                </a:solidFill>
              </a:rPr>
              <a:t> the principal diagonal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BBBF4FE3-0C20-E97C-EC00-7EFFFC8404E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91875" y="3067466"/>
                <a:ext cx="9669369" cy="69931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i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e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.,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[ </m:t>
                        </m:r>
                        <m:sSub>
                          <m:sSubPr>
                            <m:ctrlPr>
                              <a:rPr lang="en-US" sz="2800" b="0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US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ij</m:t>
                            </m:r>
                          </m:sub>
                        </m:sSub>
                        <m:r>
                          <a:rPr lang="en-US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  <m:r>
                          <a:rPr lang="en-US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US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a diagonal matrix, if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ij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=0,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whenever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i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j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BBBF4FE3-0C20-E97C-EC00-7EFFFC8404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75" y="3067466"/>
                <a:ext cx="9669369" cy="699310"/>
              </a:xfrm>
              <a:prstGeom prst="rect">
                <a:avLst/>
              </a:prstGeom>
              <a:blipFill>
                <a:blip r:embed="rId11"/>
                <a:stretch>
                  <a:fillRect t="-870" b="-695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7BA8279-57C6-029E-6384-7579BEEF2831}"/>
                  </a:ext>
                </a:extLst>
              </p:cNvPr>
              <p:cNvSpPr/>
              <p:nvPr/>
            </p:nvSpPr>
            <p:spPr>
              <a:xfrm>
                <a:off x="6558086" y="4808409"/>
                <a:ext cx="2932686" cy="121527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−2</m:t>
                              </m: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87BA8279-57C6-029E-6384-7579BEEF28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8086" y="4808409"/>
                <a:ext cx="2932686" cy="1215279"/>
              </a:xfrm>
              <a:prstGeom prst="rect">
                <a:avLst/>
              </a:prstGeom>
              <a:blipFill rotWithShape="1"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Rectangle 15">
            <a:extLst>
              <a:ext uri="{FF2B5EF4-FFF2-40B4-BE49-F238E27FC236}">
                <a16:creationId xmlns:a16="http://schemas.microsoft.com/office/drawing/2014/main" id="{4753BBB2-B688-6890-72A3-DED8808E5A90}"/>
              </a:ext>
            </a:extLst>
          </p:cNvPr>
          <p:cNvSpPr/>
          <p:nvPr/>
        </p:nvSpPr>
        <p:spPr>
          <a:xfrm>
            <a:off x="491875" y="2496846"/>
            <a:ext cx="5791967" cy="65869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IN" sz="2800" dirty="0">
                <a:solidFill>
                  <a:srgbClr val="002060"/>
                </a:solidFill>
              </a:rPr>
              <a:t>are </a:t>
            </a:r>
            <a:r>
              <a:rPr lang="en-IN" sz="2800" b="1" dirty="0">
                <a:solidFill>
                  <a:srgbClr val="FF0000"/>
                </a:solidFill>
              </a:rPr>
              <a:t>zero</a:t>
            </a:r>
            <a:r>
              <a:rPr lang="en-IN" sz="2800" dirty="0">
                <a:solidFill>
                  <a:srgbClr val="002060"/>
                </a:solidFill>
              </a:rPr>
              <a:t> is known as a diagonal matrix.</a:t>
            </a:r>
          </a:p>
        </p:txBody>
      </p:sp>
      <p:sp>
        <p:nvSpPr>
          <p:cNvPr id="17" name="Content Placeholder 4">
            <a:extLst>
              <a:ext uri="{FF2B5EF4-FFF2-40B4-BE49-F238E27FC236}">
                <a16:creationId xmlns:a16="http://schemas.microsoft.com/office/drawing/2014/main" id="{03111332-6049-DAB2-4948-651988EAD258}"/>
              </a:ext>
            </a:extLst>
          </p:cNvPr>
          <p:cNvSpPr txBox="1">
            <a:spLocks/>
          </p:cNvSpPr>
          <p:nvPr/>
        </p:nvSpPr>
        <p:spPr>
          <a:xfrm>
            <a:off x="255439" y="4382397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C0CDA212-B392-79D4-4C86-D654E745AF28}"/>
                  </a:ext>
                </a:extLst>
              </p:cNvPr>
              <p:cNvSpPr/>
              <p:nvPr/>
            </p:nvSpPr>
            <p:spPr>
              <a:xfrm>
                <a:off x="474656" y="5184151"/>
                <a:ext cx="1627098" cy="48505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4 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C0CDA212-B392-79D4-4C86-D654E745AF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4656" y="5184151"/>
                <a:ext cx="1627098" cy="48505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5CF32889-C747-F8CC-B642-5B4C491601A6}"/>
                  </a:ext>
                </a:extLst>
              </p:cNvPr>
              <p:cNvSpPr/>
              <p:nvPr/>
            </p:nvSpPr>
            <p:spPr>
              <a:xfrm>
                <a:off x="3130464" y="4949930"/>
                <a:ext cx="2509607" cy="9322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5CF32889-C747-F8CC-B642-5B4C491601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0464" y="4949930"/>
                <a:ext cx="2509607" cy="932235"/>
              </a:xfrm>
              <a:prstGeom prst="rect">
                <a:avLst/>
              </a:prstGeom>
              <a:blipFill rotWithShape="1"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A68E1DAE-50E2-9EFB-9D4B-9CBEE6D7DA45}"/>
              </a:ext>
            </a:extLst>
          </p:cNvPr>
          <p:cNvSpPr/>
          <p:nvPr/>
        </p:nvSpPr>
        <p:spPr>
          <a:xfrm rot="1915406">
            <a:off x="8683058" y="5138049"/>
            <a:ext cx="2934456" cy="46983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DBA3F9F1-A7AA-D6F1-C595-82E1A0E19778}"/>
                  </a:ext>
                </a:extLst>
              </p:cNvPr>
              <p:cNvSpPr/>
              <p:nvPr/>
            </p:nvSpPr>
            <p:spPr>
              <a:xfrm>
                <a:off x="9974078" y="4497895"/>
                <a:ext cx="380915" cy="46307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DBA3F9F1-A7AA-D6F1-C595-82E1A0E1977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74078" y="4497895"/>
                <a:ext cx="380915" cy="46307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EC15E302-EA32-D9EB-EFC4-F8187E948283}"/>
                  </a:ext>
                </a:extLst>
              </p:cNvPr>
              <p:cNvSpPr/>
              <p:nvPr/>
            </p:nvSpPr>
            <p:spPr>
              <a:xfrm>
                <a:off x="10980840" y="4496234"/>
                <a:ext cx="380915" cy="46307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EC15E302-EA32-D9EB-EFC4-F8187E9482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80840" y="4496234"/>
                <a:ext cx="380915" cy="46307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59237B81-F736-077C-A92B-A2714B7D7AEF}"/>
                  </a:ext>
                </a:extLst>
              </p:cNvPr>
              <p:cNvSpPr/>
              <p:nvPr/>
            </p:nvSpPr>
            <p:spPr>
              <a:xfrm>
                <a:off x="8956125" y="5118383"/>
                <a:ext cx="380915" cy="46307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59237B81-F736-077C-A92B-A2714B7D7A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56125" y="5118383"/>
                <a:ext cx="380915" cy="463079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35A3D770-0038-064D-8ACE-CAFC6B4FD798}"/>
                  </a:ext>
                </a:extLst>
              </p:cNvPr>
              <p:cNvSpPr/>
              <p:nvPr/>
            </p:nvSpPr>
            <p:spPr>
              <a:xfrm>
                <a:off x="10969066" y="5118382"/>
                <a:ext cx="380915" cy="46307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35A3D770-0038-064D-8ACE-CAFC6B4FD7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69066" y="5118382"/>
                <a:ext cx="380915" cy="463079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F6ECCD4C-106D-0FBE-0272-F3B85064CECA}"/>
                  </a:ext>
                </a:extLst>
              </p:cNvPr>
              <p:cNvSpPr/>
              <p:nvPr/>
            </p:nvSpPr>
            <p:spPr>
              <a:xfrm>
                <a:off x="8940945" y="5792149"/>
                <a:ext cx="380915" cy="46307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F6ECCD4C-106D-0FBE-0272-F3B85064CE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40945" y="5792149"/>
                <a:ext cx="380915" cy="463079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77DB7E8-CE42-01E1-F1EE-6064E4370844}"/>
                  </a:ext>
                </a:extLst>
              </p:cNvPr>
              <p:cNvSpPr/>
              <p:nvPr/>
            </p:nvSpPr>
            <p:spPr>
              <a:xfrm>
                <a:off x="9959249" y="5811709"/>
                <a:ext cx="460807" cy="44031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77DB7E8-CE42-01E1-F1EE-6064E43708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59249" y="5811709"/>
                <a:ext cx="460807" cy="440315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9" name="Group 58">
            <a:extLst>
              <a:ext uri="{FF2B5EF4-FFF2-40B4-BE49-F238E27FC236}">
                <a16:creationId xmlns:a16="http://schemas.microsoft.com/office/drawing/2014/main" id="{9D17059D-89DD-E04F-6C1D-B93C93F05B56}"/>
              </a:ext>
            </a:extLst>
          </p:cNvPr>
          <p:cNvGrpSpPr/>
          <p:nvPr/>
        </p:nvGrpSpPr>
        <p:grpSpPr>
          <a:xfrm>
            <a:off x="255438" y="930829"/>
            <a:ext cx="4726137" cy="1026000"/>
            <a:chOff x="49298" y="1021963"/>
            <a:chExt cx="4669706" cy="1172125"/>
          </a:xfrm>
        </p:grpSpPr>
        <p:sp>
          <p:nvSpPr>
            <p:cNvPr id="63" name="Arrow: Pentagon 4">
              <a:extLst>
                <a:ext uri="{FF2B5EF4-FFF2-40B4-BE49-F238E27FC236}">
                  <a16:creationId xmlns:a16="http://schemas.microsoft.com/office/drawing/2014/main" id="{D38BFA7C-28E5-C185-B879-54EE27B8DF33}"/>
                </a:ext>
              </a:extLst>
            </p:cNvPr>
            <p:cNvSpPr txBox="1"/>
            <p:nvPr/>
          </p:nvSpPr>
          <p:spPr>
            <a:xfrm>
              <a:off x="689408" y="1058446"/>
              <a:ext cx="4029596" cy="1100035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600357" tIns="186690" rIns="348488" bIns="186690" numCol="1" spcCol="1270" anchor="ctr" anchorCtr="0">
              <a:noAutofit/>
            </a:bodyPr>
            <a:lstStyle/>
            <a:p>
              <a:pPr marL="0" lvl="0" indent="0" algn="ctr" defTabSz="21780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3400" b="1" kern="1200" dirty="0">
                  <a:solidFill>
                    <a:srgbClr val="002060"/>
                  </a:solidFill>
                </a:rPr>
                <a:t>Diagonal Matrix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51FF61A4-4BFB-621B-E50F-FABA286CA022}"/>
                </a:ext>
              </a:extLst>
            </p:cNvPr>
            <p:cNvSpPr/>
            <p:nvPr/>
          </p:nvSpPr>
          <p:spPr>
            <a:xfrm>
              <a:off x="49298" y="1021963"/>
              <a:ext cx="1067104" cy="1172125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600" dirty="0">
                  <a:solidFill>
                    <a:srgbClr val="002060"/>
                  </a:solidFill>
                </a:rPr>
                <a:t>4</a:t>
              </a:r>
              <a:endParaRPr lang="en-IN" sz="3600" dirty="0">
                <a:solidFill>
                  <a:srgbClr val="002060"/>
                </a:solidFill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Content Placeholder 4">
                <a:extLst>
                  <a:ext uri="{FF2B5EF4-FFF2-40B4-BE49-F238E27FC236}">
                    <a16:creationId xmlns:a16="http://schemas.microsoft.com/office/drawing/2014/main" id="{DCEB58C3-9A03-4450-AED0-E614EA3DA18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55438" y="3790534"/>
                <a:ext cx="11022161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2800" dirty="0">
                    <a:solidFill>
                      <a:srgbClr val="002060"/>
                    </a:solidFill>
                  </a:rPr>
                  <a:t>A diagonal matrix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sz="280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is denoted by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diag</m:t>
                    </m:r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[ </m:t>
                    </m:r>
                    <m:sSub>
                      <m:sSubPr>
                        <m:ctrlPr>
                          <a:rPr lang="en-US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b>
                    </m:sSub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sSub>
                      <m:sSubPr>
                        <m:ctrlPr>
                          <a:rPr lang="en-US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b>
                    </m:sSub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…, </m:t>
                    </m:r>
                    <m:sSub>
                      <m:sSubPr>
                        <m:ctrlPr>
                          <a:rPr lang="en-US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nn</m:t>
                        </m:r>
                      </m:sub>
                    </m:sSub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]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.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Content Placeholder 4">
                <a:extLst>
                  <a:ext uri="{FF2B5EF4-FFF2-40B4-BE49-F238E27FC236}">
                    <a16:creationId xmlns:a16="http://schemas.microsoft.com/office/drawing/2014/main" id="{DCEB58C3-9A03-4450-AED0-E614EA3DA1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438" y="3790534"/>
                <a:ext cx="11022161" cy="463079"/>
              </a:xfrm>
              <a:prstGeom prst="rect">
                <a:avLst/>
              </a:prstGeom>
              <a:blipFill>
                <a:blip r:embed="rId21"/>
                <a:stretch>
                  <a:fillRect l="-1051" t="-25000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83383" y="6023688"/>
                <a:ext cx="1969192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diag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/>
                        </a:rPr>
                        <m:t>[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" name="Rectangle 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3383" y="6023688"/>
                <a:ext cx="1969192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/>
              <p:cNvSpPr/>
              <p:nvPr/>
            </p:nvSpPr>
            <p:spPr>
              <a:xfrm>
                <a:off x="6824065" y="6023688"/>
                <a:ext cx="2841740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diag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/>
                        </a:rPr>
                        <m:t>[ 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/>
                        </a:rPr>
                        <m:t>5,0,−2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4" name="Rectangle 3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4065" y="6023688"/>
                <a:ext cx="284174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/>
              <p:cNvSpPr/>
              <p:nvPr/>
            </p:nvSpPr>
            <p:spPr>
              <a:xfrm>
                <a:off x="3571695" y="6023688"/>
                <a:ext cx="2301527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diag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/>
                        </a:rPr>
                        <m:t>[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/>
                        </a:rPr>
                        <m:t>0, 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/>
                        </a:rPr>
                        <m:t>0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Rectangle 4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71695" y="6023688"/>
                <a:ext cx="2301527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331731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53" presetClass="exit" presetSubtype="3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" dur="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5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5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" dur="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5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5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0" dur="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5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5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5" dur="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5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6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6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5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5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7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0" dur="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8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5" dur="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8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0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9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5" dur="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9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0" dur="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0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5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0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4" grpId="1"/>
      <p:bldP spid="25" grpId="0"/>
      <p:bldP spid="25" grpId="1"/>
      <p:bldP spid="25" grpId="2"/>
      <p:bldP spid="26" grpId="0"/>
      <p:bldP spid="26" grpId="1"/>
      <p:bldP spid="26" grpId="2"/>
      <p:bldP spid="27" grpId="0"/>
      <p:bldP spid="27" grpId="1"/>
      <p:bldP spid="27" grpId="2"/>
      <p:bldP spid="28" grpId="0"/>
      <p:bldP spid="28" grpId="1"/>
      <p:bldP spid="29" grpId="0"/>
      <p:bldP spid="29" grpId="1"/>
      <p:bldP spid="29" grpId="2"/>
      <p:bldP spid="30" grpId="0"/>
      <p:bldP spid="30" grpId="1"/>
      <p:bldP spid="30" grpId="2"/>
      <p:bldP spid="31" grpId="0"/>
      <p:bldP spid="31" grpId="1"/>
      <p:bldP spid="31" grpId="2"/>
      <p:bldP spid="32" grpId="0"/>
      <p:bldP spid="32" grpId="1"/>
      <p:bldP spid="33" grpId="0" animBg="1"/>
      <p:bldP spid="33" grpId="1" animBg="1"/>
      <p:bldP spid="11" grpId="0"/>
      <p:bldP spid="12" grpId="0"/>
      <p:bldP spid="3" grpId="0"/>
      <p:bldP spid="16" grpId="0"/>
      <p:bldP spid="17" grpId="0"/>
      <p:bldP spid="18" grpId="0"/>
      <p:bldP spid="19" grpId="0"/>
      <p:bldP spid="35" grpId="0" animBg="1"/>
      <p:bldP spid="35" grpId="1" animBg="1"/>
      <p:bldP spid="35" grpId="2" animBg="1"/>
      <p:bldP spid="36" grpId="0"/>
      <p:bldP spid="36" grpId="1"/>
      <p:bldP spid="37" grpId="0"/>
      <p:bldP spid="37" grpId="1"/>
      <p:bldP spid="38" grpId="0"/>
      <p:bldP spid="38" grpId="1"/>
      <p:bldP spid="40" grpId="0"/>
      <p:bldP spid="40" grpId="1"/>
      <p:bldP spid="41" grpId="0"/>
      <p:bldP spid="41" grpId="1"/>
      <p:bldP spid="42" grpId="0"/>
      <p:bldP spid="42" grpId="1"/>
      <p:bldP spid="39" grpId="0"/>
      <p:bldP spid="4" grpId="0"/>
      <p:bldP spid="34" grpId="0"/>
      <p:bldP spid="43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14BA2F-94EB-C8D6-07EA-138C58F468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Types of Matrices</a:t>
            </a:r>
          </a:p>
        </p:txBody>
      </p:sp>
      <p:sp>
        <p:nvSpPr>
          <p:cNvPr id="11" name="Content Placeholder 4">
            <a:extLst>
              <a:ext uri="{FF2B5EF4-FFF2-40B4-BE49-F238E27FC236}">
                <a16:creationId xmlns:a16="http://schemas.microsoft.com/office/drawing/2014/main" id="{AB79CA37-8BDA-462A-2674-02585CFD5C76}"/>
              </a:ext>
            </a:extLst>
          </p:cNvPr>
          <p:cNvSpPr txBox="1">
            <a:spLocks/>
          </p:cNvSpPr>
          <p:nvPr/>
        </p:nvSpPr>
        <p:spPr>
          <a:xfrm>
            <a:off x="286605" y="1927469"/>
            <a:ext cx="11791664" cy="71120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A </a:t>
            </a:r>
            <a:r>
              <a:rPr lang="en-IN" sz="2800" b="1" dirty="0">
                <a:solidFill>
                  <a:srgbClr val="FF0000"/>
                </a:solidFill>
              </a:rPr>
              <a:t>diagonal</a:t>
            </a:r>
            <a:r>
              <a:rPr lang="en-IN" sz="2800" dirty="0">
                <a:solidFill>
                  <a:srgbClr val="002060"/>
                </a:solidFill>
              </a:rPr>
              <a:t> matrix in which all the principal </a:t>
            </a:r>
            <a:r>
              <a:rPr lang="en-IN" sz="2800" b="1" dirty="0">
                <a:solidFill>
                  <a:srgbClr val="FF0000"/>
                </a:solidFill>
              </a:rPr>
              <a:t>diagonal elements </a:t>
            </a:r>
            <a:r>
              <a:rPr lang="en-IN" sz="2800" dirty="0">
                <a:solidFill>
                  <a:srgbClr val="002060"/>
                </a:solidFill>
              </a:rPr>
              <a:t>are </a:t>
            </a:r>
            <a:r>
              <a:rPr lang="en-IN" sz="2800" b="1" dirty="0">
                <a:solidFill>
                  <a:srgbClr val="FF0000"/>
                </a:solidFill>
              </a:rPr>
              <a:t>same</a:t>
            </a:r>
            <a:r>
              <a:rPr lang="en-IN" sz="2800" dirty="0">
                <a:solidFill>
                  <a:srgbClr val="002060"/>
                </a:solidFill>
              </a:rPr>
              <a:t> is known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015FBA3C-3068-6A44-D891-019E12AC9A98}"/>
              </a:ext>
            </a:extLst>
          </p:cNvPr>
          <p:cNvSpPr/>
          <p:nvPr/>
        </p:nvSpPr>
        <p:spPr>
          <a:xfrm>
            <a:off x="537156" y="2511073"/>
            <a:ext cx="2812099" cy="65869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IN" sz="2800" dirty="0">
                <a:solidFill>
                  <a:srgbClr val="002060"/>
                </a:solidFill>
              </a:rPr>
              <a:t>as a scalar matrix.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F1D77C47-8E15-3997-1C6E-EE9E7EF779DF}"/>
              </a:ext>
            </a:extLst>
          </p:cNvPr>
          <p:cNvGrpSpPr/>
          <p:nvPr/>
        </p:nvGrpSpPr>
        <p:grpSpPr>
          <a:xfrm>
            <a:off x="572640" y="2984645"/>
            <a:ext cx="11408179" cy="1187912"/>
            <a:chOff x="286605" y="2907936"/>
            <a:chExt cx="11408179" cy="118791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Content Placeholder 4">
                  <a:extLst>
                    <a:ext uri="{FF2B5EF4-FFF2-40B4-BE49-F238E27FC236}">
                      <a16:creationId xmlns:a16="http://schemas.microsoft.com/office/drawing/2014/main" id="{5A637C79-9943-061C-101E-ED949A51EFA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86605" y="3196838"/>
                  <a:ext cx="5711201" cy="699310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.,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ij</m:t>
                              </m:r>
                            </m:sub>
                          </m:sSub>
                          <m: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×</m:t>
                          </m:r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n</m:t>
                          </m:r>
                        </m:sub>
                      </m:sSub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is a scalar matrix, if</a:t>
                  </a:r>
                </a:p>
              </p:txBody>
            </p:sp>
          </mc:Choice>
          <mc:Fallback xmlns="">
            <p:sp>
              <p:nvSpPr>
                <p:cNvPr id="12" name="Content Placeholder 4">
                  <a:extLst>
                    <a:ext uri="{FF2B5EF4-FFF2-40B4-BE49-F238E27FC236}">
                      <a16:creationId xmlns:a16="http://schemas.microsoft.com/office/drawing/2014/main" id="{5A637C79-9943-061C-101E-ED949A51EF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6605" y="3196838"/>
                  <a:ext cx="5711201" cy="699310"/>
                </a:xfrm>
                <a:prstGeom prst="rect">
                  <a:avLst/>
                </a:prstGeom>
                <a:blipFill>
                  <a:blip r:embed="rId2"/>
                  <a:stretch>
                    <a:fillRect t="-870" r="-961" b="-6087"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Content Placeholder 4">
                  <a:extLst>
                    <a:ext uri="{FF2B5EF4-FFF2-40B4-BE49-F238E27FC236}">
                      <a16:creationId xmlns:a16="http://schemas.microsoft.com/office/drawing/2014/main" id="{52DAFD38-5297-7DB6-254E-71F070670632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885389" y="2907936"/>
                  <a:ext cx="5809395" cy="1187912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ij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k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m:rPr>
                                  <m:nor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</a:rPr>
                                <m:t> </m:t>
                              </m:r>
                              <m:r>
                                <m:rPr>
                                  <m:nor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</a:rPr>
                                <m:t>whenever</m:t>
                              </m:r>
                              <m:r>
                                <m:rPr>
                                  <m:nor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=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j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m:rPr>
                                  <m:nor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</a:rPr>
                                <m:t> </m:t>
                              </m:r>
                              <m:r>
                                <m:rPr>
                                  <m:nor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</a:rPr>
                                <m:t>whenever</m:t>
                              </m:r>
                              <m:r>
                                <m:rPr>
                                  <m:nor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≠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j</m:t>
                              </m:r>
                            </m:e>
                          </m:eqAr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</m:oMath>
                  </a14:m>
                  <a:r>
                    <a:rPr lang="en-IN" sz="2800" b="0" i="0" dirty="0">
                      <a:solidFill>
                        <a:srgbClr val="002060"/>
                      </a:solidFill>
                      <a:latin typeface="+mj-lt"/>
                    </a:rPr>
                    <a:t>where</a:t>
                  </a:r>
                  <a14:m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∈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ℝ</m:t>
                      </m:r>
                    </m:oMath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3" name="Content Placeholder 4">
                  <a:extLst>
                    <a:ext uri="{FF2B5EF4-FFF2-40B4-BE49-F238E27FC236}">
                      <a16:creationId xmlns:a16="http://schemas.microsoft.com/office/drawing/2014/main" id="{52DAFD38-5297-7DB6-254E-71F0706706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885389" y="2907936"/>
                  <a:ext cx="5809395" cy="1187912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905D1DF7-7FD4-5FCF-8245-CE61936B2FDE}"/>
                  </a:ext>
                </a:extLst>
              </p:cNvPr>
              <p:cNvSpPr/>
              <p:nvPr/>
            </p:nvSpPr>
            <p:spPr>
              <a:xfrm>
                <a:off x="4749421" y="4642852"/>
                <a:ext cx="3959389" cy="154725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ad>
                                <m:radPr>
                                  <m:degHide m:val="on"/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radPr>
                                <m:deg/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5 </m:t>
                                  </m:r>
                                </m:e>
                              </m:rad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ad>
                                <m:radPr>
                                  <m:deg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radPr>
                                <m:deg/>
                                <m:e>
                                  <m: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5 </m:t>
                                  </m:r>
                                </m:e>
                              </m:rad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ad>
                                <m:radPr>
                                  <m:deg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radPr>
                                <m:deg/>
                                <m:e>
                                  <m: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5 </m:t>
                                  </m:r>
                                </m:e>
                              </m:rad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905D1DF7-7FD4-5FCF-8245-CE61936B2F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49421" y="4642852"/>
                <a:ext cx="3959389" cy="154725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Content Placeholder 4">
            <a:extLst>
              <a:ext uri="{FF2B5EF4-FFF2-40B4-BE49-F238E27FC236}">
                <a16:creationId xmlns:a16="http://schemas.microsoft.com/office/drawing/2014/main" id="{F52AD717-99A3-E14F-B847-37776281A37A}"/>
              </a:ext>
            </a:extLst>
          </p:cNvPr>
          <p:cNvSpPr txBox="1">
            <a:spLocks/>
          </p:cNvSpPr>
          <p:nvPr/>
        </p:nvSpPr>
        <p:spPr>
          <a:xfrm>
            <a:off x="286605" y="4179773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237F795B-F7F4-C7F2-0874-88DF7E453F7D}"/>
                  </a:ext>
                </a:extLst>
              </p:cNvPr>
              <p:cNvSpPr/>
              <p:nvPr/>
            </p:nvSpPr>
            <p:spPr>
              <a:xfrm>
                <a:off x="336597" y="5173953"/>
                <a:ext cx="1627098" cy="48505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4 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237F795B-F7F4-C7F2-0874-88DF7E453F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6597" y="5173953"/>
                <a:ext cx="1627098" cy="48505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6D13481E-1899-EF08-D6B1-0368865B469D}"/>
                  </a:ext>
                </a:extLst>
              </p:cNvPr>
              <p:cNvSpPr/>
              <p:nvPr/>
            </p:nvSpPr>
            <p:spPr>
              <a:xfrm>
                <a:off x="2101755" y="4950362"/>
                <a:ext cx="2509607" cy="9322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6D13481E-1899-EF08-D6B1-0368865B469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01755" y="4950362"/>
                <a:ext cx="2509607" cy="93223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7" name="Group 16">
            <a:extLst>
              <a:ext uri="{FF2B5EF4-FFF2-40B4-BE49-F238E27FC236}">
                <a16:creationId xmlns:a16="http://schemas.microsoft.com/office/drawing/2014/main" id="{C45DE5AC-A852-4590-A1C2-6F8619BA2AFA}"/>
              </a:ext>
            </a:extLst>
          </p:cNvPr>
          <p:cNvGrpSpPr/>
          <p:nvPr/>
        </p:nvGrpSpPr>
        <p:grpSpPr>
          <a:xfrm>
            <a:off x="233388" y="836334"/>
            <a:ext cx="4572000" cy="1024962"/>
            <a:chOff x="191069" y="804275"/>
            <a:chExt cx="4517409" cy="1170940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D2B15FF9-DDE4-4E51-9C66-730B3ECF6AA8}"/>
                </a:ext>
              </a:extLst>
            </p:cNvPr>
            <p:cNvGrpSpPr/>
            <p:nvPr/>
          </p:nvGrpSpPr>
          <p:grpSpPr>
            <a:xfrm>
              <a:off x="430815" y="844137"/>
              <a:ext cx="4277663" cy="1078360"/>
              <a:chOff x="1361439" y="621151"/>
              <a:chExt cx="2702560" cy="1361440"/>
            </a:xfrm>
            <a:solidFill>
              <a:schemeClr val="accent5">
                <a:lumMod val="20000"/>
                <a:lumOff val="80000"/>
              </a:schemeClr>
            </a:solidFill>
          </p:grpSpPr>
          <p:sp>
            <p:nvSpPr>
              <p:cNvPr id="26" name="Arrow: Pentagon 25">
                <a:extLst>
                  <a:ext uri="{FF2B5EF4-FFF2-40B4-BE49-F238E27FC236}">
                    <a16:creationId xmlns:a16="http://schemas.microsoft.com/office/drawing/2014/main" id="{21140AC8-1929-4749-A8CB-0819A8ED267B}"/>
                  </a:ext>
                </a:extLst>
              </p:cNvPr>
              <p:cNvSpPr/>
              <p:nvPr/>
            </p:nvSpPr>
            <p:spPr>
              <a:xfrm rot="10800000">
                <a:off x="1361439" y="621151"/>
                <a:ext cx="2702560" cy="1361440"/>
              </a:xfrm>
              <a:prstGeom prst="homePlat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/>
              <a:lstStyle/>
              <a:p>
                <a:endParaRPr lang="en-IN"/>
              </a:p>
            </p:txBody>
          </p:sp>
          <p:sp>
            <p:nvSpPr>
              <p:cNvPr id="27" name="Arrow: Pentagon 4">
                <a:extLst>
                  <a:ext uri="{FF2B5EF4-FFF2-40B4-BE49-F238E27FC236}">
                    <a16:creationId xmlns:a16="http://schemas.microsoft.com/office/drawing/2014/main" id="{AB0D355F-D4F8-43FE-A61C-08640BC1508C}"/>
                  </a:ext>
                </a:extLst>
              </p:cNvPr>
              <p:cNvSpPr txBox="1"/>
              <p:nvPr/>
            </p:nvSpPr>
            <p:spPr>
              <a:xfrm>
                <a:off x="1676242" y="621151"/>
                <a:ext cx="2387757" cy="1361440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28575">
                <a:solidFill>
                  <a:schemeClr val="tx1"/>
                </a:solidFill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spcFirstLastPara="0" vert="horz" wrap="square" lIns="600357" tIns="186690" rIns="348488" bIns="186690" numCol="1" spcCol="1270" anchor="ctr" anchorCtr="0">
                <a:noAutofit/>
              </a:bodyPr>
              <a:lstStyle/>
              <a:p>
                <a:pPr lvl="0" algn="ctr" defTabSz="21780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r>
                  <a:rPr lang="en-IN" sz="3200" b="1" dirty="0">
                    <a:solidFill>
                      <a:srgbClr val="002060"/>
                    </a:solidFill>
                  </a:rPr>
                  <a:t>Scalar Matrix</a:t>
                </a:r>
              </a:p>
            </p:txBody>
          </p:sp>
        </p:grp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08B3923C-E97E-4A65-953F-188CF5E42970}"/>
                </a:ext>
              </a:extLst>
            </p:cNvPr>
            <p:cNvSpPr/>
            <p:nvPr/>
          </p:nvSpPr>
          <p:spPr>
            <a:xfrm>
              <a:off x="191069" y="804275"/>
              <a:ext cx="1067104" cy="1170940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002060"/>
                  </a:solidFill>
                </a:rPr>
                <a:t>5</a:t>
              </a:r>
              <a:endParaRPr lang="en-IN" sz="4000" dirty="0">
                <a:solidFill>
                  <a:srgbClr val="00206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858360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23" grpId="0"/>
      <p:bldP spid="18" grpId="0"/>
      <p:bldP spid="19" grpId="0"/>
      <p:bldP spid="22" grpId="0"/>
      <p:bldP spid="24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14BA2F-94EB-C8D6-07EA-138C58F468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Types of Matrices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AB79CA37-8BDA-462A-2674-02585CFD5C7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86605" y="1927469"/>
                <a:ext cx="11239648" cy="7112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A </a:t>
                </a:r>
                <a:r>
                  <a:rPr lang="en-IN" sz="2800" b="1" dirty="0">
                    <a:solidFill>
                      <a:srgbClr val="FF0000"/>
                    </a:solidFill>
                  </a:rPr>
                  <a:t>diagonal</a:t>
                </a:r>
                <a:r>
                  <a:rPr lang="en-IN" sz="2800" dirty="0">
                    <a:solidFill>
                      <a:srgbClr val="002060"/>
                    </a:solidFill>
                  </a:rPr>
                  <a:t> matrix in which all the principal diagonal elements are </a:t>
                </a:r>
                <a14:m>
                  <m:oMath xmlns:m="http://schemas.openxmlformats.org/officeDocument/2006/math">
                    <m:r>
                      <a:rPr lang="en-IN" sz="2800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known</a:t>
                </a:r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AB79CA37-8BDA-462A-2674-02585CFD5C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605" y="1927469"/>
                <a:ext cx="11239648" cy="711200"/>
              </a:xfrm>
              <a:prstGeom prst="rect">
                <a:avLst/>
              </a:prstGeom>
              <a:blipFill>
                <a:blip r:embed="rId2"/>
                <a:stretch>
                  <a:fillRect l="-976" r="-542" b="-7692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Rectangle 22">
            <a:extLst>
              <a:ext uri="{FF2B5EF4-FFF2-40B4-BE49-F238E27FC236}">
                <a16:creationId xmlns:a16="http://schemas.microsoft.com/office/drawing/2014/main" id="{015FBA3C-3068-6A44-D891-019E12AC9A98}"/>
              </a:ext>
            </a:extLst>
          </p:cNvPr>
          <p:cNvSpPr/>
          <p:nvPr/>
        </p:nvSpPr>
        <p:spPr>
          <a:xfrm>
            <a:off x="537157" y="2511073"/>
            <a:ext cx="3258666" cy="65869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IN" sz="2800" dirty="0">
                <a:solidFill>
                  <a:srgbClr val="002060"/>
                </a:solidFill>
              </a:rPr>
              <a:t>as an identity matrix.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F1D77C47-8E15-3997-1C6E-EE9E7EF779DF}"/>
              </a:ext>
            </a:extLst>
          </p:cNvPr>
          <p:cNvGrpSpPr/>
          <p:nvPr/>
        </p:nvGrpSpPr>
        <p:grpSpPr>
          <a:xfrm>
            <a:off x="572639" y="2984645"/>
            <a:ext cx="9714364" cy="1187912"/>
            <a:chOff x="286604" y="2907936"/>
            <a:chExt cx="9499722" cy="118791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Content Placeholder 4">
                  <a:extLst>
                    <a:ext uri="{FF2B5EF4-FFF2-40B4-BE49-F238E27FC236}">
                      <a16:creationId xmlns:a16="http://schemas.microsoft.com/office/drawing/2014/main" id="{5A637C79-9943-061C-101E-ED949A51EFA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86604" y="3196838"/>
                  <a:ext cx="5980123" cy="699310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.,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ij</m:t>
                              </m:r>
                            </m:sub>
                          </m:sSub>
                          <m: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×</m:t>
                          </m:r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n</m:t>
                          </m:r>
                        </m:sub>
                      </m:sSub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is an identity matrix, if</a:t>
                  </a:r>
                </a:p>
              </p:txBody>
            </p:sp>
          </mc:Choice>
          <mc:Fallback xmlns="">
            <p:sp>
              <p:nvSpPr>
                <p:cNvPr id="12" name="Content Placeholder 4">
                  <a:extLst>
                    <a:ext uri="{FF2B5EF4-FFF2-40B4-BE49-F238E27FC236}">
                      <a16:creationId xmlns:a16="http://schemas.microsoft.com/office/drawing/2014/main" id="{5A637C79-9943-061C-101E-ED949A51EF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6604" y="3196838"/>
                  <a:ext cx="5980123" cy="699310"/>
                </a:xfrm>
                <a:prstGeom prst="rect">
                  <a:avLst/>
                </a:prstGeom>
                <a:blipFill>
                  <a:blip r:embed="rId3"/>
                  <a:stretch>
                    <a:fillRect t="-870" r="-100" b="-6087"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Content Placeholder 4">
                  <a:extLst>
                    <a:ext uri="{FF2B5EF4-FFF2-40B4-BE49-F238E27FC236}">
                      <a16:creationId xmlns:a16="http://schemas.microsoft.com/office/drawing/2014/main" id="{52DAFD38-5297-7DB6-254E-71F070670632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6119837" y="2907936"/>
                  <a:ext cx="3666489" cy="1187912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i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ij</m:t>
                            </m:r>
                          </m:sub>
                        </m:sSub>
                        <m:r>
                          <a:rPr lang="en-IN" sz="280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d>
                          <m:dPr>
                            <m:begChr m:val="{"/>
                            <m:endChr m:val="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eqArr>
                              <m:eqArrPr>
                                <m:ctrlPr>
                                  <a:rPr lang="en-IN" sz="280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eqArrP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,</m:t>
                                </m:r>
                                <m:r>
                                  <m:rPr>
                                    <m:nor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</a:rPr>
                                  <m:t> </m:t>
                                </m:r>
                                <m:r>
                                  <m:rPr>
                                    <m:nor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</a:rPr>
                                  <m:t>whenever</m:t>
                                </m:r>
                                <m:r>
                                  <m:rPr>
                                    <m:nor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</a:rPr>
                                  <m:t> 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i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  <m: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,</m:t>
                                </m:r>
                                <m:r>
                                  <m:rPr>
                                    <m:nor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</a:rPr>
                                  <m:t> </m:t>
                                </m:r>
                                <m:r>
                                  <m:rPr>
                                    <m:nor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</a:rPr>
                                  <m:t>whenever</m:t>
                                </m:r>
                                <m:r>
                                  <m:rPr>
                                    <m:nor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</a:rPr>
                                  <m:t> 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i</m:t>
                                </m:r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≠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</m:e>
                            </m:eqAr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3" name="Content Placeholder 4">
                  <a:extLst>
                    <a:ext uri="{FF2B5EF4-FFF2-40B4-BE49-F238E27FC236}">
                      <a16:creationId xmlns:a16="http://schemas.microsoft.com/office/drawing/2014/main" id="{52DAFD38-5297-7DB6-254E-71F0706706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19837" y="2907936"/>
                  <a:ext cx="3666489" cy="1187912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905D1DF7-7FD4-5FCF-8245-CE61936B2FDE}"/>
                  </a:ext>
                </a:extLst>
              </p:cNvPr>
              <p:cNvSpPr/>
              <p:nvPr/>
            </p:nvSpPr>
            <p:spPr>
              <a:xfrm>
                <a:off x="4949981" y="5134432"/>
                <a:ext cx="2738198" cy="154138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905D1DF7-7FD4-5FCF-8245-CE61936B2F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9981" y="5134432"/>
                <a:ext cx="2738198" cy="15413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Content Placeholder 4">
            <a:extLst>
              <a:ext uri="{FF2B5EF4-FFF2-40B4-BE49-F238E27FC236}">
                <a16:creationId xmlns:a16="http://schemas.microsoft.com/office/drawing/2014/main" id="{F52AD717-99A3-E14F-B847-37776281A37A}"/>
              </a:ext>
            </a:extLst>
          </p:cNvPr>
          <p:cNvSpPr txBox="1">
            <a:spLocks/>
          </p:cNvSpPr>
          <p:nvPr/>
        </p:nvSpPr>
        <p:spPr>
          <a:xfrm>
            <a:off x="286605" y="4874481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237F795B-F7F4-C7F2-0874-88DF7E453F7D}"/>
                  </a:ext>
                </a:extLst>
              </p:cNvPr>
              <p:cNvSpPr/>
              <p:nvPr/>
            </p:nvSpPr>
            <p:spPr>
              <a:xfrm>
                <a:off x="537157" y="5665533"/>
                <a:ext cx="1627098" cy="48505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1 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237F795B-F7F4-C7F2-0874-88DF7E453F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7157" y="5665533"/>
                <a:ext cx="1627098" cy="48505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6D13481E-1899-EF08-D6B1-0368865B469D}"/>
                  </a:ext>
                </a:extLst>
              </p:cNvPr>
              <p:cNvSpPr/>
              <p:nvPr/>
            </p:nvSpPr>
            <p:spPr>
              <a:xfrm>
                <a:off x="2302315" y="5441942"/>
                <a:ext cx="2509607" cy="9322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6D13481E-1899-EF08-D6B1-0368865B469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2315" y="5441942"/>
                <a:ext cx="2509607" cy="93223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613907A4-8863-91CC-1A3E-12F8F0F843E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99899" y="4219332"/>
                <a:ext cx="8170333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Identity matrix of order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denoted by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or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𝐈</m:t>
                        </m:r>
                      </m:e>
                      <m:sub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𝐧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I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613907A4-8863-91CC-1A3E-12F8F0F843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9899" y="4219332"/>
                <a:ext cx="8170333" cy="463079"/>
              </a:xfrm>
              <a:prstGeom prst="rect">
                <a:avLst/>
              </a:prstGeom>
              <a:blipFill>
                <a:blip r:embed="rId8"/>
                <a:stretch>
                  <a:fillRect l="-1343" t="-23684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" name="Group 3">
            <a:extLst>
              <a:ext uri="{FF2B5EF4-FFF2-40B4-BE49-F238E27FC236}">
                <a16:creationId xmlns:a16="http://schemas.microsoft.com/office/drawing/2014/main" id="{80EEF3C7-CFC0-685E-6E0E-CAD5FBF607EF}"/>
              </a:ext>
            </a:extLst>
          </p:cNvPr>
          <p:cNvGrpSpPr/>
          <p:nvPr/>
        </p:nvGrpSpPr>
        <p:grpSpPr>
          <a:xfrm>
            <a:off x="177421" y="869792"/>
            <a:ext cx="5855037" cy="1026000"/>
            <a:chOff x="191069" y="842497"/>
            <a:chExt cx="5785126" cy="1172125"/>
          </a:xfrm>
        </p:grpSpPr>
        <p:sp>
          <p:nvSpPr>
            <p:cNvPr id="16" name="Arrow: Pentagon 4">
              <a:extLst>
                <a:ext uri="{FF2B5EF4-FFF2-40B4-BE49-F238E27FC236}">
                  <a16:creationId xmlns:a16="http://schemas.microsoft.com/office/drawing/2014/main" id="{B5CABA64-AE57-BEBA-CA2A-1310707A3938}"/>
                </a:ext>
              </a:extLst>
            </p:cNvPr>
            <p:cNvSpPr txBox="1"/>
            <p:nvPr/>
          </p:nvSpPr>
          <p:spPr>
            <a:xfrm>
              <a:off x="905430" y="889379"/>
              <a:ext cx="5070765" cy="1078360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600357" tIns="186690" rIns="348488" bIns="186690" numCol="1" spcCol="1270" anchor="ctr" anchorCtr="0">
              <a:noAutofit/>
            </a:bodyPr>
            <a:lstStyle/>
            <a:p>
              <a:pPr marL="0" lvl="0" indent="0" algn="ctr" defTabSz="21780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3400" b="1" kern="1200" dirty="0">
                  <a:solidFill>
                    <a:srgbClr val="002060"/>
                  </a:solidFill>
                </a:rPr>
                <a:t>Identity or Unit Matrix</a:t>
              </a: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335EB011-D6EE-8817-D23C-E0976396E426}"/>
                </a:ext>
              </a:extLst>
            </p:cNvPr>
            <p:cNvSpPr/>
            <p:nvPr/>
          </p:nvSpPr>
          <p:spPr>
            <a:xfrm>
              <a:off x="191069" y="842497"/>
              <a:ext cx="1067104" cy="1172125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600" dirty="0">
                  <a:solidFill>
                    <a:srgbClr val="002060"/>
                  </a:solidFill>
                </a:rPr>
                <a:t>6</a:t>
              </a:r>
              <a:endParaRPr lang="en-IN" sz="3600" dirty="0">
                <a:solidFill>
                  <a:srgbClr val="00206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45709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23" grpId="0"/>
      <p:bldP spid="18" grpId="0"/>
      <p:bldP spid="19" grpId="0"/>
      <p:bldP spid="22" grpId="0"/>
      <p:bldP spid="24" grpId="0"/>
      <p:bldP spid="3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BD07352F-9AC0-3CB6-2587-EA9F2F60F30D}"/>
              </a:ext>
            </a:extLst>
          </p:cNvPr>
          <p:cNvGrpSpPr/>
          <p:nvPr/>
        </p:nvGrpSpPr>
        <p:grpSpPr>
          <a:xfrm>
            <a:off x="136325" y="959646"/>
            <a:ext cx="6160302" cy="1026000"/>
            <a:chOff x="191069" y="842497"/>
            <a:chExt cx="6086746" cy="1172125"/>
          </a:xfrm>
        </p:grpSpPr>
        <p:sp>
          <p:nvSpPr>
            <p:cNvPr id="13" name="Arrow: Pentagon 4">
              <a:extLst>
                <a:ext uri="{FF2B5EF4-FFF2-40B4-BE49-F238E27FC236}">
                  <a16:creationId xmlns:a16="http://schemas.microsoft.com/office/drawing/2014/main" id="{F2134F1C-8F78-0165-4CDC-665B734C7A53}"/>
                </a:ext>
              </a:extLst>
            </p:cNvPr>
            <p:cNvSpPr txBox="1"/>
            <p:nvPr/>
          </p:nvSpPr>
          <p:spPr>
            <a:xfrm>
              <a:off x="724620" y="892676"/>
              <a:ext cx="5553195" cy="1078360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600357" tIns="186690" rIns="348488" bIns="186690" numCol="1" spcCol="1270" anchor="ctr" anchorCtr="0">
              <a:noAutofit/>
            </a:bodyPr>
            <a:lstStyle/>
            <a:p>
              <a:pPr marL="0" lvl="0" indent="0" algn="ctr" defTabSz="21780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3400" b="1" kern="1200" dirty="0">
                  <a:solidFill>
                    <a:srgbClr val="002060"/>
                  </a:solidFill>
                </a:rPr>
                <a:t>Zero Matrix </a:t>
              </a:r>
              <a:r>
                <a:rPr lang="en-IN" sz="3400" kern="1200" dirty="0">
                  <a:solidFill>
                    <a:srgbClr val="002060"/>
                  </a:solidFill>
                </a:rPr>
                <a:t>OR</a:t>
              </a:r>
              <a:r>
                <a:rPr lang="en-IN" sz="3400" b="1" kern="1200" dirty="0">
                  <a:solidFill>
                    <a:srgbClr val="002060"/>
                  </a:solidFill>
                </a:rPr>
                <a:t> Null Matrix</a:t>
              </a:r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160E86E1-DD59-6D3F-A282-6DFA83215196}"/>
                </a:ext>
              </a:extLst>
            </p:cNvPr>
            <p:cNvSpPr/>
            <p:nvPr/>
          </p:nvSpPr>
          <p:spPr>
            <a:xfrm>
              <a:off x="191069" y="842497"/>
              <a:ext cx="1067104" cy="1172125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600" dirty="0">
                  <a:solidFill>
                    <a:srgbClr val="002060"/>
                  </a:solidFill>
                </a:rPr>
                <a:t>7</a:t>
              </a:r>
              <a:endParaRPr lang="en-IN" sz="3600" dirty="0">
                <a:solidFill>
                  <a:srgbClr val="002060"/>
                </a:solidFill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14BA2F-94EB-C8D6-07EA-138C58F468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Types of Matrices</a:t>
            </a:r>
          </a:p>
        </p:txBody>
      </p:sp>
      <p:sp>
        <p:nvSpPr>
          <p:cNvPr id="11" name="Content Placeholder 4">
            <a:extLst>
              <a:ext uri="{FF2B5EF4-FFF2-40B4-BE49-F238E27FC236}">
                <a16:creationId xmlns:a16="http://schemas.microsoft.com/office/drawing/2014/main" id="{AB79CA37-8BDA-462A-2674-02585CFD5C76}"/>
              </a:ext>
            </a:extLst>
          </p:cNvPr>
          <p:cNvSpPr txBox="1">
            <a:spLocks/>
          </p:cNvSpPr>
          <p:nvPr/>
        </p:nvSpPr>
        <p:spPr>
          <a:xfrm>
            <a:off x="255440" y="2322177"/>
            <a:ext cx="9643472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A matrix in which all elements are </a:t>
            </a:r>
            <a:r>
              <a:rPr lang="en-IN" sz="2800" b="1" dirty="0">
                <a:solidFill>
                  <a:srgbClr val="FF0000"/>
                </a:solidFill>
              </a:rPr>
              <a:t>zero</a:t>
            </a:r>
            <a:r>
              <a:rPr lang="en-IN" sz="2800" dirty="0">
                <a:solidFill>
                  <a:srgbClr val="002060"/>
                </a:solidFill>
              </a:rPr>
              <a:t> is known as a zero matrix.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F0D193BC-E713-3966-7215-0647D9A2098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55440" y="3015297"/>
                <a:ext cx="7878626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Zero matrix of order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written as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O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or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O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𝐎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F0D193BC-E713-3966-7215-0647D9A209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440" y="3015297"/>
                <a:ext cx="7878626" cy="463079"/>
              </a:xfrm>
              <a:prstGeom prst="rect">
                <a:avLst/>
              </a:prstGeom>
              <a:blipFill>
                <a:blip r:embed="rId2"/>
                <a:stretch>
                  <a:fillRect l="-1471" t="-25000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0BED7CD8-91CD-0F1F-9E9D-788FCF68C5A5}"/>
                  </a:ext>
                </a:extLst>
              </p:cNvPr>
              <p:cNvSpPr/>
              <p:nvPr/>
            </p:nvSpPr>
            <p:spPr>
              <a:xfrm>
                <a:off x="5353351" y="4227025"/>
                <a:ext cx="2628396" cy="154138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O</m:t>
                        </m:r>
                      </m:e>
                      <m:sub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3×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0BED7CD8-91CD-0F1F-9E9D-788FCF68C5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3351" y="4227025"/>
                <a:ext cx="2628396" cy="154138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Content Placeholder 4">
            <a:extLst>
              <a:ext uri="{FF2B5EF4-FFF2-40B4-BE49-F238E27FC236}">
                <a16:creationId xmlns:a16="http://schemas.microsoft.com/office/drawing/2014/main" id="{49683578-764C-5B9D-8AAC-530AA655DEE6}"/>
              </a:ext>
            </a:extLst>
          </p:cNvPr>
          <p:cNvSpPr txBox="1">
            <a:spLocks/>
          </p:cNvSpPr>
          <p:nvPr/>
        </p:nvSpPr>
        <p:spPr>
          <a:xfrm>
            <a:off x="256597" y="3708417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046E4E51-E305-9D88-E4DB-7A05BF6B263F}"/>
                  </a:ext>
                </a:extLst>
              </p:cNvPr>
              <p:cNvSpPr/>
              <p:nvPr/>
            </p:nvSpPr>
            <p:spPr>
              <a:xfrm>
                <a:off x="505992" y="4755189"/>
                <a:ext cx="1765158" cy="48505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O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0 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046E4E51-E305-9D88-E4DB-7A05BF6B26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5992" y="4755189"/>
                <a:ext cx="1765158" cy="48505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3C34B9E-4EB9-C7DB-D3FB-1A9EC06E07BC}"/>
                  </a:ext>
                </a:extLst>
              </p:cNvPr>
              <p:cNvSpPr/>
              <p:nvPr/>
            </p:nvSpPr>
            <p:spPr>
              <a:xfrm>
                <a:off x="2557447" y="4549622"/>
                <a:ext cx="2509607" cy="9322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O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3C34B9E-4EB9-C7DB-D3FB-1A9EC06E07B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7447" y="4549622"/>
                <a:ext cx="2509607" cy="93223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31958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5" grpId="0"/>
      <p:bldP spid="16" grpId="0"/>
      <p:bldP spid="17" grpId="0"/>
      <p:bldP spid="18" grpId="0"/>
      <p:bldP spid="19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14BA2F-94EB-C8D6-07EA-138C58F468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Types of Matrices</a:t>
            </a:r>
          </a:p>
        </p:txBody>
      </p:sp>
      <p:sp>
        <p:nvSpPr>
          <p:cNvPr id="11" name="Content Placeholder 4">
            <a:extLst>
              <a:ext uri="{FF2B5EF4-FFF2-40B4-BE49-F238E27FC236}">
                <a16:creationId xmlns:a16="http://schemas.microsoft.com/office/drawing/2014/main" id="{AB79CA37-8BDA-462A-2674-02585CFD5C76}"/>
              </a:ext>
            </a:extLst>
          </p:cNvPr>
          <p:cNvSpPr txBox="1">
            <a:spLocks/>
          </p:cNvSpPr>
          <p:nvPr/>
        </p:nvSpPr>
        <p:spPr>
          <a:xfrm>
            <a:off x="286605" y="1927469"/>
            <a:ext cx="11791664" cy="71120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A </a:t>
            </a:r>
            <a:r>
              <a:rPr lang="en-IN" sz="2800" b="1" dirty="0">
                <a:solidFill>
                  <a:srgbClr val="FF0000"/>
                </a:solidFill>
              </a:rPr>
              <a:t>square</a:t>
            </a:r>
            <a:r>
              <a:rPr lang="en-IN" sz="2800" dirty="0">
                <a:solidFill>
                  <a:srgbClr val="002060"/>
                </a:solidFill>
              </a:rPr>
              <a:t> matrix in which all the elements </a:t>
            </a:r>
            <a:r>
              <a:rPr lang="en-IN" sz="2800" b="1" dirty="0">
                <a:solidFill>
                  <a:srgbClr val="FF0000"/>
                </a:solidFill>
              </a:rPr>
              <a:t>below</a:t>
            </a:r>
            <a:r>
              <a:rPr lang="en-IN" sz="2800" dirty="0">
                <a:solidFill>
                  <a:srgbClr val="002060"/>
                </a:solidFill>
              </a:rPr>
              <a:t> the principal diagonal are </a:t>
            </a:r>
            <a:r>
              <a:rPr lang="en-IN" sz="2800" b="1" dirty="0">
                <a:solidFill>
                  <a:srgbClr val="FF0000"/>
                </a:solidFill>
              </a:rPr>
              <a:t>zero</a:t>
            </a:r>
            <a:r>
              <a:rPr lang="en-IN" sz="2800" dirty="0">
                <a:solidFill>
                  <a:srgbClr val="002060"/>
                </a:solidFill>
              </a:rPr>
              <a:t> is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015FBA3C-3068-6A44-D891-019E12AC9A98}"/>
              </a:ext>
            </a:extLst>
          </p:cNvPr>
          <p:cNvSpPr/>
          <p:nvPr/>
        </p:nvSpPr>
        <p:spPr>
          <a:xfrm>
            <a:off x="537156" y="2511073"/>
            <a:ext cx="6352742" cy="65869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IN" sz="2800" dirty="0">
                <a:solidFill>
                  <a:srgbClr val="002060"/>
                </a:solidFill>
              </a:rPr>
              <a:t>known as an upper triangular matrix (UTM). 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AA132B66-4F29-C912-FD10-CB198FF13E18}"/>
              </a:ext>
            </a:extLst>
          </p:cNvPr>
          <p:cNvGrpSpPr/>
          <p:nvPr/>
        </p:nvGrpSpPr>
        <p:grpSpPr>
          <a:xfrm>
            <a:off x="537156" y="2840421"/>
            <a:ext cx="10733361" cy="1187912"/>
            <a:chOff x="572640" y="2976559"/>
            <a:chExt cx="10733361" cy="118791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Content Placeholder 4">
                  <a:extLst>
                    <a:ext uri="{FF2B5EF4-FFF2-40B4-BE49-F238E27FC236}">
                      <a16:creationId xmlns:a16="http://schemas.microsoft.com/office/drawing/2014/main" id="{5A637C79-9943-061C-101E-ED949A51EFA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72640" y="3273547"/>
                  <a:ext cx="7362835" cy="699310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.,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ij</m:t>
                              </m:r>
                            </m:sub>
                          </m:sSub>
                          <m: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×</m:t>
                          </m:r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n</m:t>
                          </m:r>
                        </m:sub>
                      </m:sSub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is an upper triangular matrix, if</a:t>
                  </a:r>
                </a:p>
              </p:txBody>
            </p:sp>
          </mc:Choice>
          <mc:Fallback xmlns="">
            <p:sp>
              <p:nvSpPr>
                <p:cNvPr id="12" name="Content Placeholder 4">
                  <a:extLst>
                    <a:ext uri="{FF2B5EF4-FFF2-40B4-BE49-F238E27FC236}">
                      <a16:creationId xmlns:a16="http://schemas.microsoft.com/office/drawing/2014/main" id="{5A637C79-9943-061C-101E-ED949A51EF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2640" y="3273547"/>
                  <a:ext cx="7362835" cy="699310"/>
                </a:xfrm>
                <a:prstGeom prst="rect">
                  <a:avLst/>
                </a:prstGeom>
                <a:blipFill>
                  <a:blip r:embed="rId2"/>
                  <a:stretch>
                    <a:fillRect t="-877" b="-7018"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Content Placeholder 4">
                  <a:extLst>
                    <a:ext uri="{FF2B5EF4-FFF2-40B4-BE49-F238E27FC236}">
                      <a16:creationId xmlns:a16="http://schemas.microsoft.com/office/drawing/2014/main" id="{52DAFD38-5297-7DB6-254E-71F070670632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7731519" y="2976559"/>
                  <a:ext cx="3574482" cy="1187912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1" i="1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sz="2800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𝐚</m:t>
                            </m:r>
                          </m:e>
                          <m:sub>
                            <m:r>
                              <a:rPr lang="en-IN" sz="2800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𝐢𝐣</m:t>
                            </m:r>
                          </m:sub>
                        </m:sSub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;</m:t>
                        </m:r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∀</m:t>
                        </m:r>
                        <m:r>
                          <a:rPr lang="en-IN" sz="2800" b="0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  <m:r>
                          <a:rPr lang="en-IN" sz="2800" b="0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j</m:t>
                        </m:r>
                        <m:r>
                          <a:rPr lang="en-IN" sz="2800" b="0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</a:rPr>
                          <m:t>with</m:t>
                        </m:r>
                        <m:r>
                          <m:rPr>
                            <m:nor/>
                          </m:rPr>
                          <a:rPr lang="en-IN" sz="2800" b="0" i="0" smtClean="0">
                            <a:solidFill>
                              <a:srgbClr val="FF0000"/>
                            </a:solidFill>
                          </a:rPr>
                          <m:t> 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&gt;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𝐣</m:t>
                        </m:r>
                      </m:oMath>
                    </m:oMathPara>
                  </a14:m>
                  <a:endParaRPr lang="en-IN" sz="2800" b="1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3" name="Content Placeholder 4">
                  <a:extLst>
                    <a:ext uri="{FF2B5EF4-FFF2-40B4-BE49-F238E27FC236}">
                      <a16:creationId xmlns:a16="http://schemas.microsoft.com/office/drawing/2014/main" id="{52DAFD38-5297-7DB6-254E-71F0706706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731519" y="2976559"/>
                  <a:ext cx="3574482" cy="1187912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905D1DF7-7FD4-5FCF-8245-CE61936B2FDE}"/>
                  </a:ext>
                </a:extLst>
              </p:cNvPr>
              <p:cNvSpPr/>
              <p:nvPr/>
            </p:nvSpPr>
            <p:spPr>
              <a:xfrm>
                <a:off x="433712" y="4607735"/>
                <a:ext cx="2841751" cy="15057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905D1DF7-7FD4-5FCF-8245-CE61936B2F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3712" y="4607735"/>
                <a:ext cx="2841751" cy="150575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Content Placeholder 4">
            <a:extLst>
              <a:ext uri="{FF2B5EF4-FFF2-40B4-BE49-F238E27FC236}">
                <a16:creationId xmlns:a16="http://schemas.microsoft.com/office/drawing/2014/main" id="{F52AD717-99A3-E14F-B847-37776281A37A}"/>
              </a:ext>
            </a:extLst>
          </p:cNvPr>
          <p:cNvSpPr txBox="1">
            <a:spLocks/>
          </p:cNvSpPr>
          <p:nvPr/>
        </p:nvSpPr>
        <p:spPr>
          <a:xfrm>
            <a:off x="286605" y="3920462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8B09EA0-2A50-BC26-C439-6A2C70959FEF}"/>
              </a:ext>
            </a:extLst>
          </p:cNvPr>
          <p:cNvGrpSpPr/>
          <p:nvPr/>
        </p:nvGrpSpPr>
        <p:grpSpPr>
          <a:xfrm>
            <a:off x="177421" y="869792"/>
            <a:ext cx="5827615" cy="1026000"/>
            <a:chOff x="191069" y="842497"/>
            <a:chExt cx="5758031" cy="1172125"/>
          </a:xfrm>
        </p:grpSpPr>
        <p:sp>
          <p:nvSpPr>
            <p:cNvPr id="35" name="Arrow: Pentagon 4">
              <a:extLst>
                <a:ext uri="{FF2B5EF4-FFF2-40B4-BE49-F238E27FC236}">
                  <a16:creationId xmlns:a16="http://schemas.microsoft.com/office/drawing/2014/main" id="{2141008D-369A-284D-FAA3-320BD594CDC0}"/>
                </a:ext>
              </a:extLst>
            </p:cNvPr>
            <p:cNvSpPr txBox="1"/>
            <p:nvPr/>
          </p:nvSpPr>
          <p:spPr>
            <a:xfrm>
              <a:off x="878336" y="907224"/>
              <a:ext cx="5070764" cy="1078360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600357" tIns="186690" rIns="348488" bIns="186690" numCol="1" spcCol="1270" anchor="ctr" anchorCtr="0">
              <a:noAutofit/>
            </a:bodyPr>
            <a:lstStyle/>
            <a:p>
              <a:pPr marL="0" lvl="0" indent="0" algn="ctr" defTabSz="21780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3400" b="1" kern="1200" dirty="0">
                  <a:solidFill>
                    <a:srgbClr val="002060"/>
                  </a:solidFill>
                </a:rPr>
                <a:t>Upper Triangular Matrix</a:t>
              </a:r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34F4B447-5B46-9F04-45C6-C4C056CCE002}"/>
                </a:ext>
              </a:extLst>
            </p:cNvPr>
            <p:cNvSpPr/>
            <p:nvPr/>
          </p:nvSpPr>
          <p:spPr>
            <a:xfrm>
              <a:off x="191069" y="842497"/>
              <a:ext cx="1067104" cy="1172125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600" dirty="0">
                  <a:solidFill>
                    <a:srgbClr val="002060"/>
                  </a:solidFill>
                </a:rPr>
                <a:t>8</a:t>
              </a:r>
              <a:endParaRPr lang="en-IN" sz="3600" dirty="0">
                <a:solidFill>
                  <a:srgbClr val="002060"/>
                </a:solidFill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D55365EA-B21F-B1A5-5673-6A4797E601E5}"/>
                  </a:ext>
                </a:extLst>
              </p:cNvPr>
              <p:cNvSpPr/>
              <p:nvPr/>
            </p:nvSpPr>
            <p:spPr>
              <a:xfrm>
                <a:off x="3747235" y="4461459"/>
                <a:ext cx="3772680" cy="179306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4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D55365EA-B21F-B1A5-5673-6A4797E601E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47235" y="4461459"/>
                <a:ext cx="3772680" cy="179306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9" name="Right Triangle 48">
            <a:extLst>
              <a:ext uri="{FF2B5EF4-FFF2-40B4-BE49-F238E27FC236}">
                <a16:creationId xmlns:a16="http://schemas.microsoft.com/office/drawing/2014/main" id="{92AC9517-E202-E60E-55E7-08F88152942E}"/>
              </a:ext>
            </a:extLst>
          </p:cNvPr>
          <p:cNvSpPr/>
          <p:nvPr/>
        </p:nvSpPr>
        <p:spPr>
          <a:xfrm rot="10800000">
            <a:off x="8474597" y="4455483"/>
            <a:ext cx="3123111" cy="1950471"/>
          </a:xfrm>
          <a:prstGeom prst="rtTriangle">
            <a:avLst/>
          </a:prstGeom>
          <a:solidFill>
            <a:schemeClr val="accent6">
              <a:lumMod val="20000"/>
              <a:lumOff val="80000"/>
            </a:schemeClr>
          </a:solidFill>
          <a:ln w="19050">
            <a:solidFill>
              <a:schemeClr val="tx1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1899A105-0C0A-C573-D0B7-F8F0407FDBA2}"/>
                  </a:ext>
                </a:extLst>
              </p:cNvPr>
              <p:cNvSpPr/>
              <p:nvPr/>
            </p:nvSpPr>
            <p:spPr>
              <a:xfrm>
                <a:off x="8893235" y="4247909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1899A105-0C0A-C573-D0B7-F8F0407FDB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3235" y="4247909"/>
                <a:ext cx="673765" cy="63281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0CB35A14-F086-FC3B-7645-4BBCE0470851}"/>
                  </a:ext>
                </a:extLst>
              </p:cNvPr>
              <p:cNvSpPr/>
              <p:nvPr/>
            </p:nvSpPr>
            <p:spPr>
              <a:xfrm>
                <a:off x="9887147" y="4247908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0CB35A14-F086-FC3B-7645-4BBCE04708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87147" y="4247908"/>
                <a:ext cx="673765" cy="63281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59BD3604-5371-1002-975B-04F34EDCC91A}"/>
                  </a:ext>
                </a:extLst>
              </p:cNvPr>
              <p:cNvSpPr/>
              <p:nvPr/>
            </p:nvSpPr>
            <p:spPr>
              <a:xfrm>
                <a:off x="10881059" y="4247907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59BD3604-5371-1002-975B-04F34EDCC9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1059" y="4247907"/>
                <a:ext cx="673765" cy="63281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E2B19BB-7A61-D8FD-7A3F-16E0508AFA81}"/>
                  </a:ext>
                </a:extLst>
              </p:cNvPr>
              <p:cNvSpPr/>
              <p:nvPr/>
            </p:nvSpPr>
            <p:spPr>
              <a:xfrm>
                <a:off x="8886269" y="4880719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E2B19BB-7A61-D8FD-7A3F-16E0508AFA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86269" y="4880719"/>
                <a:ext cx="673765" cy="63281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477576FA-F0F7-EF35-FA15-E5090BFA5109}"/>
                  </a:ext>
                </a:extLst>
              </p:cNvPr>
              <p:cNvSpPr/>
              <p:nvPr/>
            </p:nvSpPr>
            <p:spPr>
              <a:xfrm>
                <a:off x="9903882" y="4880719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477576FA-F0F7-EF35-FA15-E5090BFA510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03882" y="4880719"/>
                <a:ext cx="673765" cy="63281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566C5887-2DCD-E997-917C-213987CBE9B8}"/>
                  </a:ext>
                </a:extLst>
              </p:cNvPr>
              <p:cNvSpPr/>
              <p:nvPr/>
            </p:nvSpPr>
            <p:spPr>
              <a:xfrm>
                <a:off x="10881058" y="4880719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566C5887-2DCD-E997-917C-213987CBE9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1058" y="4880719"/>
                <a:ext cx="673765" cy="63281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D8B332A9-FF7E-FA94-A6D5-275BEAD2BDA1}"/>
                  </a:ext>
                </a:extLst>
              </p:cNvPr>
              <p:cNvSpPr/>
              <p:nvPr/>
            </p:nvSpPr>
            <p:spPr>
              <a:xfrm>
                <a:off x="8885929" y="5544540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D8B332A9-FF7E-FA94-A6D5-275BEAD2BD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85929" y="5544540"/>
                <a:ext cx="673765" cy="63281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9D03A861-E754-7064-F554-C265B44F4D0A}"/>
                  </a:ext>
                </a:extLst>
              </p:cNvPr>
              <p:cNvSpPr/>
              <p:nvPr/>
            </p:nvSpPr>
            <p:spPr>
              <a:xfrm>
                <a:off x="9906345" y="5544539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9D03A861-E754-7064-F554-C265B44F4D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06345" y="5544539"/>
                <a:ext cx="673765" cy="63281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4365CE90-99EF-B832-EABF-4AA1429446C6}"/>
                  </a:ext>
                </a:extLst>
              </p:cNvPr>
              <p:cNvSpPr/>
              <p:nvPr/>
            </p:nvSpPr>
            <p:spPr>
              <a:xfrm>
                <a:off x="10926761" y="5544538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4365CE90-99EF-B832-EABF-4AA1429446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26761" y="5544538"/>
                <a:ext cx="673765" cy="63281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9" name="Double Bracket 58">
            <a:extLst>
              <a:ext uri="{FF2B5EF4-FFF2-40B4-BE49-F238E27FC236}">
                <a16:creationId xmlns:a16="http://schemas.microsoft.com/office/drawing/2014/main" id="{F4CA5B72-2864-CC80-2AA9-99C49F360CA4}"/>
              </a:ext>
            </a:extLst>
          </p:cNvPr>
          <p:cNvSpPr/>
          <p:nvPr/>
        </p:nvSpPr>
        <p:spPr>
          <a:xfrm>
            <a:off x="8635177" y="4383541"/>
            <a:ext cx="3123111" cy="1783328"/>
          </a:xfrm>
          <a:prstGeom prst="bracketPair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0" name="Rectangle: Rounded Corners 59">
            <a:extLst>
              <a:ext uri="{FF2B5EF4-FFF2-40B4-BE49-F238E27FC236}">
                <a16:creationId xmlns:a16="http://schemas.microsoft.com/office/drawing/2014/main" id="{E5D0B16A-41F6-AF16-807F-7A4FC6A4C1D6}"/>
              </a:ext>
            </a:extLst>
          </p:cNvPr>
          <p:cNvSpPr/>
          <p:nvPr/>
        </p:nvSpPr>
        <p:spPr>
          <a:xfrm rot="1915406">
            <a:off x="8760943" y="5064425"/>
            <a:ext cx="2934456" cy="46983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6E326A2D-739C-B28C-B83B-9EE2981CE6E4}"/>
                  </a:ext>
                </a:extLst>
              </p:cNvPr>
              <p:cNvSpPr/>
              <p:nvPr/>
            </p:nvSpPr>
            <p:spPr>
              <a:xfrm>
                <a:off x="9032353" y="5040506"/>
                <a:ext cx="380915" cy="46307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6E326A2D-739C-B28C-B83B-9EE2981CE6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2353" y="5040506"/>
                <a:ext cx="380915" cy="46307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46DE245-8669-1D67-6EED-A086E15C2EE1}"/>
                  </a:ext>
                </a:extLst>
              </p:cNvPr>
              <p:cNvSpPr/>
              <p:nvPr/>
            </p:nvSpPr>
            <p:spPr>
              <a:xfrm>
                <a:off x="9017173" y="5714272"/>
                <a:ext cx="380915" cy="46307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46DE245-8669-1D67-6EED-A086E15C2E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17173" y="5714272"/>
                <a:ext cx="380915" cy="46307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287C2BB5-9A63-CE31-AE1F-01E57DD3FADE}"/>
                  </a:ext>
                </a:extLst>
              </p:cNvPr>
              <p:cNvSpPr/>
              <p:nvPr/>
            </p:nvSpPr>
            <p:spPr>
              <a:xfrm>
                <a:off x="10035477" y="5733832"/>
                <a:ext cx="460807" cy="44031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287C2BB5-9A63-CE31-AE1F-01E57DD3FA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35477" y="5733832"/>
                <a:ext cx="460807" cy="440315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913624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99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" dur="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1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1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" dur="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5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2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5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5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" dur="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0" dur="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5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5" dur="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" dur="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6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6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" dur="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5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7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23" grpId="0"/>
      <p:bldP spid="18" grpId="0"/>
      <p:bldP spid="19" grpId="0"/>
      <p:bldP spid="3" grpId="0"/>
      <p:bldP spid="49" grpId="0" animBg="1"/>
      <p:bldP spid="49" grpId="1" animBg="1"/>
      <p:bldP spid="50" grpId="0"/>
      <p:bldP spid="50" grpId="1"/>
      <p:bldP spid="51" grpId="0"/>
      <p:bldP spid="51" grpId="1"/>
      <p:bldP spid="52" grpId="0"/>
      <p:bldP spid="52" grpId="1"/>
      <p:bldP spid="53" grpId="0"/>
      <p:bldP spid="53" grpId="1"/>
      <p:bldP spid="53" grpId="2"/>
      <p:bldP spid="54" grpId="0"/>
      <p:bldP spid="54" grpId="1"/>
      <p:bldP spid="55" grpId="0"/>
      <p:bldP spid="55" grpId="1"/>
      <p:bldP spid="56" grpId="0"/>
      <p:bldP spid="56" grpId="1"/>
      <p:bldP spid="56" grpId="2"/>
      <p:bldP spid="57" grpId="0"/>
      <p:bldP spid="57" grpId="1"/>
      <p:bldP spid="57" grpId="2"/>
      <p:bldP spid="58" grpId="0"/>
      <p:bldP spid="58" grpId="1"/>
      <p:bldP spid="59" grpId="0" animBg="1"/>
      <p:bldP spid="59" grpId="1" animBg="1"/>
      <p:bldP spid="60" grpId="0" animBg="1"/>
      <p:bldP spid="60" grpId="1" animBg="1"/>
      <p:bldP spid="61" grpId="0"/>
      <p:bldP spid="61" grpId="1"/>
      <p:bldP spid="62" grpId="0"/>
      <p:bldP spid="62" grpId="1"/>
      <p:bldP spid="63" grpId="0"/>
      <p:bldP spid="63" grpId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14BA2F-94EB-C8D6-07EA-138C58F468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Types of Matrices</a:t>
            </a:r>
          </a:p>
        </p:txBody>
      </p:sp>
      <p:sp>
        <p:nvSpPr>
          <p:cNvPr id="11" name="Content Placeholder 4">
            <a:extLst>
              <a:ext uri="{FF2B5EF4-FFF2-40B4-BE49-F238E27FC236}">
                <a16:creationId xmlns:a16="http://schemas.microsoft.com/office/drawing/2014/main" id="{AB79CA37-8BDA-462A-2674-02585CFD5C76}"/>
              </a:ext>
            </a:extLst>
          </p:cNvPr>
          <p:cNvSpPr txBox="1">
            <a:spLocks/>
          </p:cNvSpPr>
          <p:nvPr/>
        </p:nvSpPr>
        <p:spPr>
          <a:xfrm>
            <a:off x="286604" y="1927469"/>
            <a:ext cx="11905395" cy="71120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A </a:t>
            </a:r>
            <a:r>
              <a:rPr lang="en-IN" sz="2800" b="1" dirty="0">
                <a:solidFill>
                  <a:srgbClr val="FF0000"/>
                </a:solidFill>
              </a:rPr>
              <a:t>square</a:t>
            </a:r>
            <a:r>
              <a:rPr lang="en-IN" sz="2800" dirty="0">
                <a:solidFill>
                  <a:srgbClr val="002060"/>
                </a:solidFill>
              </a:rPr>
              <a:t> matrix in which all the elements </a:t>
            </a:r>
            <a:r>
              <a:rPr lang="en-IN" sz="2800" b="1" dirty="0">
                <a:solidFill>
                  <a:srgbClr val="FF0000"/>
                </a:solidFill>
              </a:rPr>
              <a:t>above</a:t>
            </a:r>
            <a:r>
              <a:rPr lang="en-IN" sz="2800" dirty="0">
                <a:solidFill>
                  <a:srgbClr val="002060"/>
                </a:solidFill>
              </a:rPr>
              <a:t> the principal diagonal are </a:t>
            </a:r>
            <a:r>
              <a:rPr lang="en-IN" sz="2800" b="1" dirty="0">
                <a:solidFill>
                  <a:srgbClr val="FF0000"/>
                </a:solidFill>
              </a:rPr>
              <a:t>zero</a:t>
            </a:r>
            <a:r>
              <a:rPr lang="en-IN" sz="2800" dirty="0">
                <a:solidFill>
                  <a:srgbClr val="002060"/>
                </a:solidFill>
              </a:rPr>
              <a:t> is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015FBA3C-3068-6A44-D891-019E12AC9A98}"/>
              </a:ext>
            </a:extLst>
          </p:cNvPr>
          <p:cNvSpPr/>
          <p:nvPr/>
        </p:nvSpPr>
        <p:spPr>
          <a:xfrm>
            <a:off x="537155" y="2511073"/>
            <a:ext cx="6118825" cy="65869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IN" sz="2800" dirty="0">
                <a:solidFill>
                  <a:srgbClr val="002060"/>
                </a:solidFill>
              </a:rPr>
              <a:t>known as a lower triangular matrix (LTM).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AA132B66-4F29-C912-FD10-CB198FF13E18}"/>
              </a:ext>
            </a:extLst>
          </p:cNvPr>
          <p:cNvGrpSpPr/>
          <p:nvPr/>
        </p:nvGrpSpPr>
        <p:grpSpPr>
          <a:xfrm>
            <a:off x="537156" y="2825177"/>
            <a:ext cx="10534680" cy="1187912"/>
            <a:chOff x="572640" y="2961315"/>
            <a:chExt cx="10534680" cy="118791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Content Placeholder 4">
                  <a:extLst>
                    <a:ext uri="{FF2B5EF4-FFF2-40B4-BE49-F238E27FC236}">
                      <a16:creationId xmlns:a16="http://schemas.microsoft.com/office/drawing/2014/main" id="{5A637C79-9943-061C-101E-ED949A51EFA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72640" y="3273547"/>
                  <a:ext cx="7075756" cy="699310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.,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sSub>
                            <m:sSub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ij</m:t>
                              </m:r>
                            </m:sub>
                          </m:sSub>
                          <m: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×</m:t>
                          </m:r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n</m:t>
                          </m:r>
                        </m:sub>
                      </m:sSub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is a lower triangular matrix, if</a:t>
                  </a:r>
                </a:p>
              </p:txBody>
            </p:sp>
          </mc:Choice>
          <mc:Fallback xmlns="">
            <p:sp>
              <p:nvSpPr>
                <p:cNvPr id="12" name="Content Placeholder 4">
                  <a:extLst>
                    <a:ext uri="{FF2B5EF4-FFF2-40B4-BE49-F238E27FC236}">
                      <a16:creationId xmlns:a16="http://schemas.microsoft.com/office/drawing/2014/main" id="{5A637C79-9943-061C-101E-ED949A51EF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2640" y="3273547"/>
                  <a:ext cx="7075756" cy="699310"/>
                </a:xfrm>
                <a:prstGeom prst="rect">
                  <a:avLst/>
                </a:prstGeom>
                <a:blipFill>
                  <a:blip r:embed="rId2"/>
                  <a:stretch>
                    <a:fillRect t="-877" r="-431" b="-7018"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Content Placeholder 4">
                  <a:extLst>
                    <a:ext uri="{FF2B5EF4-FFF2-40B4-BE49-F238E27FC236}">
                      <a16:creationId xmlns:a16="http://schemas.microsoft.com/office/drawing/2014/main" id="{52DAFD38-5297-7DB6-254E-71F070670632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7499008" y="2961315"/>
                  <a:ext cx="3608312" cy="1187912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1" i="1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sz="2800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𝐚</m:t>
                            </m:r>
                          </m:e>
                          <m:sub>
                            <m:r>
                              <a:rPr lang="en-IN" sz="2800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𝐢𝐣</m:t>
                            </m:r>
                          </m:sub>
                        </m:sSub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;</m:t>
                        </m:r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∀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  <m:r>
                          <a:rPr lang="en-IN" sz="280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j</m:t>
                        </m:r>
                        <m:r>
                          <a:rPr lang="en-IN" sz="280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IN" sz="2800">
                            <a:solidFill>
                              <a:srgbClr val="002060"/>
                            </a:solidFill>
                          </a:rPr>
                          <m:t>with</m:t>
                        </m:r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𝐣</m:t>
                        </m:r>
                      </m:oMath>
                    </m:oMathPara>
                  </a14:m>
                  <a:endParaRPr lang="en-IN" sz="2800" b="1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3" name="Content Placeholder 4">
                  <a:extLst>
                    <a:ext uri="{FF2B5EF4-FFF2-40B4-BE49-F238E27FC236}">
                      <a16:creationId xmlns:a16="http://schemas.microsoft.com/office/drawing/2014/main" id="{52DAFD38-5297-7DB6-254E-71F0706706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99008" y="2961315"/>
                  <a:ext cx="3608312" cy="1187912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905D1DF7-7FD4-5FCF-8245-CE61936B2FDE}"/>
                  </a:ext>
                </a:extLst>
              </p:cNvPr>
              <p:cNvSpPr/>
              <p:nvPr/>
            </p:nvSpPr>
            <p:spPr>
              <a:xfrm>
                <a:off x="433712" y="4607735"/>
                <a:ext cx="2841751" cy="15057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e>
                            <m:e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905D1DF7-7FD4-5FCF-8245-CE61936B2F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3712" y="4607735"/>
                <a:ext cx="2841751" cy="150575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Content Placeholder 4">
            <a:extLst>
              <a:ext uri="{FF2B5EF4-FFF2-40B4-BE49-F238E27FC236}">
                <a16:creationId xmlns:a16="http://schemas.microsoft.com/office/drawing/2014/main" id="{F52AD717-99A3-E14F-B847-37776281A37A}"/>
              </a:ext>
            </a:extLst>
          </p:cNvPr>
          <p:cNvSpPr txBox="1">
            <a:spLocks/>
          </p:cNvSpPr>
          <p:nvPr/>
        </p:nvSpPr>
        <p:spPr>
          <a:xfrm>
            <a:off x="286605" y="3920462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D55365EA-B21F-B1A5-5673-6A4797E601E5}"/>
                  </a:ext>
                </a:extLst>
              </p:cNvPr>
              <p:cNvSpPr/>
              <p:nvPr/>
            </p:nvSpPr>
            <p:spPr>
              <a:xfrm>
                <a:off x="3747235" y="4461459"/>
                <a:ext cx="3772680" cy="179306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4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e>
                            <m:e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D55365EA-B21F-B1A5-5673-6A4797E601E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47235" y="4461459"/>
                <a:ext cx="3772680" cy="179306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ight Triangle 3">
            <a:extLst>
              <a:ext uri="{FF2B5EF4-FFF2-40B4-BE49-F238E27FC236}">
                <a16:creationId xmlns:a16="http://schemas.microsoft.com/office/drawing/2014/main" id="{AE00D32F-1C9B-FDE1-378A-076C231B8E86}"/>
              </a:ext>
            </a:extLst>
          </p:cNvPr>
          <p:cNvSpPr/>
          <p:nvPr/>
        </p:nvSpPr>
        <p:spPr>
          <a:xfrm>
            <a:off x="8517825" y="4251823"/>
            <a:ext cx="3123110" cy="2002701"/>
          </a:xfrm>
          <a:prstGeom prst="rtTriangle">
            <a:avLst/>
          </a:prstGeom>
          <a:solidFill>
            <a:schemeClr val="accent6">
              <a:lumMod val="20000"/>
              <a:lumOff val="80000"/>
            </a:schemeClr>
          </a:solidFill>
          <a:ln w="19050">
            <a:solidFill>
              <a:schemeClr val="tx1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18F050FF-1107-8F7C-78B0-D09361F42D8F}"/>
                  </a:ext>
                </a:extLst>
              </p:cNvPr>
              <p:cNvSpPr/>
              <p:nvPr/>
            </p:nvSpPr>
            <p:spPr>
              <a:xfrm>
                <a:off x="8564045" y="4345000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18F050FF-1107-8F7C-78B0-D09361F42D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64045" y="4345000"/>
                <a:ext cx="673765" cy="63281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98EF6C4-6036-30C8-FFB3-4D862AA405DF}"/>
                  </a:ext>
                </a:extLst>
              </p:cNvPr>
              <p:cNvSpPr/>
              <p:nvPr/>
            </p:nvSpPr>
            <p:spPr>
              <a:xfrm>
                <a:off x="9557957" y="4344999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98EF6C4-6036-30C8-FFB3-4D862AA405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57957" y="4344999"/>
                <a:ext cx="673765" cy="63281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4DA4D249-6E7A-BC21-2B20-AF4002B81F15}"/>
                  </a:ext>
                </a:extLst>
              </p:cNvPr>
              <p:cNvSpPr/>
              <p:nvPr/>
            </p:nvSpPr>
            <p:spPr>
              <a:xfrm>
                <a:off x="10551869" y="4344998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4DA4D249-6E7A-BC21-2B20-AF4002B81F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51869" y="4344998"/>
                <a:ext cx="673765" cy="63281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500770D-2F95-1C4A-61E1-E8E60AD55661}"/>
                  </a:ext>
                </a:extLst>
              </p:cNvPr>
              <p:cNvSpPr/>
              <p:nvPr/>
            </p:nvSpPr>
            <p:spPr>
              <a:xfrm>
                <a:off x="8556656" y="4977810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500770D-2F95-1C4A-61E1-E8E60AD556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56656" y="4977810"/>
                <a:ext cx="673765" cy="63281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D00E16A3-3E2B-4E9C-A8A8-F07C735830FF}"/>
                  </a:ext>
                </a:extLst>
              </p:cNvPr>
              <p:cNvSpPr/>
              <p:nvPr/>
            </p:nvSpPr>
            <p:spPr>
              <a:xfrm>
                <a:off x="9574692" y="4977810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D00E16A3-3E2B-4E9C-A8A8-F07C735830F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74692" y="4977810"/>
                <a:ext cx="673765" cy="63281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7269ADDD-C992-256D-D45F-104D96A5BF80}"/>
                  </a:ext>
                </a:extLst>
              </p:cNvPr>
              <p:cNvSpPr/>
              <p:nvPr/>
            </p:nvSpPr>
            <p:spPr>
              <a:xfrm>
                <a:off x="10551868" y="4977810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7269ADDD-C992-256D-D45F-104D96A5BF8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51868" y="4977810"/>
                <a:ext cx="673765" cy="63281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0DD88E6F-A178-9E61-063F-861223BD85FA}"/>
                  </a:ext>
                </a:extLst>
              </p:cNvPr>
              <p:cNvSpPr/>
              <p:nvPr/>
            </p:nvSpPr>
            <p:spPr>
              <a:xfrm>
                <a:off x="8556316" y="5641631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0DD88E6F-A178-9E61-063F-861223BD85F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56316" y="5641631"/>
                <a:ext cx="673765" cy="63281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9F36780B-EDBC-AD9D-3329-9407AF668C3F}"/>
                  </a:ext>
                </a:extLst>
              </p:cNvPr>
              <p:cNvSpPr/>
              <p:nvPr/>
            </p:nvSpPr>
            <p:spPr>
              <a:xfrm>
                <a:off x="9576732" y="5641630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9F36780B-EDBC-AD9D-3329-9407AF668C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76732" y="5641630"/>
                <a:ext cx="673765" cy="63281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F09AE1F-712A-8A62-0442-17F41FEB547C}"/>
                  </a:ext>
                </a:extLst>
              </p:cNvPr>
              <p:cNvSpPr/>
              <p:nvPr/>
            </p:nvSpPr>
            <p:spPr>
              <a:xfrm>
                <a:off x="10597571" y="5641629"/>
                <a:ext cx="673765" cy="6328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F09AE1F-712A-8A62-0442-17F41FEB54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7571" y="5641629"/>
                <a:ext cx="673765" cy="63281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Double Bracket 16">
            <a:extLst>
              <a:ext uri="{FF2B5EF4-FFF2-40B4-BE49-F238E27FC236}">
                <a16:creationId xmlns:a16="http://schemas.microsoft.com/office/drawing/2014/main" id="{57B6C322-01F4-B4DB-8A3B-F8C22012E58F}"/>
              </a:ext>
            </a:extLst>
          </p:cNvPr>
          <p:cNvSpPr/>
          <p:nvPr/>
        </p:nvSpPr>
        <p:spPr>
          <a:xfrm>
            <a:off x="8305987" y="4480632"/>
            <a:ext cx="3123111" cy="1783328"/>
          </a:xfrm>
          <a:prstGeom prst="bracketPair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53DFBFF5-F44F-6EFE-3DAB-2FFEE9EB605D}"/>
              </a:ext>
            </a:extLst>
          </p:cNvPr>
          <p:cNvSpPr/>
          <p:nvPr/>
        </p:nvSpPr>
        <p:spPr>
          <a:xfrm rot="1915406">
            <a:off x="8430096" y="5157263"/>
            <a:ext cx="2934456" cy="46983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91308425-46BE-7E70-13B5-7E9762606876}"/>
                  </a:ext>
                </a:extLst>
              </p:cNvPr>
              <p:cNvSpPr/>
              <p:nvPr/>
            </p:nvSpPr>
            <p:spPr>
              <a:xfrm>
                <a:off x="9704381" y="4515448"/>
                <a:ext cx="380915" cy="46307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91308425-46BE-7E70-13B5-7E97626068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04381" y="4515448"/>
                <a:ext cx="380915" cy="46307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B1C31A4-F446-A7A1-2334-F185B7C870C8}"/>
                  </a:ext>
                </a:extLst>
              </p:cNvPr>
              <p:cNvSpPr/>
              <p:nvPr/>
            </p:nvSpPr>
            <p:spPr>
              <a:xfrm>
                <a:off x="10727878" y="4515448"/>
                <a:ext cx="380915" cy="46307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B1C31A4-F446-A7A1-2334-F185B7C870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27878" y="4515448"/>
                <a:ext cx="380915" cy="46307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5A4832B-7C40-34DE-3D43-87B36F9B4173}"/>
                  </a:ext>
                </a:extLst>
              </p:cNvPr>
              <p:cNvSpPr/>
              <p:nvPr/>
            </p:nvSpPr>
            <p:spPr>
              <a:xfrm>
                <a:off x="10716104" y="5137596"/>
                <a:ext cx="380915" cy="46307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5A4832B-7C40-34DE-3D43-87B36F9B417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16104" y="5137596"/>
                <a:ext cx="380915" cy="463079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6" name="Group 35">
            <a:extLst>
              <a:ext uri="{FF2B5EF4-FFF2-40B4-BE49-F238E27FC236}">
                <a16:creationId xmlns:a16="http://schemas.microsoft.com/office/drawing/2014/main" id="{A7D59624-CACB-431B-8165-92E74A9A847B}"/>
              </a:ext>
            </a:extLst>
          </p:cNvPr>
          <p:cNvGrpSpPr/>
          <p:nvPr/>
        </p:nvGrpSpPr>
        <p:grpSpPr>
          <a:xfrm>
            <a:off x="177421" y="869792"/>
            <a:ext cx="5827615" cy="1026000"/>
            <a:chOff x="191069" y="842497"/>
            <a:chExt cx="5758031" cy="1172125"/>
          </a:xfrm>
        </p:grpSpPr>
        <p:sp>
          <p:nvSpPr>
            <p:cNvPr id="37" name="Arrow: Pentagon 4">
              <a:extLst>
                <a:ext uri="{FF2B5EF4-FFF2-40B4-BE49-F238E27FC236}">
                  <a16:creationId xmlns:a16="http://schemas.microsoft.com/office/drawing/2014/main" id="{A068FBAE-D3C1-4BCC-B79A-6D6D4FAB766C}"/>
                </a:ext>
              </a:extLst>
            </p:cNvPr>
            <p:cNvSpPr txBox="1"/>
            <p:nvPr/>
          </p:nvSpPr>
          <p:spPr>
            <a:xfrm>
              <a:off x="878336" y="907224"/>
              <a:ext cx="5070764" cy="1078360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600357" tIns="186690" rIns="348488" bIns="186690" numCol="1" spcCol="1270" anchor="ctr" anchorCtr="0">
              <a:noAutofit/>
            </a:bodyPr>
            <a:lstStyle/>
            <a:p>
              <a:pPr marL="0" lvl="0" indent="0" algn="ctr" defTabSz="21780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3400" b="1" dirty="0">
                  <a:solidFill>
                    <a:srgbClr val="002060"/>
                  </a:solidFill>
                </a:rPr>
                <a:t>Low</a:t>
              </a:r>
              <a:r>
                <a:rPr lang="en-IN" sz="3400" b="1" kern="1200" dirty="0">
                  <a:solidFill>
                    <a:srgbClr val="002060"/>
                  </a:solidFill>
                </a:rPr>
                <a:t>er Triangular Matrix</a:t>
              </a: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72010BC7-5381-4289-8D2C-BFC0E46FE69B}"/>
                </a:ext>
              </a:extLst>
            </p:cNvPr>
            <p:cNvSpPr/>
            <p:nvPr/>
          </p:nvSpPr>
          <p:spPr>
            <a:xfrm>
              <a:off x="191069" y="842497"/>
              <a:ext cx="1067104" cy="1172125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600" dirty="0">
                  <a:solidFill>
                    <a:srgbClr val="002060"/>
                  </a:solidFill>
                </a:rPr>
                <a:t>9</a:t>
              </a:r>
              <a:endParaRPr lang="en-IN" sz="3600" dirty="0">
                <a:solidFill>
                  <a:srgbClr val="00206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190540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01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" dur="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5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5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5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" dur="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7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4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2" dur="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2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23" grpId="0"/>
      <p:bldP spid="18" grpId="0"/>
      <p:bldP spid="19" grpId="0"/>
      <p:bldP spid="3" grpId="0"/>
      <p:bldP spid="4" grpId="0" animBg="1"/>
      <p:bldP spid="4" grpId="1" animBg="1"/>
      <p:bldP spid="5" grpId="0"/>
      <p:bldP spid="5" grpId="1"/>
      <p:bldP spid="6" grpId="0"/>
      <p:bldP spid="6" grpId="1"/>
      <p:bldP spid="6" grpId="2"/>
      <p:bldP spid="7" grpId="0"/>
      <p:bldP spid="7" grpId="1"/>
      <p:bldP spid="7" grpId="2"/>
      <p:bldP spid="8" grpId="0"/>
      <p:bldP spid="8" grpId="1"/>
      <p:bldP spid="9" grpId="0"/>
      <p:bldP spid="9" grpId="1"/>
      <p:bldP spid="10" grpId="0"/>
      <p:bldP spid="10" grpId="1"/>
      <p:bldP spid="10" grpId="2"/>
      <p:bldP spid="14" grpId="0"/>
      <p:bldP spid="14" grpId="1"/>
      <p:bldP spid="15" grpId="0"/>
      <p:bldP spid="15" grpId="1"/>
      <p:bldP spid="16" grpId="0"/>
      <p:bldP spid="16" grpId="1"/>
      <p:bldP spid="17" grpId="0" animBg="1"/>
      <p:bldP spid="17" grpId="1" animBg="1"/>
      <p:bldP spid="20" grpId="0" animBg="1"/>
      <p:bldP spid="20" grpId="1" animBg="1"/>
      <p:bldP spid="21" grpId="0"/>
      <p:bldP spid="21" grpId="1"/>
      <p:bldP spid="22" grpId="0"/>
      <p:bldP spid="22" grpId="1"/>
      <p:bldP spid="24" grpId="0"/>
      <p:bldP spid="24" grpId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14BA2F-94EB-C8D6-07EA-138C58F468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Types of Matrices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73D06392-07A4-F1E6-F8EA-629038ADF38F}"/>
              </a:ext>
            </a:extLst>
          </p:cNvPr>
          <p:cNvGrpSpPr/>
          <p:nvPr/>
        </p:nvGrpSpPr>
        <p:grpSpPr>
          <a:xfrm>
            <a:off x="142369" y="919074"/>
            <a:ext cx="4467462" cy="1026000"/>
            <a:chOff x="191069" y="842497"/>
            <a:chExt cx="4414119" cy="1172125"/>
          </a:xfrm>
        </p:grpSpPr>
        <p:sp>
          <p:nvSpPr>
            <p:cNvPr id="9" name="Arrow: Pentagon 4">
              <a:extLst>
                <a:ext uri="{FF2B5EF4-FFF2-40B4-BE49-F238E27FC236}">
                  <a16:creationId xmlns:a16="http://schemas.microsoft.com/office/drawing/2014/main" id="{D94AB893-550B-AAFB-F45A-8B6D94E0EBD7}"/>
                </a:ext>
              </a:extLst>
            </p:cNvPr>
            <p:cNvSpPr txBox="1"/>
            <p:nvPr/>
          </p:nvSpPr>
          <p:spPr>
            <a:xfrm>
              <a:off x="825801" y="889380"/>
              <a:ext cx="3779387" cy="1078360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600357" tIns="186690" rIns="348488" bIns="186690" numCol="1" spcCol="1270" anchor="ctr" anchorCtr="0">
              <a:noAutofit/>
            </a:bodyPr>
            <a:lstStyle/>
            <a:p>
              <a:pPr marL="0" lvl="0" indent="0" algn="ctr" defTabSz="21780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3200" b="1" kern="1200" dirty="0">
                  <a:solidFill>
                    <a:srgbClr val="002060"/>
                  </a:solidFill>
                </a:rPr>
                <a:t>Real Matrix</a:t>
              </a: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8596C331-1C9D-7463-E836-05256C8DA0D1}"/>
                </a:ext>
              </a:extLst>
            </p:cNvPr>
            <p:cNvSpPr/>
            <p:nvPr/>
          </p:nvSpPr>
          <p:spPr>
            <a:xfrm>
              <a:off x="191069" y="842497"/>
              <a:ext cx="1067104" cy="1172125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002060"/>
                  </a:solidFill>
                </a:rPr>
                <a:t>10</a:t>
              </a:r>
              <a:endParaRPr lang="en-IN" sz="4000" dirty="0">
                <a:solidFill>
                  <a:srgbClr val="002060"/>
                </a:solidFill>
              </a:endParaRPr>
            </a:p>
          </p:txBody>
        </p:sp>
      </p:grpSp>
      <p:sp>
        <p:nvSpPr>
          <p:cNvPr id="11" name="Content Placeholder 4">
            <a:extLst>
              <a:ext uri="{FF2B5EF4-FFF2-40B4-BE49-F238E27FC236}">
                <a16:creationId xmlns:a16="http://schemas.microsoft.com/office/drawing/2014/main" id="{AB79CA37-8BDA-462A-2674-02585CFD5C76}"/>
              </a:ext>
            </a:extLst>
          </p:cNvPr>
          <p:cNvSpPr txBox="1">
            <a:spLocks/>
          </p:cNvSpPr>
          <p:nvPr/>
        </p:nvSpPr>
        <p:spPr>
          <a:xfrm>
            <a:off x="255440" y="2022213"/>
            <a:ext cx="4877341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If all the elements of matrix are</a:t>
            </a:r>
          </a:p>
        </p:txBody>
      </p:sp>
      <p:sp>
        <p:nvSpPr>
          <p:cNvPr id="12" name="Content Placeholder 4">
            <a:extLst>
              <a:ext uri="{FF2B5EF4-FFF2-40B4-BE49-F238E27FC236}">
                <a16:creationId xmlns:a16="http://schemas.microsoft.com/office/drawing/2014/main" id="{BBBF4FE3-0C20-E97C-EC00-7EFFFC8404E2}"/>
              </a:ext>
            </a:extLst>
          </p:cNvPr>
          <p:cNvSpPr txBox="1">
            <a:spLocks/>
          </p:cNvSpPr>
          <p:nvPr/>
        </p:nvSpPr>
        <p:spPr>
          <a:xfrm>
            <a:off x="241974" y="3623766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35A9850-F282-E8AE-5E58-985EEB0CC947}"/>
                  </a:ext>
                </a:extLst>
              </p:cNvPr>
              <p:cNvSpPr/>
              <p:nvPr/>
            </p:nvSpPr>
            <p:spPr>
              <a:xfrm>
                <a:off x="529329" y="4234508"/>
                <a:ext cx="3114630" cy="142181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m:rPr>
                                      <m:brk m:alnAt="7"/>
                                    </m:r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</m:e>
                            <m:e>
                              <m:rad>
                                <m:radPr>
                                  <m:degHide m:val="on"/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radPr>
                                <m:deg/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rad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−3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435A9850-F282-E8AE-5E58-985EEB0CC9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329" y="4234508"/>
                <a:ext cx="3114630" cy="1421810"/>
              </a:xfrm>
              <a:prstGeom prst="rect">
                <a:avLst/>
              </a:prstGeom>
              <a:blipFill rotWithShape="0"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Content Placeholder 4">
            <a:extLst>
              <a:ext uri="{FF2B5EF4-FFF2-40B4-BE49-F238E27FC236}">
                <a16:creationId xmlns:a16="http://schemas.microsoft.com/office/drawing/2014/main" id="{EF4C12C9-4E9D-8539-C935-16896737A27D}"/>
              </a:ext>
            </a:extLst>
          </p:cNvPr>
          <p:cNvSpPr txBox="1">
            <a:spLocks/>
          </p:cNvSpPr>
          <p:nvPr/>
        </p:nvSpPr>
        <p:spPr>
          <a:xfrm>
            <a:off x="529329" y="2531905"/>
            <a:ext cx="4961029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IN" sz="2800" b="1" dirty="0">
                <a:solidFill>
                  <a:srgbClr val="FF0000"/>
                </a:solidFill>
              </a:rPr>
              <a:t>real numbers</a:t>
            </a:r>
            <a:r>
              <a:rPr lang="en-IN" sz="2800" dirty="0">
                <a:solidFill>
                  <a:srgbClr val="002060"/>
                </a:solidFill>
              </a:rPr>
              <a:t>, then such a matrix</a:t>
            </a:r>
          </a:p>
        </p:txBody>
      </p:sp>
      <p:sp>
        <p:nvSpPr>
          <p:cNvPr id="3" name="Content Placeholder 4">
            <a:extLst>
              <a:ext uri="{FF2B5EF4-FFF2-40B4-BE49-F238E27FC236}">
                <a16:creationId xmlns:a16="http://schemas.microsoft.com/office/drawing/2014/main" id="{99F8592E-DF28-A640-4A84-5CC72FFB2459}"/>
              </a:ext>
            </a:extLst>
          </p:cNvPr>
          <p:cNvSpPr txBox="1">
            <a:spLocks/>
          </p:cNvSpPr>
          <p:nvPr/>
        </p:nvSpPr>
        <p:spPr>
          <a:xfrm>
            <a:off x="529329" y="3017414"/>
            <a:ext cx="3840652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IN" sz="2800" dirty="0">
                <a:solidFill>
                  <a:srgbClr val="002060"/>
                </a:solidFill>
              </a:rPr>
              <a:t>is known as a real matrix.</a:t>
            </a:r>
          </a:p>
        </p:txBody>
      </p:sp>
    </p:spTree>
    <p:extLst>
      <p:ext uri="{BB962C8B-B14F-4D97-AF65-F5344CB8AC3E}">
        <p14:creationId xmlns:p14="http://schemas.microsoft.com/office/powerpoint/2010/main" val="8117070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22" grpId="0"/>
      <p:bldP spid="3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Special Matrices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N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59825796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0211DE-92E4-0BDE-FC64-456F531F03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Symmetric Matrix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01862B53-165D-12CC-9E90-182AC1B7A2E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6258" y="834857"/>
                <a:ext cx="10908429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A square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=[ </m:t>
                    </m:r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ij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known as a symmetric matrix, if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𝐓</m:t>
                        </m:r>
                      </m:sup>
                    </m:sSup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01862B53-165D-12CC-9E90-182AC1B7A2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58" y="834857"/>
                <a:ext cx="10908429" cy="522081"/>
              </a:xfrm>
              <a:prstGeom prst="rect">
                <a:avLst/>
              </a:prstGeom>
              <a:blipFill>
                <a:blip r:embed="rId2"/>
                <a:stretch>
                  <a:fillRect l="-1062" t="-18605" b="-25581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5657A287-E026-12C9-6499-96677B85F19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19215" y="1480594"/>
                <a:ext cx="11163185" cy="63525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i.e., A square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=[ </m:t>
                    </m:r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ij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a symmetric, if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</m:e>
                      <m:sub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𝐢𝐣</m:t>
                        </m:r>
                      </m:sub>
                    </m:sSub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</m:e>
                      <m:sub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𝐣𝐢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;∀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i</m:t>
                    </m:r>
                    <m: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j</m:t>
                    </m:r>
                    <m: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5657A287-E026-12C9-6499-96677B85F1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215" y="1480594"/>
                <a:ext cx="11163185" cy="635253"/>
              </a:xfrm>
              <a:prstGeom prst="rect">
                <a:avLst/>
              </a:prstGeom>
              <a:blipFill>
                <a:blip r:embed="rId3"/>
                <a:stretch>
                  <a:fillRect l="-1147" t="-5769" b="-1250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0" name="Group 19">
            <a:extLst>
              <a:ext uri="{FF2B5EF4-FFF2-40B4-BE49-F238E27FC236}">
                <a16:creationId xmlns:a16="http://schemas.microsoft.com/office/drawing/2014/main" id="{53A9EFF1-0B6C-7E2F-D7B6-77D010916548}"/>
              </a:ext>
            </a:extLst>
          </p:cNvPr>
          <p:cNvGrpSpPr/>
          <p:nvPr/>
        </p:nvGrpSpPr>
        <p:grpSpPr>
          <a:xfrm>
            <a:off x="8120420" y="2011965"/>
            <a:ext cx="3123111" cy="1929446"/>
            <a:chOff x="522829" y="937315"/>
            <a:chExt cx="3123111" cy="192944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23EA8728-22C2-3052-906D-BA7E7781ABC2}"/>
                    </a:ext>
                  </a:extLst>
                </p:cNvPr>
                <p:cNvSpPr/>
                <p:nvPr/>
              </p:nvSpPr>
              <p:spPr>
                <a:xfrm>
                  <a:off x="780887" y="937317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23EA8728-22C2-3052-906D-BA7E7781ABC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0887" y="937317"/>
                  <a:ext cx="673765" cy="63281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675C01EE-0DB5-A29B-B795-FEEA2B1A09C6}"/>
                    </a:ext>
                  </a:extLst>
                </p:cNvPr>
                <p:cNvSpPr/>
                <p:nvPr/>
              </p:nvSpPr>
              <p:spPr>
                <a:xfrm>
                  <a:off x="1774799" y="937316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675C01EE-0DB5-A29B-B795-FEEA2B1A09C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774799" y="937316"/>
                  <a:ext cx="673765" cy="63281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D5BA02BB-06A6-302F-4813-3AA720170E08}"/>
                    </a:ext>
                  </a:extLst>
                </p:cNvPr>
                <p:cNvSpPr/>
                <p:nvPr/>
              </p:nvSpPr>
              <p:spPr>
                <a:xfrm>
                  <a:off x="2768711" y="937315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D5BA02BB-06A6-302F-4813-3AA720170E0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768711" y="937315"/>
                  <a:ext cx="673765" cy="632813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B2D421AD-D809-B945-686D-00A6D0D8C108}"/>
                    </a:ext>
                  </a:extLst>
                </p:cNvPr>
                <p:cNvSpPr/>
                <p:nvPr/>
              </p:nvSpPr>
              <p:spPr>
                <a:xfrm>
                  <a:off x="773921" y="1570127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B2D421AD-D809-B945-686D-00A6D0D8C10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73921" y="1570127"/>
                  <a:ext cx="673765" cy="632813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FD9E5E44-4C42-1B39-DAF0-3D36D981664B}"/>
                    </a:ext>
                  </a:extLst>
                </p:cNvPr>
                <p:cNvSpPr/>
                <p:nvPr/>
              </p:nvSpPr>
              <p:spPr>
                <a:xfrm>
                  <a:off x="1791534" y="1570127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FD9E5E44-4C42-1B39-DAF0-3D36D981664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791534" y="1570127"/>
                  <a:ext cx="673765" cy="632813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7D5C898E-F80B-3D57-8AF5-B9E4B339A028}"/>
                    </a:ext>
                  </a:extLst>
                </p:cNvPr>
                <p:cNvSpPr/>
                <p:nvPr/>
              </p:nvSpPr>
              <p:spPr>
                <a:xfrm>
                  <a:off x="2768710" y="1570127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7D5C898E-F80B-3D57-8AF5-B9E4B339A02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768710" y="1570127"/>
                  <a:ext cx="673765" cy="632813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8EFB01C6-9CD5-37D4-4B07-6148F631E393}"/>
                    </a:ext>
                  </a:extLst>
                </p:cNvPr>
                <p:cNvSpPr/>
                <p:nvPr/>
              </p:nvSpPr>
              <p:spPr>
                <a:xfrm>
                  <a:off x="773581" y="2233948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31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8EFB01C6-9CD5-37D4-4B07-6148F631E39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73581" y="2233948"/>
                  <a:ext cx="673765" cy="632813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CDDBB93E-A659-4B87-E0DD-176092757BC9}"/>
                    </a:ext>
                  </a:extLst>
                </p:cNvPr>
                <p:cNvSpPr/>
                <p:nvPr/>
              </p:nvSpPr>
              <p:spPr>
                <a:xfrm>
                  <a:off x="1793997" y="2233947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32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CDDBB93E-A659-4B87-E0DD-176092757BC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793997" y="2233947"/>
                  <a:ext cx="673765" cy="632813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E8002ADC-5A7E-9EB6-0204-D8BFC1686C10}"/>
                    </a:ext>
                  </a:extLst>
                </p:cNvPr>
                <p:cNvSpPr/>
                <p:nvPr/>
              </p:nvSpPr>
              <p:spPr>
                <a:xfrm>
                  <a:off x="2814413" y="2233946"/>
                  <a:ext cx="673765" cy="63281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33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E8002ADC-5A7E-9EB6-0204-D8BFC1686C1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14413" y="2233946"/>
                  <a:ext cx="673765" cy="632813"/>
                </a:xfrm>
                <a:prstGeom prst="rect">
                  <a:avLst/>
                </a:prstGeom>
                <a:blipFill>
                  <a:blip r:embed="rId1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30" name="Double Bracket 29">
              <a:extLst>
                <a:ext uri="{FF2B5EF4-FFF2-40B4-BE49-F238E27FC236}">
                  <a16:creationId xmlns:a16="http://schemas.microsoft.com/office/drawing/2014/main" id="{8197A448-B263-5D66-F7B0-FD2D2DCE3114}"/>
                </a:ext>
              </a:extLst>
            </p:cNvPr>
            <p:cNvSpPr/>
            <p:nvPr/>
          </p:nvSpPr>
          <p:spPr>
            <a:xfrm>
              <a:off x="522829" y="1072949"/>
              <a:ext cx="3123111" cy="1783328"/>
            </a:xfrm>
            <a:prstGeom prst="bracketPair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</p:grpSp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03CD34E8-0842-A947-FA1D-E7995A71C268}"/>
              </a:ext>
            </a:extLst>
          </p:cNvPr>
          <p:cNvSpPr/>
          <p:nvPr/>
        </p:nvSpPr>
        <p:spPr>
          <a:xfrm rot="19777844">
            <a:off x="8314459" y="2459484"/>
            <a:ext cx="1758846" cy="531474"/>
          </a:xfrm>
          <a:prstGeom prst="roundRect">
            <a:avLst/>
          </a:prstGeom>
          <a:noFill/>
          <a:ln w="38100">
            <a:solidFill>
              <a:srgbClr val="D102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B07997A2-5A2C-4047-DD64-4A2D0B5441B5}"/>
                  </a:ext>
                </a:extLst>
              </p:cNvPr>
              <p:cNvSpPr/>
              <p:nvPr/>
            </p:nvSpPr>
            <p:spPr>
              <a:xfrm rot="19634552">
                <a:off x="8905455" y="2372983"/>
                <a:ext cx="560408" cy="62232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3200" b="0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32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B07997A2-5A2C-4047-DD64-4A2D0B5441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19634552">
                <a:off x="8905455" y="2372983"/>
                <a:ext cx="560408" cy="622329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863B778C-2D1C-4238-1AB4-B2F90F6E1A41}"/>
              </a:ext>
            </a:extLst>
          </p:cNvPr>
          <p:cNvSpPr/>
          <p:nvPr/>
        </p:nvSpPr>
        <p:spPr>
          <a:xfrm rot="19777844">
            <a:off x="9316325" y="3109188"/>
            <a:ext cx="1781070" cy="566056"/>
          </a:xfrm>
          <a:prstGeom prst="roundRect">
            <a:avLst/>
          </a:prstGeom>
          <a:noFill/>
          <a:ln w="38100">
            <a:solidFill>
              <a:srgbClr val="D102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62673E32-4F84-E6E2-D8BB-3E782589093B}"/>
                  </a:ext>
                </a:extLst>
              </p:cNvPr>
              <p:cNvSpPr/>
              <p:nvPr/>
            </p:nvSpPr>
            <p:spPr>
              <a:xfrm rot="19732843">
                <a:off x="9931857" y="3045729"/>
                <a:ext cx="560408" cy="62232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3200" b="0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32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62673E32-4F84-E6E2-D8BB-3E78258909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19732843">
                <a:off x="9931857" y="3045729"/>
                <a:ext cx="560408" cy="622329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6DC61B12-1B02-B632-B2A3-832709E34D34}"/>
              </a:ext>
            </a:extLst>
          </p:cNvPr>
          <p:cNvSpPr/>
          <p:nvPr/>
        </p:nvSpPr>
        <p:spPr>
          <a:xfrm>
            <a:off x="8410588" y="3453807"/>
            <a:ext cx="538190" cy="460305"/>
          </a:xfrm>
          <a:prstGeom prst="roundRect">
            <a:avLst/>
          </a:prstGeom>
          <a:noFill/>
          <a:ln w="38100">
            <a:solidFill>
              <a:srgbClr val="D102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57EDBBC8-E4D9-33FC-D382-AB49406A1A02}"/>
              </a:ext>
            </a:extLst>
          </p:cNvPr>
          <p:cNvSpPr/>
          <p:nvPr/>
        </p:nvSpPr>
        <p:spPr>
          <a:xfrm>
            <a:off x="10421043" y="2173988"/>
            <a:ext cx="538190" cy="460305"/>
          </a:xfrm>
          <a:prstGeom prst="roundRect">
            <a:avLst/>
          </a:prstGeom>
          <a:noFill/>
          <a:ln w="38100">
            <a:solidFill>
              <a:srgbClr val="D102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7" name="Content Placeholder 4">
            <a:extLst>
              <a:ext uri="{FF2B5EF4-FFF2-40B4-BE49-F238E27FC236}">
                <a16:creationId xmlns:a16="http://schemas.microsoft.com/office/drawing/2014/main" id="{0FD6A587-13A2-7BB9-8D69-AFBBFDD05F30}"/>
              </a:ext>
            </a:extLst>
          </p:cNvPr>
          <p:cNvSpPr txBox="1">
            <a:spLocks/>
          </p:cNvSpPr>
          <p:nvPr/>
        </p:nvSpPr>
        <p:spPr>
          <a:xfrm>
            <a:off x="146258" y="2126331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36F408D6-0CF7-F778-96EA-136AF3DB2328}"/>
                  </a:ext>
                </a:extLst>
              </p:cNvPr>
              <p:cNvSpPr/>
              <p:nvPr/>
            </p:nvSpPr>
            <p:spPr>
              <a:xfrm>
                <a:off x="439293" y="2676124"/>
                <a:ext cx="3286548" cy="15057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36F408D6-0CF7-F778-96EA-136AF3DB23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9293" y="2676124"/>
                <a:ext cx="3286548" cy="1505751"/>
              </a:xfrm>
              <a:prstGeom prst="rect">
                <a:avLst/>
              </a:prstGeom>
              <a:blipFill>
                <a:blip r:embed="rId15"/>
                <a:stretch>
                  <a:fillRect l="-371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9A27E933-8B26-4074-4994-D59856EAB8B0}"/>
                  </a:ext>
                </a:extLst>
              </p:cNvPr>
              <p:cNvSpPr/>
              <p:nvPr/>
            </p:nvSpPr>
            <p:spPr>
              <a:xfrm>
                <a:off x="3513426" y="2676123"/>
                <a:ext cx="3286548" cy="15057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14:m>
                  <m:oMath xmlns:m="http://schemas.openxmlformats.org/officeDocument/2006/math">
                    <m:r>
                      <a:rPr lang="en-IN" sz="280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⇒</m:t>
                    </m:r>
                    <m:sSup>
                      <m:sSup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9A27E933-8B26-4074-4994-D59856EAB8B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3426" y="2676123"/>
                <a:ext cx="3286548" cy="1505751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DA3FA5C-041F-A96D-C97E-A3BE531F1010}"/>
                  </a:ext>
                </a:extLst>
              </p:cNvPr>
              <p:cNvSpPr/>
              <p:nvPr/>
            </p:nvSpPr>
            <p:spPr>
              <a:xfrm>
                <a:off x="3513426" y="4151417"/>
                <a:ext cx="1700019" cy="15057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14:m>
                  <m:oMath xmlns:m="http://schemas.openxmlformats.org/officeDocument/2006/math">
                    <m:r>
                      <a:rPr lang="en-IN" sz="280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⇒</m:t>
                    </m:r>
                    <m:sSup>
                      <m:sSup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DA3FA5C-041F-A96D-C97E-A3BE531F10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3426" y="4151417"/>
                <a:ext cx="1700019" cy="1505751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79DC7AB-5C44-2550-0046-1179D8EF9201}"/>
                  </a:ext>
                </a:extLst>
              </p:cNvPr>
              <p:cNvSpPr/>
              <p:nvPr/>
            </p:nvSpPr>
            <p:spPr>
              <a:xfrm>
                <a:off x="3513425" y="5387401"/>
                <a:ext cx="4274385" cy="85597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a symmetric matrix.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79DC7AB-5C44-2550-0046-1179D8EF920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3425" y="5387401"/>
                <a:ext cx="4274385" cy="855976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536010B4-E07F-ED32-A349-1184803FA391}"/>
                  </a:ext>
                </a:extLst>
              </p:cNvPr>
              <p:cNvSpPr/>
              <p:nvPr/>
            </p:nvSpPr>
            <p:spPr>
              <a:xfrm rot="19732843">
                <a:off x="9279246" y="2668787"/>
                <a:ext cx="939757" cy="62232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6600" b="0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6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536010B4-E07F-ED32-A349-1184803FA39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19732843">
                <a:off x="9279246" y="2668787"/>
                <a:ext cx="939757" cy="622329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66281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31" grpId="0" animBg="1"/>
      <p:bldP spid="31" grpId="1" animBg="1"/>
      <p:bldP spid="32" grpId="0"/>
      <p:bldP spid="32" grpId="1"/>
      <p:bldP spid="33" grpId="0" animBg="1"/>
      <p:bldP spid="33" grpId="1" animBg="1"/>
      <p:bldP spid="34" grpId="0"/>
      <p:bldP spid="34" grpId="1"/>
      <p:bldP spid="35" grpId="0" animBg="1"/>
      <p:bldP spid="35" grpId="1" animBg="1"/>
      <p:bldP spid="36" grpId="0" animBg="1"/>
      <p:bldP spid="36" grpId="1" animBg="1"/>
      <p:bldP spid="37" grpId="0"/>
      <p:bldP spid="40" grpId="0"/>
      <p:bldP spid="41" grpId="0"/>
      <p:bldP spid="44" grpId="0"/>
      <p:bldP spid="45" grpId="0"/>
      <p:bldP spid="3" grpId="0"/>
      <p:bldP spid="3" grpId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0211DE-92E4-0BDE-FC64-456F531F03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Skew-Symmetric Matrix / Anti-Symmetric Matrix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01862B53-165D-12CC-9E90-182AC1B7A2E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6258" y="834857"/>
                <a:ext cx="11399748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A square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=[ </m:t>
                    </m:r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ij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known as a skew-symmetric matrix, if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𝐓</m:t>
                        </m:r>
                      </m:sup>
                    </m:sSup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=−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01862B53-165D-12CC-9E90-182AC1B7A2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58" y="834857"/>
                <a:ext cx="11399748" cy="522081"/>
              </a:xfrm>
              <a:prstGeom prst="rect">
                <a:avLst/>
              </a:prstGeom>
              <a:blipFill>
                <a:blip r:embed="rId2"/>
                <a:stretch>
                  <a:fillRect l="-1016" t="-18605" b="-25581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5657A287-E026-12C9-6499-96677B85F19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19214" y="1480594"/>
                <a:ext cx="10321573" cy="64573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i.e., A square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=[ </m:t>
                    </m:r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ij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a skew-symmetric, if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</m:e>
                      <m:sub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𝐢𝐣</m:t>
                        </m:r>
                      </m:sub>
                    </m:sSub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− 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𝐚</m:t>
                        </m:r>
                      </m:e>
                      <m:sub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𝐣𝐢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;∀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i</m:t>
                    </m:r>
                    <m: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j</m:t>
                    </m:r>
                    <m: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5657A287-E026-12C9-6499-96677B85F1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214" y="1480594"/>
                <a:ext cx="10321573" cy="645737"/>
              </a:xfrm>
              <a:prstGeom prst="rect">
                <a:avLst/>
              </a:prstGeom>
              <a:blipFill>
                <a:blip r:embed="rId3"/>
                <a:stretch>
                  <a:fillRect l="-1240" t="-5660" b="-11321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Content Placeholder 4">
            <a:extLst>
              <a:ext uri="{FF2B5EF4-FFF2-40B4-BE49-F238E27FC236}">
                <a16:creationId xmlns:a16="http://schemas.microsoft.com/office/drawing/2014/main" id="{A98E042B-230B-B6E5-2022-FB586D2E79BD}"/>
              </a:ext>
            </a:extLst>
          </p:cNvPr>
          <p:cNvSpPr txBox="1">
            <a:spLocks/>
          </p:cNvSpPr>
          <p:nvPr/>
        </p:nvSpPr>
        <p:spPr>
          <a:xfrm>
            <a:off x="146257" y="2126331"/>
            <a:ext cx="12045743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FF0000"/>
                </a:solidFill>
              </a:rPr>
              <a:t>Principal diagonal</a:t>
            </a:r>
            <a:r>
              <a:rPr lang="en-IN" sz="2800" dirty="0">
                <a:solidFill>
                  <a:srgbClr val="002060"/>
                </a:solidFill>
              </a:rPr>
              <a:t> elements of a skew-symmetric matrix are always </a:t>
            </a:r>
            <a:r>
              <a:rPr lang="en-IN" sz="2800" b="1" dirty="0">
                <a:solidFill>
                  <a:srgbClr val="FF0000"/>
                </a:solidFill>
              </a:rPr>
              <a:t>zero</a:t>
            </a:r>
            <a:r>
              <a:rPr lang="en-IN" sz="2800" dirty="0">
                <a:solidFill>
                  <a:srgbClr val="002060"/>
                </a:solidFill>
              </a:rPr>
              <a:t>, because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2DEABF60-8DA8-CF37-8E13-A2F11198D18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950242" y="3440615"/>
                <a:ext cx="1791722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ij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ji</m:t>
                          </m:r>
                        </m:sub>
                      </m:sSub>
                    </m:oMath>
                  </m:oMathPara>
                </a14:m>
                <a:endParaRPr lang="en-IN" sz="2800" b="1" baseline="-250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2DEABF60-8DA8-CF37-8E13-A2F11198D1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0242" y="3440615"/>
                <a:ext cx="1791722" cy="522081"/>
              </a:xfrm>
              <a:prstGeom prst="rect">
                <a:avLst/>
              </a:prstGeom>
              <a:blipFill>
                <a:blip r:embed="rId4"/>
                <a:stretch>
                  <a:fillRect b="-16279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A6B08FE4-3729-36FF-3B90-616C9A2F100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648998" y="4088474"/>
                <a:ext cx="2023733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⇒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ii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=−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ii</m:t>
                          </m:r>
                        </m:sub>
                      </m:sSub>
                    </m:oMath>
                  </m:oMathPara>
                </a14:m>
                <a:endParaRPr lang="en-IN" sz="2800" b="1" baseline="-250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A6B08FE4-3729-36FF-3B90-616C9A2F10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48998" y="4088474"/>
                <a:ext cx="2023733" cy="522081"/>
              </a:xfrm>
              <a:prstGeom prst="rect">
                <a:avLst/>
              </a:prstGeom>
              <a:blipFill>
                <a:blip r:embed="rId5"/>
                <a:stretch>
                  <a:fillRect l="-602" b="-3529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B98514DF-7B30-CA6C-77E5-3F3FE416939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807617" y="4088474"/>
                <a:ext cx="2587187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{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</a:rPr>
                        <m:t>taking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j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}</m:t>
                      </m:r>
                    </m:oMath>
                  </m:oMathPara>
                </a14:m>
                <a:endParaRPr lang="en-IN" sz="2800" b="1" baseline="-250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B98514DF-7B30-CA6C-77E5-3F3FE41693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7617" y="4088474"/>
                <a:ext cx="2587187" cy="522081"/>
              </a:xfrm>
              <a:prstGeom prst="rect">
                <a:avLst/>
              </a:prstGeom>
              <a:blipFill>
                <a:blip r:embed="rId6"/>
                <a:stretch>
                  <a:fillRect b="-18824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E1E6B92B-E5D9-4873-6126-1FDA3E9CC4E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632732" y="4732940"/>
                <a:ext cx="1969143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⇒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ii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sz="2800" b="1" baseline="-250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E1E6B92B-E5D9-4873-6126-1FDA3E9CC4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32732" y="4732940"/>
                <a:ext cx="1969143" cy="522081"/>
              </a:xfrm>
              <a:prstGeom prst="rect">
                <a:avLst/>
              </a:prstGeom>
              <a:blipFill>
                <a:blip r:embed="rId7"/>
                <a:stretch>
                  <a:fillRect l="-310" b="-348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50ADC566-733C-2ED1-B2A2-9428D5DA202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643763" y="5377406"/>
                <a:ext cx="1619536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⇒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ii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=0</m:t>
                      </m:r>
                    </m:oMath>
                  </m:oMathPara>
                </a14:m>
                <a:endParaRPr lang="en-IN" sz="2800" b="1" baseline="-250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50ADC566-733C-2ED1-B2A2-9428D5DA20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43763" y="5377406"/>
                <a:ext cx="1619536" cy="522081"/>
              </a:xfrm>
              <a:prstGeom prst="rect">
                <a:avLst/>
              </a:prstGeom>
              <a:blipFill>
                <a:blip r:embed="rId8"/>
                <a:stretch>
                  <a:fillRect l="-755" r="-377" b="-348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0FB6447E-A242-A122-D394-0D011865A68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54591" y="2764011"/>
                <a:ext cx="8611738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 algn="l"/>
                <a:r>
                  <a:rPr lang="en-IN" sz="2800" dirty="0">
                    <a:solidFill>
                      <a:srgbClr val="002060"/>
                    </a:solidFill>
                  </a:rPr>
                  <a:t> We know that, for principal diagonal elements, </a:t>
                </a:r>
                <a14:m>
                  <m:oMath xmlns:m="http://schemas.openxmlformats.org/officeDocument/2006/math">
                    <m:r>
                      <a:rPr lang="en-IN" sz="2800" b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𝐢</m:t>
                    </m:r>
                    <m:r>
                      <a:rPr lang="en-IN" sz="2800" b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𝐣</m:t>
                    </m:r>
                    <m:r>
                      <a:rPr lang="en-US" sz="2800" b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0FB6447E-A242-A122-D394-0D011865A6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54591" y="2764011"/>
                <a:ext cx="8611738" cy="522081"/>
              </a:xfrm>
              <a:prstGeom prst="rect">
                <a:avLst/>
              </a:prstGeom>
              <a:blipFill>
                <a:blip r:embed="rId9"/>
                <a:stretch>
                  <a:fillRect t="-15116" b="-2790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C28DDF35-792B-97DA-77C2-FDF8F514DEC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-54591" y="3433553"/>
                <a:ext cx="6349065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 algn="l"/>
                <a:r>
                  <a:rPr lang="en-IN" sz="2800" dirty="0">
                    <a:solidFill>
                      <a:srgbClr val="002060"/>
                    </a:solidFill>
                  </a:rPr>
                  <a:t> Now, for a skew-symmetric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C28DDF35-792B-97DA-77C2-FDF8F514DE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54591" y="3433553"/>
                <a:ext cx="6349065" cy="522081"/>
              </a:xfrm>
              <a:prstGeom prst="rect">
                <a:avLst/>
              </a:prstGeom>
              <a:blipFill>
                <a:blip r:embed="rId10"/>
                <a:stretch>
                  <a:fillRect t="-15116" b="-2790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102071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3" grpId="0"/>
      <p:bldP spid="6" grpId="0"/>
      <p:bldP spid="7" grpId="0"/>
      <p:bldP spid="8" grpId="0"/>
      <p:bldP spid="9" grpId="0"/>
      <p:bldP spid="10" grpId="0"/>
      <p:bldP spid="11" grpId="0"/>
      <p:bldP spid="12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CBC6791-7B33-CF32-F595-BB7D1FFA06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Skew-Symmetric Matrix</a:t>
            </a:r>
          </a:p>
        </p:txBody>
      </p:sp>
      <p:sp>
        <p:nvSpPr>
          <p:cNvPr id="23" name="Content Placeholder 4">
            <a:extLst>
              <a:ext uri="{FF2B5EF4-FFF2-40B4-BE49-F238E27FC236}">
                <a16:creationId xmlns:a16="http://schemas.microsoft.com/office/drawing/2014/main" id="{EA74076C-6322-7893-4BE4-B1153B171AC0}"/>
              </a:ext>
            </a:extLst>
          </p:cNvPr>
          <p:cNvSpPr txBox="1">
            <a:spLocks/>
          </p:cNvSpPr>
          <p:nvPr/>
        </p:nvSpPr>
        <p:spPr>
          <a:xfrm>
            <a:off x="146258" y="843442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F96A6A4A-3056-F2EA-6884-421297DB5E3F}"/>
                  </a:ext>
                </a:extLst>
              </p:cNvPr>
              <p:cNvSpPr/>
              <p:nvPr/>
            </p:nvSpPr>
            <p:spPr>
              <a:xfrm>
                <a:off x="411996" y="1438762"/>
                <a:ext cx="3682332" cy="15057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</m:t>
                              </m:r>
                              <m:r>
                                <a:rPr lang="en-IN" sz="2800" b="1" i="1" smtClean="0">
                                  <a:solidFill>
                                    <a:srgbClr val="0690DF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−2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2</m:t>
                              </m:r>
                            </m:e>
                            <m:e>
                              <m: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</m:t>
                              </m:r>
                              <m:r>
                                <a:rPr lang="en-IN" sz="2800" b="1" i="1" smtClean="0">
                                  <a:solidFill>
                                    <a:srgbClr val="0690DF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−6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−8</m:t>
                              </m:r>
                            </m:e>
                            <m:e>
                              <m:r>
                                <a:rPr lang="en-IN" sz="2800" b="1" i="1" smtClean="0">
                                  <a:solidFill>
                                    <a:srgbClr val="0690DF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F96A6A4A-3056-F2EA-6884-421297DB5E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1996" y="1438762"/>
                <a:ext cx="3682332" cy="1505751"/>
              </a:xfrm>
              <a:prstGeom prst="rect">
                <a:avLst/>
              </a:prstGeom>
              <a:blipFill>
                <a:blip r:embed="rId2"/>
                <a:stretch>
                  <a:fillRect l="-347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619789CF-627F-631F-7453-171C7A1943B8}"/>
                  </a:ext>
                </a:extLst>
              </p:cNvPr>
              <p:cNvSpPr/>
              <p:nvPr/>
            </p:nvSpPr>
            <p:spPr>
              <a:xfrm>
                <a:off x="3985145" y="1422112"/>
                <a:ext cx="4126177" cy="15057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14:m>
                  <m:oMath xmlns:m="http://schemas.openxmlformats.org/officeDocument/2006/math">
                    <m:r>
                      <a:rPr lang="en-IN" sz="280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⇒</m:t>
                    </m:r>
                    <m:sSup>
                      <m:sSup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−6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−2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−8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6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0</m:t>
                              </m: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619789CF-627F-631F-7453-171C7A1943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5145" y="1422112"/>
                <a:ext cx="4126177" cy="150575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4E7CDD8C-6D90-FB29-6A74-86954C971030}"/>
              </a:ext>
            </a:extLst>
          </p:cNvPr>
          <p:cNvSpPr/>
          <p:nvPr/>
        </p:nvSpPr>
        <p:spPr>
          <a:xfrm rot="19967651">
            <a:off x="1886127" y="1796464"/>
            <a:ext cx="1474100" cy="394141"/>
          </a:xfrm>
          <a:prstGeom prst="roundRect">
            <a:avLst/>
          </a:prstGeom>
          <a:noFill/>
          <a:ln w="38100">
            <a:solidFill>
              <a:srgbClr val="D102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A40F853F-B4A8-7030-84DB-DAE6C4C19A24}"/>
              </a:ext>
            </a:extLst>
          </p:cNvPr>
          <p:cNvSpPr/>
          <p:nvPr/>
        </p:nvSpPr>
        <p:spPr>
          <a:xfrm>
            <a:off x="1872016" y="2415654"/>
            <a:ext cx="538190" cy="464025"/>
          </a:xfrm>
          <a:prstGeom prst="roundRect">
            <a:avLst/>
          </a:prstGeom>
          <a:noFill/>
          <a:ln w="38100">
            <a:solidFill>
              <a:srgbClr val="D102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3433C36B-21A7-C6FA-5ED6-A00FFC103445}"/>
              </a:ext>
            </a:extLst>
          </p:cNvPr>
          <p:cNvSpPr/>
          <p:nvPr/>
        </p:nvSpPr>
        <p:spPr>
          <a:xfrm>
            <a:off x="3477246" y="1615487"/>
            <a:ext cx="385790" cy="405343"/>
          </a:xfrm>
          <a:prstGeom prst="roundRect">
            <a:avLst/>
          </a:prstGeom>
          <a:noFill/>
          <a:ln w="38100">
            <a:solidFill>
              <a:srgbClr val="D102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129A640F-1189-5C03-E40F-47068F101EED}"/>
              </a:ext>
            </a:extLst>
          </p:cNvPr>
          <p:cNvSpPr/>
          <p:nvPr/>
        </p:nvSpPr>
        <p:spPr>
          <a:xfrm rot="19752987">
            <a:off x="2606057" y="2245870"/>
            <a:ext cx="1337566" cy="445601"/>
          </a:xfrm>
          <a:prstGeom prst="roundRect">
            <a:avLst/>
          </a:prstGeom>
          <a:noFill/>
          <a:ln w="38100">
            <a:solidFill>
              <a:srgbClr val="D102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A89BEC11-C6BD-893E-44AF-3345E72E5019}"/>
                  </a:ext>
                </a:extLst>
              </p:cNvPr>
              <p:cNvSpPr/>
              <p:nvPr/>
            </p:nvSpPr>
            <p:spPr>
              <a:xfrm>
                <a:off x="3963425" y="2974919"/>
                <a:ext cx="4265152" cy="15057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sup>
                      </m:sSup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</m:t>
                                </m:r>
                                <m:r>
                                  <a:rPr lang="en-IN" sz="2800" b="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−2</m:t>
                                </m:r>
                              </m:e>
                              <m:e>
                                <m:r>
                                  <a:rPr lang="en-IN" sz="2800" b="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 </m:t>
                                </m:r>
                                <m:r>
                                  <a:rPr lang="en-IN" sz="2800" b="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  <m:r>
                                  <a:rPr lang="en-IN" sz="2800" b="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−6</m:t>
                                </m:r>
                              </m:e>
                              <m:e>
                                <m:r>
                                  <a:rPr lang="en-IN" sz="2800" b="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−8</m:t>
                                </m:r>
                              </m:e>
                              <m:e>
                                <m:r>
                                  <a:rPr lang="en-IN" sz="2800" b="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A89BEC11-C6BD-893E-44AF-3345E72E501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63425" y="2974919"/>
                <a:ext cx="4265152" cy="150575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B04279F1-FE92-744B-7D31-6599E8D764AD}"/>
                  </a:ext>
                </a:extLst>
              </p:cNvPr>
              <p:cNvSpPr/>
              <p:nvPr/>
            </p:nvSpPr>
            <p:spPr>
              <a:xfrm>
                <a:off x="3942956" y="4527726"/>
                <a:ext cx="2034763" cy="68050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sup>
                      </m:s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B04279F1-FE92-744B-7D31-6599E8D764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42956" y="4527726"/>
                <a:ext cx="2034763" cy="68050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99D5C09D-9E10-9E8C-7BA1-4EA0F64EF2A8}"/>
                  </a:ext>
                </a:extLst>
              </p:cNvPr>
              <p:cNvSpPr/>
              <p:nvPr/>
            </p:nvSpPr>
            <p:spPr>
              <a:xfrm>
                <a:off x="3942956" y="5255287"/>
                <a:ext cx="5067694" cy="85597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a skew-symmetric matrix.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99D5C09D-9E10-9E8C-7BA1-4EA0F64EF2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42956" y="5255287"/>
                <a:ext cx="5067694" cy="855976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336404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5" grpId="0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/>
      <p:bldP spid="31" grpId="0"/>
      <p:bldP spid="32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A6CBA0B-05E0-1610-8E08-73EC427024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Remark</a:t>
            </a:r>
          </a:p>
        </p:txBody>
      </p:sp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BA8C955D-3526-BE24-924B-3195811C693F}"/>
              </a:ext>
            </a:extLst>
          </p:cNvPr>
          <p:cNvSpPr txBox="1">
            <a:spLocks/>
          </p:cNvSpPr>
          <p:nvPr/>
        </p:nvSpPr>
        <p:spPr>
          <a:xfrm>
            <a:off x="146258" y="834857"/>
            <a:ext cx="11904715" cy="856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Every </a:t>
            </a:r>
            <a:r>
              <a:rPr lang="en-IN" sz="2800" b="1" dirty="0">
                <a:solidFill>
                  <a:srgbClr val="FF0000"/>
                </a:solidFill>
              </a:rPr>
              <a:t>square</a:t>
            </a:r>
            <a:r>
              <a:rPr lang="en-IN" sz="2800" dirty="0">
                <a:solidFill>
                  <a:srgbClr val="002060"/>
                </a:solidFill>
              </a:rPr>
              <a:t> matrix can be expressed as the </a:t>
            </a:r>
            <a:r>
              <a:rPr lang="en-IN" sz="2800" b="1" dirty="0">
                <a:solidFill>
                  <a:srgbClr val="FF0000"/>
                </a:solidFill>
              </a:rPr>
              <a:t>sum</a:t>
            </a:r>
            <a:r>
              <a:rPr lang="en-IN" sz="2800" dirty="0">
                <a:solidFill>
                  <a:srgbClr val="002060"/>
                </a:solidFill>
              </a:rPr>
              <a:t> of a </a:t>
            </a:r>
            <a:r>
              <a:rPr lang="en-IN" sz="2800" b="1" dirty="0">
                <a:solidFill>
                  <a:srgbClr val="FF0000"/>
                </a:solidFill>
              </a:rPr>
              <a:t>symmetric</a:t>
            </a:r>
            <a:r>
              <a:rPr lang="en-IN" sz="2800" dirty="0">
                <a:solidFill>
                  <a:srgbClr val="002060"/>
                </a:solidFill>
              </a:rPr>
              <a:t> and a </a:t>
            </a:r>
            <a:r>
              <a:rPr lang="en-IN" sz="2800" b="1" dirty="0">
                <a:solidFill>
                  <a:srgbClr val="FF0000"/>
                </a:solidFill>
              </a:rPr>
              <a:t>skew-symmetric </a:t>
            </a:r>
            <a:r>
              <a:rPr lang="en-IN" sz="2800" dirty="0">
                <a:solidFill>
                  <a:srgbClr val="002060"/>
                </a:solidFill>
              </a:rPr>
              <a:t>matrix as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1F4B0B1E-56A5-81DF-B52C-8846EE4C548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70116" y="1831206"/>
                <a:ext cx="5437155" cy="999832"/>
              </a:xfrm>
              <a:prstGeom prst="round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 w="28575" cap="flat" cmpd="sng" algn="ctr">
                <a:solidFill>
                  <a:schemeClr val="tx1"/>
                </a:solidFill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𝐀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p>
                              <m:r>
                                <a:rPr lang="en-IN" sz="2800" b="1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𝐓</m:t>
                              </m:r>
                            </m:sup>
                          </m:sSup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b="1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IN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  <m:r>
                            <a:rPr lang="en-IN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ctrlPr>
                            <a:rPr lang="en-IN" sz="2800" b="1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b="1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800" b="1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p>
                              <m:r>
                                <a:rPr lang="en-IN" sz="2800" b="1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𝐓</m:t>
                              </m:r>
                            </m:sup>
                          </m:sSup>
                          <m:r>
                            <a:rPr lang="en-IN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1F4B0B1E-56A5-81DF-B52C-8846EE4C54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70116" y="1831206"/>
                <a:ext cx="5437155" cy="999832"/>
              </a:xfrm>
              <a:prstGeom prst="roundRect">
                <a:avLst/>
              </a:prstGeom>
              <a:blipFill>
                <a:blip r:embed="rId2"/>
                <a:stretch>
                  <a:fillRect/>
                </a:stretch>
              </a:blipFill>
              <a:ln w="28575" cap="flat" cmpd="sng" algn="ctr">
                <a:solidFill>
                  <a:schemeClr val="tx1"/>
                </a:solidFill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C0E76AE3-FFEA-4D3E-D7BE-02A11699837B}"/>
              </a:ext>
            </a:extLst>
          </p:cNvPr>
          <p:cNvSpPr txBox="1">
            <a:spLocks/>
          </p:cNvSpPr>
          <p:nvPr/>
        </p:nvSpPr>
        <p:spPr>
          <a:xfrm>
            <a:off x="168736" y="4453524"/>
            <a:ext cx="1141921" cy="645737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IN" sz="2800" b="1" dirty="0">
                <a:solidFill>
                  <a:srgbClr val="002060"/>
                </a:solidFill>
              </a:rPr>
              <a:t>Proof: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2A66A29A-1FF3-B2C1-15C4-AEB864C5912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0657" y="4254182"/>
                <a:ext cx="4493919" cy="99983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b="0" dirty="0">
                    <a:solidFill>
                      <a:srgbClr val="002060"/>
                    </a:solidFill>
                  </a:rPr>
                  <a:t>Now,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sSup>
                          <m:sSup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P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T</m:t>
                            </m:r>
                          </m:sup>
                        </m:sSup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ctrlPr>
                                  <a:rPr lang="en-US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US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US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den>
                            </m:f>
                            <m:d>
                              <m:dPr>
                                <m:ctrlPr>
                                  <a:rPr lang="en-IN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sSup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</m:t>
                                    </m:r>
                                  </m:sup>
                                </m:sSup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2A66A29A-1FF3-B2C1-15C4-AEB864C591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0657" y="4254182"/>
                <a:ext cx="4493919" cy="999832"/>
              </a:xfrm>
              <a:prstGeom prst="rect">
                <a:avLst/>
              </a:prstGeom>
              <a:blipFill>
                <a:blip r:embed="rId3"/>
                <a:stretch>
                  <a:fillRect l="-2714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0" name="Picture 9">
            <a:extLst>
              <a:ext uri="{FF2B5EF4-FFF2-40B4-BE49-F238E27FC236}">
                <a16:creationId xmlns:a16="http://schemas.microsoft.com/office/drawing/2014/main" id="{3FDD6416-37A7-50B9-A465-8531BA2CEF6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88820" y="4429036"/>
            <a:ext cx="3296514" cy="2037844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53F52E67-1753-0276-A019-002A3A85F83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621242" y="4254182"/>
                <a:ext cx="2336033" cy="99983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sSup>
                        <m:s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T</m:t>
                                  </m:r>
                                </m:sup>
                              </m:sSup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53F52E67-1753-0276-A019-002A3A85F8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21242" y="4254182"/>
                <a:ext cx="2336033" cy="99983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985F2C7F-2106-AACD-0161-FFD46DB953A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20574" y="5294814"/>
                <a:ext cx="3281661" cy="99983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p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T</m:t>
                                      </m:r>
                                    </m:sup>
                                  </m:sSup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985F2C7F-2106-AACD-0161-FFD46DB953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0574" y="5294814"/>
                <a:ext cx="3281661" cy="999832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6677E3D1-3289-0234-B81D-B84B26B83203}"/>
              </a:ext>
            </a:extLst>
          </p:cNvPr>
          <p:cNvSpPr/>
          <p:nvPr/>
        </p:nvSpPr>
        <p:spPr>
          <a:xfrm>
            <a:off x="6099879" y="4383827"/>
            <a:ext cx="1843748" cy="781342"/>
          </a:xfrm>
          <a:prstGeom prst="roundRect">
            <a:avLst/>
          </a:prstGeom>
          <a:noFill/>
          <a:ln w="38100">
            <a:solidFill>
              <a:srgbClr val="D102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19" name="Group 18"/>
          <p:cNvGrpSpPr/>
          <p:nvPr/>
        </p:nvGrpSpPr>
        <p:grpSpPr>
          <a:xfrm>
            <a:off x="410115" y="2754089"/>
            <a:ext cx="11640858" cy="1003563"/>
            <a:chOff x="410115" y="2754089"/>
            <a:chExt cx="11640858" cy="1003563"/>
          </a:xfrm>
        </p:grpSpPr>
        <p:sp>
          <p:nvSpPr>
            <p:cNvPr id="7" name="Content Placeholder 4">
              <a:extLst>
                <a:ext uri="{FF2B5EF4-FFF2-40B4-BE49-F238E27FC236}">
                  <a16:creationId xmlns:a16="http://schemas.microsoft.com/office/drawing/2014/main" id="{8F8F9D56-F647-2FFF-4F72-242CE7DB3108}"/>
                </a:ext>
              </a:extLst>
            </p:cNvPr>
            <p:cNvSpPr txBox="1">
              <a:spLocks/>
            </p:cNvSpPr>
            <p:nvPr/>
          </p:nvSpPr>
          <p:spPr>
            <a:xfrm>
              <a:off x="410115" y="2754089"/>
              <a:ext cx="11640858" cy="99983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vert="horz" lIns="91440" tIns="45720" rIns="91440" bIns="45720" rtlCol="0" anchor="ctr">
              <a:noAutofit/>
            </a:bodyPr>
            <a:lstStyle>
              <a:lvl1pPr marL="265113" indent="-265113" algn="just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  <a:buFont typeface="Wingdings 3" panose="05040102010807070707" pitchFamily="18" charset="2"/>
                <a:buChar char="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809625" indent="-352425" algn="just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6"/>
                </a:buClr>
                <a:buFont typeface="Wingdings 3" panose="05040102010807070707" pitchFamily="18" charset="2"/>
                <a:buChar char="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just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6"/>
                </a:buClr>
                <a:buFont typeface="Wingdings" panose="05000000000000000000" pitchFamily="2" charset="2"/>
                <a:buChar char="§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just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6"/>
                </a:buClr>
                <a:buFont typeface="Arial" panose="020B0604020202020204" pitchFamily="34" charset="0"/>
                <a:buChar char="•"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just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6"/>
                </a:buClr>
                <a:buFont typeface="Arial" panose="020B0604020202020204" pitchFamily="34" charset="0"/>
                <a:buChar char="•"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l">
                <a:lnSpc>
                  <a:spcPct val="150000"/>
                </a:lnSpc>
                <a:buNone/>
              </a:pPr>
              <a:r>
                <a:rPr lang="en-IN" sz="2800" b="0" dirty="0">
                  <a:solidFill>
                    <a:srgbClr val="002060"/>
                  </a:solidFill>
                </a:rPr>
                <a:t>Where,   </a:t>
              </a:r>
              <a:r>
                <a:rPr lang="en-IN" sz="2800" dirty="0">
                  <a:solidFill>
                    <a:srgbClr val="002060"/>
                  </a:solidFill>
                </a:rPr>
                <a:t>		           is a symmetric matrix and  		           is a</a:t>
              </a: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/>
                <p:cNvSpPr/>
                <p:nvPr/>
              </p:nvSpPr>
              <p:spPr>
                <a:xfrm>
                  <a:off x="1295670" y="2861347"/>
                  <a:ext cx="2933639" cy="896305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None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P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f>
                          <m:fPr>
                            <m:ctrlPr>
                              <a:rPr lang="en-US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US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den>
                        </m:f>
                        <m:d>
                          <m:d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sSupPr>
                                <m:ctrlPr>
                                  <a:rPr lang="en-IN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T</m:t>
                                </m:r>
                              </m:sup>
                            </m:sSup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US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7" name="Rectangle 16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295670" y="2861347"/>
                  <a:ext cx="2933639" cy="896305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Rectangle 17"/>
                <p:cNvSpPr/>
                <p:nvPr/>
              </p:nvSpPr>
              <p:spPr>
                <a:xfrm>
                  <a:off x="7658439" y="2861347"/>
                  <a:ext cx="2933639" cy="896305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None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Q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f>
                          <m:fPr>
                            <m:ctrlPr>
                              <a:rPr lang="en-US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US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den>
                        </m:f>
                        <m:d>
                          <m:d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US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sSupPr>
                                <m:ctrlPr>
                                  <a:rPr lang="en-IN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T</m:t>
                                </m:r>
                              </m:sup>
                            </m:sSup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US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8" name="Rectangle 17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658439" y="2861347"/>
                  <a:ext cx="2933639" cy="896305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0" name="Rectangle 19"/>
          <p:cNvSpPr/>
          <p:nvPr/>
        </p:nvSpPr>
        <p:spPr>
          <a:xfrm>
            <a:off x="419215" y="3579685"/>
            <a:ext cx="3810094" cy="66684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15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r>
              <a:rPr lang="en-IN" sz="2800" dirty="0">
                <a:solidFill>
                  <a:srgbClr val="002060"/>
                </a:solidFill>
              </a:rPr>
              <a:t>skew-symmetric matrix.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304543F-0A74-F058-8F8B-3AA46B00CED5}"/>
              </a:ext>
            </a:extLst>
          </p:cNvPr>
          <p:cNvSpPr txBox="1"/>
          <p:nvPr/>
        </p:nvSpPr>
        <p:spPr>
          <a:xfrm>
            <a:off x="5622586" y="2957208"/>
            <a:ext cx="1470363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IN" sz="4800" dirty="0"/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1C57F438-4C91-CC06-99E2-F6D527B1B30D}"/>
              </a:ext>
            </a:extLst>
          </p:cNvPr>
          <p:cNvSpPr/>
          <p:nvPr/>
        </p:nvSpPr>
        <p:spPr>
          <a:xfrm>
            <a:off x="8863754" y="6023143"/>
            <a:ext cx="2991370" cy="373265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890A5FD-2084-E978-9437-66D6668A1634}"/>
              </a:ext>
            </a:extLst>
          </p:cNvPr>
          <p:cNvSpPr/>
          <p:nvPr/>
        </p:nvSpPr>
        <p:spPr>
          <a:xfrm>
            <a:off x="8927365" y="4793797"/>
            <a:ext cx="2247460" cy="373265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893899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 animBg="1"/>
      <p:bldP spid="8" grpId="0"/>
      <p:bldP spid="9" grpId="0"/>
      <p:bldP spid="11" grpId="0"/>
      <p:bldP spid="12" grpId="0"/>
      <p:bldP spid="16" grpId="0" animBg="1"/>
      <p:bldP spid="16" grpId="1" animBg="1"/>
      <p:bldP spid="20" grpId="0"/>
      <p:bldP spid="23" grpId="0" animBg="1"/>
      <p:bldP spid="23" grpId="1" animBg="1"/>
      <p:bldP spid="24" grpId="0" animBg="1"/>
      <p:bldP spid="24" grpId="1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4">
            <a:extLst>
              <a:ext uri="{FF2B5EF4-FFF2-40B4-BE49-F238E27FC236}">
                <a16:creationId xmlns:a16="http://schemas.microsoft.com/office/drawing/2014/main" id="{9BFE67ED-ED33-22B6-2EEB-9CCB3FF11062}"/>
              </a:ext>
            </a:extLst>
          </p:cNvPr>
          <p:cNvSpPr txBox="1">
            <a:spLocks/>
          </p:cNvSpPr>
          <p:nvPr/>
        </p:nvSpPr>
        <p:spPr>
          <a:xfrm>
            <a:off x="529367" y="4664151"/>
            <a:ext cx="7115441" cy="999832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IN" sz="2800" dirty="0">
                <a:solidFill>
                  <a:srgbClr val="002060"/>
                </a:solidFill>
                <a:ea typeface="Cambria Math" panose="02040503050406030204" pitchFamily="18" charset="0"/>
              </a:rPr>
              <a:t>Hence,                                  </a:t>
            </a:r>
            <a:r>
              <a:rPr lang="en-IN" sz="2800" dirty="0">
                <a:solidFill>
                  <a:srgbClr val="002060"/>
                </a:solidFill>
              </a:rPr>
              <a:t>is a symmetric matrix.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A6CBA0B-05E0-1610-8E08-73EC427024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Remark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E2152CD4-A6C5-7322-82AC-DEE59132295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076556" y="2893292"/>
                <a:ext cx="2492979" cy="89630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E2152CD4-A6C5-7322-82AC-DEE5913229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76556" y="2893292"/>
                <a:ext cx="2492979" cy="896305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Content Placeholder 4">
            <a:extLst>
              <a:ext uri="{FF2B5EF4-FFF2-40B4-BE49-F238E27FC236}">
                <a16:creationId xmlns:a16="http://schemas.microsoft.com/office/drawing/2014/main" id="{C0E76AE3-FFEA-4D3E-D7BE-02A11699837B}"/>
              </a:ext>
            </a:extLst>
          </p:cNvPr>
          <p:cNvSpPr txBox="1">
            <a:spLocks/>
          </p:cNvSpPr>
          <p:nvPr/>
        </p:nvSpPr>
        <p:spPr>
          <a:xfrm>
            <a:off x="141440" y="711201"/>
            <a:ext cx="2883746" cy="645737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IN" sz="2800" b="1" dirty="0">
                <a:solidFill>
                  <a:srgbClr val="002060"/>
                </a:solidFill>
              </a:rPr>
              <a:t>Proof(Continue):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/>
              <p:cNvSpPr/>
              <p:nvPr/>
            </p:nvSpPr>
            <p:spPr>
              <a:xfrm>
                <a:off x="1512485" y="4459872"/>
                <a:ext cx="2851808" cy="107411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/>
              <a:p>
                <a:pPr>
                  <a:lnSpc>
                    <a:spcPct val="15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P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2485" y="4459872"/>
                <a:ext cx="2851808" cy="1074119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988DBA31-1AD1-CBAB-99EF-0D1F50972C5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066282" y="1571040"/>
                <a:ext cx="3281661" cy="99983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p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T</m:t>
                                      </m:r>
                                    </m:sup>
                                  </m:sSup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988DBA31-1AD1-CBAB-99EF-0D1F50972C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66282" y="1571040"/>
                <a:ext cx="3281661" cy="99983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F24F262E-03F8-9312-F9E3-E1F35D61D8EB}"/>
              </a:ext>
            </a:extLst>
          </p:cNvPr>
          <p:cNvSpPr/>
          <p:nvPr/>
        </p:nvSpPr>
        <p:spPr>
          <a:xfrm>
            <a:off x="4984390" y="1693933"/>
            <a:ext cx="983606" cy="732946"/>
          </a:xfrm>
          <a:prstGeom prst="roundRect">
            <a:avLst/>
          </a:prstGeom>
          <a:noFill/>
          <a:ln w="38100">
            <a:solidFill>
              <a:srgbClr val="D102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D10233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37DDE29C-5BFA-7371-7E4B-BD7459D79EC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9368" y="1560490"/>
                <a:ext cx="2724591" cy="99983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A</m:t>
                                      </m:r>
                                    </m:e>
                                    <m:sup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T</m:t>
                                      </m:r>
                                    </m:sup>
                                  </m:sSup>
                                  <m: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37DDE29C-5BFA-7371-7E4B-BD7459D79E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368" y="1560490"/>
                <a:ext cx="2724591" cy="99983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A8AB50A4-10BE-9B69-E8F8-97046B022F8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9368" y="4055576"/>
                <a:ext cx="1822465" cy="48420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b="0" dirty="0">
                    <a:solidFill>
                      <a:srgbClr val="002060"/>
                    </a:solidFill>
                  </a:rPr>
                  <a:t>So,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P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P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A8AB50A4-10BE-9B69-E8F8-97046B022F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368" y="4055576"/>
                <a:ext cx="1822465" cy="484205"/>
              </a:xfrm>
              <a:prstGeom prst="rect">
                <a:avLst/>
              </a:prstGeom>
              <a:blipFill>
                <a:blip r:embed="rId6"/>
                <a:stretch>
                  <a:fillRect l="-7023" t="-18750" b="-3500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8" name="Picture 27">
            <a:extLst>
              <a:ext uri="{FF2B5EF4-FFF2-40B4-BE49-F238E27FC236}">
                <a16:creationId xmlns:a16="http://schemas.microsoft.com/office/drawing/2014/main" id="{68FB596B-C22B-76B8-0E4B-479F062A9D5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67459" y="1427964"/>
            <a:ext cx="3738084" cy="2310815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AE32E580-2A03-76F6-A554-3217B2D8C2B2}"/>
              </a:ext>
            </a:extLst>
          </p:cNvPr>
          <p:cNvSpPr/>
          <p:nvPr/>
        </p:nvSpPr>
        <p:spPr>
          <a:xfrm>
            <a:off x="8566386" y="2765448"/>
            <a:ext cx="1535045" cy="45165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DF792D47-CD77-F22E-7461-DE5EAE06021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06454" y="2924734"/>
                <a:ext cx="738340" cy="89630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P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DF792D47-CD77-F22E-7461-DE5EAE0602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6454" y="2924734"/>
                <a:ext cx="738340" cy="896305"/>
              </a:xfrm>
              <a:prstGeom prst="rect">
                <a:avLst/>
              </a:prstGeom>
              <a:blipFill>
                <a:blip r:embed="rId8"/>
                <a:stretch>
                  <a:fillRect r="-578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Content Placeholder 4">
            <a:extLst>
              <a:ext uri="{FF2B5EF4-FFF2-40B4-BE49-F238E27FC236}">
                <a16:creationId xmlns:a16="http://schemas.microsoft.com/office/drawing/2014/main" id="{1FA74B49-8AE6-3FDB-E304-7556F2FB948C}"/>
              </a:ext>
            </a:extLst>
          </p:cNvPr>
          <p:cNvSpPr txBox="1">
            <a:spLocks/>
          </p:cNvSpPr>
          <p:nvPr/>
        </p:nvSpPr>
        <p:spPr>
          <a:xfrm>
            <a:off x="141440" y="5633228"/>
            <a:ext cx="10704360" cy="999832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IN" sz="2800" dirty="0">
                <a:solidFill>
                  <a:srgbClr val="002060"/>
                </a:solidFill>
                <a:ea typeface="Cambria Math" panose="02040503050406030204" pitchFamily="18" charset="0"/>
              </a:rPr>
              <a:t>Similarly, we can prove that                                  </a:t>
            </a:r>
            <a:r>
              <a:rPr lang="en-IN" sz="2800" dirty="0">
                <a:solidFill>
                  <a:srgbClr val="002060"/>
                </a:solidFill>
              </a:rPr>
              <a:t>is a skew-symmetric matrix.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17F7F41-9E29-6D21-52E1-AA64F275E2E6}"/>
                  </a:ext>
                </a:extLst>
              </p:cNvPr>
              <p:cNvSpPr/>
              <p:nvPr/>
            </p:nvSpPr>
            <p:spPr>
              <a:xfrm>
                <a:off x="4020157" y="5428949"/>
                <a:ext cx="2851808" cy="107411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/>
              <a:p>
                <a:pPr>
                  <a:lnSpc>
                    <a:spcPct val="15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Q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d>
                        <m:d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17F7F41-9E29-6D21-52E1-AA64F275E2E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20157" y="5428949"/>
                <a:ext cx="2851808" cy="1074119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301401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3" grpId="0"/>
      <p:bldP spid="3" grpId="0"/>
      <p:bldP spid="16" grpId="0" animBg="1"/>
      <p:bldP spid="16" grpId="1" animBg="1"/>
      <p:bldP spid="23" grpId="0"/>
      <p:bldP spid="4" grpId="0" animBg="1"/>
      <p:bldP spid="4" grpId="1" animBg="1"/>
      <p:bldP spid="5" grpId="0"/>
      <p:bldP spid="7" grpId="0"/>
      <p:bldP spid="8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D9A4BE-9D8B-30FD-74E4-FCEE0147B6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AE0224-8825-2B1C-0ADA-3641511E30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Orthogonal Matrix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B059DD04-7C31-8E89-1C9E-44356943CEB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6258" y="834857"/>
                <a:ext cx="10635156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A square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known as an orthogonal matrix, if </a:t>
                </a:r>
                <a14:m>
                  <m:oMath xmlns:m="http://schemas.openxmlformats.org/officeDocument/2006/math">
                    <m:r>
                      <a:rPr lang="en-IN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  <m:sSup>
                      <m:sSup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𝐓</m:t>
                        </m:r>
                      </m:sup>
                    </m:sSup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𝐈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IN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𝐓</m:t>
                        </m:r>
                      </m:sup>
                    </m:sSup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B059DD04-7C31-8E89-1C9E-44356943CE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58" y="834857"/>
                <a:ext cx="10635156" cy="522081"/>
              </a:xfrm>
              <a:prstGeom prst="rect">
                <a:avLst/>
              </a:prstGeom>
              <a:blipFill>
                <a:blip r:embed="rId2"/>
                <a:stretch>
                  <a:fillRect l="-1089" t="-13953" r="-458" b="-2907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4C4275E-F68B-713C-7B3C-36588D00B1AB}"/>
              </a:ext>
            </a:extLst>
          </p:cNvPr>
          <p:cNvSpPr txBox="1">
            <a:spLocks/>
          </p:cNvSpPr>
          <p:nvPr/>
        </p:nvSpPr>
        <p:spPr>
          <a:xfrm>
            <a:off x="146259" y="1480594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801986FE-A085-B49D-98DE-E377C2A6B6FF}"/>
                  </a:ext>
                </a:extLst>
              </p:cNvPr>
              <p:cNvSpPr/>
              <p:nvPr/>
            </p:nvSpPr>
            <p:spPr>
              <a:xfrm>
                <a:off x="425645" y="1943673"/>
                <a:ext cx="2470406" cy="11043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0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801986FE-A085-B49D-98DE-E377C2A6B6F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5645" y="1943673"/>
                <a:ext cx="2470406" cy="110432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AE9B28A4-E1AF-869C-6AD0-495D3416475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6259" y="3334876"/>
                <a:ext cx="2927142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 algn="l"/>
                <a:r>
                  <a:rPr lang="en-IN" sz="2800" dirty="0">
                    <a:solidFill>
                      <a:srgbClr val="002060"/>
                    </a:solidFill>
                  </a:rPr>
                  <a:t> Now,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sSup>
                      <m:sSup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AE9B28A4-E1AF-869C-6AD0-495D341647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59" y="3334876"/>
                <a:ext cx="2927142" cy="522081"/>
              </a:xfrm>
              <a:prstGeom prst="rect">
                <a:avLst/>
              </a:prstGeom>
              <a:blipFill>
                <a:blip r:embed="rId4"/>
                <a:stretch>
                  <a:fillRect t="-13953" b="-2907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C3FCB49-B1AD-4398-D22E-299B09C72981}"/>
                  </a:ext>
                </a:extLst>
              </p:cNvPr>
              <p:cNvSpPr txBox="1"/>
              <p:nvPr/>
            </p:nvSpPr>
            <p:spPr>
              <a:xfrm>
                <a:off x="2692851" y="3166311"/>
                <a:ext cx="4012749" cy="8592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0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0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C3FCB49-B1AD-4398-D22E-299B09C729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2851" y="3166311"/>
                <a:ext cx="4012749" cy="85921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341FB7AE-458B-4086-C14D-1D07374DFE8A}"/>
                  </a:ext>
                </a:extLst>
              </p:cNvPr>
              <p:cNvSpPr/>
              <p:nvPr/>
            </p:nvSpPr>
            <p:spPr>
              <a:xfrm>
                <a:off x="2473207" y="4312397"/>
                <a:ext cx="7016985" cy="10433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d>
                                  <m:d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−1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−1</m:t>
                                    </m:r>
                                  </m:e>
                                </m:d>
                              </m:e>
                              <m:e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−1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−1</m:t>
                                    </m:r>
                                  </m:e>
                                </m:d>
                              </m:e>
                              <m:e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341FB7AE-458B-4086-C14D-1D07374DFE8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3207" y="4312397"/>
                <a:ext cx="7016985" cy="104332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98EB8408-4EEA-8EEA-50C9-F6809B7B1EB9}"/>
                  </a:ext>
                </a:extLst>
              </p:cNvPr>
              <p:cNvSpPr/>
              <p:nvPr/>
            </p:nvSpPr>
            <p:spPr>
              <a:xfrm>
                <a:off x="2591822" y="1943673"/>
                <a:ext cx="3191315" cy="11043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sup>
                      </m:s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98EB8408-4EEA-8EEA-50C9-F6809B7B1E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1822" y="1943673"/>
                <a:ext cx="3191315" cy="1104327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9B9E37AC-A2ED-063E-7E88-185E83645F82}"/>
                  </a:ext>
                </a:extLst>
              </p:cNvPr>
              <p:cNvSpPr txBox="1"/>
              <p:nvPr/>
            </p:nvSpPr>
            <p:spPr>
              <a:xfrm>
                <a:off x="2545885" y="5474057"/>
                <a:ext cx="2345091" cy="8592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9B9E37AC-A2ED-063E-7E88-185E83645F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5885" y="5474057"/>
                <a:ext cx="2345091" cy="85921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073515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9" grpId="0"/>
      <p:bldP spid="12" grpId="0"/>
      <p:bldP spid="3" grpId="0"/>
      <p:bldP spid="13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8EDBDF-2566-9B03-F787-9BC5E55156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79AC24-6A82-12E6-044F-DC3191250B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Orthogonal Matrix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9647671F-C1A9-8AAC-2495-0B09638E90A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6258" y="834857"/>
                <a:ext cx="10858440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A square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known as an orthogonal matrix, if </a:t>
                </a:r>
                <a14:m>
                  <m:oMath xmlns:m="http://schemas.openxmlformats.org/officeDocument/2006/math">
                    <m:r>
                      <a:rPr lang="en-IN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  <m:sSup>
                      <m:sSup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𝐓</m:t>
                        </m:r>
                      </m:sup>
                    </m:sSup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𝐈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IN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𝐓</m:t>
                        </m:r>
                      </m:sup>
                    </m:sSup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9647671F-C1A9-8AAC-2495-0B09638E90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58" y="834857"/>
                <a:ext cx="10858440" cy="522081"/>
              </a:xfrm>
              <a:prstGeom prst="rect">
                <a:avLst/>
              </a:prstGeom>
              <a:blipFill>
                <a:blip r:embed="rId2"/>
                <a:stretch>
                  <a:fillRect l="-1067" t="-13953" b="-2907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70F52A8A-A7AA-45C4-372C-7F9160004708}"/>
              </a:ext>
            </a:extLst>
          </p:cNvPr>
          <p:cNvSpPr txBox="1">
            <a:spLocks/>
          </p:cNvSpPr>
          <p:nvPr/>
        </p:nvSpPr>
        <p:spPr>
          <a:xfrm>
            <a:off x="146259" y="1480594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74880FBD-7474-7237-42DB-77F478E4BF6B}"/>
                  </a:ext>
                </a:extLst>
              </p:cNvPr>
              <p:cNvSpPr/>
              <p:nvPr/>
            </p:nvSpPr>
            <p:spPr>
              <a:xfrm>
                <a:off x="425645" y="1943673"/>
                <a:ext cx="2470406" cy="11043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0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74880FBD-7474-7237-42DB-77F478E4BF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5645" y="1943673"/>
                <a:ext cx="2470406" cy="110432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919DAD23-BF1C-80B0-26F1-746C76F511D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6259" y="3334876"/>
                <a:ext cx="2927142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 algn="l"/>
                <a:r>
                  <a:rPr lang="en-IN" sz="2800" dirty="0">
                    <a:solidFill>
                      <a:srgbClr val="002060"/>
                    </a:solidFill>
                  </a:rPr>
                  <a:t> Now,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919DAD23-BF1C-80B0-26F1-746C76F511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59" y="3334876"/>
                <a:ext cx="2927142" cy="522081"/>
              </a:xfrm>
              <a:prstGeom prst="rect">
                <a:avLst/>
              </a:prstGeom>
              <a:blipFill>
                <a:blip r:embed="rId4"/>
                <a:stretch>
                  <a:fillRect t="-13953" b="-2907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AA1BAE6E-8023-44C8-2464-D42E3BE2B805}"/>
                  </a:ext>
                </a:extLst>
              </p:cNvPr>
              <p:cNvSpPr txBox="1"/>
              <p:nvPr/>
            </p:nvSpPr>
            <p:spPr>
              <a:xfrm>
                <a:off x="2538657" y="3166311"/>
                <a:ext cx="4012749" cy="8592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0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0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AA1BAE6E-8023-44C8-2464-D42E3BE2B8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8657" y="3166311"/>
                <a:ext cx="4012749" cy="85921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5F614792-3B3D-AE5C-4D3D-8FEB45B45499}"/>
                  </a:ext>
                </a:extLst>
              </p:cNvPr>
              <p:cNvSpPr/>
              <p:nvPr/>
            </p:nvSpPr>
            <p:spPr>
              <a:xfrm>
                <a:off x="2474005" y="4272799"/>
                <a:ext cx="7016985" cy="10433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d>
                                  <m:d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</m:e>
                              <m:e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−1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−1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</m:e>
                              <m:e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−1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−1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5F614792-3B3D-AE5C-4D3D-8FEB45B454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4005" y="4272799"/>
                <a:ext cx="7016985" cy="104332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7820D80F-213C-5F3F-E32F-F4113324094D}"/>
                  </a:ext>
                </a:extLst>
              </p:cNvPr>
              <p:cNvSpPr/>
              <p:nvPr/>
            </p:nvSpPr>
            <p:spPr>
              <a:xfrm>
                <a:off x="2591822" y="1943673"/>
                <a:ext cx="3191315" cy="11043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sup>
                      </m:s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7820D80F-213C-5F3F-E32F-F411332409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1822" y="1943673"/>
                <a:ext cx="3191315" cy="1104327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6B3F3700-FDB9-FFBE-7C55-7C3D68949384}"/>
                  </a:ext>
                </a:extLst>
              </p:cNvPr>
              <p:cNvSpPr txBox="1"/>
              <p:nvPr/>
            </p:nvSpPr>
            <p:spPr>
              <a:xfrm>
                <a:off x="2513986" y="5474057"/>
                <a:ext cx="2345091" cy="8592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6B3F3700-FDB9-FFBE-7C55-7C3D689493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3986" y="5474057"/>
                <a:ext cx="2345091" cy="85921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308773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2" grpId="0"/>
      <p:bldP spid="13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AC0224A-02B6-C66D-8B2A-6D76A5F669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Idempotent Matrix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02F0995B-2AAB-DB90-318D-B98127BB374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6259" y="834857"/>
                <a:ext cx="9434470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A square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known as an idempotent matrix, if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02F0995B-2AAB-DB90-318D-B98127BB3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59" y="834857"/>
                <a:ext cx="9434470" cy="522081"/>
              </a:xfrm>
              <a:prstGeom prst="rect">
                <a:avLst/>
              </a:prstGeom>
              <a:blipFill>
                <a:blip r:embed="rId2"/>
                <a:stretch>
                  <a:fillRect l="-1227" t="-13953" b="-2907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20149D11-CA20-80BC-D298-2E1D82747E52}"/>
              </a:ext>
            </a:extLst>
          </p:cNvPr>
          <p:cNvSpPr txBox="1">
            <a:spLocks/>
          </p:cNvSpPr>
          <p:nvPr/>
        </p:nvSpPr>
        <p:spPr>
          <a:xfrm>
            <a:off x="146259" y="1480594"/>
            <a:ext cx="2263948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7777E2E8-447A-AAE3-B824-88B06C9488A7}"/>
                  </a:ext>
                </a:extLst>
              </p:cNvPr>
              <p:cNvSpPr/>
              <p:nvPr/>
            </p:nvSpPr>
            <p:spPr>
              <a:xfrm>
                <a:off x="425645" y="1943674"/>
                <a:ext cx="2166178" cy="98028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7777E2E8-447A-AAE3-B824-88B06C9488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5645" y="1943674"/>
                <a:ext cx="2166178" cy="98028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C9729AD7-A16B-FD8F-BE12-78EF737391C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0" y="3097816"/>
                <a:ext cx="2695199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 algn="l"/>
                <a:r>
                  <a:rPr lang="en-IN" sz="2800" dirty="0">
                    <a:solidFill>
                      <a:srgbClr val="002060"/>
                    </a:solidFill>
                  </a:rPr>
                  <a:t> Now,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C9729AD7-A16B-FD8F-BE12-78EF737391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3097816"/>
                <a:ext cx="2695199" cy="463079"/>
              </a:xfrm>
              <a:prstGeom prst="rect">
                <a:avLst/>
              </a:prstGeom>
              <a:blipFill>
                <a:blip r:embed="rId4"/>
                <a:stretch>
                  <a:fillRect t="-22368" b="-39474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B0DE853-2A9B-9694-4F8C-19B1EF2D9CED}"/>
                  </a:ext>
                </a:extLst>
              </p:cNvPr>
              <p:cNvSpPr txBox="1"/>
              <p:nvPr/>
            </p:nvSpPr>
            <p:spPr>
              <a:xfrm>
                <a:off x="2390971" y="2923955"/>
                <a:ext cx="1714123" cy="8107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B0DE853-2A9B-9694-4F8C-19B1EF2D9C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0971" y="2923955"/>
                <a:ext cx="1714123" cy="81079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FF98894D-DFB9-90A3-3E01-AF72EFA9A91A}"/>
                  </a:ext>
                </a:extLst>
              </p:cNvPr>
              <p:cNvSpPr txBox="1"/>
              <p:nvPr/>
            </p:nvSpPr>
            <p:spPr>
              <a:xfrm>
                <a:off x="3691510" y="2923954"/>
                <a:ext cx="1714123" cy="8107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FF98894D-DFB9-90A3-3E01-AF72EFA9A9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1510" y="2923954"/>
                <a:ext cx="1714123" cy="81079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521072BC-4984-40FB-5BFC-E1126E7E46E3}"/>
                  </a:ext>
                </a:extLst>
              </p:cNvPr>
              <p:cNvSpPr/>
              <p:nvPr/>
            </p:nvSpPr>
            <p:spPr>
              <a:xfrm>
                <a:off x="2154764" y="3949207"/>
                <a:ext cx="6110284" cy="10433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d>
                                  <m:d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</m:e>
                              <m:e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</m:e>
                              <m:e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521072BC-4984-40FB-5BFC-E1126E7E46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4764" y="3949207"/>
                <a:ext cx="6110284" cy="1043327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1BC5263A-207D-3A4E-1B03-B5B29D271347}"/>
                  </a:ext>
                </a:extLst>
              </p:cNvPr>
              <p:cNvSpPr/>
              <p:nvPr/>
            </p:nvSpPr>
            <p:spPr>
              <a:xfrm>
                <a:off x="2153508" y="5038974"/>
                <a:ext cx="1651692" cy="87461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1BC5263A-207D-3A4E-1B03-B5B29D2713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3508" y="5038974"/>
                <a:ext cx="1651692" cy="87461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6901F03B-CEA2-A68D-D257-E59AE036A9E4}"/>
                  </a:ext>
                </a:extLst>
              </p:cNvPr>
              <p:cNvSpPr/>
              <p:nvPr/>
            </p:nvSpPr>
            <p:spPr>
              <a:xfrm>
                <a:off x="3948345" y="5217620"/>
                <a:ext cx="759813" cy="52310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6901F03B-CEA2-A68D-D257-E59AE036A9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48345" y="5217620"/>
                <a:ext cx="759813" cy="52310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CD5D088-CDB5-0758-0B9D-B22C2F4CDD80}"/>
                  </a:ext>
                </a:extLst>
              </p:cNvPr>
              <p:cNvSpPr/>
              <p:nvPr/>
            </p:nvSpPr>
            <p:spPr>
              <a:xfrm>
                <a:off x="419611" y="6023143"/>
                <a:ext cx="4344423" cy="52208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  <a:r>
                  <a:rPr lang="en-IN" sz="2800" dirty="0">
                    <a:solidFill>
                      <a:srgbClr val="002060"/>
                    </a:solidFill>
                  </a:rPr>
                  <a:t>is an idempotent matrix.</a:t>
                </a: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CD5D088-CDB5-0758-0B9D-B22C2F4CDD8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611" y="6023143"/>
                <a:ext cx="4344423" cy="522081"/>
              </a:xfrm>
              <a:prstGeom prst="rect">
                <a:avLst/>
              </a:prstGeom>
              <a:blipFill>
                <a:blip r:embed="rId10"/>
                <a:stretch>
                  <a:fillRect t="-11628" r="-1543" b="-3139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32631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9" grpId="0"/>
      <p:bldP spid="10" grpId="0"/>
      <p:bldP spid="12" grpId="0"/>
      <p:bldP spid="3" grpId="0"/>
      <p:bldP spid="8" grpId="0"/>
      <p:bldP spid="13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AC0224A-02B6-C66D-8B2A-6D76A5F669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Involutory Matrix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02F0995B-2AAB-DB90-318D-B98127BB374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6259" y="834857"/>
                <a:ext cx="9434470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A square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known as an involutory matrix, if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𝐈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02F0995B-2AAB-DB90-318D-B98127BB3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59" y="834857"/>
                <a:ext cx="9434470" cy="522081"/>
              </a:xfrm>
              <a:prstGeom prst="rect">
                <a:avLst/>
              </a:prstGeom>
              <a:blipFill>
                <a:blip r:embed="rId2"/>
                <a:stretch>
                  <a:fillRect l="-1227" t="-13953" b="-2907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20149D11-CA20-80BC-D298-2E1D82747E52}"/>
              </a:ext>
            </a:extLst>
          </p:cNvPr>
          <p:cNvSpPr txBox="1">
            <a:spLocks/>
          </p:cNvSpPr>
          <p:nvPr/>
        </p:nvSpPr>
        <p:spPr>
          <a:xfrm>
            <a:off x="146259" y="1480594"/>
            <a:ext cx="2542350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7777E2E8-447A-AAE3-B824-88B06C9488A7}"/>
                  </a:ext>
                </a:extLst>
              </p:cNvPr>
              <p:cNvSpPr/>
              <p:nvPr/>
            </p:nvSpPr>
            <p:spPr>
              <a:xfrm>
                <a:off x="425644" y="1943674"/>
                <a:ext cx="3231956" cy="105883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mr>
                        </m:m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7777E2E8-447A-AAE3-B824-88B06C9488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5644" y="1943674"/>
                <a:ext cx="3231956" cy="1058834"/>
              </a:xfrm>
              <a:prstGeom prst="rect">
                <a:avLst/>
              </a:prstGeom>
              <a:blipFill>
                <a:blip r:embed="rId3"/>
                <a:stretch>
                  <a:fillRect l="-396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C9729AD7-A16B-FD8F-BE12-78EF737391C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8397" y="3218556"/>
                <a:ext cx="2695199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 algn="l"/>
                <a:r>
                  <a:rPr lang="en-IN" sz="2800" dirty="0">
                    <a:solidFill>
                      <a:srgbClr val="002060"/>
                    </a:solidFill>
                  </a:rPr>
                  <a:t> Now,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C9729AD7-A16B-FD8F-BE12-78EF737391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8397" y="3218556"/>
                <a:ext cx="2695199" cy="463079"/>
              </a:xfrm>
              <a:prstGeom prst="rect">
                <a:avLst/>
              </a:prstGeom>
              <a:blipFill>
                <a:blip r:embed="rId4"/>
                <a:stretch>
                  <a:fillRect t="-23684" b="-39474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B0DE853-2A9B-9694-4F8C-19B1EF2D9CED}"/>
                  </a:ext>
                </a:extLst>
              </p:cNvPr>
              <p:cNvSpPr txBox="1"/>
              <p:nvPr/>
            </p:nvSpPr>
            <p:spPr>
              <a:xfrm>
                <a:off x="2939916" y="3044695"/>
                <a:ext cx="2287329" cy="8107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B0DE853-2A9B-9694-4F8C-19B1EF2D9C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9916" y="3044695"/>
                <a:ext cx="2287329" cy="81079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FF98894D-DFB9-90A3-3E01-AF72EFA9A91A}"/>
                  </a:ext>
                </a:extLst>
              </p:cNvPr>
              <p:cNvSpPr txBox="1"/>
              <p:nvPr/>
            </p:nvSpPr>
            <p:spPr>
              <a:xfrm>
                <a:off x="5004888" y="3044694"/>
                <a:ext cx="1907934" cy="8107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FF98894D-DFB9-90A3-3E01-AF72EFA9A9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04888" y="3044694"/>
                <a:ext cx="1907934" cy="81079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521072BC-4984-40FB-5BFC-E1126E7E46E3}"/>
                  </a:ext>
                </a:extLst>
              </p:cNvPr>
              <p:cNvSpPr/>
              <p:nvPr/>
            </p:nvSpPr>
            <p:spPr>
              <a:xfrm>
                <a:off x="2688608" y="3897680"/>
                <a:ext cx="7478973" cy="10433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d>
                                  <m:d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brk m:alnAt="7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brk m:alnAt="7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</m:e>
                              <m:e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brk m:alnAt="7"/>
                                      </m:rP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−1</m:t>
                                    </m:r>
                                  </m:e>
                                </m:d>
                              </m:e>
                            </m:mr>
                            <m:mr>
                              <m:e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−1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−1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</m:e>
                              <m:e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d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−1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−1</m:t>
                                    </m:r>
                                  </m:e>
                                </m:d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521072BC-4984-40FB-5BFC-E1126E7E46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88608" y="3897680"/>
                <a:ext cx="7478973" cy="1043327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F0088504-4B75-E7C5-FC01-B25AC49AABE2}"/>
                  </a:ext>
                </a:extLst>
              </p:cNvPr>
              <p:cNvSpPr/>
              <p:nvPr/>
            </p:nvSpPr>
            <p:spPr>
              <a:xfrm>
                <a:off x="2688609" y="4941007"/>
                <a:ext cx="1746914" cy="104332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F0088504-4B75-E7C5-FC01-B25AC49AAB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88609" y="4941007"/>
                <a:ext cx="1746914" cy="104332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3EF514F6-C028-73D0-0B09-A4778AA3D462}"/>
                  </a:ext>
                </a:extLst>
              </p:cNvPr>
              <p:cNvSpPr/>
              <p:nvPr/>
            </p:nvSpPr>
            <p:spPr>
              <a:xfrm>
                <a:off x="4283122" y="5224093"/>
                <a:ext cx="903027" cy="47715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</m:oMath>
                  </m:oMathPara>
                </a14:m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3EF514F6-C028-73D0-0B09-A4778AA3D4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3122" y="5224093"/>
                <a:ext cx="903027" cy="47715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3506CE18-5191-BE16-0B05-C640BE148C18}"/>
                  </a:ext>
                </a:extLst>
              </p:cNvPr>
              <p:cNvSpPr/>
              <p:nvPr/>
            </p:nvSpPr>
            <p:spPr>
              <a:xfrm>
                <a:off x="990839" y="5984333"/>
                <a:ext cx="4236406" cy="49792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14:m>
                  <m:oMath xmlns:m="http://schemas.openxmlformats.org/officeDocument/2006/math"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an involutory matrix.</a:t>
                </a: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3506CE18-5191-BE16-0B05-C640BE148C1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0839" y="5984333"/>
                <a:ext cx="4236406" cy="497924"/>
              </a:xfrm>
              <a:prstGeom prst="rect">
                <a:avLst/>
              </a:prstGeom>
              <a:blipFill>
                <a:blip r:embed="rId10"/>
                <a:stretch>
                  <a:fillRect t="-14815" b="-3703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05422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9" grpId="0"/>
      <p:bldP spid="10" grpId="0"/>
      <p:bldP spid="12" grpId="0"/>
      <p:bldP spid="3" grpId="0"/>
      <p:bldP spid="8" grpId="0"/>
      <p:bldP spid="11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49" y="2578895"/>
            <a:ext cx="11360152" cy="2852737"/>
          </a:xfrm>
        </p:spPr>
        <p:txBody>
          <a:bodyPr/>
          <a:lstStyle/>
          <a:p>
            <a:r>
              <a:rPr lang="en-US" dirty="0"/>
              <a:t>Method – 2</a:t>
            </a:r>
            <a:br>
              <a:rPr lang="en-US" dirty="0"/>
            </a:br>
            <a:r>
              <a:rPr lang="en-US" sz="4800" dirty="0"/>
              <a:t>Determinant and Its Properties	</a:t>
            </a:r>
          </a:p>
        </p:txBody>
      </p:sp>
    </p:spTree>
    <p:extLst>
      <p:ext uri="{BB962C8B-B14F-4D97-AF65-F5344CB8AC3E}">
        <p14:creationId xmlns:p14="http://schemas.microsoft.com/office/powerpoint/2010/main" val="348120401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EC33B7-95A2-1CB3-F341-B78E568271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CBD6A570-C9B9-E511-346A-4B5CE4E8AA1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2611" y="3406619"/>
                <a:ext cx="10976376" cy="138695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2800" dirty="0">
                    <a:solidFill>
                      <a:srgbClr val="002060"/>
                    </a:solidFill>
                  </a:rPr>
                  <a:t>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d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eterminant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of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matrix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sty m:val="p"/>
                                  <m:brk m:alnAt="7"/>
                                </m:r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p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q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r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y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800" b="1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z</m:t>
                              </m:r>
                            </m:e>
                          </m:mr>
                        </m:m>
                        <m: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of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order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a:rPr lang="en-US" sz="2800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  <m:r>
                      <a:rPr lang="en-US" sz="2800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US" sz="2800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  <m:r>
                      <m:rPr>
                        <m:nor/>
                      </m:rPr>
                      <a:rPr lang="en-US" sz="2800" b="1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is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given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by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:</a:t>
                </a:r>
              </a:p>
            </p:txBody>
          </p:sp>
        </mc:Choice>
        <mc:Fallback xmlns="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CBD6A570-C9B9-E511-346A-4B5CE4E8AA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2611" y="3406619"/>
                <a:ext cx="10976376" cy="1386956"/>
              </a:xfrm>
              <a:prstGeom prst="rect">
                <a:avLst/>
              </a:prstGeom>
              <a:blipFill>
                <a:blip r:embed="rId2"/>
                <a:stretch>
                  <a:fillRect l="-105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9E77E53F-B67F-5807-CF4B-50BEC77973C2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dirty="0"/>
                        <m:t>Determinant</m:t>
                      </m:r>
                      <m:r>
                        <m:rPr>
                          <m:nor/>
                        </m:rPr>
                        <a:rPr lang="en-US" dirty="0"/>
                        <m:t> </m:t>
                      </m:r>
                      <m:r>
                        <m:rPr>
                          <m:nor/>
                        </m:rPr>
                        <a:rPr lang="en-US" dirty="0"/>
                        <m:t>of</m:t>
                      </m:r>
                      <m:r>
                        <m:rPr>
                          <m:nor/>
                        </m:rPr>
                        <a:rPr lang="en-US" dirty="0"/>
                        <m:t> </m:t>
                      </m:r>
                      <m:r>
                        <m:rPr>
                          <m:nor/>
                        </m:rPr>
                        <a:rPr lang="en-IN" b="1" i="0" dirty="0" smtClean="0"/>
                        <m:t>a</m:t>
                      </m:r>
                      <m:r>
                        <m:rPr>
                          <m:nor/>
                        </m:rPr>
                        <a:rPr lang="en-IN" b="1" i="0" dirty="0" smtClean="0"/>
                        <m:t> </m:t>
                      </m:r>
                      <m:r>
                        <m:rPr>
                          <m:nor/>
                        </m:rPr>
                        <a:rPr lang="en-IN" b="1" i="0" dirty="0" smtClean="0"/>
                        <m:t>Square</m:t>
                      </m:r>
                      <m:r>
                        <m:rPr>
                          <m:nor/>
                        </m:rPr>
                        <a:rPr lang="en-IN" b="1" i="0" dirty="0" smtClean="0"/>
                        <m:t> </m:t>
                      </m:r>
                      <m:r>
                        <m:rPr>
                          <m:nor/>
                        </m:rPr>
                        <a:rPr lang="en-GB" b="1" i="0" dirty="0" smtClean="0"/>
                        <m:t>M</m:t>
                      </m:r>
                      <m:r>
                        <m:rPr>
                          <m:nor/>
                        </m:rPr>
                        <a:rPr lang="en-US" dirty="0"/>
                        <m:t>atrix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9E77E53F-B67F-5807-CF4B-50BEC77973C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8B2BF368-579F-DE29-06E7-5034FF6D555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2609" y="800163"/>
                <a:ext cx="10755970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2800" dirty="0">
                    <a:solidFill>
                      <a:srgbClr val="002060"/>
                    </a:solidFill>
                  </a:rPr>
                  <a:t>The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IN" sz="2800" b="0" i="0" smtClean="0">
                        <a:solidFill>
                          <a:srgbClr val="002060"/>
                        </a:solidFill>
                      </a:rPr>
                      <m:t>d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eterminant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of</m:t>
                    </m:r>
                    <m:r>
                      <m:rPr>
                        <m:nor/>
                      </m:rPr>
                      <a:rPr lang="en-US" sz="2800" b="0" i="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 b="0" i="0" smtClean="0">
                        <a:solidFill>
                          <a:srgbClr val="002060"/>
                        </a:solidFill>
                      </a:rPr>
                      <m:t>a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 b="1" smtClean="0">
                        <a:solidFill>
                          <a:srgbClr val="FF0000"/>
                        </a:solidFill>
                      </a:rPr>
                      <m:t>square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matrix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A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is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denoted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by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d>
                      <m:dPr>
                        <m:begChr m:val="|"/>
                        <m:endChr m:val="|"/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US" sz="280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or</m:t>
                    </m:r>
                    <m:r>
                      <a:rPr lang="en-US" sz="280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func>
                      <m:func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a:rPr lang="en-US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𝐝𝐞𝐭</m:t>
                        </m:r>
                      </m:fName>
                      <m:e>
                        <m:d>
                          <m:dPr>
                            <m:ctrlPr>
                              <a:rPr lang="en-IN" sz="2800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2800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</m:e>
                        </m:d>
                      </m:e>
                    </m:func>
                  </m:oMath>
                </a14:m>
                <a:r>
                  <a:rPr lang="en-US" sz="2800" i="0" dirty="0">
                    <a:solidFill>
                      <a:srgbClr val="002060"/>
                    </a:solidFill>
                    <a:latin typeface="+mj-lt"/>
                  </a:rPr>
                  <a:t> or</a:t>
                </a:r>
                <a14:m>
                  <m:oMath xmlns:m="http://schemas.openxmlformats.org/officeDocument/2006/math">
                    <m:r>
                      <a:rPr lang="en-US" sz="280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∆</m:t>
                    </m:r>
                    <m:r>
                      <a:rPr lang="en-US" sz="280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8B2BF368-579F-DE29-06E7-5034FF6D55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2609" y="800163"/>
                <a:ext cx="10755970" cy="522081"/>
              </a:xfrm>
              <a:prstGeom prst="rect">
                <a:avLst/>
              </a:prstGeom>
              <a:blipFill>
                <a:blip r:embed="rId4"/>
                <a:stretch>
                  <a:fillRect l="-1077" t="-15116" b="-2790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845AA39F-2741-2D3B-29EE-3F491016994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2610" y="1589007"/>
                <a:ext cx="9793443" cy="60515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2800" dirty="0">
                    <a:solidFill>
                      <a:srgbClr val="002060"/>
                    </a:solidFill>
                  </a:rPr>
                  <a:t>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d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eterminant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of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matrix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of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order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a:rPr lang="en-US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US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US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FF000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is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given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by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845AA39F-2741-2D3B-29EE-3F49101699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2610" y="1589007"/>
                <a:ext cx="9793443" cy="605150"/>
              </a:xfrm>
              <a:prstGeom prst="rect">
                <a:avLst/>
              </a:prstGeom>
              <a:blipFill>
                <a:blip r:embed="rId5"/>
                <a:stretch>
                  <a:fillRect l="-1183" t="-7071" b="-17172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CDE0B28B-33A4-0F6F-E2F7-0D55B3878AF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2610" y="2360426"/>
                <a:ext cx="10082201" cy="86905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2800" dirty="0">
                    <a:solidFill>
                      <a:srgbClr val="002060"/>
                    </a:solidFill>
                  </a:rPr>
                  <a:t>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d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eterminant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of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matrix</m:t>
                    </m:r>
                    <m:r>
                      <m:rPr>
                        <m:nor/>
                      </m:rPr>
                      <a:rPr lang="en-US" sz="2800" smtClean="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sty m:val="p"/>
                      </m:rPr>
                      <a:rPr lang="en-US" sz="280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sty m:val="p"/>
                                  <m:brk m:alnAt="7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</m:e>
                          </m:mr>
                        </m:m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of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order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a:rPr lang="en-US" sz="2800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</m:t>
                    </m:r>
                    <m:r>
                      <a:rPr lang="en-US" sz="2800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US" sz="2800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FF000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is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given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by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CDE0B28B-33A4-0F6F-E2F7-0D55B3878A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2610" y="2360426"/>
                <a:ext cx="10082201" cy="869059"/>
              </a:xfrm>
              <a:prstGeom prst="rect">
                <a:avLst/>
              </a:prstGeom>
              <a:blipFill>
                <a:blip r:embed="rId6"/>
                <a:stretch>
                  <a:fillRect l="-1149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424E3BC4-7519-BBEB-1B20-E01D4D4501A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2609" y="4855183"/>
                <a:ext cx="3122580" cy="128405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</m: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424E3BC4-7519-BBEB-1B20-E01D4D4501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2609" y="4855183"/>
                <a:ext cx="3122580" cy="1284051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8969A7D0-E79C-C024-A6DA-7DD9D74A9803}"/>
              </a:ext>
            </a:extLst>
          </p:cNvPr>
          <p:cNvSpPr/>
          <p:nvPr/>
        </p:nvSpPr>
        <p:spPr>
          <a:xfrm>
            <a:off x="5048710" y="3510494"/>
            <a:ext cx="382391" cy="328855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31C9FFC7-82AC-1092-A260-AFE8326072A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018077" y="5085404"/>
                <a:ext cx="1975240" cy="76200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</m: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31C9FFC7-82AC-1092-A260-AFE8326072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8077" y="5085404"/>
                <a:ext cx="1975240" cy="762001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Content Placeholder 4">
                <a:extLst>
                  <a:ext uri="{FF2B5EF4-FFF2-40B4-BE49-F238E27FC236}">
                    <a16:creationId xmlns:a16="http://schemas.microsoft.com/office/drawing/2014/main" id="{B6D01506-0ED6-19BF-B83A-C1087604B68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395113" y="5085404"/>
                <a:ext cx="2573607" cy="76200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 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</m: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Content Placeholder 4">
                <a:extLst>
                  <a:ext uri="{FF2B5EF4-FFF2-40B4-BE49-F238E27FC236}">
                    <a16:creationId xmlns:a16="http://schemas.microsoft.com/office/drawing/2014/main" id="{B6D01506-0ED6-19BF-B83A-C1087604B6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95113" y="5085404"/>
                <a:ext cx="2573607" cy="762001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F3E0FAA3-2164-BF59-0365-9ABAA28C450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110976" y="1595493"/>
                <a:ext cx="1575881" cy="60515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𝐚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F3E0FAA3-2164-BF59-0365-9ABAA28C45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10976" y="1595493"/>
                <a:ext cx="1575881" cy="605150"/>
              </a:xfrm>
              <a:prstGeom prst="rect">
                <a:avLst/>
              </a:prstGeom>
              <a:blipFill>
                <a:blip r:embed="rId10"/>
                <a:stretch>
                  <a:fillRect t="-7071" r="-5426" b="-17172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F7DED5E9-055B-AFBE-4555-2DBE0E515D6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659565" y="2345265"/>
                <a:ext cx="2898843" cy="86905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sz="280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sz="280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sz="280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𝐚𝐝</m:t>
                    </m:r>
                    <m:r>
                      <a:rPr lang="en-US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𝐛𝐜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F7DED5E9-055B-AFBE-4555-2DBE0E515D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59565" y="2345265"/>
                <a:ext cx="2898843" cy="86905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A13ACF5-EF91-43EF-E7AD-C929D9B432CF}"/>
              </a:ext>
            </a:extLst>
          </p:cNvPr>
          <p:cNvSpPr/>
          <p:nvPr/>
        </p:nvSpPr>
        <p:spPr>
          <a:xfrm>
            <a:off x="5590217" y="3459706"/>
            <a:ext cx="382391" cy="328855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96CE12B1-D48F-9B4B-7F76-FE41BAD1674D}"/>
              </a:ext>
            </a:extLst>
          </p:cNvPr>
          <p:cNvSpPr/>
          <p:nvPr/>
        </p:nvSpPr>
        <p:spPr>
          <a:xfrm>
            <a:off x="6144693" y="3507251"/>
            <a:ext cx="382391" cy="328855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F51DC1DD-F620-EE9D-D1A3-3A6287D748B0}"/>
              </a:ext>
            </a:extLst>
          </p:cNvPr>
          <p:cNvCxnSpPr>
            <a:cxnSpLocks/>
          </p:cNvCxnSpPr>
          <p:nvPr/>
        </p:nvCxnSpPr>
        <p:spPr>
          <a:xfrm flipH="1" flipV="1">
            <a:off x="5352202" y="2705100"/>
            <a:ext cx="278844" cy="288000"/>
          </a:xfrm>
          <a:prstGeom prst="straightConnector1">
            <a:avLst/>
          </a:prstGeom>
          <a:ln w="19050">
            <a:solidFill>
              <a:srgbClr val="D10233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3840F179-7AEB-43EF-50D6-8412227DD612}"/>
              </a:ext>
            </a:extLst>
          </p:cNvPr>
          <p:cNvCxnSpPr>
            <a:cxnSpLocks/>
          </p:cNvCxnSpPr>
          <p:nvPr/>
        </p:nvCxnSpPr>
        <p:spPr>
          <a:xfrm flipV="1">
            <a:off x="5358148" y="2705100"/>
            <a:ext cx="278844" cy="288000"/>
          </a:xfrm>
          <a:prstGeom prst="straightConnector1">
            <a:avLst/>
          </a:prstGeom>
          <a:ln w="19050">
            <a:solidFill>
              <a:srgbClr val="D10233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6F2976B4-05AA-C130-150F-775B13F2977D}"/>
              </a:ext>
            </a:extLst>
          </p:cNvPr>
          <p:cNvCxnSpPr/>
          <p:nvPr/>
        </p:nvCxnSpPr>
        <p:spPr>
          <a:xfrm>
            <a:off x="5082114" y="3668503"/>
            <a:ext cx="1321562" cy="0"/>
          </a:xfrm>
          <a:prstGeom prst="line">
            <a:avLst/>
          </a:prstGeom>
          <a:ln w="28575">
            <a:solidFill>
              <a:srgbClr val="D1023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734BBCC1-DC36-A6CD-1B88-E395C566AB1D}"/>
              </a:ext>
            </a:extLst>
          </p:cNvPr>
          <p:cNvCxnSpPr>
            <a:cxnSpLocks/>
          </p:cNvCxnSpPr>
          <p:nvPr/>
        </p:nvCxnSpPr>
        <p:spPr>
          <a:xfrm rot="16200000">
            <a:off x="4632525" y="4111956"/>
            <a:ext cx="1188000" cy="0"/>
          </a:xfrm>
          <a:prstGeom prst="line">
            <a:avLst/>
          </a:prstGeom>
          <a:ln w="28575">
            <a:solidFill>
              <a:srgbClr val="D1023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FFAF1688-F2F4-0D73-7655-E6B9FF72687F}"/>
              </a:ext>
            </a:extLst>
          </p:cNvPr>
          <p:cNvCxnSpPr/>
          <p:nvPr/>
        </p:nvCxnSpPr>
        <p:spPr>
          <a:xfrm>
            <a:off x="5079414" y="3668503"/>
            <a:ext cx="1321562" cy="0"/>
          </a:xfrm>
          <a:prstGeom prst="line">
            <a:avLst/>
          </a:prstGeom>
          <a:ln w="28575">
            <a:solidFill>
              <a:srgbClr val="D1023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2ECB1BD1-682D-2FD9-5DC4-142B4BEC038F}"/>
              </a:ext>
            </a:extLst>
          </p:cNvPr>
          <p:cNvCxnSpPr>
            <a:cxnSpLocks/>
          </p:cNvCxnSpPr>
          <p:nvPr/>
        </p:nvCxnSpPr>
        <p:spPr>
          <a:xfrm rot="16200000">
            <a:off x="5194975" y="4111956"/>
            <a:ext cx="1188000" cy="0"/>
          </a:xfrm>
          <a:prstGeom prst="line">
            <a:avLst/>
          </a:prstGeom>
          <a:ln w="28575">
            <a:solidFill>
              <a:srgbClr val="D1023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F926D5E5-8131-10C8-94DB-53FCE9B451B4}"/>
              </a:ext>
            </a:extLst>
          </p:cNvPr>
          <p:cNvCxnSpPr/>
          <p:nvPr/>
        </p:nvCxnSpPr>
        <p:spPr>
          <a:xfrm>
            <a:off x="5098464" y="3668502"/>
            <a:ext cx="1321562" cy="0"/>
          </a:xfrm>
          <a:prstGeom prst="line">
            <a:avLst/>
          </a:prstGeom>
          <a:ln w="28575">
            <a:solidFill>
              <a:srgbClr val="D1023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0B40F941-D69A-05A8-165A-A41D1A360627}"/>
              </a:ext>
            </a:extLst>
          </p:cNvPr>
          <p:cNvCxnSpPr>
            <a:cxnSpLocks/>
          </p:cNvCxnSpPr>
          <p:nvPr/>
        </p:nvCxnSpPr>
        <p:spPr>
          <a:xfrm rot="16200000">
            <a:off x="5731550" y="4111955"/>
            <a:ext cx="1188000" cy="0"/>
          </a:xfrm>
          <a:prstGeom prst="line">
            <a:avLst/>
          </a:prstGeom>
          <a:ln w="28575">
            <a:solidFill>
              <a:srgbClr val="D1023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92323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4" grpId="0"/>
      <p:bldP spid="7" grpId="0"/>
      <p:bldP spid="20" grpId="0"/>
      <p:bldP spid="24" grpId="0"/>
      <p:bldP spid="14" grpId="0" animBg="1"/>
      <p:bldP spid="14" grpId="1" animBg="1"/>
      <p:bldP spid="17" grpId="0"/>
      <p:bldP spid="26" grpId="0"/>
      <p:bldP spid="3" grpId="0"/>
      <p:bldP spid="6" grpId="0"/>
      <p:bldP spid="8" grpId="0" animBg="1"/>
      <p:bldP spid="8" grpId="1" animBg="1"/>
      <p:bldP spid="9" grpId="0" animBg="1"/>
      <p:bldP spid="9" grpId="1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9BCBC0-2DE0-0C89-ED0C-DD7AAA11C5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Properties of Determinant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C76EAADB-6085-9806-F43A-AC8866D9306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 fontAlgn="base"/>
                <a:r>
                  <a:rPr lang="en-US" dirty="0"/>
                  <a:t>Let A be a square matrix of order n and k be any non-zero scalar, then</a:t>
                </a:r>
                <a:endParaRPr lang="en-IN" dirty="0"/>
              </a:p>
              <a:p>
                <a:pPr marL="0" indent="0">
                  <a:buNone/>
                </a:pPr>
                <a:r>
                  <a:rPr lang="en-IN" dirty="0"/>
                  <a:t>  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𝐤𝐀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𝐤</m:t>
                        </m:r>
                      </m:e>
                      <m:sup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𝐧</m:t>
                        </m:r>
                      </m:sup>
                    </m:sSup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  <m:d>
                      <m:dPr>
                        <m:begChr m:val="|"/>
                        <m:endChr m:val="|"/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dirty="0"/>
                  <a:t>. </a:t>
                </a:r>
              </a:p>
              <a:p>
                <a:pPr fontAlgn="base"/>
                <a:r>
                  <a:rPr lang="en-US" dirty="0"/>
                  <a:t>Let A and B be square matrices of the equal order, then</a:t>
                </a:r>
                <a:r>
                  <a:rPr lang="en-IN" dirty="0"/>
                  <a:t>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𝐀𝐁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endChr m:val="|"/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  <m:d>
                      <m:dPr>
                        <m:begChr m:val="|"/>
                        <m:endChr m:val="|"/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m:rPr>
                        <m:nor/>
                      </m:rPr>
                      <a:rPr lang="en-US"/>
                      <m:t>.</m:t>
                    </m:r>
                  </m:oMath>
                </a14:m>
                <a:endParaRPr lang="en-IN" dirty="0"/>
              </a:p>
              <a:p>
                <a:pPr fontAlgn="base"/>
                <a:r>
                  <a:rPr lang="en-US" dirty="0"/>
                  <a:t>Let </a:t>
                </a:r>
                <a:r>
                  <a:rPr lang="en-IN" dirty="0"/>
                  <a:t>A</a:t>
                </a:r>
                <a:r>
                  <a:rPr lang="en-US" dirty="0"/>
                  <a:t> be a square matrix of order </a:t>
                </a:r>
                <a:r>
                  <a:rPr lang="en-IN" dirty="0"/>
                  <a:t>n</a:t>
                </a:r>
                <a:r>
                  <a:rPr lang="en-US" dirty="0"/>
                  <a:t>, then</a:t>
                </a:r>
                <a:r>
                  <a:rPr lang="en-IN" dirty="0"/>
                  <a:t>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p>
                          <m:sSupPr>
                            <m:ctrlPr>
                              <a:rPr lang="en-IN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</m:e>
                          <m:sup>
                            <m:r>
                              <a:rPr lang="en-US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𝐦</m:t>
                            </m:r>
                          </m:sup>
                        </m:sSup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begChr m:val="|"/>
                            <m:endChr m:val="|"/>
                            <m:ctrlPr>
                              <a:rPr lang="en-IN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US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  <m:r>
                              <a:rPr lang="en-US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  <m:sup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𝐦</m:t>
                        </m:r>
                      </m:sup>
                    </m:sSup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;∀ </m:t>
                    </m:r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𝐦</m:t>
                    </m:r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ℕ</m:t>
                    </m:r>
                  </m:oMath>
                </a14:m>
                <a:r>
                  <a:rPr lang="en-IN" dirty="0"/>
                  <a:t>.</a:t>
                </a:r>
              </a:p>
              <a:p>
                <a:pPr fontAlgn="base"/>
                <a:r>
                  <a:rPr lang="en-US" dirty="0"/>
                  <a:t>Let </a:t>
                </a:r>
                <a:r>
                  <a:rPr lang="en-IN" dirty="0"/>
                  <a:t>A</a:t>
                </a:r>
                <a:r>
                  <a:rPr lang="en-US" dirty="0"/>
                  <a:t> be a zero matrix of order </a:t>
                </a:r>
                <a:r>
                  <a:rPr lang="en-IN" dirty="0"/>
                  <a:t>n</a:t>
                </a:r>
                <a:r>
                  <a:rPr lang="en-US" dirty="0"/>
                  <a:t>, then</a:t>
                </a:r>
                <a:r>
                  <a:rPr lang="en-IN" dirty="0"/>
                  <a:t>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𝟎</m:t>
                    </m:r>
                  </m:oMath>
                </a14:m>
                <a:r>
                  <a:rPr lang="en-IN" dirty="0"/>
                  <a:t>.</a:t>
                </a:r>
              </a:p>
              <a:p>
                <a:pPr lvl="0" fontAlgn="base"/>
                <a:r>
                  <a:rPr lang="en-US" dirty="0"/>
                  <a:t>Let I be an identity matrix of order n, then</a:t>
                </a:r>
                <a:r>
                  <a:rPr lang="en-IN" dirty="0"/>
                  <a:t>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𝐈</m:t>
                        </m:r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 fontAlgn="base"/>
                <a:r>
                  <a:rPr lang="en-US" dirty="0"/>
                  <a:t>The value of the determinant of a matrix and its transpose is same. </a:t>
                </a:r>
              </a:p>
              <a:p>
                <a:pPr marL="0" indent="0" fontAlgn="base">
                  <a:buNone/>
                </a:pPr>
                <a:r>
                  <a:rPr lang="en-US" dirty="0"/>
                  <a:t>    i.e.</a:t>
                </a:r>
                <a:r>
                  <a:rPr lang="en-US" i="1" dirty="0">
                    <a:solidFill>
                      <a:srgbClr val="FF0000"/>
                    </a:solidFill>
                    <a:latin typeface="Cambria Math" panose="02040503050406030204" pitchFamily="18" charset="0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endChr m:val="|"/>
                        <m:ctrlPr>
                          <a:rPr lang="en-IN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p>
                          <m:sSupPr>
                            <m:ctrlPr>
                              <a:rPr lang="en-IN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</m:e>
                          <m:sup>
                            <m:r>
                              <a:rPr lang="en-US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𝐓</m:t>
                            </m:r>
                          </m:sup>
                        </m:sSup>
                        <m:r>
                          <a:rPr lang="en-US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dirty="0"/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C76EAADB-6085-9806-F43A-AC8866D9306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3"/>
                <a:stretch>
                  <a:fillRect l="-971" b="-10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860582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648338-4E45-B719-CC5F-66EE0F0EEF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264B6EC-7C61-6DE3-936C-D15BFA4436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Properties of Determinant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8C2365-A6F5-99D6-B578-27A578783DB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fontAlgn="base"/>
            <a:r>
              <a:rPr lang="en-US" dirty="0"/>
              <a:t>If </a:t>
            </a:r>
            <a:r>
              <a:rPr lang="en-US" b="1" dirty="0">
                <a:solidFill>
                  <a:srgbClr val="FF0000"/>
                </a:solidFill>
              </a:rPr>
              <a:t>each</a:t>
            </a:r>
            <a:r>
              <a:rPr lang="en-US" b="1" dirty="0"/>
              <a:t> </a:t>
            </a:r>
            <a:r>
              <a:rPr lang="en-US" b="1" dirty="0">
                <a:solidFill>
                  <a:srgbClr val="FF0000"/>
                </a:solidFill>
              </a:rPr>
              <a:t>element in a row</a:t>
            </a:r>
            <a:r>
              <a:rPr lang="en-US" dirty="0"/>
              <a:t> (or column) of a </a:t>
            </a:r>
            <a:r>
              <a:rPr lang="en-US" dirty="0">
                <a:solidFill>
                  <a:srgbClr val="3A4A6A"/>
                </a:solidFill>
              </a:rPr>
              <a:t>square m</a:t>
            </a:r>
            <a:r>
              <a:rPr lang="en-US" dirty="0"/>
              <a:t>atrix is </a:t>
            </a:r>
            <a:r>
              <a:rPr lang="en-US" b="1" dirty="0">
                <a:solidFill>
                  <a:srgbClr val="FF0000"/>
                </a:solidFill>
              </a:rPr>
              <a:t>zero</a:t>
            </a:r>
            <a:r>
              <a:rPr lang="en-US" dirty="0"/>
              <a:t>, then the value of the determinant is </a:t>
            </a:r>
            <a:r>
              <a:rPr lang="en-US" b="1" dirty="0">
                <a:solidFill>
                  <a:srgbClr val="FF0000"/>
                </a:solidFill>
              </a:rPr>
              <a:t>zero</a:t>
            </a:r>
            <a:r>
              <a:rPr lang="en-US" dirty="0"/>
              <a:t>.</a:t>
            </a:r>
          </a:p>
          <a:p>
            <a:pPr fontAlgn="base"/>
            <a:r>
              <a:rPr lang="en-US" dirty="0"/>
              <a:t>If </a:t>
            </a:r>
            <a:r>
              <a:rPr lang="en-US" b="1" dirty="0">
                <a:solidFill>
                  <a:srgbClr val="FF0000"/>
                </a:solidFill>
              </a:rPr>
              <a:t>any two rows</a:t>
            </a:r>
            <a:r>
              <a:rPr lang="en-US" dirty="0"/>
              <a:t> (or columns) of a square matrix are </a:t>
            </a:r>
            <a:r>
              <a:rPr lang="en-US" b="1" dirty="0">
                <a:solidFill>
                  <a:srgbClr val="FF0000"/>
                </a:solidFill>
              </a:rPr>
              <a:t>identical,</a:t>
            </a:r>
            <a:r>
              <a:rPr lang="en-US" dirty="0"/>
              <a:t> then value of determinant</a:t>
            </a:r>
            <a:r>
              <a:rPr lang="en-US" b="1" dirty="0">
                <a:solidFill>
                  <a:srgbClr val="FF0000"/>
                </a:solidFill>
              </a:rPr>
              <a:t> </a:t>
            </a:r>
            <a:r>
              <a:rPr lang="en-US" dirty="0"/>
              <a:t>is</a:t>
            </a:r>
            <a:r>
              <a:rPr lang="en-US" b="1" dirty="0">
                <a:solidFill>
                  <a:srgbClr val="FF0000"/>
                </a:solidFill>
              </a:rPr>
              <a:t> zero</a:t>
            </a:r>
            <a:r>
              <a:rPr lang="en-US" dirty="0"/>
              <a:t>.</a:t>
            </a:r>
          </a:p>
          <a:p>
            <a:pPr fontAlgn="base"/>
            <a:r>
              <a:rPr lang="en-US" dirty="0"/>
              <a:t>If </a:t>
            </a:r>
            <a:r>
              <a:rPr lang="en-US" b="1" dirty="0">
                <a:solidFill>
                  <a:srgbClr val="FF0000"/>
                </a:solidFill>
              </a:rPr>
              <a:t>any two rows</a:t>
            </a:r>
            <a:r>
              <a:rPr lang="en-US" dirty="0"/>
              <a:t> (or columns) of a square matrix are </a:t>
            </a:r>
            <a:r>
              <a:rPr lang="en-US" b="1" dirty="0">
                <a:solidFill>
                  <a:srgbClr val="FF0000"/>
                </a:solidFill>
              </a:rPr>
              <a:t>interchanged</a:t>
            </a:r>
            <a:r>
              <a:rPr lang="en-US" dirty="0"/>
              <a:t>, then sign of determinant</a:t>
            </a:r>
            <a:r>
              <a:rPr lang="en-US" b="1" dirty="0">
                <a:solidFill>
                  <a:srgbClr val="FF0000"/>
                </a:solidFill>
              </a:rPr>
              <a:t> </a:t>
            </a:r>
            <a:r>
              <a:rPr lang="en-US" dirty="0"/>
              <a:t>changes</a:t>
            </a:r>
            <a:r>
              <a:rPr lang="en-US" b="1" dirty="0">
                <a:solidFill>
                  <a:srgbClr val="FF0000"/>
                </a:solidFill>
              </a:rPr>
              <a:t> by minus sign only</a:t>
            </a:r>
            <a:r>
              <a:rPr lang="en-US" dirty="0"/>
              <a:t>.</a:t>
            </a:r>
          </a:p>
          <a:p>
            <a:pPr fontAlgn="base"/>
            <a:r>
              <a:rPr lang="en-US" dirty="0"/>
              <a:t>If the given matrix is </a:t>
            </a:r>
            <a:r>
              <a:rPr lang="en-US" b="1" dirty="0">
                <a:solidFill>
                  <a:srgbClr val="FF0000"/>
                </a:solidFill>
              </a:rPr>
              <a:t>diagonal matrix </a:t>
            </a:r>
            <a:r>
              <a:rPr lang="en-US" b="1" dirty="0">
                <a:solidFill>
                  <a:schemeClr val="tx1"/>
                </a:solidFill>
              </a:rPr>
              <a:t>OR</a:t>
            </a:r>
            <a:r>
              <a:rPr lang="en-US" b="1" dirty="0">
                <a:solidFill>
                  <a:srgbClr val="FF0000"/>
                </a:solidFill>
              </a:rPr>
              <a:t> upper (Lower) triangular matrix</a:t>
            </a:r>
            <a:r>
              <a:rPr lang="en-US" dirty="0"/>
              <a:t>, then the value of the determinant</a:t>
            </a:r>
            <a:r>
              <a:rPr lang="en-US" b="1" dirty="0">
                <a:solidFill>
                  <a:srgbClr val="FF0000"/>
                </a:solidFill>
              </a:rPr>
              <a:t> </a:t>
            </a:r>
            <a:r>
              <a:rPr lang="en-US" dirty="0"/>
              <a:t>is</a:t>
            </a:r>
            <a:r>
              <a:rPr lang="en-US" b="1" dirty="0">
                <a:solidFill>
                  <a:srgbClr val="FF0000"/>
                </a:solidFill>
              </a:rPr>
              <a:t> </a:t>
            </a:r>
            <a:r>
              <a:rPr lang="en-US" b="1" dirty="0">
                <a:solidFill>
                  <a:schemeClr val="tx1"/>
                </a:solidFill>
              </a:rPr>
              <a:t>the</a:t>
            </a:r>
            <a:r>
              <a:rPr lang="en-US" b="1" dirty="0">
                <a:solidFill>
                  <a:srgbClr val="FF0000"/>
                </a:solidFill>
              </a:rPr>
              <a:t> product of the diagonal elements</a:t>
            </a:r>
            <a:r>
              <a:rPr lang="en-IN" dirty="0"/>
              <a:t>.</a:t>
            </a:r>
          </a:p>
          <a:p>
            <a:pPr fontAlgn="base"/>
            <a:endParaRPr lang="en-IN" dirty="0"/>
          </a:p>
          <a:p>
            <a:pPr fontAlgn="base"/>
            <a:endParaRPr lang="en-IN" dirty="0"/>
          </a:p>
          <a:p>
            <a:pPr fontAlgn="base"/>
            <a:endParaRPr lang="en-IN" dirty="0"/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2244234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4CB4E8-4C69-0AC3-3D50-14A4BA0990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47B860-627D-A2D2-8A0A-ACE271129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Properties of Determinant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8B96AD2-6040-A5E6-5C38-5B9F1846EF9B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US" dirty="0"/>
                  <a:t>If the </a:t>
                </a:r>
                <a:r>
                  <a:rPr lang="en-US" b="1" dirty="0">
                    <a:solidFill>
                      <a:srgbClr val="FF0000"/>
                    </a:solidFill>
                  </a:rPr>
                  <a:t>elements of a row</a:t>
                </a:r>
                <a:r>
                  <a:rPr lang="en-US" dirty="0"/>
                  <a:t> (or column) of a square matrix are expressed as the </a:t>
                </a:r>
                <a:r>
                  <a:rPr lang="en-US" b="1" dirty="0">
                    <a:solidFill>
                      <a:srgbClr val="FF0000"/>
                    </a:solidFill>
                  </a:rPr>
                  <a:t>sum</a:t>
                </a:r>
                <a:r>
                  <a:rPr lang="en-US" dirty="0"/>
                  <a:t> (or difference) of two or more terms, then the </a:t>
                </a:r>
                <a:r>
                  <a:rPr lang="en-US" b="1" dirty="0">
                    <a:solidFill>
                      <a:srgbClr val="FF0000"/>
                    </a:solidFill>
                  </a:rPr>
                  <a:t>determinant</a:t>
                </a:r>
                <a:r>
                  <a:rPr lang="en-US" dirty="0"/>
                  <a:t> can be expressed as the </a:t>
                </a:r>
                <a:r>
                  <a:rPr lang="en-US" b="1" dirty="0">
                    <a:solidFill>
                      <a:srgbClr val="FF0000"/>
                    </a:solidFill>
                  </a:rPr>
                  <a:t>sum</a:t>
                </a:r>
                <a:r>
                  <a:rPr lang="en-US" dirty="0"/>
                  <a:t> (or difference) </a:t>
                </a:r>
                <a:r>
                  <a:rPr lang="en-US" b="1" dirty="0">
                    <a:solidFill>
                      <a:srgbClr val="FF0000"/>
                    </a:solidFill>
                  </a:rPr>
                  <a:t>of two or more determinants</a:t>
                </a:r>
                <a:r>
                  <a:rPr lang="en-IN" dirty="0"/>
                  <a:t>.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IN">
                          <a:latin typeface="Cambria Math" panose="02040503050406030204" pitchFamily="18" charset="0"/>
                        </a:rPr>
                        <m:t>e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., </m:t>
                      </m:r>
                      <m:d>
                        <m:dPr>
                          <m:begChr m:val="|"/>
                          <m:endChr m:val="|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b="1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𝐚</m:t>
                                </m:r>
                                <m:r>
                                  <a:rPr lang="en-IN" b="1">
                                    <a:latin typeface="Cambria Math" panose="02040503050406030204" pitchFamily="18" charset="0"/>
                                  </a:rPr>
                                  <m:t>±</m:t>
                                </m:r>
                                <m:r>
                                  <a:rPr lang="en-US" b="1">
                                    <a:solidFill>
                                      <a:srgbClr val="3A729A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𝐝</m:t>
                                </m:r>
                              </m:e>
                              <m:e>
                                <m:r>
                                  <a:rPr lang="en-IN" b="1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𝐛</m:t>
                                </m:r>
                                <m:r>
                                  <a:rPr lang="en-IN" b="1">
                                    <a:latin typeface="Cambria Math" panose="02040503050406030204" pitchFamily="18" charset="0"/>
                                  </a:rPr>
                                  <m:t>±</m:t>
                                </m:r>
                                <m:r>
                                  <a:rPr lang="en-IN" b="1">
                                    <a:solidFill>
                                      <a:srgbClr val="3A729A"/>
                                    </a:solidFill>
                                    <a:latin typeface="Cambria Math" panose="02040503050406030204" pitchFamily="18" charset="0"/>
                                  </a:rPr>
                                  <m:t>𝐞</m:t>
                                </m:r>
                              </m:e>
                              <m:e>
                                <m:r>
                                  <a:rPr lang="en-IN" b="1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𝐜</m:t>
                                </m:r>
                                <m:r>
                                  <a:rPr lang="en-IN" b="1">
                                    <a:latin typeface="Cambria Math" panose="02040503050406030204" pitchFamily="18" charset="0"/>
                                  </a:rPr>
                                  <m:t>±</m:t>
                                </m:r>
                                <m:r>
                                  <a:rPr lang="en-IN" b="1">
                                    <a:solidFill>
                                      <a:srgbClr val="3A729A"/>
                                    </a:solidFill>
                                    <a:latin typeface="Cambria Math" panose="02040503050406030204" pitchFamily="18" charset="0"/>
                                  </a:rPr>
                                  <m:t>𝐟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</m:m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b="1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𝐚</m:t>
                                </m:r>
                              </m:e>
                              <m:e>
                                <m:r>
                                  <a:rPr lang="en-IN" b="1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𝐛</m:t>
                                </m:r>
                              </m:e>
                              <m:e>
                                <m:r>
                                  <a:rPr lang="en-IN" b="1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𝐜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</m:m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±</m:t>
                      </m:r>
                      <m:d>
                        <m:dPr>
                          <m:begChr m:val="|"/>
                          <m:endChr m:val="|"/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b="1">
                                    <a:solidFill>
                                      <a:srgbClr val="3A729A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𝐝</m:t>
                                </m:r>
                              </m:e>
                              <m:e>
                                <m:r>
                                  <a:rPr lang="en-IN" b="1">
                                    <a:solidFill>
                                      <a:srgbClr val="3A729A"/>
                                    </a:solidFill>
                                    <a:latin typeface="Cambria Math" panose="02040503050406030204" pitchFamily="18" charset="0"/>
                                  </a:rPr>
                                  <m:t>𝐞</m:t>
                                </m:r>
                              </m:e>
                              <m:e>
                                <m:r>
                                  <a:rPr lang="en-IN" b="1">
                                    <a:solidFill>
                                      <a:srgbClr val="3A729A"/>
                                    </a:solidFill>
                                    <a:latin typeface="Cambria Math" panose="02040503050406030204" pitchFamily="18" charset="0"/>
                                  </a:rPr>
                                  <m:t>𝐟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</m:m>
                          <m:r>
                            <a:rPr lang="en-IN" i="1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dirty="0"/>
              </a:p>
              <a:p>
                <a:r>
                  <a:rPr lang="en-IN" dirty="0"/>
                  <a:t>The determinant of </a:t>
                </a:r>
                <a:r>
                  <a:rPr lang="en-IN" b="1" dirty="0">
                    <a:solidFill>
                      <a:srgbClr val="FF0000"/>
                    </a:solidFill>
                  </a:rPr>
                  <a:t>orthogonal</a:t>
                </a:r>
                <a:r>
                  <a:rPr lang="en-IN" dirty="0"/>
                  <a:t> matrix and </a:t>
                </a:r>
                <a:r>
                  <a:rPr lang="en-IN" b="1" dirty="0">
                    <a:solidFill>
                      <a:srgbClr val="FF0000"/>
                    </a:solidFill>
                  </a:rPr>
                  <a:t>involutory</a:t>
                </a:r>
                <a:r>
                  <a:rPr lang="en-IN" dirty="0"/>
                  <a:t> matrix is 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r>
                  <a:rPr lang="en-US" dirty="0"/>
                  <a:t>.</a:t>
                </a:r>
              </a:p>
              <a:p>
                <a:r>
                  <a:rPr lang="en-IN" dirty="0"/>
                  <a:t>The determinant of </a:t>
                </a:r>
                <a:r>
                  <a:rPr lang="en-IN" b="1" dirty="0">
                    <a:solidFill>
                      <a:srgbClr val="FF0000"/>
                    </a:solidFill>
                  </a:rPr>
                  <a:t>idempotent</a:t>
                </a:r>
                <a:r>
                  <a:rPr lang="en-IN" dirty="0"/>
                  <a:t> matrix is either 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IN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dirty="0"/>
                  <a:t>or</a:t>
                </a:r>
                <a14:m>
                  <m:oMath xmlns:m="http://schemas.openxmlformats.org/officeDocument/2006/math">
                    <m:r>
                      <a:rPr lang="en-IN">
                        <a:latin typeface="Cambria Math" panose="02040503050406030204" pitchFamily="18" charset="0"/>
                      </a:rPr>
                      <m:t> </m:t>
                    </m:r>
                    <m:r>
                      <a:rPr lang="en-IN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dirty="0"/>
              </a:p>
              <a:p>
                <a:r>
                  <a:rPr lang="en-IN" dirty="0"/>
                  <a:t>The d</a:t>
                </a:r>
                <a:r>
                  <a:rPr lang="en-US" dirty="0" err="1"/>
                  <a:t>eterminant</a:t>
                </a:r>
                <a:r>
                  <a:rPr lang="en-US" dirty="0"/>
                  <a:t> of a </a:t>
                </a:r>
                <a:r>
                  <a:rPr lang="en-US" b="1" dirty="0">
                    <a:solidFill>
                      <a:srgbClr val="FF0000"/>
                    </a:solidFill>
                  </a:rPr>
                  <a:t>skew – symmetric</a:t>
                </a:r>
                <a:r>
                  <a:rPr lang="en-US" dirty="0"/>
                  <a:t> matrix of </a:t>
                </a:r>
                <a:r>
                  <a:rPr lang="en-US" b="1" dirty="0">
                    <a:solidFill>
                      <a:srgbClr val="FF0000"/>
                    </a:solidFill>
                  </a:rPr>
                  <a:t>odd order</a:t>
                </a:r>
                <a:r>
                  <a:rPr lang="en-US" dirty="0"/>
                  <a:t> is </a:t>
                </a:r>
                <a:r>
                  <a:rPr lang="en-US" b="1" dirty="0">
                    <a:solidFill>
                      <a:srgbClr val="FF0000"/>
                    </a:solidFill>
                  </a:rPr>
                  <a:t>zero</a:t>
                </a:r>
                <a:r>
                  <a:rPr lang="en-US" dirty="0"/>
                  <a:t>.</a:t>
                </a:r>
                <a:endParaRPr lang="en-IN" dirty="0"/>
              </a:p>
              <a:p>
                <a:endParaRPr lang="en-IN" dirty="0"/>
              </a:p>
              <a:p>
                <a:endParaRPr lang="en-IN" dirty="0"/>
              </a:p>
              <a:p>
                <a:endParaRPr lang="en-IN" dirty="0"/>
              </a:p>
              <a:p>
                <a:pPr fontAlgn="base"/>
                <a:endParaRPr lang="en-IN" dirty="0"/>
              </a:p>
              <a:p>
                <a:pPr fontAlgn="base"/>
                <a:endParaRPr lang="en-IN" dirty="0"/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B8B96AD2-6040-A5E6-5C38-5B9F1846EF9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 b="-174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4820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D9F52B-23A9-F4C7-588F-A8C8EFAA75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Group 83">
            <a:extLst>
              <a:ext uri="{FF2B5EF4-FFF2-40B4-BE49-F238E27FC236}">
                <a16:creationId xmlns:a16="http://schemas.microsoft.com/office/drawing/2014/main" id="{31B29BF0-EF57-76F7-FCD7-4BE513B82F21}"/>
              </a:ext>
            </a:extLst>
          </p:cNvPr>
          <p:cNvGrpSpPr/>
          <p:nvPr/>
        </p:nvGrpSpPr>
        <p:grpSpPr>
          <a:xfrm>
            <a:off x="1001258" y="3757336"/>
            <a:ext cx="3218888" cy="1799436"/>
            <a:chOff x="782894" y="3495895"/>
            <a:chExt cx="3218888" cy="179943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2379B458-0B96-2004-F731-46E4D27BC686}"/>
                    </a:ext>
                  </a:extLst>
                </p:cNvPr>
                <p:cNvSpPr/>
                <p:nvPr/>
              </p:nvSpPr>
              <p:spPr>
                <a:xfrm>
                  <a:off x="782894" y="4034683"/>
                  <a:ext cx="927669" cy="7111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1BE995D-3466-C37F-D995-595A00F250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2894" y="4034683"/>
                  <a:ext cx="927669" cy="711115"/>
                </a:xfrm>
                <a:prstGeom prst="rect">
                  <a:avLst/>
                </a:prstGeom>
                <a:blipFill rotWithShape="0"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0B7BDF83-F715-A756-EFAD-2A08824D5597}"/>
                </a:ext>
              </a:extLst>
            </p:cNvPr>
            <p:cNvGrpSpPr/>
            <p:nvPr/>
          </p:nvGrpSpPr>
          <p:grpSpPr>
            <a:xfrm>
              <a:off x="1492239" y="3495895"/>
              <a:ext cx="2509543" cy="1799436"/>
              <a:chOff x="1492239" y="3495895"/>
              <a:chExt cx="2509543" cy="1799436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id="{B53606EB-9ACB-3C4C-42D0-D2AF4B693E73}"/>
                      </a:ext>
                    </a:extLst>
                  </p:cNvPr>
                  <p:cNvSpPr/>
                  <p:nvPr/>
                </p:nvSpPr>
                <p:spPr>
                  <a:xfrm>
                    <a:off x="1492239" y="3495895"/>
                    <a:ext cx="2509543" cy="179943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m>
                                <m:mPr>
                                  <m:mcs>
                                    <m:mc>
                                      <m:mcPr>
                                        <m:count m:val="3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−0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−5</m:t>
                                    </m:r>
                                  </m:e>
                                  <m:e>
                                    <m:eqArr>
                                      <m:eqArrPr>
                                        <m:ctrlPr>
                                          <a:rPr lang="en-IN" sz="2800" b="0" i="1" smtClean="0">
                                            <a:solidFill>
                                              <a:schemeClr val="bg2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eqArrPr>
                                      <m:e>
                                        <m:r>
                                          <a:rPr lang="en-IN" sz="2800" b="0" i="1" smtClean="0">
                                            <a:solidFill>
                                              <a:schemeClr val="bg2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0</m:t>
                                        </m:r>
                                      </m:e>
                                      <m:e>
                                        <m:r>
                                          <a:rPr lang="en-IN" b="0" i="1" smtClean="0">
                                            <a:solidFill>
                                              <a:schemeClr val="bg2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0</m:t>
                                        </m:r>
                                      </m:e>
                                    </m:eqArr>
                                  </m:e>
                                </m:mr>
                              </m: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oMath>
                      </m:oMathPara>
                    </a14:m>
                    <a:endPara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C7E5D05-A9F1-3DB9-8BC5-B9222237D06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492239" y="3495895"/>
                    <a:ext cx="2509543" cy="1799436"/>
                  </a:xfrm>
                  <a:prstGeom prst="rect">
                    <a:avLst/>
                  </a:prstGeom>
                  <a:blipFill rotWithShape="0"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60" name="Group 59">
                <a:extLst>
                  <a:ext uri="{FF2B5EF4-FFF2-40B4-BE49-F238E27FC236}">
                    <a16:creationId xmlns:a16="http://schemas.microsoft.com/office/drawing/2014/main" id="{09BB4509-522F-D648-B58F-6240A8AD8C3D}"/>
                  </a:ext>
                </a:extLst>
              </p:cNvPr>
              <p:cNvGrpSpPr/>
              <p:nvPr/>
            </p:nvGrpSpPr>
            <p:grpSpPr>
              <a:xfrm>
                <a:off x="1662832" y="4129470"/>
                <a:ext cx="2086467" cy="569273"/>
                <a:chOff x="1694764" y="4047527"/>
                <a:chExt cx="2086467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7" name="Rectangle 56">
                      <a:extLst>
                        <a:ext uri="{FF2B5EF4-FFF2-40B4-BE49-F238E27FC236}">
                          <a16:creationId xmlns:a16="http://schemas.microsoft.com/office/drawing/2014/main" id="{45591054-54C0-B7B1-FE39-394EA42A54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94764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7" name="Rectangle 56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262A34B6-B287-1D2C-30FC-3938C7D52AA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694764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Rectangle 57">
                      <a:extLst>
                        <a:ext uri="{FF2B5EF4-FFF2-40B4-BE49-F238E27FC236}">
                          <a16:creationId xmlns:a16="http://schemas.microsoft.com/office/drawing/2014/main" id="{C4A52DC0-85BB-A7E6-71EB-6DDD5DE438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8039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𝟒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Rectangle 57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AFF86724-9172-0B50-9E92-DAAC45C8279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468039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9" name="Rectangle 58">
                      <a:extLst>
                        <a:ext uri="{FF2B5EF4-FFF2-40B4-BE49-F238E27FC236}">
                          <a16:creationId xmlns:a16="http://schemas.microsoft.com/office/drawing/2014/main" id="{54E23016-7F80-C01D-43C4-45D0EE2720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6981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𝟏𝟎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9" name="Rectangle 58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6A5FB4A8-D26C-3C8C-2DF9-6B1768EE573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256981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0EE2B0DC-9677-250D-C9F7-D9F6EFD32346}"/>
                  </a:ext>
                </a:extLst>
              </p:cNvPr>
              <p:cNvGrpSpPr/>
              <p:nvPr/>
            </p:nvGrpSpPr>
            <p:grpSpPr>
              <a:xfrm>
                <a:off x="1652990" y="4712400"/>
                <a:ext cx="2004579" cy="569273"/>
                <a:chOff x="1681116" y="4047527"/>
                <a:chExt cx="2004579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2" name="Rectangle 61">
                      <a:extLst>
                        <a:ext uri="{FF2B5EF4-FFF2-40B4-BE49-F238E27FC236}">
                          <a16:creationId xmlns:a16="http://schemas.microsoft.com/office/drawing/2014/main" id="{62DA94E2-0A28-B22D-025A-84C297A3B3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1116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0070C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2" name="Rectangle 61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AE3C273A-B8A9-6B35-C950-455BAF7D1877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681116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3" name="Rectangle 62">
                      <a:extLst>
                        <a:ext uri="{FF2B5EF4-FFF2-40B4-BE49-F238E27FC236}">
                          <a16:creationId xmlns:a16="http://schemas.microsoft.com/office/drawing/2014/main" id="{268E14A5-9150-5C8F-91C4-EA809CF2E8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8039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𝟑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0070C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3" name="Rectangle 62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34FAA4EA-1B61-F0AA-95BB-857E73DAFE8E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468039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8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4" name="Rectangle 63">
                      <a:extLst>
                        <a:ext uri="{FF2B5EF4-FFF2-40B4-BE49-F238E27FC236}">
                          <a16:creationId xmlns:a16="http://schemas.microsoft.com/office/drawing/2014/main" id="{5529D9F8-4190-3FD1-E243-4FD448B9EB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1445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800" b="1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𝟔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0070C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4" name="Rectangle 63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B3575420-7027-7CF7-F9A9-540AB8C39C52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161445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9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A46872E0-A1F3-DADC-7CBD-DC7B18C64347}"/>
                  </a:ext>
                </a:extLst>
              </p:cNvPr>
              <p:cNvGrpSpPr/>
              <p:nvPr/>
            </p:nvGrpSpPr>
            <p:grpSpPr>
              <a:xfrm>
                <a:off x="1667413" y="3593902"/>
                <a:ext cx="2100115" cy="569273"/>
                <a:chOff x="1708412" y="4047527"/>
                <a:chExt cx="2100115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6" name="Rectangle 65">
                      <a:extLst>
                        <a:ext uri="{FF2B5EF4-FFF2-40B4-BE49-F238E27FC236}">
                          <a16:creationId xmlns:a16="http://schemas.microsoft.com/office/drawing/2014/main" id="{18277013-C58D-BD2C-D914-2647E317DC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08412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6" name="Rectangle 65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D53BF01D-B3F4-9E56-7E6D-D840949EC0E0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708412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10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7" name="Rectangle 66">
                      <a:extLst>
                        <a:ext uri="{FF2B5EF4-FFF2-40B4-BE49-F238E27FC236}">
                          <a16:creationId xmlns:a16="http://schemas.microsoft.com/office/drawing/2014/main" id="{6F3A4B6F-9C5F-4D48-529A-8D95940839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7095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800" b="1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7" name="Rectangle 66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FF592456-3AAF-178D-BAD2-DB4E68BA0E9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427095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11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8" name="Rectangle 67">
                      <a:extLst>
                        <a:ext uri="{FF2B5EF4-FFF2-40B4-BE49-F238E27FC236}">
                          <a16:creationId xmlns:a16="http://schemas.microsoft.com/office/drawing/2014/main" id="{9D1677A0-5AC7-D52C-5F97-C2F1B0781E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4277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𝟓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" name="Rectangle 67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9C11397D-35CD-C2EF-1645-F2022BC162E8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284277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12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DAC7132-C0AA-2B18-819E-A0FDCF69CF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Elementary Row Operations</a:t>
            </a:r>
          </a:p>
        </p:txBody>
      </p:sp>
      <p:sp>
        <p:nvSpPr>
          <p:cNvPr id="16" name="Content Placeholder 4">
            <a:extLst>
              <a:ext uri="{FF2B5EF4-FFF2-40B4-BE49-F238E27FC236}">
                <a16:creationId xmlns:a16="http://schemas.microsoft.com/office/drawing/2014/main" id="{75FA82B4-8971-883E-9654-0B2C3F13D948}"/>
              </a:ext>
            </a:extLst>
          </p:cNvPr>
          <p:cNvSpPr txBox="1">
            <a:spLocks/>
          </p:cNvSpPr>
          <p:nvPr/>
        </p:nvSpPr>
        <p:spPr>
          <a:xfrm>
            <a:off x="233592" y="835545"/>
            <a:ext cx="4843375" cy="587423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28575" cap="flat" cmpd="sng" algn="ctr">
            <a:solidFill>
              <a:schemeClr val="tx1"/>
            </a:solidFill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IN" sz="2800" b="1" dirty="0">
                <a:solidFill>
                  <a:srgbClr val="002060"/>
                </a:solidFill>
              </a:rPr>
              <a:t>1)  Interchange of any two rows</a:t>
            </a:r>
          </a:p>
        </p:txBody>
      </p:sp>
      <p:sp>
        <p:nvSpPr>
          <p:cNvPr id="17" name="Content Placeholder 4">
            <a:extLst>
              <a:ext uri="{FF2B5EF4-FFF2-40B4-BE49-F238E27FC236}">
                <a16:creationId xmlns:a16="http://schemas.microsoft.com/office/drawing/2014/main" id="{DD22E232-D92C-5696-C2BB-31E9316AC9D8}"/>
              </a:ext>
            </a:extLst>
          </p:cNvPr>
          <p:cNvSpPr txBox="1">
            <a:spLocks/>
          </p:cNvSpPr>
          <p:nvPr/>
        </p:nvSpPr>
        <p:spPr>
          <a:xfrm>
            <a:off x="138057" y="1668628"/>
            <a:ext cx="1827220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Notation:</a:t>
            </a:r>
          </a:p>
        </p:txBody>
      </p:sp>
      <p:sp>
        <p:nvSpPr>
          <p:cNvPr id="18" name="Content Placeholder 4">
            <a:extLst>
              <a:ext uri="{FF2B5EF4-FFF2-40B4-BE49-F238E27FC236}">
                <a16:creationId xmlns:a16="http://schemas.microsoft.com/office/drawing/2014/main" id="{4B6478CE-6EBE-3E9C-3324-7774D07B9745}"/>
              </a:ext>
            </a:extLst>
          </p:cNvPr>
          <p:cNvSpPr txBox="1">
            <a:spLocks/>
          </p:cNvSpPr>
          <p:nvPr/>
        </p:nvSpPr>
        <p:spPr>
          <a:xfrm>
            <a:off x="138057" y="2256287"/>
            <a:ext cx="1827220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Meaning: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E0B72038-0E2C-FFA2-940E-9AF65E0D151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71238" y="1668628"/>
                <a:ext cx="6039617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𝐑</m:t>
                        </m:r>
                      </m:e>
                      <m:sub>
                        <m:r>
                          <a:rPr lang="en-IN" sz="2800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𝐢𝐣</m:t>
                        </m:r>
                      </m:sub>
                    </m:sSub>
                    <m:r>
                      <a:rPr lang="en-IN" sz="2800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OR</a:t>
                </a:r>
                <a:r>
                  <a:rPr lang="en-IN" sz="2800" dirty="0">
                    <a:solidFill>
                      <a:srgbClr val="002060"/>
                    </a:solidFill>
                  </a:rPr>
                  <a:t>  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R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↔</m:t>
                    </m:r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R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j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i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j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E0B72038-0E2C-FFA2-940E-9AF65E0D15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71238" y="1668628"/>
                <a:ext cx="6039617" cy="463079"/>
              </a:xfrm>
              <a:prstGeom prst="rect">
                <a:avLst/>
              </a:prstGeom>
              <a:blipFill>
                <a:blip r:embed="rId13"/>
                <a:stretch>
                  <a:fillRect t="-27632" b="-3552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EBA036D7-7D7E-42A8-3FE2-DA4F75B3F56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74206" y="2269935"/>
                <a:ext cx="5063320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b="1" dirty="0">
                    <a:solidFill>
                      <a:srgbClr val="FF0000"/>
                    </a:solidFill>
                  </a:rPr>
                  <a:t>Interchange </a:t>
                </a:r>
                <a:r>
                  <a:rPr lang="en-IN" sz="2800" dirty="0">
                    <a:solidFill>
                      <a:srgbClr val="002060"/>
                    </a:solidFill>
                  </a:rPr>
                  <a:t>of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th</m:t>
                        </m:r>
                      </m:sup>
                    </m:sSup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row and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j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th</m:t>
                        </m:r>
                      </m:sup>
                    </m:sSup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row </a:t>
                </a:r>
              </a:p>
            </p:txBody>
          </p:sp>
        </mc:Choice>
        <mc:Fallback xmlns="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5CA971D4-422C-EA28-627A-692C18C04E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74206" y="2269935"/>
                <a:ext cx="5063320" cy="463079"/>
              </a:xfrm>
              <a:prstGeom prst="rect">
                <a:avLst/>
              </a:prstGeom>
              <a:blipFill rotWithShape="0">
                <a:blip r:embed="rId14"/>
                <a:stretch>
                  <a:fillRect l="-2407" t="-21053" r="-2046" b="-4210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Content Placeholder 4">
            <a:extLst>
              <a:ext uri="{FF2B5EF4-FFF2-40B4-BE49-F238E27FC236}">
                <a16:creationId xmlns:a16="http://schemas.microsoft.com/office/drawing/2014/main" id="{692DF39E-D1DD-A2C2-8B99-176420CC3DD7}"/>
              </a:ext>
            </a:extLst>
          </p:cNvPr>
          <p:cNvSpPr txBox="1">
            <a:spLocks/>
          </p:cNvSpPr>
          <p:nvPr/>
        </p:nvSpPr>
        <p:spPr>
          <a:xfrm>
            <a:off x="138057" y="2857594"/>
            <a:ext cx="1827220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Content Placeholder 4">
                <a:extLst>
                  <a:ext uri="{FF2B5EF4-FFF2-40B4-BE49-F238E27FC236}">
                    <a16:creationId xmlns:a16="http://schemas.microsoft.com/office/drawing/2014/main" id="{7EF83ABD-329C-868D-F6A7-0DA24700C20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076967" y="4409564"/>
                <a:ext cx="2181106" cy="39932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Applying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𝐑</m:t>
                        </m:r>
                      </m:e>
                      <m:sub>
                        <m:r>
                          <a:rPr lang="en-IN" sz="2800" b="1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  <m:r>
                          <a:rPr lang="en-IN" sz="2800" b="1" i="0" smtClean="0">
                            <a:solidFill>
                              <a:srgbClr val="0690DF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sub>
                    </m:sSub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Content Placeholder 4">
                <a:extLst>
                  <a:ext uri="{FF2B5EF4-FFF2-40B4-BE49-F238E27FC236}">
                    <a16:creationId xmlns:a16="http://schemas.microsoft.com/office/drawing/2014/main" id="{F1D26E38-EC21-8A2F-8072-A04A27231C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76967" y="4409564"/>
                <a:ext cx="2181106" cy="399327"/>
              </a:xfrm>
              <a:prstGeom prst="rect">
                <a:avLst/>
              </a:prstGeom>
              <a:blipFill>
                <a:blip r:embed="rId15"/>
                <a:stretch>
                  <a:fillRect l="-3073" t="-34848" b="-5151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5" name="Group 84">
            <a:extLst>
              <a:ext uri="{FF2B5EF4-FFF2-40B4-BE49-F238E27FC236}">
                <a16:creationId xmlns:a16="http://schemas.microsoft.com/office/drawing/2014/main" id="{C8F63F47-79C6-A66D-6940-077F23113265}"/>
              </a:ext>
            </a:extLst>
          </p:cNvPr>
          <p:cNvGrpSpPr/>
          <p:nvPr/>
        </p:nvGrpSpPr>
        <p:grpSpPr>
          <a:xfrm>
            <a:off x="7636006" y="3690441"/>
            <a:ext cx="2509543" cy="1799436"/>
            <a:chOff x="7417642" y="3429000"/>
            <a:chExt cx="2509543" cy="179943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7AAB331E-58AA-D66D-6032-90DC169A51D6}"/>
                    </a:ext>
                  </a:extLst>
                </p:cNvPr>
                <p:cNvSpPr/>
                <p:nvPr/>
              </p:nvSpPr>
              <p:spPr>
                <a:xfrm>
                  <a:off x="7417642" y="3429000"/>
                  <a:ext cx="2509543" cy="1799436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−0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−5</m:t>
                                  </m:r>
                                </m:e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  <m:e>
                                      <m:r>
                                        <a:rPr lang="en-IN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2E086BD-05BC-3283-6C5E-46B5A2C6430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17642" y="3429000"/>
                  <a:ext cx="2509543" cy="1799436"/>
                </a:xfrm>
                <a:prstGeom prst="rect">
                  <a:avLst/>
                </a:prstGeom>
                <a:blipFill rotWithShape="0">
                  <a:blip r:embed="rId16"/>
                  <a:stretch>
                    <a:fillRect l="-267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BFD8D7E9-ADDB-1BC4-9ED3-69788A2BBE02}"/>
                </a:ext>
              </a:extLst>
            </p:cNvPr>
            <p:cNvGrpSpPr/>
            <p:nvPr/>
          </p:nvGrpSpPr>
          <p:grpSpPr>
            <a:xfrm>
              <a:off x="7738363" y="4048927"/>
              <a:ext cx="2086467" cy="569273"/>
              <a:chOff x="1694764" y="4047527"/>
              <a:chExt cx="2086467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1" name="Rectangle 80">
                    <a:extLst>
                      <a:ext uri="{FF2B5EF4-FFF2-40B4-BE49-F238E27FC236}">
                        <a16:creationId xmlns:a16="http://schemas.microsoft.com/office/drawing/2014/main" id="{BC28358A-72DA-EA2D-346C-F396CB2D39D5}"/>
                      </a:ext>
                    </a:extLst>
                  </p:cNvPr>
                  <p:cNvSpPr/>
                  <p:nvPr/>
                </p:nvSpPr>
                <p:spPr>
                  <a:xfrm>
                    <a:off x="1694764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1" name="Rectangle 8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5E014246-0DC6-4CCC-8954-CF02D901105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694764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2" name="Rectangle 81">
                    <a:extLst>
                      <a:ext uri="{FF2B5EF4-FFF2-40B4-BE49-F238E27FC236}">
                        <a16:creationId xmlns:a16="http://schemas.microsoft.com/office/drawing/2014/main" id="{74909808-E4E6-A0BB-DF49-21539942B27E}"/>
                      </a:ext>
                    </a:extLst>
                  </p:cNvPr>
                  <p:cNvSpPr/>
                  <p:nvPr/>
                </p:nvSpPr>
                <p:spPr>
                  <a:xfrm>
                    <a:off x="2468039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2" name="Rectangle 8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6EE95828-F340-7ACC-11B2-26E99D02F30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468039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id="{69019B53-6959-E9E7-87C0-75E68CC46335}"/>
                      </a:ext>
                    </a:extLst>
                  </p:cNvPr>
                  <p:cNvSpPr/>
                  <p:nvPr/>
                </p:nvSpPr>
                <p:spPr>
                  <a:xfrm>
                    <a:off x="3256981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𝟏𝟎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88C66FD-AC64-DF97-BC61-F6445677201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256981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119A6F25-732E-2EA7-DCB7-3D9F987D6370}"/>
              </a:ext>
            </a:extLst>
          </p:cNvPr>
          <p:cNvGrpSpPr/>
          <p:nvPr/>
        </p:nvGrpSpPr>
        <p:grpSpPr>
          <a:xfrm>
            <a:off x="1877168" y="4975478"/>
            <a:ext cx="2004579" cy="569273"/>
            <a:chOff x="1681116" y="4047527"/>
            <a:chExt cx="2004579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id="{5AD171A2-2598-5F7B-CE68-274750E6BAF8}"/>
                    </a:ext>
                  </a:extLst>
                </p:cNvPr>
                <p:cNvSpPr/>
                <p:nvPr/>
              </p:nvSpPr>
              <p:spPr>
                <a:xfrm>
                  <a:off x="1681116" y="4047527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0070C0"/>
                    </a:solidFill>
                  </a:endParaRPr>
                </a:p>
              </p:txBody>
            </p:sp>
          </mc:Choice>
          <mc:Fallback xmlns=""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6D5719F-C359-5D3A-E6F2-93E502168E2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81116" y="4047527"/>
                  <a:ext cx="524250" cy="569273"/>
                </a:xfrm>
                <a:prstGeom prst="rect">
                  <a:avLst/>
                </a:prstGeom>
                <a:blipFill rotWithShape="0"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" name="Rectangle 78">
                  <a:extLst>
                    <a:ext uri="{FF2B5EF4-FFF2-40B4-BE49-F238E27FC236}">
                      <a16:creationId xmlns:a16="http://schemas.microsoft.com/office/drawing/2014/main" id="{0B996991-213E-A389-162A-8CBEE9DE9614}"/>
                    </a:ext>
                  </a:extLst>
                </p:cNvPr>
                <p:cNvSpPr/>
                <p:nvPr/>
              </p:nvSpPr>
              <p:spPr>
                <a:xfrm>
                  <a:off x="2468039" y="4047527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0070C0"/>
                    </a:solidFill>
                  </a:endParaRPr>
                </a:p>
              </p:txBody>
            </p:sp>
          </mc:Choice>
          <mc:Fallback xmlns="">
            <p:sp>
              <p:nvSpPr>
                <p:cNvPr id="79" name="Rectangle 7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F59867BC-5B6F-D506-EE38-4D247D68337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68039" y="4047527"/>
                  <a:ext cx="524250" cy="569273"/>
                </a:xfrm>
                <a:prstGeom prst="rect">
                  <a:avLst/>
                </a:prstGeom>
                <a:blipFill rotWithShape="0"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" name="Rectangle 79">
                  <a:extLst>
                    <a:ext uri="{FF2B5EF4-FFF2-40B4-BE49-F238E27FC236}">
                      <a16:creationId xmlns:a16="http://schemas.microsoft.com/office/drawing/2014/main" id="{6BA4CC0B-5192-6AB2-4BB3-6C8EA0745005}"/>
                    </a:ext>
                  </a:extLst>
                </p:cNvPr>
                <p:cNvSpPr/>
                <p:nvPr/>
              </p:nvSpPr>
              <p:spPr>
                <a:xfrm>
                  <a:off x="3161445" y="4047527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𝟔</m:t>
                        </m:r>
                      </m:oMath>
                    </m:oMathPara>
                  </a14:m>
                  <a:endParaRPr lang="en-IN" sz="2800" b="1" dirty="0">
                    <a:solidFill>
                      <a:srgbClr val="0070C0"/>
                    </a:solidFill>
                  </a:endParaRPr>
                </a:p>
              </p:txBody>
            </p:sp>
          </mc:Choice>
          <mc:Fallback xmlns="">
            <p:sp>
              <p:nvSpPr>
                <p:cNvPr id="80" name="Rectangle 7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B6129D4-2D40-99E4-20C3-46FB114431A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161445" y="4047527"/>
                  <a:ext cx="524250" cy="569273"/>
                </a:xfrm>
                <a:prstGeom prst="rect">
                  <a:avLst/>
                </a:prstGeom>
                <a:blipFill rotWithShape="0">
                  <a:blip r:embed="rId2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1119CE06-C171-775E-AA26-FC145ADD2F9B}"/>
              </a:ext>
            </a:extLst>
          </p:cNvPr>
          <p:cNvGrpSpPr/>
          <p:nvPr/>
        </p:nvGrpSpPr>
        <p:grpSpPr>
          <a:xfrm>
            <a:off x="1885002" y="3858597"/>
            <a:ext cx="2100115" cy="569273"/>
            <a:chOff x="1708412" y="4047527"/>
            <a:chExt cx="2100115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id="{3DCE5B89-DFC4-A727-EBBF-673F548772D0}"/>
                    </a:ext>
                  </a:extLst>
                </p:cNvPr>
                <p:cNvSpPr/>
                <p:nvPr/>
              </p:nvSpPr>
              <p:spPr>
                <a:xfrm>
                  <a:off x="1708412" y="4047527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395A84C-3CE5-71AC-A626-2482FEDF6E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708412" y="4047527"/>
                  <a:ext cx="524250" cy="569273"/>
                </a:xfrm>
                <a:prstGeom prst="rect">
                  <a:avLst/>
                </a:prstGeom>
                <a:blipFill rotWithShape="0"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E4FFD7CA-DEFC-C2A1-9F7F-6994B1DC3AE0}"/>
                    </a:ext>
                  </a:extLst>
                </p:cNvPr>
                <p:cNvSpPr/>
                <p:nvPr/>
              </p:nvSpPr>
              <p:spPr>
                <a:xfrm>
                  <a:off x="2427095" y="4047527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A6038E95-5075-3B4B-121A-7F60247096F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27095" y="4047527"/>
                  <a:ext cx="524250" cy="569273"/>
                </a:xfrm>
                <a:prstGeom prst="rect">
                  <a:avLst/>
                </a:prstGeom>
                <a:blipFill rotWithShape="0"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id="{47FAEDEE-FA33-6CC4-978A-CA2F54751D04}"/>
                    </a:ext>
                  </a:extLst>
                </p:cNvPr>
                <p:cNvSpPr/>
                <p:nvPr/>
              </p:nvSpPr>
              <p:spPr>
                <a:xfrm>
                  <a:off x="3284277" y="4047527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𝟓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0A6FE59-0ED1-570D-4D2B-05C4F630A31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84277" y="4047527"/>
                  <a:ext cx="524250" cy="569273"/>
                </a:xfrm>
                <a:prstGeom prst="rect">
                  <a:avLst/>
                </a:prstGeom>
                <a:blipFill rotWithShape="0"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40" name="Rectangle 39">
            <a:extLst>
              <a:ext uri="{FF2B5EF4-FFF2-40B4-BE49-F238E27FC236}">
                <a16:creationId xmlns:a16="http://schemas.microsoft.com/office/drawing/2014/main" id="{0AEBB30B-9654-EB44-84EF-0D1886FB36C7}"/>
              </a:ext>
            </a:extLst>
          </p:cNvPr>
          <p:cNvSpPr/>
          <p:nvPr/>
        </p:nvSpPr>
        <p:spPr>
          <a:xfrm>
            <a:off x="7401940" y="4442956"/>
            <a:ext cx="468129" cy="304366"/>
          </a:xfrm>
          <a:prstGeom prst="rect">
            <a:avLst/>
          </a:pr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F7AAA568-9CE6-C55B-E0C6-9035A941C560}"/>
              </a:ext>
            </a:extLst>
          </p:cNvPr>
          <p:cNvCxnSpPr>
            <a:cxnSpLocks/>
          </p:cNvCxnSpPr>
          <p:nvPr/>
        </p:nvCxnSpPr>
        <p:spPr>
          <a:xfrm flipH="1" flipV="1">
            <a:off x="7072054" y="3803102"/>
            <a:ext cx="563952" cy="618166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2" name="Rectangle: Rounded Corners 40">
            <a:extLst>
              <a:ext uri="{FF2B5EF4-FFF2-40B4-BE49-F238E27FC236}">
                <a16:creationId xmlns:a16="http://schemas.microsoft.com/office/drawing/2014/main" id="{555909AE-50F8-F16E-E78A-0C5D8ED0B2E7}"/>
              </a:ext>
            </a:extLst>
          </p:cNvPr>
          <p:cNvSpPr/>
          <p:nvPr/>
        </p:nvSpPr>
        <p:spPr>
          <a:xfrm>
            <a:off x="6123072" y="3292324"/>
            <a:ext cx="1512932" cy="510778"/>
          </a:xfrm>
          <a:prstGeom prst="roundRect">
            <a:avLst/>
          </a:prstGeom>
          <a:solidFill>
            <a:schemeClr val="tx2">
              <a:lumMod val="40000"/>
              <a:lumOff val="60000"/>
            </a:schemeClr>
          </a:solidFill>
        </p:spPr>
        <p:txBody>
          <a:bodyPr wrap="none">
            <a:spAutoFit/>
          </a:bodyPr>
          <a:lstStyle/>
          <a:p>
            <a:r>
              <a:rPr lang="en-IN" sz="2400" b="1" i="0" dirty="0">
                <a:solidFill>
                  <a:srgbClr val="002060"/>
                </a:solidFill>
                <a:latin typeface="+mj-lt"/>
              </a:rPr>
              <a:t>Equivalent</a:t>
            </a:r>
            <a:endParaRPr lang="en-IN" sz="2400" b="1" dirty="0"/>
          </a:p>
        </p:txBody>
      </p:sp>
    </p:spTree>
    <p:extLst>
      <p:ext uri="{BB962C8B-B14F-4D97-AF65-F5344CB8AC3E}">
        <p14:creationId xmlns:p14="http://schemas.microsoft.com/office/powerpoint/2010/main" val="31277574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18 3.33333E-6 L 0.49701 0.14814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4792" y="740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0.00208 L 0.50039 -0.16945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13" y="-858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/>
      <p:bldP spid="18" grpId="0"/>
      <p:bldP spid="19" grpId="0"/>
      <p:bldP spid="20" grpId="0"/>
      <p:bldP spid="25" grpId="0"/>
      <p:bldP spid="31" grpId="0"/>
      <p:bldP spid="40" grpId="0" animBg="1"/>
      <p:bldP spid="42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EAE3F0-70C8-B173-9373-FA12C43887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3181465C-A3C5-26F0-AB37-688F428B028E}"/>
              </a:ext>
            </a:extLst>
          </p:cNvPr>
          <p:cNvGrpSpPr/>
          <p:nvPr/>
        </p:nvGrpSpPr>
        <p:grpSpPr>
          <a:xfrm>
            <a:off x="7636006" y="3690441"/>
            <a:ext cx="2509543" cy="1799436"/>
            <a:chOff x="7636006" y="3690441"/>
            <a:chExt cx="2509543" cy="179943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245A5D9B-E874-5BAC-BFBC-BDAAAE9A7612}"/>
                    </a:ext>
                  </a:extLst>
                </p:cNvPr>
                <p:cNvSpPr/>
                <p:nvPr/>
              </p:nvSpPr>
              <p:spPr>
                <a:xfrm>
                  <a:off x="7636006" y="3690441"/>
                  <a:ext cx="2509543" cy="1799436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−0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−5</m:t>
                                  </m:r>
                                </m:e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  <m:e>
                                      <m:r>
                                        <a:rPr lang="en-IN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2E086BD-05BC-3283-6C5E-46B5A2C6430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636006" y="3690441"/>
                  <a:ext cx="2509543" cy="1799436"/>
                </a:xfrm>
                <a:prstGeom prst="rect">
                  <a:avLst/>
                </a:prstGeom>
                <a:blipFill rotWithShape="0">
                  <a:blip r:embed="rId2"/>
                  <a:stretch>
                    <a:fillRect l="-267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214503BA-0D83-0970-DA36-32A518C0EE12}"/>
                </a:ext>
              </a:extLst>
            </p:cNvPr>
            <p:cNvGrpSpPr/>
            <p:nvPr/>
          </p:nvGrpSpPr>
          <p:grpSpPr>
            <a:xfrm>
              <a:off x="7956727" y="4883118"/>
              <a:ext cx="2004579" cy="569273"/>
              <a:chOff x="1681116" y="4047527"/>
              <a:chExt cx="2004579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0059F19C-4214-0E32-1CA5-361C542B6958}"/>
                      </a:ext>
                    </a:extLst>
                  </p:cNvPr>
                  <p:cNvSpPr/>
                  <p:nvPr/>
                </p:nvSpPr>
                <p:spPr>
                  <a:xfrm>
                    <a:off x="1681116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0070C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26D5719F-C359-5D3A-E6F2-93E502168E2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681116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id="{430580D1-C010-5661-AECB-BE9555FCE95F}"/>
                      </a:ext>
                    </a:extLst>
                  </p:cNvPr>
                  <p:cNvSpPr/>
                  <p:nvPr/>
                </p:nvSpPr>
                <p:spPr>
                  <a:xfrm>
                    <a:off x="2468039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0070C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59867BC-5B6F-D506-EE38-4D247D68337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468039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" name="Rectangle 79">
                    <a:extLst>
                      <a:ext uri="{FF2B5EF4-FFF2-40B4-BE49-F238E27FC236}">
                        <a16:creationId xmlns:a16="http://schemas.microsoft.com/office/drawing/2014/main" id="{E7193E01-8944-6DC4-5F4E-363D95C655F8}"/>
                      </a:ext>
                    </a:extLst>
                  </p:cNvPr>
                  <p:cNvSpPr/>
                  <p:nvPr/>
                </p:nvSpPr>
                <p:spPr>
                  <a:xfrm>
                    <a:off x="3161445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𝟔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0070C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0" name="Rectangle 7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9B6129D4-2D40-99E4-20C3-46FB114431A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161445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8B4C4614-71B2-A206-7418-8C79061838A6}"/>
                </a:ext>
              </a:extLst>
            </p:cNvPr>
            <p:cNvGrpSpPr/>
            <p:nvPr/>
          </p:nvGrpSpPr>
          <p:grpSpPr>
            <a:xfrm>
              <a:off x="7956727" y="3816670"/>
              <a:ext cx="2100115" cy="569273"/>
              <a:chOff x="1708412" y="4047527"/>
              <a:chExt cx="2100115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" name="Rectangle 74">
                    <a:extLst>
                      <a:ext uri="{FF2B5EF4-FFF2-40B4-BE49-F238E27FC236}">
                        <a16:creationId xmlns:a16="http://schemas.microsoft.com/office/drawing/2014/main" id="{A25E4B52-8884-4EED-9A74-DEBFF0DF3113}"/>
                      </a:ext>
                    </a:extLst>
                  </p:cNvPr>
                  <p:cNvSpPr/>
                  <p:nvPr/>
                </p:nvSpPr>
                <p:spPr>
                  <a:xfrm>
                    <a:off x="1708412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5" name="Rectangle 7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395A84C-3CE5-71AC-A626-2482FEDF6E9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708412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6" name="Rectangle 75">
                    <a:extLst>
                      <a:ext uri="{FF2B5EF4-FFF2-40B4-BE49-F238E27FC236}">
                        <a16:creationId xmlns:a16="http://schemas.microsoft.com/office/drawing/2014/main" id="{767AA5F5-D9D1-9895-75E1-7909502D7D6D}"/>
                      </a:ext>
                    </a:extLst>
                  </p:cNvPr>
                  <p:cNvSpPr/>
                  <p:nvPr/>
                </p:nvSpPr>
                <p:spPr>
                  <a:xfrm>
                    <a:off x="2427095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6" name="Rectangle 7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A6038E95-5075-3B4B-121A-7F60247096F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427095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7" name="Rectangle 76">
                    <a:extLst>
                      <a:ext uri="{FF2B5EF4-FFF2-40B4-BE49-F238E27FC236}">
                        <a16:creationId xmlns:a16="http://schemas.microsoft.com/office/drawing/2014/main" id="{181DE7C9-AC04-910C-C432-FB8FD0566552}"/>
                      </a:ext>
                    </a:extLst>
                  </p:cNvPr>
                  <p:cNvSpPr/>
                  <p:nvPr/>
                </p:nvSpPr>
                <p:spPr>
                  <a:xfrm>
                    <a:off x="3284277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7" name="Rectangle 7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0A6FE59-0ED1-570D-4D2B-05C4F630A31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284277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A853D465-A114-71FC-15BB-8B87008A5AD1}"/>
              </a:ext>
            </a:extLst>
          </p:cNvPr>
          <p:cNvGrpSpPr/>
          <p:nvPr/>
        </p:nvGrpSpPr>
        <p:grpSpPr>
          <a:xfrm>
            <a:off x="1001258" y="3757336"/>
            <a:ext cx="3218888" cy="1799436"/>
            <a:chOff x="782894" y="3495895"/>
            <a:chExt cx="3218888" cy="179943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5435ADE5-D5E8-C0BA-1937-93A576C7F5CF}"/>
                    </a:ext>
                  </a:extLst>
                </p:cNvPr>
                <p:cNvSpPr/>
                <p:nvPr/>
              </p:nvSpPr>
              <p:spPr>
                <a:xfrm>
                  <a:off x="782894" y="4034683"/>
                  <a:ext cx="927669" cy="7111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1BE995D-3466-C37F-D995-595A00F250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2894" y="4034683"/>
                  <a:ext cx="927669" cy="711115"/>
                </a:xfrm>
                <a:prstGeom prst="rect">
                  <a:avLst/>
                </a:prstGeom>
                <a:blipFill rotWithShape="0">
                  <a:blip r:embed="rId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8C5721C6-628A-65DF-71DD-A7B3A646E449}"/>
                </a:ext>
              </a:extLst>
            </p:cNvPr>
            <p:cNvGrpSpPr/>
            <p:nvPr/>
          </p:nvGrpSpPr>
          <p:grpSpPr>
            <a:xfrm>
              <a:off x="1492239" y="3495895"/>
              <a:ext cx="2509543" cy="1799436"/>
              <a:chOff x="1492239" y="3495895"/>
              <a:chExt cx="2509543" cy="1799436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id="{CC5C2002-C6F3-2E7B-057E-0AD3C150451D}"/>
                      </a:ext>
                    </a:extLst>
                  </p:cNvPr>
                  <p:cNvSpPr/>
                  <p:nvPr/>
                </p:nvSpPr>
                <p:spPr>
                  <a:xfrm>
                    <a:off x="1492239" y="3495895"/>
                    <a:ext cx="2509543" cy="179943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m>
                                <m:mPr>
                                  <m:mcs>
                                    <m:mc>
                                      <m:mcPr>
                                        <m:count m:val="3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−0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−5</m:t>
                                    </m:r>
                                  </m:e>
                                  <m:e>
                                    <m:eqArr>
                                      <m:eqArrPr>
                                        <m:ctrlPr>
                                          <a:rPr lang="en-IN" sz="2800" b="0" i="1" smtClean="0">
                                            <a:solidFill>
                                              <a:schemeClr val="bg2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eqArrPr>
                                      <m:e>
                                        <m:r>
                                          <a:rPr lang="en-IN" sz="2800" b="0" i="1" smtClean="0">
                                            <a:solidFill>
                                              <a:schemeClr val="bg2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0</m:t>
                                        </m:r>
                                      </m:e>
                                      <m:e>
                                        <m:r>
                                          <a:rPr lang="en-IN" b="0" i="1" smtClean="0">
                                            <a:solidFill>
                                              <a:schemeClr val="bg2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0</m:t>
                                        </m:r>
                                      </m:e>
                                    </m:eqArr>
                                  </m:e>
                                </m:mr>
                              </m: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oMath>
                      </m:oMathPara>
                    </a14:m>
                    <a:endPara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C7E5D05-A9F1-3DB9-8BC5-B9222237D06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492239" y="3495895"/>
                    <a:ext cx="2509543" cy="1799436"/>
                  </a:xfrm>
                  <a:prstGeom prst="rect">
                    <a:avLst/>
                  </a:prstGeom>
                  <a:blipFill rotWithShape="0"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60" name="Group 59">
                <a:extLst>
                  <a:ext uri="{FF2B5EF4-FFF2-40B4-BE49-F238E27FC236}">
                    <a16:creationId xmlns:a16="http://schemas.microsoft.com/office/drawing/2014/main" id="{626B995A-EB9A-0DE4-F12F-DDB8047EF889}"/>
                  </a:ext>
                </a:extLst>
              </p:cNvPr>
              <p:cNvGrpSpPr/>
              <p:nvPr/>
            </p:nvGrpSpPr>
            <p:grpSpPr>
              <a:xfrm>
                <a:off x="1662832" y="4156766"/>
                <a:ext cx="2086467" cy="569273"/>
                <a:chOff x="1694764" y="4074823"/>
                <a:chExt cx="2086467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7" name="Rectangle 56">
                      <a:extLst>
                        <a:ext uri="{FF2B5EF4-FFF2-40B4-BE49-F238E27FC236}">
                          <a16:creationId xmlns:a16="http://schemas.microsoft.com/office/drawing/2014/main" id="{CADFA7EC-1CF1-701C-F044-669D16975B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94764" y="4074823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7" name="Rectangle 56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262A34B6-B287-1D2C-30FC-3938C7D52AA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694764" y="4074823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11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Rectangle 57">
                      <a:extLst>
                        <a:ext uri="{FF2B5EF4-FFF2-40B4-BE49-F238E27FC236}">
                          <a16:creationId xmlns:a16="http://schemas.microsoft.com/office/drawing/2014/main" id="{BF9AAADE-088C-92E8-59F2-B1EAB2618B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8039" y="4074823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𝟒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Rectangle 57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AFF86724-9172-0B50-9E92-DAAC45C8279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468039" y="4074823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12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9" name="Rectangle 58">
                      <a:extLst>
                        <a:ext uri="{FF2B5EF4-FFF2-40B4-BE49-F238E27FC236}">
                          <a16:creationId xmlns:a16="http://schemas.microsoft.com/office/drawing/2014/main" id="{8AA53789-8041-37BF-71F0-F87D6E2C04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6981" y="4074823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𝟏𝟎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9" name="Rectangle 58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6A5FB4A8-D26C-3C8C-2DF9-6B1768EE573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256981" y="4074823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13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2D01D95E-6F87-0FCE-B9D1-020AC855A09C}"/>
                  </a:ext>
                </a:extLst>
              </p:cNvPr>
              <p:cNvGrpSpPr/>
              <p:nvPr/>
            </p:nvGrpSpPr>
            <p:grpSpPr>
              <a:xfrm>
                <a:off x="1652990" y="4712400"/>
                <a:ext cx="2004579" cy="569273"/>
                <a:chOff x="1681116" y="4047527"/>
                <a:chExt cx="2004579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2" name="Rectangle 61">
                      <a:extLst>
                        <a:ext uri="{FF2B5EF4-FFF2-40B4-BE49-F238E27FC236}">
                          <a16:creationId xmlns:a16="http://schemas.microsoft.com/office/drawing/2014/main" id="{B2DA299E-FF1F-4800-0C73-8DD7DF6730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1116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0070C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2" name="Rectangle 61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AE3C273A-B8A9-6B35-C950-455BAF7D1877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681116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1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3" name="Rectangle 62">
                      <a:extLst>
                        <a:ext uri="{FF2B5EF4-FFF2-40B4-BE49-F238E27FC236}">
                          <a16:creationId xmlns:a16="http://schemas.microsoft.com/office/drawing/2014/main" id="{40D203A2-D9C9-86BF-39AD-28B76B9E02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8039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𝟑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0070C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3" name="Rectangle 62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34FAA4EA-1B61-F0AA-95BB-857E73DAFE8E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468039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1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4" name="Rectangle 63">
                      <a:extLst>
                        <a:ext uri="{FF2B5EF4-FFF2-40B4-BE49-F238E27FC236}">
                          <a16:creationId xmlns:a16="http://schemas.microsoft.com/office/drawing/2014/main" id="{F93492ED-3062-3D2B-BF38-FD6FF448BF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1445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800" b="1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𝟔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0070C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4" name="Rectangle 63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B3575420-7027-7CF7-F9A9-540AB8C39C52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161445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1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4FD83F04-4C14-B084-072D-D9FD51AAC386}"/>
                  </a:ext>
                </a:extLst>
              </p:cNvPr>
              <p:cNvGrpSpPr/>
              <p:nvPr/>
            </p:nvGrpSpPr>
            <p:grpSpPr>
              <a:xfrm>
                <a:off x="1667413" y="3593902"/>
                <a:ext cx="2100115" cy="569273"/>
                <a:chOff x="1708412" y="4047527"/>
                <a:chExt cx="2100115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6" name="Rectangle 65">
                      <a:extLst>
                        <a:ext uri="{FF2B5EF4-FFF2-40B4-BE49-F238E27FC236}">
                          <a16:creationId xmlns:a16="http://schemas.microsoft.com/office/drawing/2014/main" id="{3DBFAFE5-700E-1623-1030-9329136382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08412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6" name="Rectangle 65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D53BF01D-B3F4-9E56-7E6D-D840949EC0E0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708412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1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7" name="Rectangle 66">
                      <a:extLst>
                        <a:ext uri="{FF2B5EF4-FFF2-40B4-BE49-F238E27FC236}">
                          <a16:creationId xmlns:a16="http://schemas.microsoft.com/office/drawing/2014/main" id="{DE15570D-22A2-DBC5-BA24-8E43DB32A7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7095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800" b="1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7" name="Rectangle 66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FF592456-3AAF-178D-BAD2-DB4E68BA0E9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427095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18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8" name="Rectangle 67">
                      <a:extLst>
                        <a:ext uri="{FF2B5EF4-FFF2-40B4-BE49-F238E27FC236}">
                          <a16:creationId xmlns:a16="http://schemas.microsoft.com/office/drawing/2014/main" id="{A54ED977-A89A-2EFF-908E-8EABCA2AF5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4277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𝟓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" name="Rectangle 67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9C11397D-35CD-C2EF-1645-F2022BC162E8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284277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19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29C5792-D153-5F04-BB01-B3D2252B3E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Elementary Row Operations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551E8D4B-95F7-24E9-0583-00F2D375897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92648" y="835545"/>
                <a:ext cx="7859529" cy="587423"/>
              </a:xfrm>
              <a:prstGeom prst="round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 w="28575" cap="flat" cmpd="sng" algn="ctr">
                <a:solidFill>
                  <a:schemeClr val="tx1"/>
                </a:solidFill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b="1" dirty="0">
                    <a:solidFill>
                      <a:srgbClr val="002060"/>
                    </a:solidFill>
                  </a:rPr>
                  <a:t>2) Multiplication of any row by a non-zero scalar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𝐤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BDA5F04B-012B-3715-66C4-EC5103FE91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648" y="835545"/>
                <a:ext cx="7859529" cy="587423"/>
              </a:xfrm>
              <a:prstGeom prst="roundRect">
                <a:avLst/>
              </a:prstGeom>
              <a:blipFill rotWithShape="0">
                <a:blip r:embed="rId20"/>
                <a:stretch>
                  <a:fillRect l="-1082" t="-5941" b="-15842"/>
                </a:stretch>
              </a:blipFill>
              <a:ln w="28575" cap="flat" cmpd="sng" algn="ctr">
                <a:solidFill>
                  <a:schemeClr val="tx1"/>
                </a:solidFill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Content Placeholder 4">
            <a:extLst>
              <a:ext uri="{FF2B5EF4-FFF2-40B4-BE49-F238E27FC236}">
                <a16:creationId xmlns:a16="http://schemas.microsoft.com/office/drawing/2014/main" id="{E81EC452-6CD5-D894-11E3-0C5D37C879D2}"/>
              </a:ext>
            </a:extLst>
          </p:cNvPr>
          <p:cNvSpPr txBox="1">
            <a:spLocks/>
          </p:cNvSpPr>
          <p:nvPr/>
        </p:nvSpPr>
        <p:spPr>
          <a:xfrm>
            <a:off x="138057" y="1668628"/>
            <a:ext cx="1827220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Notation:</a:t>
            </a:r>
          </a:p>
        </p:txBody>
      </p:sp>
      <p:sp>
        <p:nvSpPr>
          <p:cNvPr id="18" name="Content Placeholder 4">
            <a:extLst>
              <a:ext uri="{FF2B5EF4-FFF2-40B4-BE49-F238E27FC236}">
                <a16:creationId xmlns:a16="http://schemas.microsoft.com/office/drawing/2014/main" id="{F3E2A4C1-4BD9-EFB3-1C9A-59547A649946}"/>
              </a:ext>
            </a:extLst>
          </p:cNvPr>
          <p:cNvSpPr txBox="1">
            <a:spLocks/>
          </p:cNvSpPr>
          <p:nvPr/>
        </p:nvSpPr>
        <p:spPr>
          <a:xfrm>
            <a:off x="138057" y="2256287"/>
            <a:ext cx="1827220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Meaning: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8F0FF169-69B9-C9CF-F6E1-29EDC454DFF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71239" y="1668628"/>
                <a:ext cx="1244916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𝐤</m:t>
                          </m:r>
                          <m:r>
                            <a:rPr lang="en-IN" sz="2800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∙</m:t>
                          </m:r>
                          <m:r>
                            <a:rPr lang="en-IN" sz="2800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𝐢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8F0FF169-69B9-C9CF-F6E1-29EDC454DF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71239" y="1668628"/>
                <a:ext cx="1244916" cy="463079"/>
              </a:xfrm>
              <a:prstGeom prst="rect">
                <a:avLst/>
              </a:prstGeom>
              <a:blipFill>
                <a:blip r:embed="rId21"/>
                <a:stretch>
                  <a:fillRect l="-3431" b="-6579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57428B25-F560-77EC-E00A-D0625FB2911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71239" y="1979375"/>
                <a:ext cx="10081237" cy="97744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b="1" dirty="0">
                    <a:solidFill>
                      <a:srgbClr val="FF0000"/>
                    </a:solidFill>
                  </a:rPr>
                  <a:t>Multiplication </a:t>
                </a:r>
                <a:r>
                  <a:rPr lang="en-IN" sz="2800" dirty="0">
                    <a:solidFill>
                      <a:srgbClr val="002060"/>
                    </a:solidFill>
                  </a:rPr>
                  <a:t>of all the elements of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e>
                      <m:sup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𝐭𝐡</m:t>
                        </m:r>
                      </m:sup>
                    </m:sSup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 </a:t>
                </a:r>
                <a:r>
                  <a:rPr lang="en-IN" sz="2800" dirty="0">
                    <a:solidFill>
                      <a:srgbClr val="002060"/>
                    </a:solidFill>
                  </a:rPr>
                  <a:t>row by a non-zero scalar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𝐤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57428B25-F560-77EC-E00A-D0625FB291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71239" y="1979375"/>
                <a:ext cx="10081237" cy="977443"/>
              </a:xfrm>
              <a:prstGeom prst="rect">
                <a:avLst/>
              </a:prstGeom>
              <a:blipFill>
                <a:blip r:embed="rId22"/>
                <a:stretch>
                  <a:fillRect l="-127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Content Placeholder 4">
            <a:extLst>
              <a:ext uri="{FF2B5EF4-FFF2-40B4-BE49-F238E27FC236}">
                <a16:creationId xmlns:a16="http://schemas.microsoft.com/office/drawing/2014/main" id="{417070DF-B561-CBB5-1861-2B8532407FD9}"/>
              </a:ext>
            </a:extLst>
          </p:cNvPr>
          <p:cNvSpPr txBox="1">
            <a:spLocks/>
          </p:cNvSpPr>
          <p:nvPr/>
        </p:nvSpPr>
        <p:spPr>
          <a:xfrm>
            <a:off x="138057" y="3250997"/>
            <a:ext cx="1827220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Content Placeholder 4">
                <a:extLst>
                  <a:ext uri="{FF2B5EF4-FFF2-40B4-BE49-F238E27FC236}">
                    <a16:creationId xmlns:a16="http://schemas.microsoft.com/office/drawing/2014/main" id="{5121D1AD-684E-67A7-3289-F73EA0B82C6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113400" y="4436284"/>
                <a:ext cx="2181106" cy="39932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Applying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𝐑</m:t>
                        </m:r>
                      </m:e>
                      <m:sub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Content Placeholder 4">
                <a:extLst>
                  <a:ext uri="{FF2B5EF4-FFF2-40B4-BE49-F238E27FC236}">
                    <a16:creationId xmlns:a16="http://schemas.microsoft.com/office/drawing/2014/main" id="{F1D26E38-EC21-8A2F-8072-A04A27231C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3400" y="4436284"/>
                <a:ext cx="2181106" cy="399327"/>
              </a:xfrm>
              <a:prstGeom prst="rect">
                <a:avLst/>
              </a:prstGeom>
              <a:blipFill>
                <a:blip r:embed="rId23"/>
                <a:stretch>
                  <a:fillRect l="-4469" t="-36923" b="-5230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2" name="Group 71">
            <a:extLst>
              <a:ext uri="{FF2B5EF4-FFF2-40B4-BE49-F238E27FC236}">
                <a16:creationId xmlns:a16="http://schemas.microsoft.com/office/drawing/2014/main" id="{F3A5F331-A7D0-EF4A-D37D-39B64EEBAB3B}"/>
              </a:ext>
            </a:extLst>
          </p:cNvPr>
          <p:cNvGrpSpPr/>
          <p:nvPr/>
        </p:nvGrpSpPr>
        <p:grpSpPr>
          <a:xfrm>
            <a:off x="7956727" y="4351312"/>
            <a:ext cx="2086467" cy="569273"/>
            <a:chOff x="1694764" y="4074823"/>
            <a:chExt cx="2086467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" name="Rectangle 80">
                  <a:extLst>
                    <a:ext uri="{FF2B5EF4-FFF2-40B4-BE49-F238E27FC236}">
                      <a16:creationId xmlns:a16="http://schemas.microsoft.com/office/drawing/2014/main" id="{47170750-2AD5-8513-0C55-2F2CAB61B844}"/>
                    </a:ext>
                  </a:extLst>
                </p:cNvPr>
                <p:cNvSpPr/>
                <p:nvPr/>
              </p:nvSpPr>
              <p:spPr>
                <a:xfrm>
                  <a:off x="1694764" y="407482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𝟔</m:t>
                        </m:r>
                      </m:oMath>
                    </m:oMathPara>
                  </a14:m>
                  <a:endParaRPr lang="en-IN" sz="2800" b="1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81" name="Rectangle 8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E014246-0DC6-4CCC-8954-CF02D901105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94764" y="4074823"/>
                  <a:ext cx="524250" cy="569273"/>
                </a:xfrm>
                <a:prstGeom prst="rect">
                  <a:avLst/>
                </a:prstGeom>
                <a:blipFill rotWithShape="0"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" name="Rectangle 81">
                  <a:extLst>
                    <a:ext uri="{FF2B5EF4-FFF2-40B4-BE49-F238E27FC236}">
                      <a16:creationId xmlns:a16="http://schemas.microsoft.com/office/drawing/2014/main" id="{826CA96E-E40E-FBC1-90FB-59D2CB29DE6E}"/>
                    </a:ext>
                  </a:extLst>
                </p:cNvPr>
                <p:cNvSpPr/>
                <p:nvPr/>
              </p:nvSpPr>
              <p:spPr>
                <a:xfrm>
                  <a:off x="2468039" y="407482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𝟏𝟐</m:t>
                        </m:r>
                      </m:oMath>
                    </m:oMathPara>
                  </a14:m>
                  <a:endParaRPr lang="en-IN" sz="2800" b="1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82" name="Rectangle 8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6EE95828-F340-7ACC-11B2-26E99D02F30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68039" y="4074823"/>
                  <a:ext cx="524250" cy="569273"/>
                </a:xfrm>
                <a:prstGeom prst="rect">
                  <a:avLst/>
                </a:prstGeom>
                <a:blipFill rotWithShape="0"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" name="Rectangle 82">
                  <a:extLst>
                    <a:ext uri="{FF2B5EF4-FFF2-40B4-BE49-F238E27FC236}">
                      <a16:creationId xmlns:a16="http://schemas.microsoft.com/office/drawing/2014/main" id="{66540F5D-A2C8-8BBA-3E7C-6B051472F647}"/>
                    </a:ext>
                  </a:extLst>
                </p:cNvPr>
                <p:cNvSpPr/>
                <p:nvPr/>
              </p:nvSpPr>
              <p:spPr>
                <a:xfrm>
                  <a:off x="3256981" y="407482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𝟑𝟎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83" name="Rectangle 8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88C66FD-AC64-DF97-BC61-F6445677201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56981" y="4074823"/>
                  <a:ext cx="524250" cy="569273"/>
                </a:xfrm>
                <a:prstGeom prst="rect">
                  <a:avLst/>
                </a:prstGeom>
                <a:blipFill rotWithShape="0">
                  <a:blip r:embed="rId2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21853947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/>
      <p:bldP spid="18" grpId="0"/>
      <p:bldP spid="19" grpId="0"/>
      <p:bldP spid="20" grpId="0"/>
      <p:bldP spid="25" grpId="0"/>
      <p:bldP spid="31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5F6729-E050-3B10-6C47-2FFF2D0633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roup 37">
            <a:extLst>
              <a:ext uri="{FF2B5EF4-FFF2-40B4-BE49-F238E27FC236}">
                <a16:creationId xmlns:a16="http://schemas.microsoft.com/office/drawing/2014/main" id="{037D4C7C-CDB1-D133-E784-A60303D675EF}"/>
              </a:ext>
            </a:extLst>
          </p:cNvPr>
          <p:cNvGrpSpPr/>
          <p:nvPr/>
        </p:nvGrpSpPr>
        <p:grpSpPr>
          <a:xfrm>
            <a:off x="1771239" y="3213627"/>
            <a:ext cx="3218888" cy="1799436"/>
            <a:chOff x="1771239" y="3213627"/>
            <a:chExt cx="3218888" cy="1799436"/>
          </a:xfrm>
        </p:grpSpPr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5EB21EF1-3745-74D8-6B80-31C6D34E4CEA}"/>
                </a:ext>
              </a:extLst>
            </p:cNvPr>
            <p:cNvGrpSpPr/>
            <p:nvPr/>
          </p:nvGrpSpPr>
          <p:grpSpPr>
            <a:xfrm>
              <a:off x="1771239" y="3213627"/>
              <a:ext cx="3218888" cy="1799436"/>
              <a:chOff x="1771239" y="3213627"/>
              <a:chExt cx="3218888" cy="1799436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" name="Rectangle 25">
                    <a:extLst>
                      <a:ext uri="{FF2B5EF4-FFF2-40B4-BE49-F238E27FC236}">
                        <a16:creationId xmlns:a16="http://schemas.microsoft.com/office/drawing/2014/main" id="{2FBD14D9-4414-1259-0032-323ECF2CA724}"/>
                      </a:ext>
                    </a:extLst>
                  </p:cNvPr>
                  <p:cNvSpPr/>
                  <p:nvPr/>
                </p:nvSpPr>
                <p:spPr>
                  <a:xfrm>
                    <a:off x="1771239" y="3752415"/>
                    <a:ext cx="927669" cy="711115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6" name="Rectangle 2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1BE995D-3466-C37F-D995-595A00F250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771239" y="3752415"/>
                    <a:ext cx="927669" cy="711115"/>
                  </a:xfrm>
                  <a:prstGeom prst="rect">
                    <a:avLst/>
                  </a:prstGeom>
                  <a:blipFill rotWithShape="0">
                    <a:blip r:embed="rId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id="{6B40658E-B28E-712B-D227-B129F0F934EE}"/>
                      </a:ext>
                    </a:extLst>
                  </p:cNvPr>
                  <p:cNvSpPr/>
                  <p:nvPr/>
                </p:nvSpPr>
                <p:spPr>
                  <a:xfrm>
                    <a:off x="2480584" y="3213627"/>
                    <a:ext cx="2509543" cy="179943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m>
                                <m:mPr>
                                  <m:mcs>
                                    <m:mc>
                                      <m:mcPr>
                                        <m:count m:val="3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−0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−5</m:t>
                                    </m:r>
                                  </m:e>
                                  <m:e>
                                    <m:eqArr>
                                      <m:eqArrPr>
                                        <m:ctrlPr>
                                          <a:rPr lang="en-IN" sz="2800" b="0" i="1" smtClean="0">
                                            <a:solidFill>
                                              <a:schemeClr val="bg2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eqArrPr>
                                      <m:e>
                                        <m:r>
                                          <a:rPr lang="en-IN" sz="2800" b="0" i="1" smtClean="0">
                                            <a:solidFill>
                                              <a:schemeClr val="bg2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0</m:t>
                                        </m:r>
                                      </m:e>
                                      <m:e>
                                        <m:r>
                                          <a:rPr lang="en-IN" b="0" i="1" smtClean="0">
                                            <a:solidFill>
                                              <a:schemeClr val="bg2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0</m:t>
                                        </m:r>
                                      </m:e>
                                    </m:eqArr>
                                  </m:e>
                                </m:mr>
                              </m: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oMath>
                      </m:oMathPara>
                    </a14:m>
                    <a:endPara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C7E5D05-A9F1-3DB9-8BC5-B9222237D06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480584" y="3213627"/>
                    <a:ext cx="2509543" cy="1799436"/>
                  </a:xfrm>
                  <a:prstGeom prst="rect">
                    <a:avLst/>
                  </a:prstGeom>
                  <a:blipFill rotWithShape="0"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60" name="Group 59">
                <a:extLst>
                  <a:ext uri="{FF2B5EF4-FFF2-40B4-BE49-F238E27FC236}">
                    <a16:creationId xmlns:a16="http://schemas.microsoft.com/office/drawing/2014/main" id="{259BD1D5-6D50-9F83-71B5-AC29474421B0}"/>
                  </a:ext>
                </a:extLst>
              </p:cNvPr>
              <p:cNvGrpSpPr/>
              <p:nvPr/>
            </p:nvGrpSpPr>
            <p:grpSpPr>
              <a:xfrm>
                <a:off x="2651177" y="3874498"/>
                <a:ext cx="2086467" cy="569273"/>
                <a:chOff x="1694764" y="4074823"/>
                <a:chExt cx="2086467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7" name="Rectangle 56">
                      <a:extLst>
                        <a:ext uri="{FF2B5EF4-FFF2-40B4-BE49-F238E27FC236}">
                          <a16:creationId xmlns:a16="http://schemas.microsoft.com/office/drawing/2014/main" id="{F732BAFF-6C24-F0CD-5827-913DC1F2AF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94764" y="4074823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7" name="Rectangle 56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262A34B6-B287-1D2C-30FC-3938C7D52AA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694764" y="4074823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Rectangle 57">
                      <a:extLst>
                        <a:ext uri="{FF2B5EF4-FFF2-40B4-BE49-F238E27FC236}">
                          <a16:creationId xmlns:a16="http://schemas.microsoft.com/office/drawing/2014/main" id="{368B9F4A-89E5-B44C-7152-EC3F8C360F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8039" y="4074823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𝟒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Rectangle 57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AFF86724-9172-0B50-9E92-DAAC45C8279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468039" y="4074823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9" name="Rectangle 58">
                      <a:extLst>
                        <a:ext uri="{FF2B5EF4-FFF2-40B4-BE49-F238E27FC236}">
                          <a16:creationId xmlns:a16="http://schemas.microsoft.com/office/drawing/2014/main" id="{F0FB6690-3043-3CCB-BE09-520528CC94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6981" y="4074823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𝟏𝟎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9" name="Rectangle 58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6A5FB4A8-D26C-3C8C-2DF9-6B1768EE573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256981" y="4074823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5F5D7C32-44B5-B469-643A-C56CB3F5E122}"/>
                  </a:ext>
                </a:extLst>
              </p:cNvPr>
              <p:cNvGrpSpPr/>
              <p:nvPr/>
            </p:nvGrpSpPr>
            <p:grpSpPr>
              <a:xfrm>
                <a:off x="2655758" y="3311634"/>
                <a:ext cx="2100115" cy="569273"/>
                <a:chOff x="1708412" y="4047527"/>
                <a:chExt cx="2100115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6" name="Rectangle 65">
                      <a:extLst>
                        <a:ext uri="{FF2B5EF4-FFF2-40B4-BE49-F238E27FC236}">
                          <a16:creationId xmlns:a16="http://schemas.microsoft.com/office/drawing/2014/main" id="{FE6E9F05-F87E-DB93-F48F-0EC8FC7BE4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08412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6" name="Rectangle 65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D53BF01D-B3F4-9E56-7E6D-D840949EC0E0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708412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7" name="Rectangle 66">
                      <a:extLst>
                        <a:ext uri="{FF2B5EF4-FFF2-40B4-BE49-F238E27FC236}">
                          <a16:creationId xmlns:a16="http://schemas.microsoft.com/office/drawing/2014/main" id="{1BDA92D2-7A68-09B4-690C-D1FCD55BAC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7095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800" b="1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7" name="Rectangle 66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FF592456-3AAF-178D-BAD2-DB4E68BA0E9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427095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8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8" name="Rectangle 67">
                      <a:extLst>
                        <a:ext uri="{FF2B5EF4-FFF2-40B4-BE49-F238E27FC236}">
                          <a16:creationId xmlns:a16="http://schemas.microsoft.com/office/drawing/2014/main" id="{21D22BFF-CB88-BBAD-B7D1-2536A820F6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4277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𝟓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" name="Rectangle 67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9C11397D-35CD-C2EF-1645-F2022BC162E8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284277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9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8229E6C7-B817-C488-88FB-07D43429DA4C}"/>
                </a:ext>
              </a:extLst>
            </p:cNvPr>
            <p:cNvGrpSpPr/>
            <p:nvPr/>
          </p:nvGrpSpPr>
          <p:grpSpPr>
            <a:xfrm>
              <a:off x="2641335" y="4430132"/>
              <a:ext cx="2004579" cy="569273"/>
              <a:chOff x="1681116" y="4047527"/>
              <a:chExt cx="2004579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" name="Rectangle 61">
                    <a:extLst>
                      <a:ext uri="{FF2B5EF4-FFF2-40B4-BE49-F238E27FC236}">
                        <a16:creationId xmlns:a16="http://schemas.microsoft.com/office/drawing/2014/main" id="{B9E636AB-E4D1-DBBB-41F1-9228B4905BB9}"/>
                      </a:ext>
                    </a:extLst>
                  </p:cNvPr>
                  <p:cNvSpPr/>
                  <p:nvPr/>
                </p:nvSpPr>
                <p:spPr>
                  <a:xfrm>
                    <a:off x="1681116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0070C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2" name="Rectangle 6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AE3C273A-B8A9-6B35-C950-455BAF7D187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681116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" name="Rectangle 62">
                    <a:extLst>
                      <a:ext uri="{FF2B5EF4-FFF2-40B4-BE49-F238E27FC236}">
                        <a16:creationId xmlns:a16="http://schemas.microsoft.com/office/drawing/2014/main" id="{B958C291-65BF-1472-5378-EBF1C35354B9}"/>
                      </a:ext>
                    </a:extLst>
                  </p:cNvPr>
                  <p:cNvSpPr/>
                  <p:nvPr/>
                </p:nvSpPr>
                <p:spPr>
                  <a:xfrm>
                    <a:off x="2468039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0070C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3" name="Rectangle 6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4FAA4EA-1B61-F0AA-95BB-857E73DAFE8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468039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" name="Rectangle 63">
                    <a:extLst>
                      <a:ext uri="{FF2B5EF4-FFF2-40B4-BE49-F238E27FC236}">
                        <a16:creationId xmlns:a16="http://schemas.microsoft.com/office/drawing/2014/main" id="{8E16E800-21FA-173C-2232-744DA99BCB35}"/>
                      </a:ext>
                    </a:extLst>
                  </p:cNvPr>
                  <p:cNvSpPr/>
                  <p:nvPr/>
                </p:nvSpPr>
                <p:spPr>
                  <a:xfrm>
                    <a:off x="3161445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𝟔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0070C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4" name="Rectangle 6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B3575420-7027-7CF7-F9A9-540AB8C39C5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161445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DC1DC18C-7CD8-D6AB-B2E8-E5B87A08D4C0}"/>
              </a:ext>
            </a:extLst>
          </p:cNvPr>
          <p:cNvGrpSpPr/>
          <p:nvPr/>
        </p:nvGrpSpPr>
        <p:grpSpPr>
          <a:xfrm>
            <a:off x="8747181" y="3158151"/>
            <a:ext cx="2509543" cy="1799436"/>
            <a:chOff x="8747181" y="3158151"/>
            <a:chExt cx="2509543" cy="179943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F0B4B4BA-E46F-0637-1946-7F1AF04D4C9B}"/>
                    </a:ext>
                  </a:extLst>
                </p:cNvPr>
                <p:cNvSpPr/>
                <p:nvPr/>
              </p:nvSpPr>
              <p:spPr>
                <a:xfrm>
                  <a:off x="8747181" y="3158151"/>
                  <a:ext cx="2509543" cy="1799436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−0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−5</m:t>
                                  </m:r>
                                </m:e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  <m:e>
                                      <m:r>
                                        <a:rPr lang="en-IN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2E086BD-05BC-3283-6C5E-46B5A2C6430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47181" y="3158151"/>
                  <a:ext cx="2509543" cy="1799436"/>
                </a:xfrm>
                <a:prstGeom prst="rect">
                  <a:avLst/>
                </a:prstGeom>
                <a:blipFill rotWithShape="0">
                  <a:blip r:embed="rId13"/>
                  <a:stretch>
                    <a:fillRect l="-2670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C31F2285-8EC7-63A7-F046-5B779040582C}"/>
                </a:ext>
              </a:extLst>
            </p:cNvPr>
            <p:cNvGrpSpPr/>
            <p:nvPr/>
          </p:nvGrpSpPr>
          <p:grpSpPr>
            <a:xfrm>
              <a:off x="9067902" y="4350828"/>
              <a:ext cx="2004579" cy="569273"/>
              <a:chOff x="1681116" y="4047527"/>
              <a:chExt cx="2004579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8CB69BAD-4C4E-CAF1-DB42-67022B86D077}"/>
                      </a:ext>
                    </a:extLst>
                  </p:cNvPr>
                  <p:cNvSpPr/>
                  <p:nvPr/>
                </p:nvSpPr>
                <p:spPr>
                  <a:xfrm>
                    <a:off x="1681116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0070C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26D5719F-C359-5D3A-E6F2-93E502168E2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681116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id="{C5357EA6-8624-499B-D94A-DD487E885E78}"/>
                      </a:ext>
                    </a:extLst>
                  </p:cNvPr>
                  <p:cNvSpPr/>
                  <p:nvPr/>
                </p:nvSpPr>
                <p:spPr>
                  <a:xfrm>
                    <a:off x="2468039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0070C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59867BC-5B6F-D506-EE38-4D247D68337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468039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" name="Rectangle 79">
                    <a:extLst>
                      <a:ext uri="{FF2B5EF4-FFF2-40B4-BE49-F238E27FC236}">
                        <a16:creationId xmlns:a16="http://schemas.microsoft.com/office/drawing/2014/main" id="{2D034737-1B8C-00EA-2E5C-FFC68FEE9D58}"/>
                      </a:ext>
                    </a:extLst>
                  </p:cNvPr>
                  <p:cNvSpPr/>
                  <p:nvPr/>
                </p:nvSpPr>
                <p:spPr>
                  <a:xfrm>
                    <a:off x="3161445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𝟔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0070C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0" name="Rectangle 7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9B6129D4-2D40-99E4-20C3-46FB114431A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161445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F964B68E-1FAD-128A-BD4B-CA336B7B26D5}"/>
                </a:ext>
              </a:extLst>
            </p:cNvPr>
            <p:cNvGrpSpPr/>
            <p:nvPr/>
          </p:nvGrpSpPr>
          <p:grpSpPr>
            <a:xfrm>
              <a:off x="9067902" y="3280290"/>
              <a:ext cx="2100115" cy="569273"/>
              <a:chOff x="1708412" y="4047527"/>
              <a:chExt cx="2100115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3" name="Rectangle 32">
                    <a:extLst>
                      <a:ext uri="{FF2B5EF4-FFF2-40B4-BE49-F238E27FC236}">
                        <a16:creationId xmlns:a16="http://schemas.microsoft.com/office/drawing/2014/main" id="{6E6E765E-529C-5FD1-3EBB-03F8677FFF93}"/>
                      </a:ext>
                    </a:extLst>
                  </p:cNvPr>
                  <p:cNvSpPr/>
                  <p:nvPr/>
                </p:nvSpPr>
                <p:spPr>
                  <a:xfrm>
                    <a:off x="1708412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3" name="Rectangle 3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4BAF084-62FA-2710-3DC2-5BFAD33D2E7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708412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4" name="Rectangle 33">
                    <a:extLst>
                      <a:ext uri="{FF2B5EF4-FFF2-40B4-BE49-F238E27FC236}">
                        <a16:creationId xmlns:a16="http://schemas.microsoft.com/office/drawing/2014/main" id="{1CB60965-797C-29C8-91C0-C88D0F99CBBC}"/>
                      </a:ext>
                    </a:extLst>
                  </p:cNvPr>
                  <p:cNvSpPr/>
                  <p:nvPr/>
                </p:nvSpPr>
                <p:spPr>
                  <a:xfrm>
                    <a:off x="2427095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4" name="Rectangle 3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9AB27765-90C1-C807-059F-82E67624172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427095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5" name="Rectangle 34">
                    <a:extLst>
                      <a:ext uri="{FF2B5EF4-FFF2-40B4-BE49-F238E27FC236}">
                        <a16:creationId xmlns:a16="http://schemas.microsoft.com/office/drawing/2014/main" id="{16D5324F-0FDF-D4C7-65A8-9D47587224CA}"/>
                      </a:ext>
                    </a:extLst>
                  </p:cNvPr>
                  <p:cNvSpPr/>
                  <p:nvPr/>
                </p:nvSpPr>
                <p:spPr>
                  <a:xfrm>
                    <a:off x="3284277" y="4047527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5" name="Rectangle 3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7651A33-0558-9249-8D91-04A8B86E567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284277" y="4047527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DF6AF450-304E-DB76-3EB6-6B806436226D}"/>
              </a:ext>
            </a:extLst>
          </p:cNvPr>
          <p:cNvGrpSpPr/>
          <p:nvPr/>
        </p:nvGrpSpPr>
        <p:grpSpPr>
          <a:xfrm>
            <a:off x="2661266" y="3314879"/>
            <a:ext cx="2100115" cy="569273"/>
            <a:chOff x="1708412" y="4047527"/>
            <a:chExt cx="2100115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id="{2E39327F-C962-C4F6-AF0B-40648BE5A073}"/>
                    </a:ext>
                  </a:extLst>
                </p:cNvPr>
                <p:cNvSpPr/>
                <p:nvPr/>
              </p:nvSpPr>
              <p:spPr>
                <a:xfrm>
                  <a:off x="1708412" y="4047527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395A84C-3CE5-71AC-A626-2482FEDF6E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708412" y="4047527"/>
                  <a:ext cx="524250" cy="569273"/>
                </a:xfrm>
                <a:prstGeom prst="rect">
                  <a:avLst/>
                </a:prstGeom>
                <a:blipFill rotWithShape="0"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1B7CD173-9019-8AC5-D5EE-FEAC6FA99A32}"/>
                    </a:ext>
                  </a:extLst>
                </p:cNvPr>
                <p:cNvSpPr/>
                <p:nvPr/>
              </p:nvSpPr>
              <p:spPr>
                <a:xfrm>
                  <a:off x="2427095" y="4047527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A6038E95-5075-3B4B-121A-7F60247096F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27095" y="4047527"/>
                  <a:ext cx="524250" cy="569273"/>
                </a:xfrm>
                <a:prstGeom prst="rect">
                  <a:avLst/>
                </a:prstGeom>
                <a:blipFill rotWithShape="0"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id="{97598B1B-D9DA-A882-FFE9-3686DAB7E1EB}"/>
                    </a:ext>
                  </a:extLst>
                </p:cNvPr>
                <p:cNvSpPr/>
                <p:nvPr/>
              </p:nvSpPr>
              <p:spPr>
                <a:xfrm>
                  <a:off x="3284277" y="4047527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𝟓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0A6FE59-0ED1-570D-4D2B-05C4F630A31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84277" y="4047527"/>
                  <a:ext cx="524250" cy="569273"/>
                </a:xfrm>
                <a:prstGeom prst="rect">
                  <a:avLst/>
                </a:prstGeom>
                <a:blipFill rotWithShape="0">
                  <a:blip r:embed="rId2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777CFDC1-4B94-CDC3-1900-C11D49189E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Elementary Row Operations</a:t>
            </a:r>
          </a:p>
        </p:txBody>
      </p:sp>
      <p:sp>
        <p:nvSpPr>
          <p:cNvPr id="16" name="Content Placeholder 4">
            <a:extLst>
              <a:ext uri="{FF2B5EF4-FFF2-40B4-BE49-F238E27FC236}">
                <a16:creationId xmlns:a16="http://schemas.microsoft.com/office/drawing/2014/main" id="{AAFB5F0E-B0D6-C7E9-88C3-C9D0DE0DB8C5}"/>
              </a:ext>
            </a:extLst>
          </p:cNvPr>
          <p:cNvSpPr txBox="1">
            <a:spLocks/>
          </p:cNvSpPr>
          <p:nvPr/>
        </p:nvSpPr>
        <p:spPr>
          <a:xfrm>
            <a:off x="192649" y="835545"/>
            <a:ext cx="6549346" cy="587423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28575" cap="flat" cmpd="sng" algn="ctr">
            <a:solidFill>
              <a:schemeClr val="tx1"/>
            </a:solidFill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IN" sz="2800" b="1" dirty="0">
                <a:solidFill>
                  <a:srgbClr val="002060"/>
                </a:solidFill>
              </a:rPr>
              <a:t>3) Add a multiple of one row to another row</a:t>
            </a:r>
          </a:p>
        </p:txBody>
      </p:sp>
      <p:sp>
        <p:nvSpPr>
          <p:cNvPr id="17" name="Content Placeholder 4">
            <a:extLst>
              <a:ext uri="{FF2B5EF4-FFF2-40B4-BE49-F238E27FC236}">
                <a16:creationId xmlns:a16="http://schemas.microsoft.com/office/drawing/2014/main" id="{242BB2E0-78B6-507D-D4E6-21A9AE25BBB0}"/>
              </a:ext>
            </a:extLst>
          </p:cNvPr>
          <p:cNvSpPr txBox="1">
            <a:spLocks/>
          </p:cNvSpPr>
          <p:nvPr/>
        </p:nvSpPr>
        <p:spPr>
          <a:xfrm>
            <a:off x="138057" y="1491204"/>
            <a:ext cx="1827220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Notation:</a:t>
            </a:r>
          </a:p>
        </p:txBody>
      </p:sp>
      <p:sp>
        <p:nvSpPr>
          <p:cNvPr id="18" name="Content Placeholder 4">
            <a:extLst>
              <a:ext uri="{FF2B5EF4-FFF2-40B4-BE49-F238E27FC236}">
                <a16:creationId xmlns:a16="http://schemas.microsoft.com/office/drawing/2014/main" id="{D54EA941-3A59-0AA6-DBE9-3D4CAEA34A9A}"/>
              </a:ext>
            </a:extLst>
          </p:cNvPr>
          <p:cNvSpPr txBox="1">
            <a:spLocks/>
          </p:cNvSpPr>
          <p:nvPr/>
        </p:nvSpPr>
        <p:spPr>
          <a:xfrm>
            <a:off x="138056" y="2010912"/>
            <a:ext cx="1827220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Meaning: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3D86CEE7-F088-DDEF-01C1-40207A65A93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71238" y="1491204"/>
                <a:ext cx="8083587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𝐑</m:t>
                        </m:r>
                      </m:e>
                      <m:sub>
                        <m:r>
                          <a:rPr lang="en-IN" sz="2800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𝐢𝐣</m:t>
                        </m:r>
                      </m:sub>
                    </m:sSub>
                    <m:d>
                      <m:dPr>
                        <m:ctrlPr>
                          <a:rPr lang="en-IN" sz="2800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𝐤</m:t>
                        </m:r>
                      </m:e>
                    </m:d>
                    <m:r>
                      <a:rPr lang="en-IN" sz="2800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 OR</a:t>
                </a:r>
                <a:r>
                  <a:rPr lang="en-IN" sz="2800" dirty="0">
                    <a:solidFill>
                      <a:srgbClr val="002060"/>
                    </a:solidFill>
                  </a:rPr>
                  <a:t>  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R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j</m:t>
                        </m:r>
                      </m:sub>
                    </m:sSub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k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∙</m:t>
                    </m:r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R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;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i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j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3D86CEE7-F088-DDEF-01C1-40207A65A9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71238" y="1491204"/>
                <a:ext cx="8083587" cy="463079"/>
              </a:xfrm>
              <a:prstGeom prst="rect">
                <a:avLst/>
              </a:prstGeom>
              <a:blipFill>
                <a:blip r:embed="rId23"/>
                <a:stretch>
                  <a:fillRect t="-27632" b="-3552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E135FA18-101B-910E-9B17-94EA1C50531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74204" y="2024560"/>
                <a:ext cx="10279740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b="1" dirty="0">
                    <a:solidFill>
                      <a:srgbClr val="FF0000"/>
                    </a:solidFill>
                  </a:rPr>
                  <a:t>Multiplication </a:t>
                </a:r>
                <a:r>
                  <a:rPr lang="en-IN" sz="2800" dirty="0">
                    <a:solidFill>
                      <a:srgbClr val="002060"/>
                    </a:solidFill>
                  </a:rPr>
                  <a:t>of all the elements of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th</m:t>
                        </m:r>
                      </m:sup>
                    </m:sSup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row by a non-zero scalar </a:t>
                </a:r>
                <a14:m>
                  <m:oMath xmlns:m="http://schemas.openxmlformats.org/officeDocument/2006/math">
                    <m:r>
                      <a:rPr lang="en-IN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𝐤</m:t>
                    </m:r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 </a:t>
                </a:r>
                <a:r>
                  <a:rPr lang="en-IN" sz="2800" dirty="0">
                    <a:solidFill>
                      <a:srgbClr val="002060"/>
                    </a:solidFill>
                  </a:rPr>
                  <a:t>and </a:t>
                </a:r>
              </a:p>
            </p:txBody>
          </p:sp>
        </mc:Choice>
        <mc:Fallback xmlns="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E135FA18-101B-910E-9B17-94EA1C5053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74204" y="2024560"/>
                <a:ext cx="10279740" cy="463079"/>
              </a:xfrm>
              <a:prstGeom prst="rect">
                <a:avLst/>
              </a:prstGeom>
              <a:blipFill>
                <a:blip r:embed="rId24"/>
                <a:stretch>
                  <a:fillRect l="-1186" t="-21053" b="-4210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Content Placeholder 4">
            <a:extLst>
              <a:ext uri="{FF2B5EF4-FFF2-40B4-BE49-F238E27FC236}">
                <a16:creationId xmlns:a16="http://schemas.microsoft.com/office/drawing/2014/main" id="{DD70012A-CA61-4CF7-25FF-88DF35554579}"/>
              </a:ext>
            </a:extLst>
          </p:cNvPr>
          <p:cNvSpPr txBox="1">
            <a:spLocks/>
          </p:cNvSpPr>
          <p:nvPr/>
        </p:nvSpPr>
        <p:spPr>
          <a:xfrm>
            <a:off x="138056" y="3021359"/>
            <a:ext cx="1827220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301B92"/>
                </a:solidFill>
              </a:rPr>
              <a:t>Example: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Content Placeholder 4">
                <a:extLst>
                  <a:ext uri="{FF2B5EF4-FFF2-40B4-BE49-F238E27FC236}">
                    <a16:creationId xmlns:a16="http://schemas.microsoft.com/office/drawing/2014/main" id="{C8200706-75EF-E097-1B1A-71D7A54C24B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363235" y="3903994"/>
                <a:ext cx="2853740" cy="39932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Applying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𝐑</m:t>
                        </m:r>
                      </m:e>
                      <m:sub>
                        <m:r>
                          <a:rPr lang="en-IN" sz="28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  <m:r>
                          <a:rPr lang="en-IN" sz="2800" b="1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  <m:d>
                      <m:dPr>
                        <m:ctrlPr>
                          <a:rPr lang="en-IN" sz="28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e>
                    </m:d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Content Placeholder 4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F1D26E38-EC21-8A2F-8072-A04A27231C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3235" y="3903994"/>
                <a:ext cx="2853740" cy="399327"/>
              </a:xfrm>
              <a:prstGeom prst="rect">
                <a:avLst/>
              </a:prstGeom>
              <a:blipFill rotWithShape="0">
                <a:blip r:embed="rId25"/>
                <a:stretch>
                  <a:fillRect l="-4060" t="-34848" b="-5151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A5673668-4475-F8B6-10D8-2BFF95B0171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71238" y="2585646"/>
                <a:ext cx="5788511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b="1" dirty="0">
                    <a:solidFill>
                      <a:srgbClr val="FF0000"/>
                    </a:solidFill>
                  </a:rPr>
                  <a:t>add </a:t>
                </a:r>
                <a:r>
                  <a:rPr lang="en-IN" sz="2800" dirty="0">
                    <a:solidFill>
                      <a:srgbClr val="002060"/>
                    </a:solidFill>
                  </a:rPr>
                  <a:t>it into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j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th</m:t>
                        </m:r>
                      </m:sup>
                    </m:sSup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row.</a:t>
                </a: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A5673668-4475-F8B6-10D8-2BFF95B017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71238" y="2585646"/>
                <a:ext cx="5788511" cy="463079"/>
              </a:xfrm>
              <a:prstGeom prst="rect">
                <a:avLst/>
              </a:prstGeom>
              <a:blipFill>
                <a:blip r:embed="rId26"/>
                <a:stretch>
                  <a:fillRect l="-2213" t="-21053" b="-4210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EFAE1130-8B85-398A-BD99-C4CA7ABC5432}"/>
                  </a:ext>
                </a:extLst>
              </p:cNvPr>
              <p:cNvSpPr/>
              <p:nvPr/>
            </p:nvSpPr>
            <p:spPr>
              <a:xfrm>
                <a:off x="4882847" y="5013063"/>
                <a:ext cx="1108696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IN" sz="2800" b="0" dirty="0">
                    <a:solidFill>
                      <a:srgbClr val="00B0F0"/>
                    </a:solidFill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e>
                    </m:d>
                  </m:oMath>
                </a14:m>
                <a:endParaRPr lang="en-IN" sz="2800" b="1" dirty="0"/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4EE44DCF-0E7E-5C29-EEEE-558B18DA81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82847" y="5013063"/>
                <a:ext cx="1108696" cy="523220"/>
              </a:xfrm>
              <a:prstGeom prst="rect">
                <a:avLst/>
              </a:prstGeom>
              <a:blipFill rotWithShape="0"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FF66BB07-85A5-92B5-7C2C-C67D46409C2F}"/>
                  </a:ext>
                </a:extLst>
              </p:cNvPr>
              <p:cNvSpPr/>
              <p:nvPr/>
            </p:nvSpPr>
            <p:spPr>
              <a:xfrm>
                <a:off x="4538282" y="5014405"/>
                <a:ext cx="522900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F2CEDC78-DEA2-6EDD-5320-6F2C0FA49F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38282" y="5014405"/>
                <a:ext cx="522900" cy="523220"/>
              </a:xfrm>
              <a:prstGeom prst="rect">
                <a:avLst/>
              </a:prstGeom>
              <a:blipFill rotWithShape="0"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B94571BE-E95B-A20A-E5EF-EE0B9D6931FE}"/>
                  </a:ext>
                </a:extLst>
              </p:cNvPr>
              <p:cNvSpPr/>
              <p:nvPr/>
            </p:nvSpPr>
            <p:spPr>
              <a:xfrm>
                <a:off x="5750252" y="5019085"/>
                <a:ext cx="693119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A1F4D556-5258-EF92-E61B-AC9CD2937E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0252" y="5019085"/>
                <a:ext cx="693119" cy="523220"/>
              </a:xfrm>
              <a:prstGeom prst="rect">
                <a:avLst/>
              </a:prstGeom>
              <a:blipFill rotWithShape="0"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138A9B4D-2439-C066-19C5-F66500FB4606}"/>
              </a:ext>
            </a:extLst>
          </p:cNvPr>
          <p:cNvCxnSpPr>
            <a:cxnSpLocks/>
          </p:cNvCxnSpPr>
          <p:nvPr/>
        </p:nvCxnSpPr>
        <p:spPr>
          <a:xfrm>
            <a:off x="6217281" y="6078391"/>
            <a:ext cx="2514599" cy="0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550B4A80-D9FF-8E65-BB36-70E83EA1D280}"/>
                  </a:ext>
                </a:extLst>
              </p:cNvPr>
              <p:cNvSpPr/>
              <p:nvPr/>
            </p:nvSpPr>
            <p:spPr>
              <a:xfrm>
                <a:off x="5785174" y="5514227"/>
                <a:ext cx="534121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54EC243D-6B35-00DF-3CC7-FE45199DBD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85174" y="5514227"/>
                <a:ext cx="534121" cy="523220"/>
              </a:xfrm>
              <a:prstGeom prst="rect">
                <a:avLst/>
              </a:prstGeom>
              <a:blipFill rotWithShape="0"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Group 9">
            <a:extLst>
              <a:ext uri="{FF2B5EF4-FFF2-40B4-BE49-F238E27FC236}">
                <a16:creationId xmlns:a16="http://schemas.microsoft.com/office/drawing/2014/main" id="{7ED0B5B3-E4AF-6A32-1CC3-A51F49152101}"/>
              </a:ext>
            </a:extLst>
          </p:cNvPr>
          <p:cNvGrpSpPr/>
          <p:nvPr/>
        </p:nvGrpSpPr>
        <p:grpSpPr>
          <a:xfrm>
            <a:off x="6315982" y="4990036"/>
            <a:ext cx="2253775" cy="569273"/>
            <a:chOff x="1708412" y="4047527"/>
            <a:chExt cx="2253775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2E64057A-8F0A-20E5-A4EF-868E97716933}"/>
                    </a:ext>
                  </a:extLst>
                </p:cNvPr>
                <p:cNvSpPr/>
                <p:nvPr/>
              </p:nvSpPr>
              <p:spPr>
                <a:xfrm>
                  <a:off x="1708412" y="4047527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7C61C4F-B6B2-81B6-E63F-E7032F0E05B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708412" y="4047527"/>
                  <a:ext cx="524250" cy="569273"/>
                </a:xfrm>
                <a:prstGeom prst="rect">
                  <a:avLst/>
                </a:prstGeom>
                <a:blipFill rotWithShape="0">
                  <a:blip r:embed="rId3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E8935F06-5906-638C-64DD-32E0363F2CF0}"/>
                    </a:ext>
                  </a:extLst>
                </p:cNvPr>
                <p:cNvSpPr/>
                <p:nvPr/>
              </p:nvSpPr>
              <p:spPr>
                <a:xfrm>
                  <a:off x="2604519" y="4047527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0BEE1B9-140D-6E7C-C84F-FFAE4CE30F1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04519" y="4047527"/>
                  <a:ext cx="524250" cy="569273"/>
                </a:xfrm>
                <a:prstGeom prst="rect">
                  <a:avLst/>
                </a:prstGeom>
                <a:blipFill rotWithShape="0">
                  <a:blip r:embed="rId3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CD7821D5-9AA1-FA58-8E7D-AFD1C9338C07}"/>
                    </a:ext>
                  </a:extLst>
                </p:cNvPr>
                <p:cNvSpPr/>
                <p:nvPr/>
              </p:nvSpPr>
              <p:spPr>
                <a:xfrm>
                  <a:off x="3106853" y="4047527"/>
                  <a:ext cx="855334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𝟏𝟎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4A1505AE-8967-C70C-37B2-39BA62FD5E2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106853" y="4047527"/>
                  <a:ext cx="855334" cy="569273"/>
                </a:xfrm>
                <a:prstGeom prst="rect">
                  <a:avLst/>
                </a:prstGeom>
                <a:blipFill rotWithShape="0">
                  <a:blip r:embed="rId3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6547FA9-D9A5-7319-1B00-95572F72B232}"/>
              </a:ext>
            </a:extLst>
          </p:cNvPr>
          <p:cNvGrpSpPr/>
          <p:nvPr/>
        </p:nvGrpSpPr>
        <p:grpSpPr>
          <a:xfrm>
            <a:off x="2654983" y="3874497"/>
            <a:ext cx="2086467" cy="569273"/>
            <a:chOff x="1694764" y="4074823"/>
            <a:chExt cx="2086467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870EF576-BBA2-C285-177E-26437EC1AAAA}"/>
                    </a:ext>
                  </a:extLst>
                </p:cNvPr>
                <p:cNvSpPr/>
                <p:nvPr/>
              </p:nvSpPr>
              <p:spPr>
                <a:xfrm>
                  <a:off x="1694764" y="407482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F49BCEE-D816-957A-076F-C3C746B5038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94764" y="4074823"/>
                  <a:ext cx="524250" cy="569273"/>
                </a:xfrm>
                <a:prstGeom prst="rect">
                  <a:avLst/>
                </a:prstGeom>
                <a:blipFill rotWithShape="0">
                  <a:blip r:embed="rId3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EDC019A0-049D-FE3B-DD49-EB4702ACBBED}"/>
                    </a:ext>
                  </a:extLst>
                </p:cNvPr>
                <p:cNvSpPr/>
                <p:nvPr/>
              </p:nvSpPr>
              <p:spPr>
                <a:xfrm>
                  <a:off x="2468039" y="407482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FD88AE8F-1233-DC81-79C5-EA5A6B1BC8D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68039" y="4074823"/>
                  <a:ext cx="524250" cy="569273"/>
                </a:xfrm>
                <a:prstGeom prst="rect">
                  <a:avLst/>
                </a:prstGeom>
                <a:blipFill rotWithShape="0">
                  <a:blip r:embed="rId3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674CC151-ECDE-C76A-2507-172BAFB36E2F}"/>
                    </a:ext>
                  </a:extLst>
                </p:cNvPr>
                <p:cNvSpPr/>
                <p:nvPr/>
              </p:nvSpPr>
              <p:spPr>
                <a:xfrm>
                  <a:off x="3256981" y="407482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𝟏𝟎</m:t>
                        </m:r>
                      </m:oMath>
                    </m:oMathPara>
                  </a14:m>
                  <a:endParaRPr lang="en-IN" sz="2800" b="1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BF0CFB6-DC10-4E03-7FDC-E51191A9D1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56981" y="4074823"/>
                  <a:ext cx="524250" cy="569273"/>
                </a:xfrm>
                <a:prstGeom prst="rect">
                  <a:avLst/>
                </a:prstGeom>
                <a:blipFill rotWithShape="0">
                  <a:blip r:embed="rId3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07F83AB-F080-B0C7-E8FF-A973A3B218E3}"/>
              </a:ext>
            </a:extLst>
          </p:cNvPr>
          <p:cNvGrpSpPr/>
          <p:nvPr/>
        </p:nvGrpSpPr>
        <p:grpSpPr>
          <a:xfrm>
            <a:off x="6430980" y="6073046"/>
            <a:ext cx="2072819" cy="569273"/>
            <a:chOff x="1681116" y="4047527"/>
            <a:chExt cx="2113763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FDDE8047-C07E-4E06-3696-9221BE5E5820}"/>
                    </a:ext>
                  </a:extLst>
                </p:cNvPr>
                <p:cNvSpPr/>
                <p:nvPr/>
              </p:nvSpPr>
              <p:spPr>
                <a:xfrm>
                  <a:off x="1681116" y="4047527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14700E22-93F2-1FF0-FBE0-C472BAFBE5F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81116" y="4047527"/>
                  <a:ext cx="524250" cy="569273"/>
                </a:xfrm>
                <a:prstGeom prst="rect">
                  <a:avLst/>
                </a:prstGeom>
                <a:blipFill rotWithShape="0">
                  <a:blip r:embed="rId3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3E974B9B-B310-CE58-A91D-F6D2C9FCFD11}"/>
                    </a:ext>
                  </a:extLst>
                </p:cNvPr>
                <p:cNvSpPr/>
                <p:nvPr/>
              </p:nvSpPr>
              <p:spPr>
                <a:xfrm>
                  <a:off x="2495874" y="4047527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𝟖</m:t>
                        </m:r>
                      </m:oMath>
                    </m:oMathPara>
                  </a14:m>
                  <a:endParaRPr lang="en-IN" sz="2800" b="1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9DBFF62-7D75-D099-F1E4-06F6CCE8176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95874" y="4047527"/>
                  <a:ext cx="524250" cy="569273"/>
                </a:xfrm>
                <a:prstGeom prst="rect">
                  <a:avLst/>
                </a:prstGeom>
                <a:blipFill rotWithShape="0">
                  <a:blip r:embed="rId3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1C365C89-399E-7D95-156E-DE9527AF6BAD}"/>
                    </a:ext>
                  </a:extLst>
                </p:cNvPr>
                <p:cNvSpPr/>
                <p:nvPr/>
              </p:nvSpPr>
              <p:spPr>
                <a:xfrm>
                  <a:off x="3270629" y="4047527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AD711739-ED2E-56D1-1C33-D144DD11B66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70629" y="4047527"/>
                  <a:ext cx="524250" cy="569273"/>
                </a:xfrm>
                <a:prstGeom prst="rect">
                  <a:avLst/>
                </a:prstGeom>
                <a:blipFill rotWithShape="0">
                  <a:blip r:embed="rId3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2369732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3.7037E-7 L -0.00183 0.24699 " pathEditMode="relative" rAng="0" ptsTypes="AA">
                                      <p:cBhvr>
                                        <p:cTn id="43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6" y="1240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9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17 -1.48148E-6 L 0.30898 0.2331 " pathEditMode="relative" rAng="0" ptsTypes="AA">
                                      <p:cBhvr>
                                        <p:cTn id="6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391" y="11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000"/>
                            </p:stCondLst>
                            <p:childTnLst>
                              <p:par>
                                <p:cTn id="6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56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-2.96296E-6 L 0.21745 -0.32801 " pathEditMode="relative" rAng="0" ptsTypes="AA">
                                      <p:cBhvr>
                                        <p:cTn id="82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85" y="-16319"/>
                                    </p:animMotion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/>
      <p:bldP spid="18" grpId="0"/>
      <p:bldP spid="19" grpId="0"/>
      <p:bldP spid="20" grpId="0"/>
      <p:bldP spid="25" grpId="0"/>
      <p:bldP spid="31" grpId="0"/>
      <p:bldP spid="4" grpId="0"/>
      <p:bldP spid="5" grpId="0"/>
      <p:bldP spid="5" grpId="1"/>
      <p:bldP spid="6" grpId="0"/>
      <p:bldP spid="6" grpId="1"/>
      <p:bldP spid="7" grpId="0"/>
      <p:bldP spid="7" grpId="1"/>
      <p:bldP spid="9" grpId="0"/>
      <p:bldP spid="9" grpId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1B38700-2AAD-E2EF-616D-2F12B0E43C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Elementary Row Operations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239A2EC-2929-72EC-39A4-C87E2D11FCFA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IN" dirty="0"/>
                  <a:t>If we apply any elementary row operation on any matrix A, then the resultant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dirty="0"/>
                  <a:t>is equivalent to the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dirty="0"/>
              </a:p>
              <a:p>
                <a:r>
                  <a:rPr lang="en-IN" dirty="0"/>
                  <a:t> We write </a:t>
                </a:r>
                <a14:m>
                  <m:oMath xmlns:m="http://schemas.openxmlformats.org/officeDocument/2006/math">
                    <m:r>
                      <a:rPr lang="en-IN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𝐁</m:t>
                    </m:r>
                    <m:r>
                      <a:rPr lang="en-IN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~</m:t>
                    </m:r>
                    <m:r>
                      <a:rPr lang="en-IN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IN" dirty="0"/>
                  <a:t> and read as ‘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is equivalent to the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dirty="0"/>
                  <a:t>’.</a:t>
                </a: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3239A2EC-2929-72EC-39A4-C87E2D11FCF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49115112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50FA0F-043E-AD73-F7C3-3023ADE24B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30857B8-A7FA-D758-72C1-D8E96B96CD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Elementary Row Operations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47B80B3-9DC6-C898-0FEE-F2999AD8ACC9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b="1" dirty="0"/>
                  <a:t>Remarks:</a:t>
                </a:r>
                <a:endParaRPr lang="en-IN" dirty="0"/>
              </a:p>
              <a:p>
                <a:pPr lvl="1"/>
                <a:r>
                  <a:rPr lang="en-US" dirty="0"/>
                  <a:t>If we apply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𝐑</m:t>
                        </m:r>
                      </m:e>
                      <m:sub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𝐢𝐣</m:t>
                        </m:r>
                      </m:sub>
                    </m:sSub>
                  </m:oMath>
                </a14:m>
                <a:r>
                  <a:rPr lang="en-US" dirty="0"/>
                  <a:t> on a square matrix A, then the determinant of the resultant matrix is </a:t>
                </a:r>
                <a14:m>
                  <m:oMath xmlns:m="http://schemas.openxmlformats.org/officeDocument/2006/math">
                    <m:r>
                      <a:rPr lang="en-IN" b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|"/>
                        <m:endChr m:val="|"/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b="1" dirty="0"/>
                  <a:t>.</a:t>
                </a:r>
                <a:endParaRPr lang="en-IN" dirty="0"/>
              </a:p>
              <a:p>
                <a:pPr lvl="1"/>
                <a:r>
                  <a:rPr lang="en-US" dirty="0"/>
                  <a:t>If we apply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𝐤</m:t>
                        </m:r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∙</m:t>
                        </m:r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𝐑</m:t>
                        </m:r>
                      </m:e>
                      <m:sub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</m:oMath>
                </a14:m>
                <a:r>
                  <a:rPr lang="en-US" dirty="0">
                    <a:solidFill>
                      <a:srgbClr val="FF0000"/>
                    </a:solidFill>
                  </a:rPr>
                  <a:t> </a:t>
                </a:r>
                <a:r>
                  <a:rPr lang="en-US" dirty="0"/>
                  <a:t>on a square matrix A, then the determinant of the resultant matrix is </a:t>
                </a:r>
                <a14:m>
                  <m:oMath xmlns:m="http://schemas.openxmlformats.org/officeDocument/2006/math">
                    <m:r>
                      <a:rPr lang="en-IN" b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𝐤</m:t>
                    </m:r>
                    <m:r>
                      <a:rPr lang="en-IN" b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d>
                      <m:dPr>
                        <m:begChr m:val="|"/>
                        <m:endChr m:val="|"/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b="1" dirty="0"/>
                  <a:t>.</a:t>
                </a:r>
                <a:endParaRPr lang="en-IN" dirty="0"/>
              </a:p>
              <a:p>
                <a:pPr lvl="1"/>
                <a:r>
                  <a:rPr lang="en-US" dirty="0"/>
                  <a:t>If we apply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𝐑</m:t>
                        </m:r>
                      </m:e>
                      <m:sub>
                        <m:r>
                          <a:rPr lang="en-IN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𝐢𝐣</m:t>
                        </m:r>
                      </m:sub>
                    </m:sSub>
                    <m:r>
                      <a:rPr lang="en-IN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𝐤</m:t>
                    </m:r>
                    <m:r>
                      <a:rPr lang="en-IN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dirty="0">
                    <a:solidFill>
                      <a:srgbClr val="FF0000"/>
                    </a:solidFill>
                  </a:rPr>
                  <a:t> </a:t>
                </a:r>
                <a:r>
                  <a:rPr lang="en-US" dirty="0"/>
                  <a:t>on a square matrix A, then the determinant of the resultant matrix remains </a:t>
                </a:r>
                <a:r>
                  <a:rPr lang="en-US" b="1" dirty="0">
                    <a:solidFill>
                      <a:srgbClr val="FF0000"/>
                    </a:solidFill>
                  </a:rPr>
                  <a:t>same</a:t>
                </a:r>
                <a:r>
                  <a:rPr lang="en-US" dirty="0"/>
                  <a:t>.</a:t>
                </a:r>
                <a:endParaRPr lang="en-IN" dirty="0"/>
              </a:p>
              <a:p>
                <a:r>
                  <a:rPr lang="en-US" b="1" dirty="0"/>
                  <a:t>Note: </a:t>
                </a:r>
                <a:r>
                  <a:rPr lang="en-IN" dirty="0"/>
                  <a:t>The above determinant properties are equally valid for elementary column operations.</a:t>
                </a: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547B80B3-9DC6-C898-0FEE-F2999AD8ACC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 b="-65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532094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ECFC8A-BC0D-5D72-FE99-20313653B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FDFDD70C-3AAE-183B-5AED-36C59E3E9B77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Example:1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FDFDD70C-3AAE-183B-5AED-36C59E3E9B7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CAE77E5B-BF33-5497-20B0-3BFB83C99976}"/>
              </a:ext>
            </a:extLst>
          </p:cNvPr>
          <p:cNvSpPr txBox="1">
            <a:spLocks/>
          </p:cNvSpPr>
          <p:nvPr/>
        </p:nvSpPr>
        <p:spPr>
          <a:xfrm>
            <a:off x="205273" y="800163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p:sp>
        <p:nvSpPr>
          <p:cNvPr id="7" name="Content Placeholder 4">
            <a:extLst>
              <a:ext uri="{FF2B5EF4-FFF2-40B4-BE49-F238E27FC236}">
                <a16:creationId xmlns:a16="http://schemas.microsoft.com/office/drawing/2014/main" id="{D0F31B58-9644-11ED-9321-574F96F65607}"/>
              </a:ext>
            </a:extLst>
          </p:cNvPr>
          <p:cNvSpPr txBox="1">
            <a:spLocks/>
          </p:cNvSpPr>
          <p:nvPr/>
        </p:nvSpPr>
        <p:spPr>
          <a:xfrm>
            <a:off x="132610" y="1690078"/>
            <a:ext cx="7639790" cy="13353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IN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432616B4-C8C0-B2D6-2FB5-E8CE6DDBA32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2610" y="1639412"/>
                <a:ext cx="2376153" cy="86905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7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−3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432616B4-C8C0-B2D6-2FB5-E8CE6DDBA3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2610" y="1639412"/>
                <a:ext cx="2376153" cy="869059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98CE65F0-ACF3-528E-D932-6332EAF6A555}"/>
                  </a:ext>
                </a:extLst>
              </p:cNvPr>
              <p:cNvSpPr txBox="1">
                <a:spLocks/>
              </p:cNvSpPr>
              <p:nvPr/>
            </p:nvSpPr>
            <p:spPr>
              <a:xfrm flipH="1">
                <a:off x="2723119" y="1378743"/>
                <a:ext cx="3770814" cy="137972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5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2 </m:t>
                                    </m:r>
                                  </m:e>
                                </m:rad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 3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−2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2 </m:t>
                                    </m:r>
                                  </m:e>
                                </m:rad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98CE65F0-ACF3-528E-D932-6332EAF6A5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flipH="1">
                <a:off x="2723119" y="1378743"/>
                <a:ext cx="3770814" cy="137972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E7272109-8DE2-50AC-004B-6C788F2ADE24}"/>
              </a:ext>
            </a:extLst>
          </p:cNvPr>
          <p:cNvSpPr/>
          <p:nvPr/>
        </p:nvSpPr>
        <p:spPr>
          <a:xfrm>
            <a:off x="122278" y="2810502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FC006208-4136-317B-E1E3-EB109A39875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5273" y="3406521"/>
                <a:ext cx="2834524" cy="1072754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−3</m:t>
                                </m:r>
                              </m:e>
                            </m:mr>
                          </m: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FC006208-4136-317B-E1E3-EB109A3987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273" y="3406521"/>
                <a:ext cx="2834524" cy="107275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Content Placeholder 4">
                <a:extLst>
                  <a:ext uri="{FF2B5EF4-FFF2-40B4-BE49-F238E27FC236}">
                    <a16:creationId xmlns:a16="http://schemas.microsoft.com/office/drawing/2014/main" id="{A16B7229-4558-0257-CE14-0E831097DE7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88825" y="4576947"/>
                <a:ext cx="3214437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e>
                      </m:d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−3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)(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Content Placeholder 4">
                <a:extLst>
                  <a:ext uri="{FF2B5EF4-FFF2-40B4-BE49-F238E27FC236}">
                    <a16:creationId xmlns:a16="http://schemas.microsoft.com/office/drawing/2014/main" id="{A16B7229-4558-0257-CE14-0E831097DE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8825" y="4576947"/>
                <a:ext cx="3214437" cy="540000"/>
              </a:xfrm>
              <a:prstGeom prst="rect">
                <a:avLst/>
              </a:prstGeom>
              <a:blipFill>
                <a:blip r:embed="rId6"/>
                <a:stretch>
                  <a:fillRect r="-2083" b="-1477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Content Placeholder 4">
                <a:extLst>
                  <a:ext uri="{FF2B5EF4-FFF2-40B4-BE49-F238E27FC236}">
                    <a16:creationId xmlns:a16="http://schemas.microsoft.com/office/drawing/2014/main" id="{9350420D-9192-54DA-863F-F6A4D786945A}"/>
                  </a:ext>
                </a:extLst>
              </p:cNvPr>
              <p:cNvSpPr txBox="1">
                <a:spLocks/>
              </p:cNvSpPr>
              <p:nvPr/>
            </p:nvSpPr>
            <p:spPr>
              <a:xfrm flipH="1">
                <a:off x="988825" y="5214619"/>
                <a:ext cx="1203649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−53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Content Placeholder 4">
                <a:extLst>
                  <a:ext uri="{FF2B5EF4-FFF2-40B4-BE49-F238E27FC236}">
                    <a16:creationId xmlns:a16="http://schemas.microsoft.com/office/drawing/2014/main" id="{9350420D-9192-54DA-863F-F6A4D78694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flipH="1">
                <a:off x="988825" y="5214619"/>
                <a:ext cx="1203649" cy="540000"/>
              </a:xfrm>
              <a:prstGeom prst="rect">
                <a:avLst/>
              </a:prstGeom>
              <a:blipFill>
                <a:blip r:embed="rId7"/>
                <a:stretch>
                  <a:fillRect r="-252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" name="Content Placeholder 4">
            <a:extLst>
              <a:ext uri="{FF2B5EF4-FFF2-40B4-BE49-F238E27FC236}">
                <a16:creationId xmlns:a16="http://schemas.microsoft.com/office/drawing/2014/main" id="{ED23B262-736E-4535-FBA7-00FB33ACCCF0}"/>
              </a:ext>
            </a:extLst>
          </p:cNvPr>
          <p:cNvSpPr txBox="1">
            <a:spLocks/>
          </p:cNvSpPr>
          <p:nvPr/>
        </p:nvSpPr>
        <p:spPr>
          <a:xfrm>
            <a:off x="1572936" y="869381"/>
            <a:ext cx="6958362" cy="46800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2800" dirty="0">
                <a:solidFill>
                  <a:srgbClr val="002060"/>
                </a:solidFill>
              </a:rPr>
              <a:t>Evaluate the determinant of following matrices.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7FC45F7B-4A36-49BB-E330-CB7BC1EEC8DC}"/>
              </a:ext>
            </a:extLst>
          </p:cNvPr>
          <p:cNvSpPr/>
          <p:nvPr/>
        </p:nvSpPr>
        <p:spPr>
          <a:xfrm>
            <a:off x="122279" y="854244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FF87B9F-9B84-7256-6E11-90CD081D9014}"/>
              </a:ext>
            </a:extLst>
          </p:cNvPr>
          <p:cNvSpPr/>
          <p:nvPr/>
        </p:nvSpPr>
        <p:spPr>
          <a:xfrm>
            <a:off x="1028800" y="5207814"/>
            <a:ext cx="1145786" cy="518427"/>
          </a:xfrm>
          <a:prstGeom prst="rect">
            <a:avLst/>
          </a:prstGeom>
          <a:noFill/>
          <a:ln w="38100">
            <a:solidFill>
              <a:srgbClr val="1D578F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920738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31" grpId="0"/>
      <p:bldP spid="33" grpId="0"/>
      <p:bldP spid="5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9C85F0-FA13-0AB3-0E5D-669892461B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7CA64816-EF26-FD76-10F5-FEB73FB5F751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Example:1(Continue)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7CA64816-EF26-FD76-10F5-FEB73FB5F75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Content Placeholder 4">
                <a:extLst>
                  <a:ext uri="{FF2B5EF4-FFF2-40B4-BE49-F238E27FC236}">
                    <a16:creationId xmlns:a16="http://schemas.microsoft.com/office/drawing/2014/main" id="{39460FB6-993D-1432-1E46-21AA298F9DF9}"/>
                  </a:ext>
                </a:extLst>
              </p:cNvPr>
              <p:cNvSpPr txBox="1">
                <a:spLocks/>
              </p:cNvSpPr>
              <p:nvPr/>
            </p:nvSpPr>
            <p:spPr>
              <a:xfrm flipH="1">
                <a:off x="0" y="711201"/>
                <a:ext cx="4534679" cy="210357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 5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280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  <m:r>
                                      <a:rPr lang="en-US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</m:rad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−2</m:t>
                                </m:r>
                              </m:e>
                              <m:e>
                                <m:rad>
                                  <m:radPr>
                                    <m:degHide m:val="on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  <m:r>
                                      <a:rPr lang="en-US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</m:rad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2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Content Placeholder 4">
                <a:extLst>
                  <a:ext uri="{FF2B5EF4-FFF2-40B4-BE49-F238E27FC236}">
                    <a16:creationId xmlns:a16="http://schemas.microsoft.com/office/drawing/2014/main" id="{39460FB6-993D-1432-1E46-21AA298F9D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flipH="1">
                <a:off x="0" y="711201"/>
                <a:ext cx="4534679" cy="210357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34697A2C-BA27-833E-CD2E-6E5ACFBA0E98}"/>
              </a:ext>
            </a:extLst>
          </p:cNvPr>
          <p:cNvSpPr/>
          <p:nvPr/>
        </p:nvSpPr>
        <p:spPr>
          <a:xfrm>
            <a:off x="1889710" y="1065126"/>
            <a:ext cx="462693" cy="39791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52754406-2386-91AD-26E6-EF9951FAC06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67145" y="2640537"/>
                <a:ext cx="2407920" cy="102570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ad>
                                  <m:radPr>
                                    <m:degHide m:val="on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  <m:r>
                                      <a:rPr lang="en-US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</m:rad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mr>
                          </m: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52754406-2386-91AD-26E6-EF9951FAC0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7145" y="2640537"/>
                <a:ext cx="2407920" cy="102570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9A94F4F3-5CDF-957C-A32A-C5972A3196F5}"/>
              </a:ext>
            </a:extLst>
          </p:cNvPr>
          <p:cNvSpPr/>
          <p:nvPr/>
        </p:nvSpPr>
        <p:spPr>
          <a:xfrm>
            <a:off x="2710752" y="1065126"/>
            <a:ext cx="615844" cy="39791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2BE14F83-FC8E-7D77-59F1-BABDC352C7B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181863" y="2640537"/>
                <a:ext cx="3059921" cy="102570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(−1)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US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  <m:r>
                                      <a:rPr lang="en-US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</m:rad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−2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mr>
                          </m: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2BE14F83-FC8E-7D77-59F1-BABDC352C7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1863" y="2640537"/>
                <a:ext cx="3059921" cy="102570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6CB8878F-4608-6F8F-9376-E53E9CAB38EE}"/>
              </a:ext>
            </a:extLst>
          </p:cNvPr>
          <p:cNvSpPr/>
          <p:nvPr/>
        </p:nvSpPr>
        <p:spPr>
          <a:xfrm>
            <a:off x="3651009" y="1065125"/>
            <a:ext cx="462693" cy="39791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Content Placeholder 4">
                <a:extLst>
                  <a:ext uri="{FF2B5EF4-FFF2-40B4-BE49-F238E27FC236}">
                    <a16:creationId xmlns:a16="http://schemas.microsoft.com/office/drawing/2014/main" id="{5EF4AC7A-AA81-A579-ECBC-789B9E9B00C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36382" y="2655845"/>
                <a:ext cx="3059921" cy="102570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  <m:r>
                                      <a:rPr lang="en-US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</m:rad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−2</m:t>
                                </m:r>
                              </m:e>
                              <m:e>
                                <m:rad>
                                  <m:radPr>
                                    <m:degHide m:val="on"/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  <m:r>
                                      <a:rPr lang="en-US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</m:rad>
                              </m:e>
                            </m:mr>
                          </m: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Content Placeholder 4">
                <a:extLst>
                  <a:ext uri="{FF2B5EF4-FFF2-40B4-BE49-F238E27FC236}">
                    <a16:creationId xmlns:a16="http://schemas.microsoft.com/office/drawing/2014/main" id="{5EF4AC7A-AA81-A579-ECBC-789B9E9B00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36382" y="2655845"/>
                <a:ext cx="3059921" cy="1025706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Content Placeholder 4">
                <a:extLst>
                  <a:ext uri="{FF2B5EF4-FFF2-40B4-BE49-F238E27FC236}">
                    <a16:creationId xmlns:a16="http://schemas.microsoft.com/office/drawing/2014/main" id="{BECE3479-714F-BA65-542E-63D59477EAC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67145" y="3943764"/>
                <a:ext cx="6109571" cy="54195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 xmlns:m="http://schemas.openxmlformats.org/officeDocument/2006/math">
                    <m:r>
                      <a:rPr lang="en-US" sz="280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5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6−0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+1(4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US" sz="280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rad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−0)+1(4+6)</m:t>
                    </m:r>
                  </m:oMath>
                </a14:m>
                <a:endParaRPr lang="en-IN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Content Placeholder 4">
                <a:extLst>
                  <a:ext uri="{FF2B5EF4-FFF2-40B4-BE49-F238E27FC236}">
                    <a16:creationId xmlns:a16="http://schemas.microsoft.com/office/drawing/2014/main" id="{BECE3479-714F-BA65-542E-63D59477EA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7145" y="3943764"/>
                <a:ext cx="6109571" cy="54195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Content Placeholder 4">
                <a:extLst>
                  <a:ext uri="{FF2B5EF4-FFF2-40B4-BE49-F238E27FC236}">
                    <a16:creationId xmlns:a16="http://schemas.microsoft.com/office/drawing/2014/main" id="{063E59EB-1599-42BF-4C09-167414FFD89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45879" y="4763240"/>
                <a:ext cx="3115128" cy="54195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30+4</m:t>
                      </m:r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Content Placeholder 4">
                <a:extLst>
                  <a:ext uri="{FF2B5EF4-FFF2-40B4-BE49-F238E27FC236}">
                    <a16:creationId xmlns:a16="http://schemas.microsoft.com/office/drawing/2014/main" id="{063E59EB-1599-42BF-4C09-167414FFD8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5879" y="4763240"/>
                <a:ext cx="3115128" cy="54195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Content Placeholder 4">
                <a:extLst>
                  <a:ext uri="{FF2B5EF4-FFF2-40B4-BE49-F238E27FC236}">
                    <a16:creationId xmlns:a16="http://schemas.microsoft.com/office/drawing/2014/main" id="{CF842B51-343C-E0D6-2B1F-4AD4763173D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67145" y="5614709"/>
                <a:ext cx="2235200" cy="54195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0+4</m:t>
                      </m:r>
                      <m:r>
                        <m:rPr>
                          <m:nor/>
                        </m:rPr>
                        <a:rPr lang="en-IN" sz="280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ad>
                        <m:radPr>
                          <m:deg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Content Placeholder 4">
                <a:extLst>
                  <a:ext uri="{FF2B5EF4-FFF2-40B4-BE49-F238E27FC236}">
                    <a16:creationId xmlns:a16="http://schemas.microsoft.com/office/drawing/2014/main" id="{CF842B51-343C-E0D6-2B1F-4AD4763173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7145" y="5614709"/>
                <a:ext cx="2235200" cy="54195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 3">
            <a:extLst>
              <a:ext uri="{FF2B5EF4-FFF2-40B4-BE49-F238E27FC236}">
                <a16:creationId xmlns:a16="http://schemas.microsoft.com/office/drawing/2014/main" id="{816D2CC5-035B-D001-9781-3ACE0403656A}"/>
              </a:ext>
            </a:extLst>
          </p:cNvPr>
          <p:cNvSpPr/>
          <p:nvPr/>
        </p:nvSpPr>
        <p:spPr>
          <a:xfrm>
            <a:off x="898773" y="5609362"/>
            <a:ext cx="2232814" cy="518427"/>
          </a:xfrm>
          <a:prstGeom prst="rect">
            <a:avLst/>
          </a:prstGeom>
          <a:noFill/>
          <a:ln w="38100">
            <a:solidFill>
              <a:srgbClr val="1D578F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5615458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3" grpId="0" animBg="1"/>
      <p:bldP spid="3" grpId="1" animBg="1"/>
      <p:bldP spid="10" grpId="0"/>
      <p:bldP spid="15" grpId="0" animBg="1"/>
      <p:bldP spid="15" grpId="1" animBg="1"/>
      <p:bldP spid="16" grpId="0"/>
      <p:bldP spid="30" grpId="0" animBg="1"/>
      <p:bldP spid="30" grpId="1" animBg="1"/>
      <p:bldP spid="32" grpId="0"/>
      <p:bldP spid="33" grpId="0"/>
      <p:bldP spid="35" grpId="0"/>
      <p:bldP spid="36" grpId="0"/>
      <p:bldP spid="4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A084C7-5AAE-F6A9-03E0-9A9E70AFB6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42DC48FA-4F99-0960-73B0-D9CCCE4600CE}"/>
              </a:ext>
            </a:extLst>
          </p:cNvPr>
          <p:cNvSpPr/>
          <p:nvPr/>
        </p:nvSpPr>
        <p:spPr>
          <a:xfrm>
            <a:off x="6063600" y="3214015"/>
            <a:ext cx="36000" cy="3240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8838B66-E8F6-74AA-66CF-5EE654AF4B9D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Example:5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8838B66-E8F6-74AA-66CF-5EE654AF4B9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B3DC8ACC-CD02-35F9-CF43-6F5F65CA005E}"/>
              </a:ext>
            </a:extLst>
          </p:cNvPr>
          <p:cNvSpPr txBox="1">
            <a:spLocks/>
          </p:cNvSpPr>
          <p:nvPr/>
        </p:nvSpPr>
        <p:spPr>
          <a:xfrm>
            <a:off x="205273" y="800163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p:sp>
        <p:nvSpPr>
          <p:cNvPr id="7" name="Content Placeholder 4">
            <a:extLst>
              <a:ext uri="{FF2B5EF4-FFF2-40B4-BE49-F238E27FC236}">
                <a16:creationId xmlns:a16="http://schemas.microsoft.com/office/drawing/2014/main" id="{DB819DFC-041B-A11B-1EFF-EC1314986288}"/>
              </a:ext>
            </a:extLst>
          </p:cNvPr>
          <p:cNvSpPr txBox="1">
            <a:spLocks/>
          </p:cNvSpPr>
          <p:nvPr/>
        </p:nvSpPr>
        <p:spPr>
          <a:xfrm>
            <a:off x="132610" y="1690078"/>
            <a:ext cx="7639790" cy="13353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IN" sz="2800" dirty="0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2ABF76EA-D8A8-C6CA-81E9-FC0D931868E2}"/>
              </a:ext>
            </a:extLst>
          </p:cNvPr>
          <p:cNvSpPr/>
          <p:nvPr/>
        </p:nvSpPr>
        <p:spPr>
          <a:xfrm>
            <a:off x="122278" y="2810502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D93FFC19-7A4B-76B6-2EEE-17A9FDAF72D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66655" y="3429000"/>
                <a:ext cx="2753271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( </a:t>
                </a:r>
                <a:r>
                  <a:rPr lang="en-IN" sz="2800" dirty="0" err="1">
                    <a:solidFill>
                      <a:srgbClr val="002060"/>
                    </a:solidFill>
                  </a:rPr>
                  <a:t>i</a:t>
                </a:r>
                <a:r>
                  <a:rPr lang="en-IN" sz="2800" dirty="0">
                    <a:solidFill>
                      <a:srgbClr val="002060"/>
                    </a:solidFill>
                  </a:rPr>
                  <a:t> )  For,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3</m:t>
                        </m:r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D93FFC19-7A4B-76B6-2EEE-17A9FDAF72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655" y="3429000"/>
                <a:ext cx="2753271" cy="540000"/>
              </a:xfrm>
              <a:prstGeom prst="rect">
                <a:avLst/>
              </a:prstGeom>
              <a:blipFill>
                <a:blip r:embed="rId3"/>
                <a:stretch>
                  <a:fillRect l="-4656" t="-14773" b="-2613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Content Placeholder 4">
                <a:extLst>
                  <a:ext uri="{FF2B5EF4-FFF2-40B4-BE49-F238E27FC236}">
                    <a16:creationId xmlns:a16="http://schemas.microsoft.com/office/drawing/2014/main" id="{71599228-19C4-684E-D6B9-471E23A2163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51935" y="5315998"/>
                <a:ext cx="1913307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  <m:sup>
                          <m: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p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m:rPr>
                              <m:sty m:val="p"/>
                            </m:rPr>
                            <a:rPr lang="en-GB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1" name="Content Placeholder 4">
                <a:extLst>
                  <a:ext uri="{FF2B5EF4-FFF2-40B4-BE49-F238E27FC236}">
                    <a16:creationId xmlns:a16="http://schemas.microsoft.com/office/drawing/2014/main" id="{71599228-19C4-684E-D6B9-471E23A216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51935" y="5315998"/>
                <a:ext cx="1913307" cy="540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1A8B0AC4-C180-65B8-4994-0637226EDF6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79261" y="869996"/>
                <a:ext cx="10217564" cy="225257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Clr>
                    <a:srgbClr val="354F7F"/>
                  </a:buClr>
                  <a:buNone/>
                </a:pPr>
                <a14:m>
                  <m:oMath xmlns:m="http://schemas.openxmlformats.org/officeDocument/2006/math">
                    <m:d>
                      <m:d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i="0" dirty="0" err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If A and B are square matrices of order 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such that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=−1 </m:t>
                    </m:r>
                  </m:oMath>
                </a14:m>
                <a:r>
                  <a:rPr lang="en-IN" sz="2800" i="0" dirty="0">
                    <a:solidFill>
                      <a:srgbClr val="002060"/>
                    </a:solidFill>
                    <a:latin typeface="+mj-lt"/>
                  </a:rPr>
                  <a:t>and </a:t>
                </a:r>
              </a:p>
              <a:p>
                <a:pPr marL="463550" indent="0">
                  <a:buClr>
                    <a:srgbClr val="354F7F"/>
                  </a:buClr>
                  <a:buNone/>
                </a:pP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=3, </m:t>
                    </m:r>
                  </m:oMath>
                </a14:m>
                <a:r>
                  <a:rPr lang="en-IN" sz="2800" i="0" dirty="0">
                    <a:solidFill>
                      <a:srgbClr val="002060"/>
                    </a:solidFill>
                    <a:latin typeface="+mj-lt"/>
                  </a:rPr>
                  <a:t>then find the value of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3</m:t>
                        </m:r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  <a:p>
                <a:pPr marL="361950" indent="-361950">
                  <a:buClr>
                    <a:srgbClr val="354F7F"/>
                  </a:buClr>
                  <a:buFont typeface="+mj-lt"/>
                  <a:buAutoNum type="romanLcPeriod"/>
                </a:pPr>
                <a:endParaRPr lang="en-IN" sz="100" dirty="0">
                  <a:solidFill>
                    <a:srgbClr val="002060"/>
                  </a:solidFill>
                </a:endParaRPr>
              </a:p>
              <a:p>
                <a:pPr marL="0" indent="0">
                  <a:buClr>
                    <a:srgbClr val="354F7F"/>
                  </a:buClr>
                  <a:buNone/>
                </a:pPr>
                <a14:m>
                  <m:oMath xmlns:m="http://schemas.openxmlformats.org/officeDocument/2006/math">
                    <m:d>
                      <m:d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i="0" dirty="0" err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  <m:r>
                          <m:rPr>
                            <m:sty m:val="p"/>
                          </m:rPr>
                          <a:rPr lang="en-US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</m:e>
                    </m:d>
                    <m:r>
                      <a:rPr lang="en-IN" sz="2800" i="1" dirty="0" err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If A is a square matrix of order 2 and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=3,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then find the value </a:t>
                </a:r>
              </a:p>
              <a:p>
                <a:pPr marL="509588" indent="0">
                  <a:buClr>
                    <a:srgbClr val="354F7F"/>
                  </a:buClr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of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−5</m:t>
                        </m:r>
                        <m:r>
                          <m:rPr>
                            <m:sty m:val="p"/>
                          </m:rPr>
                          <a:rPr lang="en-GB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sSup>
                          <m:sSup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T</m:t>
                            </m:r>
                          </m:sup>
                        </m:sSup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1A8B0AC4-C180-65B8-4994-0637226EDF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9261" y="869996"/>
                <a:ext cx="10217564" cy="2252576"/>
              </a:xfrm>
              <a:prstGeom prst="rect">
                <a:avLst/>
              </a:prstGeom>
              <a:blipFill>
                <a:blip r:embed="rId5"/>
                <a:stretch>
                  <a:fillRect t="-3794" b="-5691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67036CF8-2543-ACFB-AF79-8D4DB64F86F0}"/>
              </a:ext>
            </a:extLst>
          </p:cNvPr>
          <p:cNvSpPr/>
          <p:nvPr/>
        </p:nvSpPr>
        <p:spPr>
          <a:xfrm>
            <a:off x="122279" y="854244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B3C5FA61-9476-73F0-F719-5A4088CD79D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69516" y="4053112"/>
                <a:ext cx="4389119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GB" sz="2800" i="0" dirty="0">
                    <a:solidFill>
                      <a:srgbClr val="002060"/>
                    </a:solidFill>
                    <a:latin typeface="+mj-lt"/>
                  </a:rPr>
                  <a:t>Since,</a:t>
                </a:r>
                <a:r>
                  <a:rPr lang="en-GB" sz="2800" i="0" dirty="0">
                    <a:solidFill>
                      <a:srgbClr val="FF0000"/>
                    </a:solidFill>
                    <a:latin typeface="+mj-lt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𝐤𝐀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𝐤</m:t>
                        </m:r>
                      </m:e>
                      <m:sup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𝐧</m:t>
                        </m:r>
                      </m:sup>
                    </m:sSup>
                    <m:r>
                      <a:rPr lang="en-US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B3C5FA61-9476-73F0-F719-5A4088CD79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16" y="4053112"/>
                <a:ext cx="4389119" cy="540000"/>
              </a:xfrm>
              <a:prstGeom prst="rect">
                <a:avLst/>
              </a:prstGeom>
              <a:blipFill>
                <a:blip r:embed="rId6"/>
                <a:stretch>
                  <a:fillRect l="-2778" t="-12500" b="-2727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BFA1DEE7-CB97-AF3C-2842-AA387275B4D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66655" y="4684555"/>
                <a:ext cx="2019345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GB" sz="2800" dirty="0">
                    <a:solidFill>
                      <a:srgbClr val="002060"/>
                    </a:solidFill>
                  </a:rPr>
                  <a:t>Here</a:t>
                </a:r>
                <a14:m>
                  <m:oMath xmlns:m="http://schemas.openxmlformats.org/officeDocument/2006/math">
                    <m:r>
                      <a:rPr lang="en-GB" sz="2800" b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GB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𝐧</m:t>
                    </m:r>
                    <m:r>
                      <a:rPr lang="en-US" sz="2800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GB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BFA1DEE7-CB97-AF3C-2842-AA387275B4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655" y="4684555"/>
                <a:ext cx="2019345" cy="540000"/>
              </a:xfrm>
              <a:prstGeom prst="rect">
                <a:avLst/>
              </a:prstGeom>
              <a:blipFill>
                <a:blip r:embed="rId7"/>
                <a:stretch>
                  <a:fillRect l="-6344" t="-12360" b="-2696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EC174E85-B941-25E9-BA6A-5155D75B91A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65479" y="5315998"/>
                <a:ext cx="1753821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3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EC174E85-B941-25E9-BA6A-5155D75B91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5479" y="5315998"/>
                <a:ext cx="1753821" cy="540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AD3E19FD-E0A2-6622-8C94-4851CE9FB67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68716" y="3429000"/>
                <a:ext cx="3877549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GB" sz="2800" i="0" dirty="0">
                    <a:solidFill>
                      <a:srgbClr val="002060"/>
                    </a:solidFill>
                    <a:latin typeface="+mj-lt"/>
                  </a:rPr>
                  <a:t>Since,</a:t>
                </a:r>
                <a:r>
                  <a:rPr lang="en-GB" sz="2800" b="1" i="0" dirty="0">
                    <a:solidFill>
                      <a:srgbClr val="002060"/>
                    </a:solidFill>
                    <a:latin typeface="+mj-lt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GB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𝐀𝐁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GB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GB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AD3E19FD-E0A2-6622-8C94-4851CE9FB6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8716" y="3429000"/>
                <a:ext cx="3877549" cy="540000"/>
              </a:xfrm>
              <a:prstGeom prst="rect">
                <a:avLst/>
              </a:prstGeom>
              <a:blipFill>
                <a:blip r:embed="rId9"/>
                <a:stretch>
                  <a:fillRect l="-3302" t="-13636" b="-2727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754C7CAF-DA65-2EDD-FFA3-747FD52D146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68717" y="4053112"/>
                <a:ext cx="3870684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 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3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GB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GB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  <m:sup>
                          <m:r>
                            <a:rPr lang="en-GB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p>
                      <m:r>
                        <a:rPr lang="en-GB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754C7CAF-DA65-2EDD-FFA3-747FD52D14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8717" y="4053112"/>
                <a:ext cx="3870684" cy="540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Content Placeholder 4">
                <a:extLst>
                  <a:ext uri="{FF2B5EF4-FFF2-40B4-BE49-F238E27FC236}">
                    <a16:creationId xmlns:a16="http://schemas.microsoft.com/office/drawing/2014/main" id="{36DD921A-864F-F175-EB25-5B6CA8BE917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68716" y="4684555"/>
                <a:ext cx="5356629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GB" sz="2800" i="0" dirty="0">
                    <a:solidFill>
                      <a:srgbClr val="002060"/>
                    </a:solidFill>
                    <a:latin typeface="+mj-lt"/>
                  </a:rPr>
                  <a:t>We have,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GB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GB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GB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GB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&amp; </m:t>
                    </m:r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GB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GB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GB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6" name="Content Placeholder 4">
                <a:extLst>
                  <a:ext uri="{FF2B5EF4-FFF2-40B4-BE49-F238E27FC236}">
                    <a16:creationId xmlns:a16="http://schemas.microsoft.com/office/drawing/2014/main" id="{36DD921A-864F-F175-EB25-5B6CA8BE91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8716" y="4684555"/>
                <a:ext cx="5356629" cy="540000"/>
              </a:xfrm>
              <a:prstGeom prst="rect">
                <a:avLst/>
              </a:prstGeom>
              <a:blipFill>
                <a:blip r:embed="rId11"/>
                <a:stretch>
                  <a:fillRect l="-2392" t="-12360" b="-2696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Content Placeholder 4">
                <a:extLst>
                  <a:ext uri="{FF2B5EF4-FFF2-40B4-BE49-F238E27FC236}">
                    <a16:creationId xmlns:a16="http://schemas.microsoft.com/office/drawing/2014/main" id="{7CDD8A1A-C621-8F27-6A23-A435CBD8A5E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68716" y="5315998"/>
                <a:ext cx="3870685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 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3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GB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GB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  <m:sup>
                          <m:r>
                            <a:rPr lang="en-GB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p>
                      <m:r>
                        <a:rPr lang="en-GB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e>
                      </m:d>
                      <m:d>
                        <m:dPr>
                          <m:ctrlP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</m:d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7" name="Content Placeholder 4">
                <a:extLst>
                  <a:ext uri="{FF2B5EF4-FFF2-40B4-BE49-F238E27FC236}">
                    <a16:creationId xmlns:a16="http://schemas.microsoft.com/office/drawing/2014/main" id="{7CDD8A1A-C621-8F27-6A23-A435CBD8A5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8716" y="5315998"/>
                <a:ext cx="3870685" cy="540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Content Placeholder 4">
                <a:extLst>
                  <a:ext uri="{FF2B5EF4-FFF2-40B4-BE49-F238E27FC236}">
                    <a16:creationId xmlns:a16="http://schemas.microsoft.com/office/drawing/2014/main" id="{1170CA39-1EB3-0461-000D-FA1948406EB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68716" y="5940110"/>
                <a:ext cx="2867385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 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3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8" name="Content Placeholder 4">
                <a:extLst>
                  <a:ext uri="{FF2B5EF4-FFF2-40B4-BE49-F238E27FC236}">
                    <a16:creationId xmlns:a16="http://schemas.microsoft.com/office/drawing/2014/main" id="{1170CA39-1EB3-0461-000D-FA1948406E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8716" y="5940110"/>
                <a:ext cx="2867385" cy="540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7301C60C-9AAA-5B65-DB5F-114F1958A14A}"/>
              </a:ext>
            </a:extLst>
          </p:cNvPr>
          <p:cNvSpPr/>
          <p:nvPr/>
        </p:nvSpPr>
        <p:spPr>
          <a:xfrm>
            <a:off x="6883521" y="903326"/>
            <a:ext cx="1116000" cy="39791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3A32EE9-7C55-ED8B-7DE4-4EAFE8C00412}"/>
              </a:ext>
            </a:extLst>
          </p:cNvPr>
          <p:cNvSpPr/>
          <p:nvPr/>
        </p:nvSpPr>
        <p:spPr>
          <a:xfrm>
            <a:off x="6648669" y="5941938"/>
            <a:ext cx="2701705" cy="518427"/>
          </a:xfrm>
          <a:prstGeom prst="rect">
            <a:avLst/>
          </a:prstGeom>
          <a:noFill/>
          <a:ln w="38100">
            <a:solidFill>
              <a:srgbClr val="1D578F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0689551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18" grpId="0"/>
      <p:bldP spid="31" grpId="0"/>
      <p:bldP spid="16" grpId="0"/>
      <p:bldP spid="17" grpId="0"/>
      <p:bldP spid="19" grpId="0"/>
      <p:bldP spid="24" grpId="0"/>
      <p:bldP spid="25" grpId="0"/>
      <p:bldP spid="26" grpId="0"/>
      <p:bldP spid="27" grpId="0"/>
      <p:bldP spid="28" grpId="0"/>
      <p:bldP spid="32" grpId="0" animBg="1"/>
      <p:bldP spid="32" grpId="1" animBg="1"/>
      <p:bldP spid="3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63929B-CBB0-D4B5-ADE3-CF0E67345A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2" name="Content Placeholder 4">
                <a:extLst>
                  <a:ext uri="{FF2B5EF4-FFF2-40B4-BE49-F238E27FC236}">
                    <a16:creationId xmlns:a16="http://schemas.microsoft.com/office/drawing/2014/main" id="{CA3D698C-05DA-43F9-A7E7-1B0F1C06896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79261" y="869996"/>
                <a:ext cx="10217564" cy="225257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Clr>
                    <a:srgbClr val="354F7F"/>
                  </a:buClr>
                  <a:buNone/>
                </a:pPr>
                <a14:m>
                  <m:oMath xmlns:m="http://schemas.openxmlformats.org/officeDocument/2006/math">
                    <m:d>
                      <m:d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i="0" dirty="0" err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If A and B are square matrices of order 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such that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=−1 </m:t>
                    </m:r>
                  </m:oMath>
                </a14:m>
                <a:r>
                  <a:rPr lang="en-IN" sz="2800" i="0" dirty="0">
                    <a:solidFill>
                      <a:srgbClr val="002060"/>
                    </a:solidFill>
                    <a:latin typeface="+mj-lt"/>
                  </a:rPr>
                  <a:t>and </a:t>
                </a:r>
              </a:p>
              <a:p>
                <a:pPr marL="463550" indent="0">
                  <a:buClr>
                    <a:srgbClr val="354F7F"/>
                  </a:buClr>
                  <a:buNone/>
                </a:pP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=3, </m:t>
                    </m:r>
                  </m:oMath>
                </a14:m>
                <a:r>
                  <a:rPr lang="en-IN" sz="2800" i="0" dirty="0">
                    <a:solidFill>
                      <a:srgbClr val="002060"/>
                    </a:solidFill>
                    <a:latin typeface="+mj-lt"/>
                  </a:rPr>
                  <a:t>then find the value of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3</m:t>
                        </m:r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  <a:p>
                <a:pPr marL="361950" indent="-361950">
                  <a:buClr>
                    <a:srgbClr val="354F7F"/>
                  </a:buClr>
                  <a:buFont typeface="+mj-lt"/>
                  <a:buAutoNum type="romanLcPeriod"/>
                </a:pPr>
                <a:endParaRPr lang="en-IN" sz="100" dirty="0">
                  <a:solidFill>
                    <a:srgbClr val="002060"/>
                  </a:solidFill>
                </a:endParaRPr>
              </a:p>
              <a:p>
                <a:pPr marL="0" indent="0">
                  <a:buClr>
                    <a:srgbClr val="354F7F"/>
                  </a:buClr>
                  <a:buNone/>
                </a:pPr>
                <a14:m>
                  <m:oMath xmlns:m="http://schemas.openxmlformats.org/officeDocument/2006/math">
                    <m:d>
                      <m:d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i="0" dirty="0" err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  <m:r>
                          <m:rPr>
                            <m:sty m:val="p"/>
                          </m:rPr>
                          <a:rPr lang="en-US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</m:e>
                    </m:d>
                    <m:r>
                      <a:rPr lang="en-IN" sz="2800" i="1" dirty="0" err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If A is a square matrix of order 2 and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=3,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then find the value </a:t>
                </a:r>
              </a:p>
              <a:p>
                <a:pPr marL="509588" indent="0">
                  <a:buClr>
                    <a:srgbClr val="354F7F"/>
                  </a:buClr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of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−5</m:t>
                        </m:r>
                        <m:r>
                          <m:rPr>
                            <m:sty m:val="p"/>
                          </m:rPr>
                          <a:rPr lang="en-GB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sSup>
                          <m:sSup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T</m:t>
                            </m:r>
                          </m:sup>
                        </m:sSup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22" name="Content Placeholder 4">
                <a:extLst>
                  <a:ext uri="{FF2B5EF4-FFF2-40B4-BE49-F238E27FC236}">
                    <a16:creationId xmlns:a16="http://schemas.microsoft.com/office/drawing/2014/main" id="{CA3D698C-05DA-43F9-A7E7-1B0F1C0689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9261" y="869996"/>
                <a:ext cx="10217564" cy="2252576"/>
              </a:xfrm>
              <a:prstGeom prst="rect">
                <a:avLst/>
              </a:prstGeom>
              <a:blipFill>
                <a:blip r:embed="rId2"/>
                <a:stretch>
                  <a:fillRect t="-3794" b="-5691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02FCA294-3B31-4C57-8BE7-F11F73484F65}"/>
              </a:ext>
            </a:extLst>
          </p:cNvPr>
          <p:cNvSpPr/>
          <p:nvPr/>
        </p:nvSpPr>
        <p:spPr>
          <a:xfrm>
            <a:off x="6063600" y="2756542"/>
            <a:ext cx="36000" cy="3780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7BB37268-E5B5-3E12-26AF-0BD231A8B882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Example:5(Continue)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7BB37268-E5B5-3E12-26AF-0BD231A8B88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F6712B2E-257B-B688-7199-BACD08C75376}"/>
              </a:ext>
            </a:extLst>
          </p:cNvPr>
          <p:cNvSpPr txBox="1">
            <a:spLocks/>
          </p:cNvSpPr>
          <p:nvPr/>
        </p:nvSpPr>
        <p:spPr>
          <a:xfrm>
            <a:off x="205273" y="800163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p:sp>
        <p:nvSpPr>
          <p:cNvPr id="7" name="Content Placeholder 4">
            <a:extLst>
              <a:ext uri="{FF2B5EF4-FFF2-40B4-BE49-F238E27FC236}">
                <a16:creationId xmlns:a16="http://schemas.microsoft.com/office/drawing/2014/main" id="{BED2F078-2E79-FE65-5066-5A34C513F042}"/>
              </a:ext>
            </a:extLst>
          </p:cNvPr>
          <p:cNvSpPr txBox="1">
            <a:spLocks/>
          </p:cNvSpPr>
          <p:nvPr/>
        </p:nvSpPr>
        <p:spPr>
          <a:xfrm>
            <a:off x="132610" y="1690078"/>
            <a:ext cx="7639790" cy="13353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IN" sz="2800" dirty="0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582CF497-35A9-8CB6-7FED-DE04747AE304}"/>
              </a:ext>
            </a:extLst>
          </p:cNvPr>
          <p:cNvSpPr/>
          <p:nvPr/>
        </p:nvSpPr>
        <p:spPr>
          <a:xfrm>
            <a:off x="122278" y="2810502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3DD6AC15-1890-088A-0BE8-DBDBEB51FC0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66655" y="3429000"/>
                <a:ext cx="2825556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( ii ) For,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GB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−5</m:t>
                        </m:r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sSup>
                          <m:sSup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T</m:t>
                            </m:r>
                          </m:sup>
                        </m:sSup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3DD6AC15-1890-088A-0BE8-DBDBEB51FC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655" y="3429000"/>
                <a:ext cx="2825556" cy="540000"/>
              </a:xfrm>
              <a:prstGeom prst="rect">
                <a:avLst/>
              </a:prstGeom>
              <a:blipFill>
                <a:blip r:embed="rId4"/>
                <a:stretch>
                  <a:fillRect l="-4536" t="-13636" b="-2613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Content Placeholder 4">
                <a:extLst>
                  <a:ext uri="{FF2B5EF4-FFF2-40B4-BE49-F238E27FC236}">
                    <a16:creationId xmlns:a16="http://schemas.microsoft.com/office/drawing/2014/main" id="{9A83C24E-FC8A-7F07-8634-766CD23CE10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29735" y="5315998"/>
                <a:ext cx="2579475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3A4A6A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GB" sz="2800" b="0" i="1" smtClean="0">
                              <a:solidFill>
                                <a:srgbClr val="3A4A6A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GB" sz="2800" b="0" i="1" smtClean="0">
                                  <a:solidFill>
                                    <a:srgbClr val="3A4A6A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GB" sz="2800" b="0" i="1" smtClean="0">
                                  <a:solidFill>
                                    <a:srgbClr val="3A4A6A"/>
                                  </a:solidFill>
                                  <a:latin typeface="Cambria Math" panose="02040503050406030204" pitchFamily="18" charset="0"/>
                                </a:rPr>
                                <m:t>−5</m:t>
                              </m:r>
                            </m:e>
                          </m:d>
                        </m:e>
                        <m:sup>
                          <m:r>
                            <a:rPr lang="en-GB" sz="2800" b="0" i="1" smtClean="0">
                              <a:solidFill>
                                <a:srgbClr val="3A4A6A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GB" sz="2800" b="0" i="1" smtClean="0">
                          <a:solidFill>
                            <a:srgbClr val="3A4A6A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3A4A6A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3A4A6A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3A4A6A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3A4A6A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3A4A6A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3A4A6A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GB" sz="2800" b="0" i="1" smtClean="0">
                              <a:solidFill>
                                <a:srgbClr val="3A4A6A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i="1" dirty="0">
                  <a:solidFill>
                    <a:srgbClr val="3A4A6A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1" name="Content Placeholder 4">
                <a:extLst>
                  <a:ext uri="{FF2B5EF4-FFF2-40B4-BE49-F238E27FC236}">
                    <a16:creationId xmlns:a16="http://schemas.microsoft.com/office/drawing/2014/main" id="{9A83C24E-FC8A-7F07-8634-766CD23CE1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29735" y="5315998"/>
                <a:ext cx="2579475" cy="540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7385EC52-38E9-54CB-EE18-A50770B0AFD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69516" y="4053112"/>
                <a:ext cx="4389119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GB" sz="2800" i="0" dirty="0">
                    <a:solidFill>
                      <a:srgbClr val="002060"/>
                    </a:solidFill>
                    <a:latin typeface="+mj-lt"/>
                  </a:rPr>
                  <a:t>We apply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𝐤𝐀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𝐤</m:t>
                        </m:r>
                      </m:e>
                      <m:sup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𝐧</m:t>
                        </m:r>
                      </m:sup>
                    </m:sSup>
                    <m:r>
                      <a:rPr lang="en-US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7385EC52-38E9-54CB-EE18-A50770B0AF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16" y="4053112"/>
                <a:ext cx="4389119" cy="540000"/>
              </a:xfrm>
              <a:prstGeom prst="rect">
                <a:avLst/>
              </a:prstGeom>
              <a:blipFill>
                <a:blip r:embed="rId6"/>
                <a:stretch>
                  <a:fillRect l="-2778" t="-12500" b="-2727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75D717CA-8952-981A-91A5-9AC5FE0A3D6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66655" y="4684555"/>
                <a:ext cx="2019345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GB" sz="2800" dirty="0">
                    <a:solidFill>
                      <a:srgbClr val="002060"/>
                    </a:solidFill>
                  </a:rPr>
                  <a:t>Here</a:t>
                </a:r>
                <a14:m>
                  <m:oMath xmlns:m="http://schemas.openxmlformats.org/officeDocument/2006/math">
                    <m:r>
                      <a:rPr lang="en-GB" sz="2800" b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GB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𝐧</m:t>
                    </m:r>
                    <m:r>
                      <a:rPr lang="en-US" sz="2800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GB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75D717CA-8952-981A-91A5-9AC5FE0A3D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655" y="4684555"/>
                <a:ext cx="2019345" cy="540000"/>
              </a:xfrm>
              <a:prstGeom prst="rect">
                <a:avLst/>
              </a:prstGeom>
              <a:blipFill>
                <a:blip r:embed="rId7"/>
                <a:stretch>
                  <a:fillRect l="-6344" t="-12360" b="-2696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82B44D1C-FB47-A97E-65AA-423349D583C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65479" y="5315998"/>
                <a:ext cx="1753821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−5</m:t>
                          </m:r>
                          <m:r>
                            <m:rPr>
                              <m:sty m:val="p"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82B44D1C-FB47-A97E-65AA-423349D583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5479" y="5315998"/>
                <a:ext cx="1753821" cy="540000"/>
              </a:xfrm>
              <a:prstGeom prst="rect">
                <a:avLst/>
              </a:prstGeom>
              <a:blipFill>
                <a:blip r:embed="rId8"/>
                <a:stretch>
                  <a:fillRect r="-34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03E6403C-8232-ACDC-FA55-EE0E731911A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68716" y="2827424"/>
                <a:ext cx="5356629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GB" sz="2800" i="0" dirty="0">
                    <a:solidFill>
                      <a:srgbClr val="002060"/>
                    </a:solidFill>
                    <a:latin typeface="+mj-lt"/>
                  </a:rPr>
                  <a:t>Since,</a:t>
                </a:r>
                <a:r>
                  <a:rPr lang="en-GB" sz="2800" b="1" i="0" dirty="0">
                    <a:solidFill>
                      <a:srgbClr val="FF0000"/>
                    </a:solidFill>
                    <a:latin typeface="+mj-lt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GB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𝐀𝐁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GB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GB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03E6403C-8232-ACDC-FA55-EE0E731911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8716" y="2827424"/>
                <a:ext cx="5356629" cy="540000"/>
              </a:xfrm>
              <a:prstGeom prst="rect">
                <a:avLst/>
              </a:prstGeom>
              <a:blipFill>
                <a:blip r:embed="rId9"/>
                <a:stretch>
                  <a:fillRect l="-2392" t="-12500" b="-2727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2882CF5B-714F-5B1A-4B41-1509F418EF9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68717" y="3451536"/>
                <a:ext cx="4215683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−5</m:t>
                          </m:r>
                          <m:r>
                            <m:rPr>
                              <m:sty m:val="p"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</m:e>
                      </m:d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GB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2882CF5B-714F-5B1A-4B41-1509F418EF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8717" y="3451536"/>
                <a:ext cx="4215683" cy="540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Content Placeholder 4">
                <a:extLst>
                  <a:ext uri="{FF2B5EF4-FFF2-40B4-BE49-F238E27FC236}">
                    <a16:creationId xmlns:a16="http://schemas.microsoft.com/office/drawing/2014/main" id="{7C9704DE-2851-E1C7-B216-EBEFD7A9DFD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68716" y="4708622"/>
                <a:ext cx="3646189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GB" sz="2800" i="0" dirty="0">
                    <a:solidFill>
                      <a:srgbClr val="002060"/>
                    </a:solidFill>
                    <a:latin typeface="+mj-lt"/>
                  </a:rPr>
                  <a:t>Also, we have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GB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GB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GB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6" name="Content Placeholder 4">
                <a:extLst>
                  <a:ext uri="{FF2B5EF4-FFF2-40B4-BE49-F238E27FC236}">
                    <a16:creationId xmlns:a16="http://schemas.microsoft.com/office/drawing/2014/main" id="{7C9704DE-2851-E1C7-B216-EBEFD7A9DF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8716" y="4708622"/>
                <a:ext cx="3646189" cy="540000"/>
              </a:xfrm>
              <a:prstGeom prst="rect">
                <a:avLst/>
              </a:prstGeom>
              <a:blipFill>
                <a:blip r:embed="rId11"/>
                <a:stretch>
                  <a:fillRect l="-3512" t="-12360" b="-2696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Content Placeholder 4">
                <a:extLst>
                  <a:ext uri="{FF2B5EF4-FFF2-40B4-BE49-F238E27FC236}">
                    <a16:creationId xmlns:a16="http://schemas.microsoft.com/office/drawing/2014/main" id="{C63C297E-F30A-EBE6-8C15-99C080598C5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68716" y="5340065"/>
                <a:ext cx="3848320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−5</m:t>
                          </m:r>
                          <m:r>
                            <m:rPr>
                              <m:sty m:val="p"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</m:e>
                      </m:d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GB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</m:d>
                      <m:d>
                        <m:dPr>
                          <m:ctrlP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</m:d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7" name="Content Placeholder 4">
                <a:extLst>
                  <a:ext uri="{FF2B5EF4-FFF2-40B4-BE49-F238E27FC236}">
                    <a16:creationId xmlns:a16="http://schemas.microsoft.com/office/drawing/2014/main" id="{C63C297E-F30A-EBE6-8C15-99C080598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8716" y="5340065"/>
                <a:ext cx="3848320" cy="540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Content Placeholder 4">
                <a:extLst>
                  <a:ext uri="{FF2B5EF4-FFF2-40B4-BE49-F238E27FC236}">
                    <a16:creationId xmlns:a16="http://schemas.microsoft.com/office/drawing/2014/main" id="{9A425A84-65F9-A508-3DF2-8370C212857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68716" y="5964177"/>
                <a:ext cx="2948428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−5</m:t>
                          </m:r>
                          <m:r>
                            <m:rPr>
                              <m:sty m:val="p"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</m:e>
                      </m:d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8" name="Content Placeholder 4">
                <a:extLst>
                  <a:ext uri="{FF2B5EF4-FFF2-40B4-BE49-F238E27FC236}">
                    <a16:creationId xmlns:a16="http://schemas.microsoft.com/office/drawing/2014/main" id="{9A425A84-65F9-A508-3DF2-8370C21285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8716" y="5964177"/>
                <a:ext cx="2948428" cy="540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A57B9882-7711-7495-87F6-1FD61E6F121B}"/>
              </a:ext>
            </a:extLst>
          </p:cNvPr>
          <p:cNvSpPr/>
          <p:nvPr/>
        </p:nvSpPr>
        <p:spPr>
          <a:xfrm>
            <a:off x="5810763" y="2082477"/>
            <a:ext cx="1091005" cy="39791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66BC96D-3DFF-19C5-F29A-FFCFAA13251A}"/>
              </a:ext>
            </a:extLst>
          </p:cNvPr>
          <p:cNvSpPr/>
          <p:nvPr/>
        </p:nvSpPr>
        <p:spPr>
          <a:xfrm>
            <a:off x="6552083" y="5966005"/>
            <a:ext cx="2971876" cy="518427"/>
          </a:xfrm>
          <a:prstGeom prst="rect">
            <a:avLst/>
          </a:prstGeom>
          <a:noFill/>
          <a:ln w="38100">
            <a:solidFill>
              <a:srgbClr val="1D578F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C7BA3D7D-FF25-0635-5A53-7537E3AFF14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65855" y="4084510"/>
                <a:ext cx="5356629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GB" sz="2800" i="0" dirty="0">
                    <a:solidFill>
                      <a:srgbClr val="002060"/>
                    </a:solidFill>
                    <a:latin typeface="+mj-lt"/>
                  </a:rPr>
                  <a:t>Since,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GB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endChr m:val="|"/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p>
                          <m:sSupPr>
                            <m:ctrlPr>
                              <a:rPr lang="en-IN" sz="2800" b="1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IN" sz="2800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</m:e>
                          <m:sup>
                            <m:r>
                              <a:rPr lang="en-IN" sz="2800" b="1" i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𝐓</m:t>
                            </m:r>
                          </m:sup>
                        </m:sSup>
                        <m:r>
                          <a:rPr lang="en-GB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C7BA3D7D-FF25-0635-5A53-7537E3AFF1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5855" y="4084510"/>
                <a:ext cx="5356629" cy="540000"/>
              </a:xfrm>
              <a:prstGeom prst="rect">
                <a:avLst/>
              </a:prstGeom>
              <a:blipFill>
                <a:blip r:embed="rId14"/>
                <a:stretch>
                  <a:fillRect l="-2275" t="-13483" b="-2584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71FD4BB9-D126-44E6-AAAA-69174353B1CF}"/>
              </a:ext>
            </a:extLst>
          </p:cNvPr>
          <p:cNvSpPr/>
          <p:nvPr/>
        </p:nvSpPr>
        <p:spPr>
          <a:xfrm>
            <a:off x="122279" y="854244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</p:spTree>
    <p:extLst>
      <p:ext uri="{BB962C8B-B14F-4D97-AF65-F5344CB8AC3E}">
        <p14:creationId xmlns:p14="http://schemas.microsoft.com/office/powerpoint/2010/main" val="9555628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18" grpId="0"/>
      <p:bldP spid="31" grpId="0"/>
      <p:bldP spid="16" grpId="0"/>
      <p:bldP spid="17" grpId="0"/>
      <p:bldP spid="19" grpId="0"/>
      <p:bldP spid="24" grpId="0"/>
      <p:bldP spid="25" grpId="0"/>
      <p:bldP spid="26" grpId="0"/>
      <p:bldP spid="27" grpId="0"/>
      <p:bldP spid="28" grpId="0"/>
      <p:bldP spid="36" grpId="0" animBg="1"/>
      <p:bldP spid="36" grpId="1" animBg="1"/>
      <p:bldP spid="3" grpId="0" animBg="1"/>
      <p:bldP spid="5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834622-430E-1653-DC64-46978B72BE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22607EC1-2653-EFE4-4C6A-10C72240E671}"/>
              </a:ext>
            </a:extLst>
          </p:cNvPr>
          <p:cNvSpPr/>
          <p:nvPr/>
        </p:nvSpPr>
        <p:spPr>
          <a:xfrm>
            <a:off x="6063600" y="2669267"/>
            <a:ext cx="36000" cy="3240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7DCE8289-F61B-39E0-B86C-444892AB892A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Example:6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7DCE8289-F61B-39E0-B86C-444892AB892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355CDE9E-421E-68F6-EC3E-400BF250B9DD}"/>
              </a:ext>
            </a:extLst>
          </p:cNvPr>
          <p:cNvSpPr txBox="1">
            <a:spLocks/>
          </p:cNvSpPr>
          <p:nvPr/>
        </p:nvSpPr>
        <p:spPr>
          <a:xfrm>
            <a:off x="205273" y="800163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F74AFA5B-6081-FC78-799A-0A6C7E58C1CE}"/>
              </a:ext>
            </a:extLst>
          </p:cNvPr>
          <p:cNvSpPr/>
          <p:nvPr/>
        </p:nvSpPr>
        <p:spPr>
          <a:xfrm>
            <a:off x="122278" y="2265754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6C977AA1-DDEF-8366-B34F-B2BFBC261D1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2610" y="2876797"/>
                <a:ext cx="4886862" cy="141151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Now,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Y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−7</m:t>
                              </m:r>
                            </m:e>
                          </m:mr>
                          <m:m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−2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 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 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6C977AA1-DDEF-8366-B34F-B2BFBC261D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2610" y="2876797"/>
                <a:ext cx="4886862" cy="1411510"/>
              </a:xfrm>
              <a:prstGeom prst="rect">
                <a:avLst/>
              </a:prstGeom>
              <a:blipFill>
                <a:blip r:embed="rId3"/>
                <a:stretch>
                  <a:fillRect l="-2622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F4C12214-18DB-0570-AD9D-FE976ADFAD7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79261" y="869996"/>
                <a:ext cx="10217564" cy="130344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Y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−7</m:t>
                              </m:r>
                            </m:e>
                          </m:mr>
                          <m:m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−2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 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   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GB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then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show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that</m:t>
                    </m:r>
                    <m:r>
                      <m:rPr>
                        <m:nor/>
                      </m:rPr>
                      <a:rPr lang="en-US" sz="2800">
                        <a:solidFill>
                          <a:srgbClr val="002060"/>
                        </a:solidFill>
                      </a:rPr>
                      <m:t> </m:t>
                    </m:r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4</m:t>
                        </m:r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Y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=64</m:t>
                    </m:r>
                    <m:r>
                      <a:rPr lang="en-GB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Y</m:t>
                        </m:r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F4C12214-18DB-0570-AD9D-FE976ADFAD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9261" y="869996"/>
                <a:ext cx="10217564" cy="1303449"/>
              </a:xfrm>
              <a:prstGeom prst="rect">
                <a:avLst/>
              </a:prstGeom>
              <a:blipFill>
                <a:blip r:embed="rId4"/>
                <a:stretch>
                  <a:fillRect l="-119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C4D18998-997E-194E-6B5B-49F362E3B6DB}"/>
              </a:ext>
            </a:extLst>
          </p:cNvPr>
          <p:cNvSpPr/>
          <p:nvPr/>
        </p:nvSpPr>
        <p:spPr>
          <a:xfrm>
            <a:off x="132610" y="1231287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B67BA405-3737-31FF-77F2-5F3DAEAD707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893772" y="2844245"/>
                <a:ext cx="4859150" cy="145310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GB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4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  <m:r>
                            <a:rPr lang="en-GB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</m:t>
                                </m:r>
                                <m: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  <m: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8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28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12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  <m: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 </m:t>
                                </m:r>
                                <m: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 </m:t>
                                </m:r>
                                <m: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8</m:t>
                                </m:r>
                              </m:e>
                            </m:mr>
                          </m:m>
                          <m: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B67BA405-3737-31FF-77F2-5F3DAEAD70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93772" y="2844245"/>
                <a:ext cx="4859150" cy="145310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BEEAC457-37C5-64C7-4B64-44203EECB59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28555" y="4384692"/>
                <a:ext cx="4705661" cy="141151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 </m:t>
                      </m:r>
                      <m:r>
                        <m:rPr>
                          <m:nor/>
                        </m:rP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4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8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28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12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 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8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BEEAC457-37C5-64C7-4B64-44203EECB5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555" y="4384692"/>
                <a:ext cx="4705661" cy="141151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FD90BC39-DFEB-4444-99AF-BC0590A5D7B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363803" y="4624759"/>
                <a:ext cx="4389119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GB" sz="2800" i="0" dirty="0">
                    <a:solidFill>
                      <a:srgbClr val="002060"/>
                    </a:solidFill>
                    <a:latin typeface="+mj-lt"/>
                  </a:rPr>
                  <a:t>Since,</a:t>
                </a:r>
                <a:r>
                  <a:rPr lang="en-GB" sz="2800" b="1" i="0" dirty="0">
                    <a:solidFill>
                      <a:srgbClr val="FF0000"/>
                    </a:solidFill>
                    <a:latin typeface="+mj-lt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𝐤𝐀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𝐤</m:t>
                        </m:r>
                      </m:e>
                      <m:sup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𝐧</m:t>
                        </m:r>
                      </m:sup>
                    </m:sSup>
                    <m:r>
                      <a:rPr lang="en-US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FD90BC39-DFEB-4444-99AF-BC0590A5D7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63803" y="4624759"/>
                <a:ext cx="4389119" cy="540000"/>
              </a:xfrm>
              <a:prstGeom prst="rect">
                <a:avLst/>
              </a:prstGeom>
              <a:blipFill>
                <a:blip r:embed="rId7"/>
                <a:stretch>
                  <a:fillRect l="-2917" t="-13636" b="-2727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0D101B79-6E8F-45CB-AC28-D2962DCA069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360942" y="5256202"/>
                <a:ext cx="2019345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GB" sz="2800" dirty="0">
                    <a:solidFill>
                      <a:srgbClr val="002060"/>
                    </a:solidFill>
                  </a:rPr>
                  <a:t>Here</a:t>
                </a:r>
                <a14:m>
                  <m:oMath xmlns:m="http://schemas.openxmlformats.org/officeDocument/2006/math">
                    <m:r>
                      <a:rPr lang="en-GB" sz="2800" b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GB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𝐧</m:t>
                    </m:r>
                    <m:r>
                      <a:rPr lang="en-US" sz="2800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GB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0D101B79-6E8F-45CB-AC28-D2962DCA06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60942" y="5256202"/>
                <a:ext cx="2019345" cy="540000"/>
              </a:xfrm>
              <a:prstGeom prst="rect">
                <a:avLst/>
              </a:prstGeom>
              <a:blipFill>
                <a:blip r:embed="rId8"/>
                <a:stretch>
                  <a:fillRect l="-6344" t="-12360" b="-2696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036542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18" grpId="0"/>
      <p:bldP spid="25" grpId="0"/>
      <p:bldP spid="3" grpId="0"/>
      <p:bldP spid="11" grpId="0"/>
      <p:bldP spid="12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234329-11E8-8ACF-408A-7D992B2134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94913488-1D4E-53CB-AC05-6921872869AB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Example:6(Continue)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94913488-1D4E-53CB-AC05-6921872869A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0F90705B-CEC4-5D25-8044-39D850CE923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7175" y="1042442"/>
                <a:ext cx="4859150" cy="145310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4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  <m:r>
                            <a:rPr lang="en-GB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GB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e>
                        <m:sup>
                          <m: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p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−7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−2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 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 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mr>
                          </m:m>
                          <m: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0F90705B-CEC4-5D25-8044-39D850CE92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7175" y="1042442"/>
                <a:ext cx="4859150" cy="145310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8BA587D7-0DF6-A33A-8965-7FB1119DB1B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7175" y="2723245"/>
                <a:ext cx="2935883" cy="513584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4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  <m:r>
                            <a:rPr lang="en-GB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64 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8BA587D7-0DF6-A33A-8965-7FB1119DB1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7175" y="2723245"/>
                <a:ext cx="2935883" cy="51358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D7C00B7F-31A5-F01B-A8EA-E7F54050DD6D}"/>
              </a:ext>
            </a:extLst>
          </p:cNvPr>
          <p:cNvSpPr txBox="1">
            <a:spLocks/>
          </p:cNvSpPr>
          <p:nvPr/>
        </p:nvSpPr>
        <p:spPr>
          <a:xfrm>
            <a:off x="177175" y="3429000"/>
            <a:ext cx="2405225" cy="5135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GB" sz="2800" dirty="0">
                <a:solidFill>
                  <a:srgbClr val="002060"/>
                </a:solidFill>
              </a:rPr>
              <a:t>Hence proved.</a:t>
            </a:r>
            <a:endParaRPr lang="en-IN" sz="28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61730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5" grpId="0"/>
      <p:bldP spid="4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0AB467-C127-AF62-9707-36D9DCA092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87F1DA14-B89B-21CC-D50F-C0B4EBCD9BD3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Example:9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87F1DA14-B89B-21CC-D50F-C0B4EBCD9BD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19C06F96-66F1-1080-D596-8C306205EC69}"/>
              </a:ext>
            </a:extLst>
          </p:cNvPr>
          <p:cNvSpPr txBox="1">
            <a:spLocks/>
          </p:cNvSpPr>
          <p:nvPr/>
        </p:nvSpPr>
        <p:spPr>
          <a:xfrm>
            <a:off x="205273" y="800163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F5BCE2B3-5E5E-BFD7-FB61-5D2FC06474B6}"/>
              </a:ext>
            </a:extLst>
          </p:cNvPr>
          <p:cNvSpPr/>
          <p:nvPr/>
        </p:nvSpPr>
        <p:spPr>
          <a:xfrm>
            <a:off x="122276" y="1793999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A267A2E8-5D2E-B2F1-0ADB-5550F28CB37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2276" y="2473308"/>
                <a:ext cx="2987287" cy="87148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Now,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sty m:val="p"/>
                                  <m:brk m:alnAt="7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mr>
                        </m:m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A267A2E8-5D2E-B2F1-0ADB-5550F28CB3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2276" y="2473308"/>
                <a:ext cx="2987287" cy="871489"/>
              </a:xfrm>
              <a:prstGeom prst="rect">
                <a:avLst/>
              </a:prstGeom>
              <a:blipFill>
                <a:blip r:embed="rId3"/>
                <a:stretch>
                  <a:fillRect l="-4082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F4FA1147-A8F6-6146-146C-746D10E2A49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79261" y="869996"/>
                <a:ext cx="10217564" cy="71120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sty m:val="p"/>
                                  <m:brk m:alnAt="7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mr>
                        </m:m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i="0" dirty="0">
                    <a:solidFill>
                      <a:srgbClr val="002060"/>
                    </a:solidFill>
                    <a:latin typeface="+mj-lt"/>
                  </a:rPr>
                  <a:t>and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p>
                          <m:sSupPr>
                            <m:ctrlPr>
                              <a:rPr lang="en-GB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GB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=625</m:t>
                    </m:r>
                  </m:oMath>
                </a14:m>
                <a:r>
                  <a:rPr lang="en-IN" sz="2800" i="0" dirty="0">
                    <a:solidFill>
                      <a:srgbClr val="002060"/>
                    </a:solidFill>
                    <a:latin typeface="+mj-lt"/>
                  </a:rPr>
                  <a:t>, than find the real value(s)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F4FA1147-A8F6-6146-146C-746D10E2A4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9261" y="869996"/>
                <a:ext cx="10217564" cy="711201"/>
              </a:xfrm>
              <a:prstGeom prst="rect">
                <a:avLst/>
              </a:prstGeom>
              <a:blipFill>
                <a:blip r:embed="rId4"/>
                <a:stretch>
                  <a:fillRect l="-1193" b="-7759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59EA6F07-5238-6E06-86EE-333ACEA8DFBC}"/>
              </a:ext>
            </a:extLst>
          </p:cNvPr>
          <p:cNvSpPr/>
          <p:nvPr/>
        </p:nvSpPr>
        <p:spPr>
          <a:xfrm>
            <a:off x="122277" y="997287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3A014D34-CA88-16A7-B054-E9EA4C9D939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43246" y="4521261"/>
                <a:ext cx="2643745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GB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p>
                          <m:r>
                            <a:rPr lang="en-GB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3A014D34-CA88-16A7-B054-E9EA4C9D93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3246" y="4521261"/>
                <a:ext cx="2643745" cy="540000"/>
              </a:xfrm>
              <a:prstGeom prst="rect">
                <a:avLst/>
              </a:prstGeom>
              <a:blipFill>
                <a:blip r:embed="rId5"/>
                <a:stretch>
                  <a:fillRect l="-230" r="-691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783BB204-6642-D2C5-9D9B-8FD3E28C095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5618" y="3506729"/>
                <a:ext cx="2923946" cy="87148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GB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</m:m>
                          <m: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783BB204-6642-D2C5-9D9B-8FD3E28C09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5618" y="3506729"/>
                <a:ext cx="2923946" cy="87148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5C4DF0D7-0E54-B6BB-62B4-F535C0E69A7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5273" y="5258012"/>
                <a:ext cx="3477727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nor/>
                                </m:rPr>
                                <a:rPr lang="en-GB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GB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GB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p>
                          <m: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</m:sSup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GB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GB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GB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GB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GB" sz="28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GB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GB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−4 </m:t>
                              </m:r>
                            </m:e>
                          </m:d>
                        </m:e>
                        <m:sup>
                          <m:r>
                            <a:rPr lang="en-GB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5C4DF0D7-0E54-B6BB-62B4-F535C0E69A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273" y="5258012"/>
                <a:ext cx="3477727" cy="540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D48F64A9-5BD4-EC02-B7B8-F912B315A7D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5273" y="5938814"/>
                <a:ext cx="5382727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GB" sz="2800" i="0" dirty="0">
                    <a:solidFill>
                      <a:srgbClr val="002060"/>
                    </a:solidFill>
                    <a:latin typeface="+mj-lt"/>
                  </a:rPr>
                  <a:t>Since,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p>
                          <m:sSupPr>
                            <m:ctrlPr>
                              <a:rPr lang="en-IN" sz="2800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280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</m:e>
                          <m:sup>
                            <m:r>
                              <a:rPr lang="en-US" sz="280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𝐦</m:t>
                            </m:r>
                          </m:sup>
                        </m:sSup>
                        <m:r>
                          <a:rPr lang="en-US" sz="280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sz="280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IN" sz="2800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begChr m:val="|"/>
                            <m:endChr m:val="|"/>
                            <m:ctrlPr>
                              <a:rPr lang="en-IN" sz="2800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280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US" sz="280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𝐀</m:t>
                            </m:r>
                            <m:r>
                              <a:rPr lang="en-US" sz="280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  <m:sup>
                        <m:r>
                          <a:rPr lang="en-US" sz="280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𝐦</m:t>
                        </m:r>
                      </m:sup>
                    </m:sSup>
                    <m:r>
                      <a:rPr lang="en-US" sz="280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;∀ </m:t>
                    </m:r>
                    <m:r>
                      <a:rPr lang="en-US" sz="280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𝐦</m:t>
                    </m:r>
                    <m:r>
                      <a:rPr lang="en-US" sz="280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US" sz="280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ℕ</m:t>
                    </m:r>
                  </m:oMath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D48F64A9-5BD4-EC02-B7B8-F912B315A7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273" y="5938814"/>
                <a:ext cx="5382727" cy="540000"/>
              </a:xfrm>
              <a:prstGeom prst="rect">
                <a:avLst/>
              </a:prstGeom>
              <a:blipFill>
                <a:blip r:embed="rId8"/>
                <a:stretch>
                  <a:fillRect l="-2378" t="-12360" b="-2696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8B11298D-67AF-C1A8-AC04-887683C9A7F4}"/>
              </a:ext>
            </a:extLst>
          </p:cNvPr>
          <p:cNvSpPr/>
          <p:nvPr/>
        </p:nvSpPr>
        <p:spPr>
          <a:xfrm>
            <a:off x="4621925" y="960146"/>
            <a:ext cx="1932784" cy="481478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90385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3" grpId="0"/>
      <p:bldP spid="5" grpId="0"/>
      <p:bldP spid="6" grpId="0"/>
      <p:bldP spid="8" grpId="0"/>
      <p:bldP spid="9" grpId="0" animBg="1"/>
      <p:bldP spid="9" grpId="1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F089C3-AFC7-40E0-8F36-09163B1C2D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BD2C8166-B0A8-D513-104E-74ED04B0BCCA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Example:9(Continue)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BD2C8166-B0A8-D513-104E-74ED04B0BCC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7CEDB43B-1449-FE99-15BC-B62D76C5D394}"/>
              </a:ext>
            </a:extLst>
          </p:cNvPr>
          <p:cNvSpPr txBox="1">
            <a:spLocks/>
          </p:cNvSpPr>
          <p:nvPr/>
        </p:nvSpPr>
        <p:spPr>
          <a:xfrm>
            <a:off x="205273" y="800163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CB6BE9D0-6D9C-221A-A805-BCA97B6499A9}"/>
              </a:ext>
            </a:extLst>
          </p:cNvPr>
          <p:cNvSpPr/>
          <p:nvPr/>
        </p:nvSpPr>
        <p:spPr>
          <a:xfrm>
            <a:off x="122276" y="1793999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09129DE9-B334-DDC0-0B54-0D9BFE341CE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79261" y="869996"/>
                <a:ext cx="10217564" cy="71120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sty m:val="p"/>
                                  <m:brk m:alnAt="7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mr>
                        </m:m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i="0" dirty="0">
                    <a:solidFill>
                      <a:srgbClr val="002060"/>
                    </a:solidFill>
                    <a:latin typeface="+mj-lt"/>
                  </a:rPr>
                  <a:t>and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p>
                          <m:sSupPr>
                            <m:ctrlPr>
                              <a:rPr lang="en-GB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a:rPr lang="en-GB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=625</m:t>
                    </m:r>
                  </m:oMath>
                </a14:m>
                <a:r>
                  <a:rPr lang="en-IN" sz="2800" i="0" dirty="0">
                    <a:solidFill>
                      <a:srgbClr val="002060"/>
                    </a:solidFill>
                    <a:latin typeface="+mj-lt"/>
                  </a:rPr>
                  <a:t>, than find the real value(s)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09129DE9-B334-DDC0-0B54-0D9BFE341C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9261" y="869996"/>
                <a:ext cx="10217564" cy="711201"/>
              </a:xfrm>
              <a:prstGeom prst="rect">
                <a:avLst/>
              </a:prstGeom>
              <a:blipFill>
                <a:blip r:embed="rId3"/>
                <a:stretch>
                  <a:fillRect l="-1193" b="-7759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173EE0CC-A043-91F3-49C4-12B7499DFC0C}"/>
              </a:ext>
            </a:extLst>
          </p:cNvPr>
          <p:cNvSpPr/>
          <p:nvPr/>
        </p:nvSpPr>
        <p:spPr>
          <a:xfrm>
            <a:off x="122277" y="997287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AFEE7621-F6E8-C6B7-81EE-0E29EBE9A83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260" y="2669267"/>
                <a:ext cx="3659928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nor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GB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GB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a:rPr lang="en-GB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  <m: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GB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GB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GB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GB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GB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GB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GB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−4 </m:t>
                              </m:r>
                            </m:e>
                          </m:d>
                        </m:e>
                        <m:sup>
                          <m: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AFEE7621-F6E8-C6B7-81EE-0E29EBE9A8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260" y="2669267"/>
                <a:ext cx="3659928" cy="540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C777259C-CED6-E184-441F-2DDB88717F1C}"/>
              </a:ext>
            </a:extLst>
          </p:cNvPr>
          <p:cNvSpPr/>
          <p:nvPr/>
        </p:nvSpPr>
        <p:spPr>
          <a:xfrm>
            <a:off x="4621925" y="960146"/>
            <a:ext cx="1932784" cy="481478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2CAC3F4A-D9DD-6FA6-A702-EF7661CCE0A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7443" y="3344797"/>
                <a:ext cx="3291265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GB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GB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GB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GB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GB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GB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GB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−4 </m:t>
                              </m:r>
                            </m:e>
                          </m:d>
                        </m:e>
                        <m:sup>
                          <m: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2CAC3F4A-D9DD-6FA6-A702-EF7661CCE0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443" y="3344797"/>
                <a:ext cx="3291265" cy="540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13361EF3-1C3C-5F7C-E743-28674565134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8564" y="4013560"/>
                <a:ext cx="3123868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2</m:t>
                      </m:r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GB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GB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GB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GB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GB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GB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GB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−4 </m:t>
                              </m:r>
                            </m:e>
                          </m:d>
                        </m:e>
                        <m:sup>
                          <m:r>
                            <a:rPr lang="en-GB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13361EF3-1C3C-5F7C-E743-2867456513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564" y="4013560"/>
                <a:ext cx="3123868" cy="540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DDC9B390-579C-43D8-B1D6-AF867E63C6E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8776" y="4682323"/>
                <a:ext cx="2379624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GB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p>
                          <m: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−4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DDC9B390-579C-43D8-B1D6-AF867E63C6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776" y="4682323"/>
                <a:ext cx="2379624" cy="540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B1F57591-4B1E-E59D-8D79-41FB31A7A3A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2276" y="5921495"/>
                <a:ext cx="1718928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±3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B1F57591-4B1E-E59D-8D79-41FB31A7A3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2276" y="5921495"/>
                <a:ext cx="1718928" cy="540000"/>
              </a:xfrm>
              <a:prstGeom prst="rect">
                <a:avLst/>
              </a:prstGeom>
              <a:blipFill>
                <a:blip r:embed="rId8"/>
                <a:stretch>
                  <a:fillRect r="-709" b="-1124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Content Placeholder 4">
            <a:extLst>
              <a:ext uri="{FF2B5EF4-FFF2-40B4-BE49-F238E27FC236}">
                <a16:creationId xmlns:a16="http://schemas.microsoft.com/office/drawing/2014/main" id="{33B333C1-36C8-38CC-C195-57253660049F}"/>
              </a:ext>
            </a:extLst>
          </p:cNvPr>
          <p:cNvSpPr txBox="1">
            <a:spLocks/>
          </p:cNvSpPr>
          <p:nvPr/>
        </p:nvSpPr>
        <p:spPr>
          <a:xfrm>
            <a:off x="2813953" y="5021982"/>
            <a:ext cx="5548727" cy="53965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GB" sz="2800" dirty="0">
                <a:solidFill>
                  <a:srgbClr val="002060"/>
                </a:solidFill>
                <a:latin typeface="+mj-lt"/>
              </a:rPr>
              <a:t>(which is not possible for real roots)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5E9E366-A866-F05D-C10E-633A1683B472}"/>
              </a:ext>
            </a:extLst>
          </p:cNvPr>
          <p:cNvSpPr/>
          <p:nvPr/>
        </p:nvSpPr>
        <p:spPr>
          <a:xfrm>
            <a:off x="153331" y="5909109"/>
            <a:ext cx="1677546" cy="518427"/>
          </a:xfrm>
          <a:prstGeom prst="rect">
            <a:avLst/>
          </a:prstGeom>
          <a:noFill/>
          <a:ln w="38100">
            <a:solidFill>
              <a:srgbClr val="1D578F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9" name="Content Placeholder 4">
            <a:extLst>
              <a:ext uri="{FF2B5EF4-FFF2-40B4-BE49-F238E27FC236}">
                <a16:creationId xmlns:a16="http://schemas.microsoft.com/office/drawing/2014/main" id="{35258D03-DA5C-E508-D219-6D8D4456CD62}"/>
              </a:ext>
            </a:extLst>
          </p:cNvPr>
          <p:cNvSpPr txBox="1">
            <a:spLocks/>
          </p:cNvSpPr>
          <p:nvPr/>
        </p:nvSpPr>
        <p:spPr>
          <a:xfrm>
            <a:off x="3128385" y="4013560"/>
            <a:ext cx="725397" cy="53965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GB" sz="2800" b="1" dirty="0">
                <a:solidFill>
                  <a:srgbClr val="FF0000"/>
                </a:solidFill>
                <a:latin typeface="+mj-lt"/>
              </a:rPr>
              <a:t>OR</a:t>
            </a:r>
            <a:endParaRPr lang="en-IN" sz="2800" b="1" dirty="0">
              <a:solidFill>
                <a:srgbClr val="FF000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949E9A03-15DB-7C57-B173-5336A80498D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650270" y="4015305"/>
                <a:ext cx="2953730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−25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GB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GB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GB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p>
                                <m:sSupPr>
                                  <m:ctrlPr>
                                    <a:rPr lang="en-GB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GB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en-GB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GB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−4 </m:t>
                              </m:r>
                            </m:e>
                          </m:d>
                        </m:e>
                        <m:sup>
                          <m:r>
                            <a:rPr lang="en-GB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949E9A03-15DB-7C57-B173-5336A80498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0270" y="4015305"/>
                <a:ext cx="2953730" cy="540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Content Placeholder 4">
                <a:extLst>
                  <a:ext uri="{FF2B5EF4-FFF2-40B4-BE49-F238E27FC236}">
                    <a16:creationId xmlns:a16="http://schemas.microsoft.com/office/drawing/2014/main" id="{EDD96F28-EA83-FC43-26EC-A51C7B2A52C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2276" y="5317949"/>
                <a:ext cx="1641211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GB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p>
                          <m:r>
                            <a:rPr lang="en-GB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Content Placeholder 4">
                <a:extLst>
                  <a:ext uri="{FF2B5EF4-FFF2-40B4-BE49-F238E27FC236}">
                    <a16:creationId xmlns:a16="http://schemas.microsoft.com/office/drawing/2014/main" id="{EDD96F28-EA83-FC43-26EC-A51C7B2A52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2276" y="5317949"/>
                <a:ext cx="1641211" cy="540000"/>
              </a:xfrm>
              <a:prstGeom prst="rect">
                <a:avLst/>
              </a:prstGeom>
              <a:blipFill>
                <a:blip r:embed="rId13"/>
                <a:stretch>
                  <a:fillRect r="-372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5FB9C171-489B-BE8B-6C7F-D26FF2C17952}"/>
              </a:ext>
            </a:extLst>
          </p:cNvPr>
          <p:cNvSpPr/>
          <p:nvPr/>
        </p:nvSpPr>
        <p:spPr>
          <a:xfrm>
            <a:off x="33239" y="4027329"/>
            <a:ext cx="3112768" cy="481478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sp>
        <p:nvSpPr>
          <p:cNvPr id="24" name="Right Arrow 3">
            <a:extLst>
              <a:ext uri="{FF2B5EF4-FFF2-40B4-BE49-F238E27FC236}">
                <a16:creationId xmlns:a16="http://schemas.microsoft.com/office/drawing/2014/main" id="{2180C1CA-A999-466E-8AB7-324A41459138}"/>
              </a:ext>
            </a:extLst>
          </p:cNvPr>
          <p:cNvSpPr/>
          <p:nvPr/>
        </p:nvSpPr>
        <p:spPr>
          <a:xfrm rot="5400000" flipV="1">
            <a:off x="4912646" y="4610319"/>
            <a:ext cx="4289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66512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10" grpId="0"/>
      <p:bldP spid="11" grpId="0"/>
      <p:bldP spid="12" grpId="0"/>
      <p:bldP spid="14" grpId="0"/>
      <p:bldP spid="15" grpId="0"/>
      <p:bldP spid="16" grpId="0" animBg="1"/>
      <p:bldP spid="19" grpId="0"/>
      <p:bldP spid="20" grpId="0"/>
      <p:bldP spid="27" grpId="0"/>
      <p:bldP spid="28" grpId="0" animBg="1"/>
      <p:bldP spid="28" grpId="1" animBg="1"/>
      <p:bldP spid="24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76DE9C-90F8-D081-666B-E966C1C2D1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E224A294-6CB7-8D5C-F130-AAC8F72466DC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Example:16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E224A294-6CB7-8D5C-F130-AAC8F72466D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AFBCEA02-68B4-A5B1-254F-FA51B8DB3039}"/>
              </a:ext>
            </a:extLst>
          </p:cNvPr>
          <p:cNvSpPr txBox="1">
            <a:spLocks/>
          </p:cNvSpPr>
          <p:nvPr/>
        </p:nvSpPr>
        <p:spPr>
          <a:xfrm>
            <a:off x="205273" y="800163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7DBC37FB-53E6-D6F0-4957-DBAA475B209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47591" y="914353"/>
                <a:ext cx="10422132" cy="218976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US" sz="2800" dirty="0">
                    <a:solidFill>
                      <a:srgbClr val="002060"/>
                    </a:solidFill>
                  </a:rPr>
                  <a:t>By using the properties of determinant and without expanding show that</a:t>
                </a:r>
              </a:p>
              <a:p>
                <a:pPr marL="0" indent="0" algn="l">
                  <a:buNone/>
                </a:pPr>
                <a:endParaRPr lang="en-IN" sz="800" b="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d>
                                  <m:dPr>
                                    <m:ctrlPr>
                                      <a:rPr lang="en-IN" sz="28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  <m: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</m:t>
                                    </m:r>
                                  </m:e>
                                </m:d>
                              </m:e>
                            </m:mr>
                            <m:mr>
                              <m:e>
                                <m: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  <m:d>
                                  <m:d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</m:t>
                                    </m:r>
                                    <m:r>
                                      <a:rPr lang="en-IN" sz="280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</m:d>
                              </m:e>
                            </m:mr>
                            <m:mr>
                              <m:e>
                                <m: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d>
                                  <m:d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  <m:r>
                                      <a:rPr lang="en-IN" sz="280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</m:e>
                                </m:d>
                              </m:e>
                            </m:mr>
                          </m: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7DBC37FB-53E6-D6F0-4957-DBAA475B20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7591" y="914353"/>
                <a:ext cx="10422132" cy="2189762"/>
              </a:xfrm>
              <a:prstGeom prst="rect">
                <a:avLst/>
              </a:prstGeom>
              <a:blipFill>
                <a:blip r:embed="rId3"/>
                <a:stretch>
                  <a:fillRect l="-117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0EF507B8-F72A-46E5-FED4-2EA24AD98167}"/>
              </a:ext>
            </a:extLst>
          </p:cNvPr>
          <p:cNvSpPr/>
          <p:nvPr/>
        </p:nvSpPr>
        <p:spPr>
          <a:xfrm>
            <a:off x="122277" y="997287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90E53B6A-5AE8-4C33-8C42-22989E1520C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53923" y="4887361"/>
                <a:ext cx="4236750" cy="154025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ab</m:t>
                                </m:r>
                                <m: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ac</m:t>
                                </m:r>
                                <m: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bc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bc</m:t>
                                </m:r>
                                <m: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ba</m:t>
                                </m:r>
                                <m: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ca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ca</m:t>
                                </m:r>
                                <m: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cb</m:t>
                                </m:r>
                                <m: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ab</m:t>
                                </m:r>
                              </m:e>
                            </m:mr>
                          </m: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90E53B6A-5AE8-4C33-8C42-22989E1520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3923" y="4887361"/>
                <a:ext cx="4236750" cy="154025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17F7963A-9757-4BDB-9397-6026018689D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47591" y="3104115"/>
                <a:ext cx="3369727" cy="154025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d>
                                  <m:d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  <m:r>
                                      <a:rPr lang="en-IN" sz="280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</m:t>
                                    </m:r>
                                  </m:e>
                                </m:d>
                              </m:e>
                            </m:mr>
                            <m:mr>
                              <m:e>
                                <m: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  <m:d>
                                  <m:d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</m:t>
                                    </m:r>
                                    <m:r>
                                      <a:rPr lang="en-IN" sz="280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</m:d>
                              </m:e>
                            </m:mr>
                            <m:mr>
                              <m:e>
                                <m: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d>
                                  <m:d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  <m:r>
                                      <a:rPr lang="en-IN" sz="280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</m:e>
                                </m:d>
                              </m:e>
                            </m:mr>
                          </m: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17F7963A-9757-4BDB-9397-6026018689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7591" y="3104115"/>
                <a:ext cx="3369727" cy="154025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82748C15-D41D-4DFE-BC6E-EA8EF4D602E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590673" y="5382520"/>
                <a:ext cx="1299601" cy="67556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𝐂</m:t>
                          </m:r>
                        </m:e>
                        <m:sub>
                          <m:r>
                            <a:rPr lang="en-GB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𝟐𝟑</m:t>
                          </m:r>
                        </m:sub>
                      </m:sSub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82748C15-D41D-4DFE-BC6E-EA8EF4D602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0673" y="5382520"/>
                <a:ext cx="1299601" cy="675561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9CE83B58-0A32-4F04-BE5F-A5E686ADF6C8}"/>
              </a:ext>
            </a:extLst>
          </p:cNvPr>
          <p:cNvSpPr/>
          <p:nvPr/>
        </p:nvSpPr>
        <p:spPr>
          <a:xfrm>
            <a:off x="122277" y="3172158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B4A4E231-9188-446C-8793-0665E6B5609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380697" y="5861178"/>
                <a:ext cx="742615" cy="54654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B4A4E231-9188-446C-8793-0665E6B560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80697" y="5861178"/>
                <a:ext cx="742615" cy="546549"/>
              </a:xfrm>
              <a:prstGeom prst="rect">
                <a:avLst/>
              </a:prstGeom>
              <a:blipFill>
                <a:blip r:embed="rId7"/>
                <a:stretch>
                  <a:fillRect r="-409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5FBB1F3C-9082-4238-90CD-53645592C3B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380697" y="4261925"/>
                <a:ext cx="4689026" cy="154025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ab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bc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ca</m:t>
                          </m:r>
                        </m:e>
                      </m:d>
                      <m:d>
                        <m:dPr>
                          <m:begChr m:val="|"/>
                          <m:endChr m:val="|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bc</m:t>
                                </m:r>
                              </m:e>
                              <m:e>
                                <m: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ca</m:t>
                                </m:r>
                              </m:e>
                              <m:e>
                                <m: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ab</m:t>
                                </m:r>
                              </m:e>
                              <m:e>
                                <m: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</m: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5FBB1F3C-9082-4238-90CD-53645592C3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80697" y="4261925"/>
                <a:ext cx="4689026" cy="154025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243B7AC9-F8C6-4A32-ACA0-67CF9298DA8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752004" y="3215100"/>
                <a:ext cx="4535757" cy="961164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𝐂</m:t>
                          </m:r>
                        </m:e>
                        <m:sub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num>
                            <m:den>
                              <m:r>
                                <a:rPr lang="en-IN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𝐚𝐛</m:t>
                              </m:r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𝐛𝐜</m:t>
                              </m:r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𝐜𝐚</m:t>
                              </m:r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243B7AC9-F8C6-4A32-ACA0-67CF9298DA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52004" y="3215100"/>
                <a:ext cx="4535757" cy="9611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E51C9DC2-56FF-4C0F-8594-DAFF898D8D9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408542" y="5848478"/>
                <a:ext cx="2268000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 xmlns:m="http://schemas.openxmlformats.org/officeDocument/2006/math">
                    <m:d>
                      <m:d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∵</m:t>
                        </m:r>
                        <m:sSub>
                          <m:sSubPr>
                            <m:ctrlPr>
                              <a:rPr lang="en-IN" sz="2800" b="1" i="1" dirty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sz="2800" b="1" i="0" dirty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</m:e>
                          <m:sub>
                            <m:r>
                              <a:rPr lang="en-IN" sz="2800" b="1" i="0" dirty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sub>
                        </m:sSub>
                        <m:r>
                          <a:rPr lang="en-IN" sz="2800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en-IN" sz="2800" b="1" i="1" dirty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IN" sz="2800" b="1" i="0" dirty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𝐂</m:t>
                            </m:r>
                          </m:e>
                          <m:sub>
                            <m:r>
                              <a:rPr lang="en-IN" sz="2800" b="1" i="0" dirty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𝟑</m:t>
                            </m:r>
                          </m:sub>
                        </m:sSub>
                        <m:r>
                          <a:rPr lang="en-IN" sz="2800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  <a:latin typeface="Cambria Math" panose="02040503050406030204" pitchFamily="18" charset="0"/>
                  </a:rPr>
                  <a:t>  </a:t>
                </a:r>
              </a:p>
            </p:txBody>
          </p:sp>
        </mc:Choice>
        <mc:Fallback xmlns="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E51C9DC2-56FF-4C0F-8594-DAFF898D8D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08542" y="5848478"/>
                <a:ext cx="2268000" cy="540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BAD4E3D4-4FA2-476E-9EE9-7E9C0CE577CD}"/>
              </a:ext>
            </a:extLst>
          </p:cNvPr>
          <p:cNvSpPr/>
          <p:nvPr/>
        </p:nvSpPr>
        <p:spPr>
          <a:xfrm>
            <a:off x="7067718" y="3254476"/>
            <a:ext cx="36000" cy="3152073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454847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8" grpId="0"/>
      <p:bldP spid="10" grpId="0"/>
      <p:bldP spid="11" grpId="0"/>
      <p:bldP spid="12" grpId="0"/>
      <p:bldP spid="13" grpId="0"/>
      <p:bldP spid="14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1F80FD-AB3E-6C5E-BA9A-7A41E85E5D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D7D2FBB-D2AB-8F79-1768-7EE3A4EB3403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Example:21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D7D2FBB-D2AB-8F79-1768-7EE3A4EB340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4905AB6C-B12A-CFFC-D72F-78BD56C0C047}"/>
              </a:ext>
            </a:extLst>
          </p:cNvPr>
          <p:cNvSpPr txBox="1">
            <a:spLocks/>
          </p:cNvSpPr>
          <p:nvPr/>
        </p:nvSpPr>
        <p:spPr>
          <a:xfrm>
            <a:off x="205273" y="800163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E811D497-7826-7C7E-F713-EE08BC16455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47591" y="914353"/>
                <a:ext cx="10217564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US" sz="2800" dirty="0">
                    <a:solidFill>
                      <a:srgbClr val="002060"/>
                    </a:solidFill>
                  </a:rPr>
                  <a:t>Without expanding, show that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E811D497-7826-7C7E-F713-EE08BC1645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7591" y="914353"/>
                <a:ext cx="10217564" cy="1384347"/>
              </a:xfrm>
              <a:prstGeom prst="rect">
                <a:avLst/>
              </a:prstGeom>
              <a:blipFill>
                <a:blip r:embed="rId4"/>
                <a:stretch>
                  <a:fillRect l="-119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10D3B3E0-2C07-5D88-90AE-81AB6E1DEB8D}"/>
              </a:ext>
            </a:extLst>
          </p:cNvPr>
          <p:cNvSpPr/>
          <p:nvPr/>
        </p:nvSpPr>
        <p:spPr>
          <a:xfrm>
            <a:off x="122277" y="1295001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EB592CC7-B0F3-9CE6-8DD2-B120403EA6A3}"/>
              </a:ext>
            </a:extLst>
          </p:cNvPr>
          <p:cNvSpPr/>
          <p:nvPr/>
        </p:nvSpPr>
        <p:spPr>
          <a:xfrm>
            <a:off x="122277" y="2389136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9EA088AE-5EC4-2A17-AE4A-6B4E07CEA65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0411" y="2965872"/>
                <a:ext cx="3662323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9EA088AE-5EC4-2A17-AE4A-6B4E07CEA6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0411" y="2965872"/>
                <a:ext cx="3662323" cy="138434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625E468E-CC3B-988A-8D44-3FF2CC10711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0411" y="4458955"/>
                <a:ext cx="6624000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Note that,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b>
                    </m:sSub>
                    <m:r>
                      <a:rPr lang="en-IN" sz="2800" b="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b="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sz="2800" b="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800" b="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=−</m:t>
                    </m:r>
                    <m:d>
                      <m:d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800" b="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e>
                    </m:d>
                    <m:r>
                      <a:rPr lang="en-IN" sz="2800" b="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=−</m:t>
                    </m:r>
                    <m:sSub>
                      <m:sSubPr>
                        <m:ctrlPr>
                          <a:rPr lang="en-IN" sz="280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sz="2800" b="0" i="1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625E468E-CC3B-988A-8D44-3FF2CC1071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0411" y="4458955"/>
                <a:ext cx="6624000" cy="540000"/>
              </a:xfrm>
              <a:prstGeom prst="rect">
                <a:avLst/>
              </a:prstGeom>
              <a:blipFill>
                <a:blip r:embed="rId6"/>
                <a:stretch>
                  <a:fillRect l="-1934" t="-13483" b="-2584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5C6C0BA9-B84D-2AEC-C09C-173E3A9B2A0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42811" y="5107691"/>
                <a:ext cx="4934189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</m:t>
                          </m:r>
                        </m:sub>
                      </m:sSub>
                      <m:r>
                        <a:rPr lang="en-IN" sz="2800" b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5C6C0BA9-B84D-2AEC-C09C-173E3A9B2A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2811" y="5107691"/>
                <a:ext cx="4934189" cy="540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9EAB140B-3C7D-CD55-E136-A4C1664F3CE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04711" y="5756427"/>
                <a:ext cx="5073889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23</m:t>
                          </m:r>
                        </m:sub>
                      </m:sSub>
                      <m:r>
                        <a:rPr lang="en-IN" sz="2800" b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IN" sz="2800" b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d>
                        <m:d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r>
                        <a:rPr lang="en-IN" sz="2800" b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9EAB140B-3C7D-CD55-E136-A4C1664F3C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4711" y="5756427"/>
                <a:ext cx="5073889" cy="540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F3476675-478F-CECC-1517-EAA9CC86FB87}"/>
              </a:ext>
            </a:extLst>
          </p:cNvPr>
          <p:cNvSpPr/>
          <p:nvPr/>
        </p:nvSpPr>
        <p:spPr>
          <a:xfrm>
            <a:off x="1485606" y="3022907"/>
            <a:ext cx="936000" cy="437707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BB438BDA-494D-C1FC-A27A-6AF89C9206E9}"/>
              </a:ext>
            </a:extLst>
          </p:cNvPr>
          <p:cNvSpPr/>
          <p:nvPr/>
        </p:nvSpPr>
        <p:spPr>
          <a:xfrm>
            <a:off x="326293" y="3442145"/>
            <a:ext cx="936000" cy="437707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68F51BE8-809C-ACF5-77EA-A15A03D01461}"/>
              </a:ext>
            </a:extLst>
          </p:cNvPr>
          <p:cNvSpPr/>
          <p:nvPr/>
        </p:nvSpPr>
        <p:spPr>
          <a:xfrm>
            <a:off x="2627488" y="3022907"/>
            <a:ext cx="936000" cy="437707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315474FF-4620-81AD-23A2-886AF73584B9}"/>
              </a:ext>
            </a:extLst>
          </p:cNvPr>
          <p:cNvSpPr/>
          <p:nvPr/>
        </p:nvSpPr>
        <p:spPr>
          <a:xfrm>
            <a:off x="326293" y="3879852"/>
            <a:ext cx="936000" cy="437707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EC204D8F-5B08-40F4-CE55-B347DB1298B7}"/>
              </a:ext>
            </a:extLst>
          </p:cNvPr>
          <p:cNvSpPr/>
          <p:nvPr/>
        </p:nvSpPr>
        <p:spPr>
          <a:xfrm>
            <a:off x="2627488" y="3445245"/>
            <a:ext cx="936000" cy="437707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6DF9354-B292-DF45-D07C-16FF7AF7A14F}"/>
              </a:ext>
            </a:extLst>
          </p:cNvPr>
          <p:cNvSpPr/>
          <p:nvPr/>
        </p:nvSpPr>
        <p:spPr>
          <a:xfrm>
            <a:off x="1485606" y="3876874"/>
            <a:ext cx="936000" cy="437707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67740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"/>
                            </p:stCondLst>
                            <p:childTnLst>
                              <p:par>
                                <p:cTn id="2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0"/>
                            </p:stCondLst>
                            <p:childTnLst>
                              <p:par>
                                <p:cTn id="39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0"/>
                            </p:stCondLst>
                            <p:childTnLst>
                              <p:par>
                                <p:cTn id="5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B58026-8C91-3E96-F205-EE81AC6189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7C3A308-EDE1-03D3-AA9D-F4E1F2460CE8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Example:21(Continue)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7C3A308-EDE1-03D3-AA9D-F4E1F2460CE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649A2F63-6CF1-B0DE-ACD3-FBB2FEEDCE5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445566" y="865310"/>
                <a:ext cx="3662323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649A2F63-6CF1-B0DE-ACD3-FBB2FEEDCE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45566" y="865310"/>
                <a:ext cx="3662323" cy="138434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Content Placeholder 4">
            <a:extLst>
              <a:ext uri="{FF2B5EF4-FFF2-40B4-BE49-F238E27FC236}">
                <a16:creationId xmlns:a16="http://schemas.microsoft.com/office/drawing/2014/main" id="{9D139D2E-F9B2-69CA-EFBE-BCE1082F1CB2}"/>
              </a:ext>
            </a:extLst>
          </p:cNvPr>
          <p:cNvSpPr txBox="1">
            <a:spLocks/>
          </p:cNvSpPr>
          <p:nvPr/>
        </p:nvSpPr>
        <p:spPr>
          <a:xfrm>
            <a:off x="256891" y="1131401"/>
            <a:ext cx="4684289" cy="54000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IN" sz="2800" dirty="0">
                <a:solidFill>
                  <a:srgbClr val="002060"/>
                </a:solidFill>
              </a:rPr>
              <a:t>Also, diagonal entries are zero.</a:t>
            </a: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27CF2DA2-B282-E16F-836C-A387B23B0954}"/>
              </a:ext>
            </a:extLst>
          </p:cNvPr>
          <p:cNvSpPr/>
          <p:nvPr/>
        </p:nvSpPr>
        <p:spPr>
          <a:xfrm rot="1119408">
            <a:off x="8838642" y="1371315"/>
            <a:ext cx="2900915" cy="376583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sp>
        <p:nvSpPr>
          <p:cNvPr id="20" name="Content Placeholder 4">
            <a:extLst>
              <a:ext uri="{FF2B5EF4-FFF2-40B4-BE49-F238E27FC236}">
                <a16:creationId xmlns:a16="http://schemas.microsoft.com/office/drawing/2014/main" id="{5AA2A0CD-E3FF-B62D-D3EF-3D1AB834700E}"/>
              </a:ext>
            </a:extLst>
          </p:cNvPr>
          <p:cNvSpPr txBox="1">
            <a:spLocks/>
          </p:cNvSpPr>
          <p:nvPr/>
        </p:nvSpPr>
        <p:spPr>
          <a:xfrm>
            <a:off x="256890" y="2435883"/>
            <a:ext cx="11086300" cy="668934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IN" sz="2800" dirty="0">
                <a:solidFill>
                  <a:srgbClr val="002060"/>
                </a:solidFill>
              </a:rPr>
              <a:t>Since, the determinant of skew-symmetric matrix of odd order (3) is zero.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0F116C68-CC19-9D2A-DF22-725CBB0912B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56890" y="3219257"/>
                <a:ext cx="5767285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US" sz="2800" dirty="0">
                    <a:solidFill>
                      <a:srgbClr val="002060"/>
                    </a:solidFill>
                  </a:rPr>
                  <a:t>Hence,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e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0F116C68-CC19-9D2A-DF22-725CBB0912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6890" y="3219257"/>
                <a:ext cx="5767285" cy="1384347"/>
              </a:xfrm>
              <a:prstGeom prst="rect">
                <a:avLst/>
              </a:prstGeom>
              <a:blipFill>
                <a:blip r:embed="rId4"/>
                <a:stretch>
                  <a:fillRect l="-2114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B1DB2C05-752B-148E-BC1D-0C4F7FF18B80}"/>
              </a:ext>
            </a:extLst>
          </p:cNvPr>
          <p:cNvSpPr txBox="1">
            <a:spLocks/>
          </p:cNvSpPr>
          <p:nvPr/>
        </p:nvSpPr>
        <p:spPr>
          <a:xfrm>
            <a:off x="256891" y="1781443"/>
            <a:ext cx="7579010" cy="54000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IN" sz="2800" dirty="0">
                <a:solidFill>
                  <a:srgbClr val="002060"/>
                </a:solidFill>
              </a:rPr>
              <a:t>So, </a:t>
            </a:r>
            <a:r>
              <a:rPr lang="en-IN" sz="2800" dirty="0">
                <a:solidFill>
                  <a:srgbClr val="FF0000"/>
                </a:solidFill>
              </a:rPr>
              <a:t>This is determinant of a skew-symmetric Matrix.</a:t>
            </a:r>
            <a:endParaRPr lang="en-IN" sz="2800" dirty="0">
              <a:solidFill>
                <a:srgbClr val="3A4A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77785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 animBg="1"/>
      <p:bldP spid="19" grpId="1" animBg="1"/>
      <p:bldP spid="20" grpId="0"/>
      <p:bldP spid="3" grpId="0"/>
      <p:bldP spid="4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AA5AB0-44AE-95DF-317A-280F29BA86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B87C4697-FC7E-F775-4FE0-17867555C26D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Example:23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B87C4697-FC7E-F775-4FE0-17867555C26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82329233-3303-1DFC-633F-72141C36D43D}"/>
              </a:ext>
            </a:extLst>
          </p:cNvPr>
          <p:cNvSpPr txBox="1">
            <a:spLocks/>
          </p:cNvSpPr>
          <p:nvPr/>
        </p:nvSpPr>
        <p:spPr>
          <a:xfrm>
            <a:off x="205273" y="800163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AA5B3C5D-DA26-4A45-3ADE-FD70773DACF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47591" y="775453"/>
                <a:ext cx="10217564" cy="195775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US" sz="2800" dirty="0">
                    <a:solidFill>
                      <a:srgbClr val="002060"/>
                    </a:solidFill>
                  </a:rPr>
                  <a:t>By using properties of determinant, show that</a:t>
                </a:r>
              </a:p>
              <a:p>
                <a:pPr marL="0" indent="0" algn="l">
                  <a:buNone/>
                </a:pPr>
                <a:endParaRPr lang="en-US" sz="800" dirty="0">
                  <a:solidFill>
                    <a:srgbClr val="002060"/>
                  </a:solidFill>
                </a:endParaRPr>
              </a:p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AA5B3C5D-DA26-4A45-3ADE-FD70773DAC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7591" y="775453"/>
                <a:ext cx="10217564" cy="1957759"/>
              </a:xfrm>
              <a:prstGeom prst="rect">
                <a:avLst/>
              </a:prstGeom>
              <a:blipFill>
                <a:blip r:embed="rId3"/>
                <a:stretch>
                  <a:fillRect l="-1193" t="-467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4EC8D169-01E6-2775-80C5-8347436DDEB4}"/>
              </a:ext>
            </a:extLst>
          </p:cNvPr>
          <p:cNvSpPr/>
          <p:nvPr/>
        </p:nvSpPr>
        <p:spPr>
          <a:xfrm>
            <a:off x="122277" y="781451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F01BA823-2468-4C6C-B895-A6B1B7A86F61}"/>
              </a:ext>
            </a:extLst>
          </p:cNvPr>
          <p:cNvSpPr/>
          <p:nvPr/>
        </p:nvSpPr>
        <p:spPr>
          <a:xfrm>
            <a:off x="122277" y="2603979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0B1E759C-DFE4-4255-B325-B564728682D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2277" y="3337201"/>
                <a:ext cx="3662323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0B1E759C-DFE4-4255-B325-B564728682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2277" y="3337201"/>
                <a:ext cx="3662323" cy="138434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E761D510-E400-49BF-A621-9607221DBEF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789735" y="3337201"/>
                <a:ext cx="8043782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3A4A6A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3A4A6A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3A4A6A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3A4A6A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  <m:brk m:alnAt="7"/>
                                  </m:rPr>
                                  <a:rPr lang="en-IN" sz="2800">
                                    <a:solidFill>
                                      <a:srgbClr val="3A4A6A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3A4A6A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3A4A6A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  <m: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  <m: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3A4A6A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3A4A6A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3A4A6A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3A4A6A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3A4A6A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3A4A6A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3A4A6A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3A4A6A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  <m: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  <m: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</m:m>
                          <m:r>
                            <a:rPr lang="en-IN" sz="2800" i="1">
                              <a:solidFill>
                                <a:srgbClr val="3A4A6A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3A4A6A"/>
                  </a:solidFill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E761D510-E400-49BF-A621-9607221DBE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89735" y="3337201"/>
                <a:ext cx="8043782" cy="138434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6B94CBF9-0A8C-47F7-9DA8-13DC6C9EBFA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789735" y="3337201"/>
                <a:ext cx="8043782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</m: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6B94CBF9-0A8C-47F7-9DA8-13DC6C9EBF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89735" y="3337201"/>
                <a:ext cx="8043782" cy="138434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76624D4D-FF07-4777-AFD5-99AD1D57A3D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811794" y="2807903"/>
                <a:ext cx="5021723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IN" sz="2800" b="1" i="0" dirty="0">
                    <a:solidFill>
                      <a:srgbClr val="FF0000"/>
                    </a:solidFill>
                    <a:latin typeface="+mj-lt"/>
                  </a:rPr>
                  <a:t>( Separated elements of 1</a:t>
                </a:r>
                <a:r>
                  <a:rPr lang="en-IN" sz="2800" b="1" i="0" baseline="30000" dirty="0">
                    <a:solidFill>
                      <a:srgbClr val="FF0000"/>
                    </a:solidFill>
                    <a:latin typeface="+mj-lt"/>
                  </a:rPr>
                  <a:t>st</a:t>
                </a:r>
                <a:r>
                  <a:rPr lang="en-IN" sz="2800" b="1" i="0" dirty="0">
                    <a:solidFill>
                      <a:srgbClr val="FF0000"/>
                    </a:solidFill>
                    <a:latin typeface="+mj-lt"/>
                  </a:rPr>
                  <a:t>  row )</a:t>
                </a:r>
                <a14:m>
                  <m:oMath xmlns:m="http://schemas.openxmlformats.org/officeDocument/2006/math"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  <a:latin typeface="Cambria Math" panose="02040503050406030204" pitchFamily="18" charset="0"/>
                  </a:rPr>
                  <a:t>  </a:t>
                </a: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76624D4D-FF07-4777-AFD5-99AD1D57A3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11794" y="2807903"/>
                <a:ext cx="5021723" cy="540000"/>
              </a:xfrm>
              <a:prstGeom prst="rect">
                <a:avLst/>
              </a:prstGeom>
              <a:blipFill>
                <a:blip r:embed="rId7"/>
                <a:stretch>
                  <a:fillRect l="-2184" t="-13636" r="-728" b="-2727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11B19FC6-2E99-4E59-AE3D-B2D0358CBBFB}"/>
              </a:ext>
            </a:extLst>
          </p:cNvPr>
          <p:cNvSpPr/>
          <p:nvPr/>
        </p:nvSpPr>
        <p:spPr>
          <a:xfrm>
            <a:off x="358483" y="3347903"/>
            <a:ext cx="3191007" cy="45424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C27AE09F-BD67-47A5-94D4-A6A0C91CAF7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784600" y="5251473"/>
                <a:ext cx="4002238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  <m: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  <m: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C27AE09F-BD67-47A5-94D4-A6A0C91CAF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84600" y="5251473"/>
                <a:ext cx="4002238" cy="138434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508DC882-6192-4A4F-AA27-246DBBA409D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265370" y="4733792"/>
                <a:ext cx="3564000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𝟏𝟑</m:t>
                          </m:r>
                        </m:sub>
                      </m:sSub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508DC882-6192-4A4F-AA27-246DBBA409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5370" y="4733792"/>
                <a:ext cx="3564000" cy="540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2813E433-9807-4DCE-8A68-4DCF05F58C1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663766" y="5251473"/>
                <a:ext cx="4002238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2813E433-9807-4DCE-8A68-4DCF05F58C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63766" y="5251473"/>
                <a:ext cx="4002238" cy="138434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54CEE923-63DB-4FC0-B90A-BE57A7CEF1D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102004" y="4733792"/>
                <a:ext cx="3564000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𝟏𝟐</m:t>
                          </m:r>
                        </m:sub>
                      </m:sSub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54CEE923-63DB-4FC0-B90A-BE57A7CEF1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2004" y="4733792"/>
                <a:ext cx="3564000" cy="540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89564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1" grpId="0" animBg="1"/>
      <p:bldP spid="11" grpId="1" animBg="1"/>
      <p:bldP spid="12" grpId="0"/>
      <p:bldP spid="13" grpId="0"/>
      <p:bldP spid="15" grpId="0"/>
      <p:bldP spid="16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95FF6D-EAAB-7181-9CE3-DB8E29A028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C2FCE43A-B696-D0A2-331A-4442099F18E6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Example:23(Continue)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C2FCE43A-B696-D0A2-331A-4442099F18E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48865BC7-D82D-B8CF-7FEC-267FC3E4C23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1494" y="911745"/>
                <a:ext cx="8043782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48865BC7-D82D-B8CF-7FEC-267FC3E4C2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1494" y="911745"/>
                <a:ext cx="8043782" cy="138434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3B510393-772F-CAC7-E3F3-9699EF57F74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59898" y="3000380"/>
                <a:ext cx="3279912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     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3B510393-772F-CAC7-E3F3-9699EF57F7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898" y="3000380"/>
                <a:ext cx="3279912" cy="138434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EF73F6A3-0A88-D9B7-A865-D547EA5FA12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70577" y="2366466"/>
                <a:ext cx="1644323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𝟑𝟐</m:t>
                          </m:r>
                        </m:sub>
                      </m:sSub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EF73F6A3-0A88-D9B7-A865-D547EA5FA1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0577" y="2366466"/>
                <a:ext cx="1644323" cy="540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95FFE337-440E-84D6-6539-D3AC317A73C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143209" y="3409397"/>
                <a:ext cx="497065" cy="561544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95FFE337-440E-84D6-6539-D3AC317A73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3209" y="3409397"/>
                <a:ext cx="497065" cy="56154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88E61F6B-A234-08C5-FD80-8D9620F8117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134489" y="3000380"/>
                <a:ext cx="2405023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88E61F6B-A234-08C5-FD80-8D9620F811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4489" y="3000380"/>
                <a:ext cx="2405023" cy="1384347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EC38FBAE-B71D-86DC-8B2E-3ED71134D12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526122" y="2332838"/>
                <a:ext cx="1598610" cy="59716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𝟐𝟑</m:t>
                          </m:r>
                        </m:sub>
                      </m:sSub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EC38FBAE-B71D-86DC-8B2E-3ED71134D1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26122" y="2332838"/>
                <a:ext cx="1598610" cy="59716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CA60F5C8-607A-4284-A42B-47522E42AC8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20118" y="5116814"/>
                <a:ext cx="3395355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 </m:t>
                      </m:r>
                      <m: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CA60F5C8-607A-4284-A42B-47522E42AC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0118" y="5116814"/>
                <a:ext cx="3395355" cy="138434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2EE8E07C-CF5E-43AE-8518-F17A7E18BE4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21848" y="4384727"/>
                <a:ext cx="941779" cy="57890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GB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2EE8E07C-CF5E-43AE-8518-F17A7E18BE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21848" y="4384727"/>
                <a:ext cx="941779" cy="57890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D2E9C000-CC9A-4B1B-B60E-172514C324B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54056" y="5116814"/>
                <a:ext cx="2165887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D2E9C000-CC9A-4B1B-B60E-172514C324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4056" y="5116814"/>
                <a:ext cx="2165887" cy="1384347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6D6F55B0-E4F5-4BD3-9721-BF17360C620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003876" y="4506567"/>
                <a:ext cx="869779" cy="45706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GB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6D6F55B0-E4F5-4BD3-9721-BF17360C62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03876" y="4506567"/>
                <a:ext cx="869779" cy="457069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C8695A66-5D29-436A-AB38-4B6302F7216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143209" y="5528215"/>
                <a:ext cx="497065" cy="561544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C8695A66-5D29-436A-AB38-4B6302F721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3209" y="5528215"/>
                <a:ext cx="497065" cy="561544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3205093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1" grpId="0"/>
      <p:bldP spid="20" grpId="0"/>
      <p:bldP spid="21" grpId="0"/>
      <p:bldP spid="13" grpId="0"/>
      <p:bldP spid="14" grpId="0"/>
      <p:bldP spid="15" grpId="0"/>
      <p:bldP spid="16" grpId="0"/>
      <p:bldP spid="17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9FCCFB-04F9-4597-3A46-6A6EA735A7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28EC9B52-D0A2-CA8A-8616-E3C75B960382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Example:23(Continue)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28EC9B52-D0A2-CA8A-8616-E3C75B96038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C151D82B-2115-3B3A-30F3-ADF0060636CD}"/>
              </a:ext>
            </a:extLst>
          </p:cNvPr>
          <p:cNvSpPr txBox="1">
            <a:spLocks/>
          </p:cNvSpPr>
          <p:nvPr/>
        </p:nvSpPr>
        <p:spPr>
          <a:xfrm>
            <a:off x="205273" y="800163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D06C1DA7-F6B3-90A7-1ED7-131B6052001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4379" y="2357526"/>
                <a:ext cx="1217992" cy="71120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GB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𝟏𝟑</m:t>
                          </m:r>
                        </m:sub>
                      </m:sSub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D06C1DA7-F6B3-90A7-1ED7-131B605200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4379" y="2357526"/>
                <a:ext cx="1217992" cy="71120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AF2B1928-3872-FE8D-BAA9-3F1A8D694EB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2137" y="2951389"/>
                <a:ext cx="2495777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AF2B1928-3872-FE8D-BAA9-3F1A8D694E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137" y="2951389"/>
                <a:ext cx="2495777" cy="138434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09AB6340-44BF-43BF-FC2C-7F77CBB401B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548699" y="2451558"/>
                <a:ext cx="1072240" cy="53330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  <m:r>
                            <a:rPr lang="en-GB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09AB6340-44BF-43BF-FC2C-7F77CBB401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48699" y="2451558"/>
                <a:ext cx="1072240" cy="53330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1DF81B51-1F37-C8DF-8718-CE08A5CF493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411214" y="2951388"/>
                <a:ext cx="2165887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  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1DF81B51-1F37-C8DF-8718-CE08A5CF49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11214" y="2951388"/>
                <a:ext cx="2165887" cy="1384347"/>
              </a:xfrm>
              <a:prstGeom prst="rect">
                <a:avLst/>
              </a:prstGeom>
              <a:blipFill>
                <a:blip r:embed="rId6"/>
                <a:stretch>
                  <a:fillRect r="-1972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0CB01122-2F1C-ED81-5459-35BB1EEDDD8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5273" y="4532878"/>
                <a:ext cx="2495777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0CB01122-2F1C-ED81-5459-35BB1EEDDD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273" y="4532878"/>
                <a:ext cx="2495777" cy="1384347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Content Placeholder 4">
            <a:extLst>
              <a:ext uri="{FF2B5EF4-FFF2-40B4-BE49-F238E27FC236}">
                <a16:creationId xmlns:a16="http://schemas.microsoft.com/office/drawing/2014/main" id="{4F26D5D1-FE0B-B662-7B04-8F87E6F350A1}"/>
              </a:ext>
            </a:extLst>
          </p:cNvPr>
          <p:cNvSpPr txBox="1">
            <a:spLocks/>
          </p:cNvSpPr>
          <p:nvPr/>
        </p:nvSpPr>
        <p:spPr>
          <a:xfrm>
            <a:off x="2949859" y="4968259"/>
            <a:ext cx="2405225" cy="5135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GB" sz="2800" dirty="0">
                <a:solidFill>
                  <a:srgbClr val="002060"/>
                </a:solidFill>
              </a:rPr>
              <a:t>Hence proved.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5AAD6C06-947E-451D-8D5D-47B3F3EEBF0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16652" y="1084259"/>
                <a:ext cx="5879348" cy="138434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i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p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r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q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5AAD6C06-947E-451D-8D5D-47B3F3EEBF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652" y="1084259"/>
                <a:ext cx="5879348" cy="138434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Content Placeholder 4">
            <a:extLst>
              <a:ext uri="{FF2B5EF4-FFF2-40B4-BE49-F238E27FC236}">
                <a16:creationId xmlns:a16="http://schemas.microsoft.com/office/drawing/2014/main" id="{E206F222-4E49-4644-8352-C860537F4C93}"/>
              </a:ext>
            </a:extLst>
          </p:cNvPr>
          <p:cNvSpPr txBox="1">
            <a:spLocks/>
          </p:cNvSpPr>
          <p:nvPr/>
        </p:nvSpPr>
        <p:spPr>
          <a:xfrm>
            <a:off x="5150590" y="1028583"/>
            <a:ext cx="2165887" cy="1384347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3" name="Content Placeholder 4">
            <a:extLst>
              <a:ext uri="{FF2B5EF4-FFF2-40B4-BE49-F238E27FC236}">
                <a16:creationId xmlns:a16="http://schemas.microsoft.com/office/drawing/2014/main" id="{81640C17-AAF1-426B-9624-6A0AE3CE41E0}"/>
              </a:ext>
            </a:extLst>
          </p:cNvPr>
          <p:cNvSpPr txBox="1">
            <a:spLocks/>
          </p:cNvSpPr>
          <p:nvPr/>
        </p:nvSpPr>
        <p:spPr>
          <a:xfrm>
            <a:off x="4039743" y="1439984"/>
            <a:ext cx="497065" cy="561544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68584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/>
      <p:bldP spid="12" grpId="0"/>
      <p:bldP spid="13" grpId="0"/>
      <p:bldP spid="14" grpId="0"/>
      <p:bldP spid="11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A9B5-0C28-CA69-FBE8-41306EFF31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FBC25FB4-8522-320B-5451-230A9B81B977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Example:26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FBC25FB4-8522-320B-5451-230A9B81B97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A3750FA4-0036-8ACA-0F05-1329D18341C6}"/>
              </a:ext>
            </a:extLst>
          </p:cNvPr>
          <p:cNvSpPr txBox="1">
            <a:spLocks/>
          </p:cNvSpPr>
          <p:nvPr/>
        </p:nvSpPr>
        <p:spPr>
          <a:xfrm>
            <a:off x="205273" y="800163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C3326372-D0AF-A32D-1E8F-14EE4BEC18F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47591" y="914353"/>
                <a:ext cx="10217564" cy="195775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US" sz="2800" dirty="0">
                    <a:solidFill>
                      <a:srgbClr val="002060"/>
                    </a:solidFill>
                  </a:rPr>
                  <a:t>By using the properties of determinant, show that</a:t>
                </a:r>
              </a:p>
              <a:p>
                <a:pPr marL="0" indent="0" algn="l">
                  <a:buNone/>
                </a:pPr>
                <a:endParaRPr lang="en-US" sz="800" dirty="0">
                  <a:solidFill>
                    <a:srgbClr val="002060"/>
                  </a:solidFill>
                </a:endParaRPr>
              </a:p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</m:e>
                                  <m:sup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</m:t>
                                    </m:r>
                                  </m:e>
                                  <m:sup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p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C3326372-D0AF-A32D-1E8F-14EE4BEC18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7591" y="914353"/>
                <a:ext cx="10217564" cy="1957759"/>
              </a:xfrm>
              <a:prstGeom prst="rect">
                <a:avLst/>
              </a:prstGeom>
              <a:blipFill>
                <a:blip r:embed="rId3"/>
                <a:stretch>
                  <a:fillRect l="-1193" t="-467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57F8E38E-96F6-37FC-6688-E223D3E82A21}"/>
              </a:ext>
            </a:extLst>
          </p:cNvPr>
          <p:cNvSpPr/>
          <p:nvPr/>
        </p:nvSpPr>
        <p:spPr>
          <a:xfrm>
            <a:off x="122277" y="920351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08ECBDE1-3D34-5FC8-6C46-56D7D6D130EC}"/>
              </a:ext>
            </a:extLst>
          </p:cNvPr>
          <p:cNvSpPr/>
          <p:nvPr/>
        </p:nvSpPr>
        <p:spPr>
          <a:xfrm>
            <a:off x="122277" y="3072444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17BD34D3-572D-9C89-38B8-D823D55F3AD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2277" y="3540444"/>
                <a:ext cx="2014867" cy="168409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</m:e>
                                  <m:sup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</m:t>
                                    </m:r>
                                  </m:e>
                                  <m:sup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mr>
                            <m:mr>
                              <m:e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p>
                                    <m:r>
                                      <a:rPr lang="en-IN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mr>
                          </m: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17BD34D3-572D-9C89-38B8-D823D55F3A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2277" y="3540444"/>
                <a:ext cx="2014867" cy="168409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57C42A76-18FC-143B-7A7A-B8836EC2026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890585" y="3652469"/>
                <a:ext cx="2160642" cy="148130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eqArr>
                        <m:eqArr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eqArrPr>
                        <m:e>
                          <m:r>
                            <m:rPr>
                              <m:nor/>
                            </m:rP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  <m:e>
                          <m:sSub>
                            <m:sSub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𝐑</m:t>
                              </m:r>
                            </m:e>
                            <m:sub>
                              <m:r>
                                <a:rPr lang="en-GB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𝟑𝟏</m:t>
                              </m:r>
                            </m:sub>
                          </m:sSub>
                          <m:d>
                            <m:dPr>
                              <m:ctrlPr>
                                <a:rPr lang="en-GB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GB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GB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e>
                          </m:d>
                        </m:e>
                        <m:e>
                          <m:r>
                            <a:rPr lang="en-GB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𝐚𝐧𝐝</m:t>
                          </m:r>
                        </m:e>
                        <m:e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&amp;</m:t>
                          </m:r>
                          <m:sSub>
                            <m:sSub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IN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𝐑</m:t>
                              </m:r>
                            </m:e>
                            <m:sub>
                              <m:r>
                                <a:rPr lang="en-GB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𝟑𝟐</m:t>
                              </m:r>
                            </m:sub>
                          </m:sSub>
                          <m:d>
                            <m:dPr>
                              <m:ctrlPr>
                                <a:rPr lang="en-GB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GB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GB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e>
                          </m:d>
                        </m:e>
                      </m:eqAr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57C42A76-18FC-143B-7A7A-B8836EC202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0585" y="3652469"/>
                <a:ext cx="2160642" cy="148130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F63320C2-524D-0651-5EE3-340EB4D398C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115878" y="3652469"/>
                <a:ext cx="3774707" cy="148130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GB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</m:e>
                                  <m:sup>
                                    <m: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sSupPr>
                                    <m:ctrlPr>
                                      <a:rPr lang="en-GB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p>
                                    <m:r>
                                      <a:rPr lang="en-GB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mr>
                            <m:mr>
                              <m:e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GB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</m:t>
                                    </m:r>
                                  </m:e>
                                  <m:sup>
                                    <m:r>
                                      <a:rPr lang="en-GB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sSupPr>
                                    <m:ctrlPr>
                                      <a:rPr lang="en-GB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p>
                                    <m:r>
                                      <a:rPr lang="en-GB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mr>
                            <m:mr>
                              <m:e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GB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p>
                                    <m: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mr>
                          </m: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F63320C2-524D-0651-5EE3-340EB4D398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15878" y="3652469"/>
                <a:ext cx="3774707" cy="148130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Arrow: Curved Right 26">
            <a:extLst>
              <a:ext uri="{FF2B5EF4-FFF2-40B4-BE49-F238E27FC236}">
                <a16:creationId xmlns:a16="http://schemas.microsoft.com/office/drawing/2014/main" id="{AFFF9A52-FE35-F8BA-6BF5-47556F55502A}"/>
              </a:ext>
            </a:extLst>
          </p:cNvPr>
          <p:cNvSpPr/>
          <p:nvPr/>
        </p:nvSpPr>
        <p:spPr>
          <a:xfrm rot="10800000">
            <a:off x="1178905" y="3960213"/>
            <a:ext cx="303820" cy="927101"/>
          </a:xfrm>
          <a:prstGeom prst="curvedRightArrow">
            <a:avLst>
              <a:gd name="adj1" fmla="val 11389"/>
              <a:gd name="adj2" fmla="val 28950"/>
              <a:gd name="adj3" fmla="val 25000"/>
            </a:avLst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chemeClr val="tx1"/>
              </a:solidFill>
            </a:endParaRPr>
          </a:p>
        </p:txBody>
      </p:sp>
      <p:sp>
        <p:nvSpPr>
          <p:cNvPr id="28" name="Arrow: Curved Right 27">
            <a:extLst>
              <a:ext uri="{FF2B5EF4-FFF2-40B4-BE49-F238E27FC236}">
                <a16:creationId xmlns:a16="http://schemas.microsoft.com/office/drawing/2014/main" id="{3118EF89-EC55-4D7C-6EFC-1E0AB71B845C}"/>
              </a:ext>
            </a:extLst>
          </p:cNvPr>
          <p:cNvSpPr/>
          <p:nvPr/>
        </p:nvSpPr>
        <p:spPr>
          <a:xfrm rot="10800000">
            <a:off x="1178905" y="4368798"/>
            <a:ext cx="235558" cy="521089"/>
          </a:xfrm>
          <a:prstGeom prst="curvedRightArrow">
            <a:avLst>
              <a:gd name="adj1" fmla="val 11389"/>
              <a:gd name="adj2" fmla="val 28950"/>
              <a:gd name="adj3" fmla="val 25000"/>
            </a:avLst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chemeClr val="tx1"/>
              </a:solidFill>
            </a:endParaRPr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8605C6E2-608A-5D40-69F1-499FA8D8A778}"/>
              </a:ext>
            </a:extLst>
          </p:cNvPr>
          <p:cNvSpPr/>
          <p:nvPr/>
        </p:nvSpPr>
        <p:spPr>
          <a:xfrm>
            <a:off x="6270186" y="1976929"/>
            <a:ext cx="3331014" cy="45424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49255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1" grpId="0"/>
      <p:bldP spid="12" grpId="0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3E4A58-5A2E-9CBB-C293-11FDB1F6B4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0589C95F-4421-F2C7-B20E-852406C1D13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689992" y="967616"/>
                <a:ext cx="5031415" cy="148130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d>
                                  <m:dPr>
                                    <m:ctrlPr>
                                      <a:rPr lang="en-GB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  <m:r>
                                      <a:rPr lang="en-GB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GB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GB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  <m: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GB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</m:d>
                              </m:e>
                            </m:mr>
                            <m:mr>
                              <m:e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d>
                                  <m:dPr>
                                    <m:ctrlPr>
                                      <a:rPr lang="en-GB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</m:t>
                                    </m:r>
                                    <m:r>
                                      <a:rPr lang="en-GB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GB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</m:d>
                                <m:d>
                                  <m:dPr>
                                    <m:ctrlPr>
                                      <a:rPr lang="en-GB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</m:t>
                                    </m:r>
                                    <m:r>
                                      <a:rPr lang="en-GB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GB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</m:d>
                              </m:e>
                            </m:mr>
                            <m:mr>
                              <m:e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GB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p>
                                    <m: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mr>
                          </m: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0589C95F-4421-F2C7-B20E-852406C1D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89992" y="967616"/>
                <a:ext cx="5031415" cy="1481307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22FFE163-6068-4DDF-5ACF-70963E70C1AC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Example:26(Continue)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22FFE163-6068-4DDF-5ACF-70963E70C1A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E11C04AB-A316-8170-30DB-E5C80B53CB7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2277" y="967616"/>
                <a:ext cx="3774707" cy="148130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GB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b</m:t>
                                    </m:r>
                                  </m:e>
                                  <m:sup>
                                    <m: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sSupPr>
                                    <m:ctrlPr>
                                      <a:rPr lang="en-GB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p>
                                    <m:r>
                                      <a:rPr lang="en-GB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mr>
                            <m:mr>
                              <m:e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GB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</m:t>
                                    </m:r>
                                  </m:e>
                                  <m:sup>
                                    <m:r>
                                      <a:rPr lang="en-GB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GB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sSupPr>
                                    <m:ctrlPr>
                                      <a:rPr lang="en-GB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p>
                                    <m:r>
                                      <a:rPr lang="en-GB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mr>
                            <m:mr>
                              <m:e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GB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p>
                                    <m: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mr>
                          </m: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E11C04AB-A316-8170-30DB-E5C80B53CB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2277" y="967616"/>
                <a:ext cx="3774707" cy="148130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Content Placeholder 4">
                <a:extLst>
                  <a:ext uri="{FF2B5EF4-FFF2-40B4-BE49-F238E27FC236}">
                    <a16:creationId xmlns:a16="http://schemas.microsoft.com/office/drawing/2014/main" id="{10506282-4BD1-AA23-6760-783F636D263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70792" y="2388246"/>
                <a:ext cx="5127302" cy="102265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GB" sz="2800" b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d>
                        <m:dPr>
                          <m:ctrlPr>
                            <a:rPr lang="en-IN" sz="2800" b="1" i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b="1" i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num>
                            <m:den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𝐛</m:t>
                              </m:r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𝐚</m:t>
                              </m:r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GB" sz="28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r>
                        <a:rPr lang="en-GB" sz="28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𝐚𝐧𝐝</m:t>
                      </m:r>
                      <m:r>
                        <a:rPr lang="en-GB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sSub>
                        <m:sSubPr>
                          <m:ctrlPr>
                            <a:rPr lang="en-IN" sz="2800" b="1" i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sz="2800" b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  <m:d>
                        <m:dPr>
                          <m:ctrlPr>
                            <a:rPr lang="en-IN" sz="2800" b="1" i="1" dirty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b="1" i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num>
                            <m:den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𝐜</m:t>
                              </m:r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𝐚</m:t>
                              </m:r>
                              <m:r>
                                <a:rPr lang="en-IN" sz="2800" b="1" dirty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32" name="Content Placeholder 4">
                <a:extLst>
                  <a:ext uri="{FF2B5EF4-FFF2-40B4-BE49-F238E27FC236}">
                    <a16:creationId xmlns:a16="http://schemas.microsoft.com/office/drawing/2014/main" id="{10506282-4BD1-AA23-6760-783F636D26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70792" y="2388246"/>
                <a:ext cx="5127302" cy="102265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Content Placeholder 4">
                <a:extLst>
                  <a:ext uri="{FF2B5EF4-FFF2-40B4-BE49-F238E27FC236}">
                    <a16:creationId xmlns:a16="http://schemas.microsoft.com/office/drawing/2014/main" id="{BDDA4EA1-E9C5-4921-0E7A-7AA92AABA25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98002" y="3427318"/>
                <a:ext cx="5031415" cy="123438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b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</m:mr>
                            <m:mr>
                              <m:e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</m:mr>
                            <m:mr>
                              <m:e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m:rPr>
                                    <m:sty m:val="p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</m:e>
                              <m:e>
                                <m:sSup>
                                  <m:sSupPr>
                                    <m:ctrlPr>
                                      <a:rPr lang="en-GB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p>
                                    <m:r>
                                      <a:rPr lang="en-GB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mr>
                          </m: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Content Placeholder 4">
                <a:extLst>
                  <a:ext uri="{FF2B5EF4-FFF2-40B4-BE49-F238E27FC236}">
                    <a16:creationId xmlns:a16="http://schemas.microsoft.com/office/drawing/2014/main" id="{BDDA4EA1-E9C5-4921-0E7A-7AA92AABA2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98002" y="3427318"/>
                <a:ext cx="5031415" cy="1234382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0E164EE6-15AD-0DBD-F4F2-EA1C8EB8681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098094" y="3570670"/>
                <a:ext cx="2492395" cy="102265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 xmlns:m="http://schemas.openxmlformats.org/officeDocument/2006/math">
                    <m:d>
                      <m:d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eqArr>
                          <m:eqArrPr>
                            <m:ctrlPr>
                              <a:rPr lang="en-IN" sz="2800" b="1" i="1" dirty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eqArrPr>
                          <m:e>
                            <m:r>
                              <a:rPr lang="en-IN" sz="2800" b="1" i="0" dirty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𝐒𝐨𝐥𝐯𝐢𝐧𝐠</m:t>
                            </m:r>
                            <m:r>
                              <a:rPr lang="en-IN" sz="2800" b="1" i="0" dirty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IN" sz="2800" b="1" i="0" dirty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𝐭𝐡𝐞</m:t>
                            </m:r>
                            <m:r>
                              <a:rPr lang="en-IN" sz="2800" b="1" i="0" dirty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  <m:e>
                            <m:r>
                              <a:rPr lang="en-IN" sz="2800" b="1" i="0" dirty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𝐝𝐞𝐭𝐞𝐫𝐦𝐢𝐧𝐚𝐧𝐭</m:t>
                            </m:r>
                          </m:e>
                        </m:eqArr>
                      </m:e>
                    </m:d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  <a:latin typeface="Cambria Math" panose="02040503050406030204" pitchFamily="18" charset="0"/>
                  </a:rPr>
                  <a:t>  </a:t>
                </a: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0E164EE6-15AD-0DBD-F4F2-EA1C8EB868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98094" y="3570670"/>
                <a:ext cx="2492395" cy="102265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FB87E5E-60B6-5F8C-1990-F8D6729BDD71}"/>
              </a:ext>
            </a:extLst>
          </p:cNvPr>
          <p:cNvCxnSpPr/>
          <p:nvPr/>
        </p:nvCxnSpPr>
        <p:spPr>
          <a:xfrm>
            <a:off x="6705879" y="4453362"/>
            <a:ext cx="1934899" cy="0"/>
          </a:xfrm>
          <a:prstGeom prst="line">
            <a:avLst/>
          </a:prstGeom>
          <a:ln w="28575">
            <a:solidFill>
              <a:srgbClr val="D1023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96B4BAA3-D9F6-0592-2240-A7CE0E43AE5F}"/>
              </a:ext>
            </a:extLst>
          </p:cNvPr>
          <p:cNvCxnSpPr>
            <a:cxnSpLocks/>
          </p:cNvCxnSpPr>
          <p:nvPr/>
        </p:nvCxnSpPr>
        <p:spPr>
          <a:xfrm rot="16200000">
            <a:off x="6253713" y="3999320"/>
            <a:ext cx="1188000" cy="0"/>
          </a:xfrm>
          <a:prstGeom prst="line">
            <a:avLst/>
          </a:prstGeom>
          <a:ln w="28575">
            <a:solidFill>
              <a:srgbClr val="D1023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3BAEEF0B-76EC-E055-26E4-345A8D937837}"/>
              </a:ext>
            </a:extLst>
          </p:cNvPr>
          <p:cNvCxnSpPr>
            <a:cxnSpLocks/>
          </p:cNvCxnSpPr>
          <p:nvPr/>
        </p:nvCxnSpPr>
        <p:spPr>
          <a:xfrm flipH="1" flipV="1">
            <a:off x="7512302" y="3686620"/>
            <a:ext cx="278844" cy="288000"/>
          </a:xfrm>
          <a:prstGeom prst="straightConnector1">
            <a:avLst/>
          </a:prstGeom>
          <a:ln w="19050">
            <a:solidFill>
              <a:srgbClr val="D10233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A8F72565-4D17-4C37-1DB5-4C8ECF85E4F9}"/>
              </a:ext>
            </a:extLst>
          </p:cNvPr>
          <p:cNvCxnSpPr>
            <a:cxnSpLocks/>
          </p:cNvCxnSpPr>
          <p:nvPr/>
        </p:nvCxnSpPr>
        <p:spPr>
          <a:xfrm flipV="1">
            <a:off x="7518248" y="3686620"/>
            <a:ext cx="278844" cy="288000"/>
          </a:xfrm>
          <a:prstGeom prst="straightConnector1">
            <a:avLst/>
          </a:prstGeom>
          <a:ln w="19050">
            <a:solidFill>
              <a:srgbClr val="D10233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AEC10CCC-9EFE-F92E-DC49-CB52D154281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26560" y="4788273"/>
                <a:ext cx="5716105" cy="55419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ctrlP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𝐜</m:t>
                              </m:r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𝐚</m:t>
                              </m:r>
                            </m:e>
                          </m:d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d>
                            <m:dPr>
                              <m:ctrlP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𝐛</m:t>
                              </m:r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𝐚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3A4A6A"/>
                  </a:solidFill>
                </a:endParaRPr>
              </a:p>
            </p:txBody>
          </p:sp>
        </mc:Choice>
        <mc:Fallback xmlns="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AEC10CCC-9EFE-F92E-DC49-CB52D15428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6560" y="4788273"/>
                <a:ext cx="5716105" cy="55419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D424E8A1-6672-94CA-5116-B86BC9A5FE0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05294" y="5554316"/>
                <a:ext cx="3938210" cy="55419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D424E8A1-6672-94CA-5116-B86BC9A5FE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5294" y="5554316"/>
                <a:ext cx="3938210" cy="55419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C0939FDE-9841-4C18-759A-5C7E0E6829CC}"/>
              </a:ext>
            </a:extLst>
          </p:cNvPr>
          <p:cNvSpPr/>
          <p:nvPr/>
        </p:nvSpPr>
        <p:spPr>
          <a:xfrm>
            <a:off x="4341764" y="5619364"/>
            <a:ext cx="1098697" cy="412950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9EC87EA-8AD3-550B-6C4E-4CDBDB5BD5FC}"/>
              </a:ext>
            </a:extLst>
          </p:cNvPr>
          <p:cNvSpPr/>
          <p:nvPr/>
        </p:nvSpPr>
        <p:spPr>
          <a:xfrm>
            <a:off x="6475364" y="5619364"/>
            <a:ext cx="1098697" cy="412950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9B70D16B-A02F-A1C1-3059-5C65F18022F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573560" y="5554316"/>
                <a:ext cx="3938210" cy="55419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GB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9B70D16B-A02F-A1C1-3059-5C65F18022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73560" y="5554316"/>
                <a:ext cx="3938210" cy="554198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DB837E7E-410F-E1DF-B438-D34B7FEB4CF2}"/>
              </a:ext>
            </a:extLst>
          </p:cNvPr>
          <p:cNvSpPr/>
          <p:nvPr/>
        </p:nvSpPr>
        <p:spPr>
          <a:xfrm>
            <a:off x="4953085" y="1071714"/>
            <a:ext cx="908014" cy="375409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7CAAD8C1-25E1-7377-B713-081D98967003}"/>
              </a:ext>
            </a:extLst>
          </p:cNvPr>
          <p:cNvSpPr/>
          <p:nvPr/>
        </p:nvSpPr>
        <p:spPr>
          <a:xfrm>
            <a:off x="6146482" y="1071714"/>
            <a:ext cx="1098697" cy="375409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91FEBBA3-BD32-B6A0-9AD2-38A541BECEF0}"/>
              </a:ext>
            </a:extLst>
          </p:cNvPr>
          <p:cNvSpPr/>
          <p:nvPr/>
        </p:nvSpPr>
        <p:spPr>
          <a:xfrm>
            <a:off x="4961551" y="1520066"/>
            <a:ext cx="908014" cy="375409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4A057189-C97F-E1B7-BFFB-08AEFD65C447}"/>
              </a:ext>
            </a:extLst>
          </p:cNvPr>
          <p:cNvSpPr/>
          <p:nvPr/>
        </p:nvSpPr>
        <p:spPr>
          <a:xfrm>
            <a:off x="6154948" y="1520066"/>
            <a:ext cx="1098697" cy="375409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15898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2" grpId="0"/>
      <p:bldP spid="33" grpId="0"/>
      <p:bldP spid="6" grpId="0"/>
      <p:bldP spid="13" grpId="0"/>
      <p:bldP spid="14" grpId="0"/>
      <p:bldP spid="15" grpId="0" animBg="1"/>
      <p:bldP spid="15" grpId="1" animBg="1"/>
      <p:bldP spid="16" grpId="0" animBg="1"/>
      <p:bldP spid="16" grpId="1" animBg="1"/>
      <p:bldP spid="17" grpId="0"/>
      <p:bldP spid="30" grpId="0" animBg="1"/>
      <p:bldP spid="30" grpId="1" animBg="1"/>
      <p:bldP spid="4" grpId="0" animBg="1"/>
      <p:bldP spid="4" grpId="1" animBg="1"/>
      <p:bldP spid="5" grpId="0" animBg="1"/>
      <p:bldP spid="5" grpId="1" animBg="1"/>
      <p:bldP spid="11" grpId="0" animBg="1"/>
      <p:bldP spid="11" grpId="1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A88B5C-77A3-D5BE-D0E9-7BBC00FECB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D655B182-F6E4-2F12-FA76-5D33FB63B06B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Example:31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D655B182-F6E4-2F12-FA76-5D33FB63B06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10B52ADA-8E74-3E43-4B61-279CB58C6E25}"/>
              </a:ext>
            </a:extLst>
          </p:cNvPr>
          <p:cNvSpPr txBox="1">
            <a:spLocks/>
          </p:cNvSpPr>
          <p:nvPr/>
        </p:nvSpPr>
        <p:spPr>
          <a:xfrm>
            <a:off x="205273" y="800163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7EC6C870-75D0-14C0-0338-3BAE06E572D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47591" y="786850"/>
                <a:ext cx="10217564" cy="229117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US" sz="2800" dirty="0">
                    <a:solidFill>
                      <a:srgbClr val="002060"/>
                    </a:solidFill>
                  </a:rPr>
                  <a:t>Prove below statements.</a:t>
                </a:r>
              </a:p>
              <a:p>
                <a:pPr marL="1001712" lvl="1" indent="-457200">
                  <a:buFont typeface="+mj-lt"/>
                  <a:buAutoNum type="alphaLcPeriod"/>
                </a:pPr>
                <a:r>
                  <a:rPr lang="en-IN" sz="2800" dirty="0">
                    <a:solidFill>
                      <a:srgbClr val="002060"/>
                    </a:solidFill>
                  </a:rPr>
                  <a:t>Determinant of orthogonal matrix is </a:t>
                </a:r>
                <a14:m>
                  <m:oMath xmlns:m="http://schemas.openxmlformats.org/officeDocument/2006/math"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±1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.</a:t>
                </a:r>
                <a:endParaRPr lang="en-IN" sz="2800" dirty="0">
                  <a:solidFill>
                    <a:srgbClr val="002060"/>
                  </a:solidFill>
                </a:endParaRPr>
              </a:p>
              <a:p>
                <a:pPr marL="1001712" lvl="1" indent="-457200">
                  <a:buFont typeface="+mj-lt"/>
                  <a:buAutoNum type="alphaLcPeriod"/>
                </a:pPr>
                <a:r>
                  <a:rPr lang="en-US" sz="2800" dirty="0">
                    <a:solidFill>
                      <a:srgbClr val="002060"/>
                    </a:solidFill>
                  </a:rPr>
                  <a:t>Determinant of idempotent matrix is either </a:t>
                </a:r>
                <a14:m>
                  <m:oMath xmlns:m="http://schemas.openxmlformats.org/officeDocument/2006/math"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0 </m:t>
                    </m:r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or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1.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  <a:p>
                <a:pPr marL="1000125" lvl="1" indent="-457200">
                  <a:buFont typeface="+mj-lt"/>
                  <a:buAutoNum type="alphaLcPeriod"/>
                </a:pPr>
                <a:r>
                  <a:rPr lang="en-US" sz="2800" dirty="0">
                    <a:solidFill>
                      <a:srgbClr val="002060"/>
                    </a:solidFill>
                  </a:rPr>
                  <a:t>Determinant of involutory matrix is </a:t>
                </a:r>
                <a14:m>
                  <m:oMath xmlns:m="http://schemas.openxmlformats.org/officeDocument/2006/math"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±1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.</a:t>
                </a:r>
                <a:endParaRPr lang="en-IN" sz="2800" dirty="0">
                  <a:solidFill>
                    <a:srgbClr val="002060"/>
                  </a:solidFill>
                </a:endParaRPr>
              </a:p>
              <a:p>
                <a:pPr marL="1001712" lvl="1" indent="-457200">
                  <a:buFont typeface="+mj-lt"/>
                  <a:buAutoNum type="alphaLcPeriod"/>
                </a:pPr>
                <a:r>
                  <a:rPr lang="en-US" sz="2800" dirty="0">
                    <a:solidFill>
                      <a:srgbClr val="002060"/>
                    </a:solidFill>
                  </a:rPr>
                  <a:t>Determinant of a skew – symmetric matrix of odd order is zero.</a:t>
                </a:r>
              </a:p>
            </p:txBody>
          </p:sp>
        </mc:Choice>
        <mc:Fallback xmlns="">
          <p:sp>
            <p:nvSpPr>
              <p:cNvPr id="34" name="Content Placeholder 4">
                <a:extLst>
                  <a:ext uri="{FF2B5EF4-FFF2-40B4-BE49-F238E27FC236}">
                    <a16:creationId xmlns:a16="http://schemas.microsoft.com/office/drawing/2014/main" id="{7EC6C870-75D0-14C0-0338-3BAE06E572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7591" y="786850"/>
                <a:ext cx="10217564" cy="2291178"/>
              </a:xfrm>
              <a:prstGeom prst="rect">
                <a:avLst/>
              </a:prstGeom>
              <a:blipFill>
                <a:blip r:embed="rId3"/>
                <a:stretch>
                  <a:fillRect l="-1193" t="-3989" b="-691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B5186C7B-A67E-D8E2-AFF6-C734A03E5F6E}"/>
              </a:ext>
            </a:extLst>
          </p:cNvPr>
          <p:cNvSpPr/>
          <p:nvPr/>
        </p:nvSpPr>
        <p:spPr>
          <a:xfrm>
            <a:off x="122277" y="792848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6" name="Content Placeholder 4">
            <a:extLst>
              <a:ext uri="{FF2B5EF4-FFF2-40B4-BE49-F238E27FC236}">
                <a16:creationId xmlns:a16="http://schemas.microsoft.com/office/drawing/2014/main" id="{40EA4913-17B2-46A3-8F9E-DB1F95D7494B}"/>
              </a:ext>
            </a:extLst>
          </p:cNvPr>
          <p:cNvSpPr txBox="1">
            <a:spLocks/>
          </p:cNvSpPr>
          <p:nvPr/>
        </p:nvSpPr>
        <p:spPr>
          <a:xfrm>
            <a:off x="205273" y="3033489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AD64E190-96CE-410F-A08E-299D15D3FD40}"/>
              </a:ext>
            </a:extLst>
          </p:cNvPr>
          <p:cNvSpPr/>
          <p:nvPr/>
        </p:nvSpPr>
        <p:spPr>
          <a:xfrm>
            <a:off x="122277" y="3294529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65CEC8E7-44C0-4698-AB9F-862C6C7C7D9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46483" y="3294529"/>
                <a:ext cx="6353409" cy="522081"/>
              </a:xfrm>
              <a:prstGeom prst="rect">
                <a:avLst/>
              </a:prstGeom>
              <a:noFill/>
              <a:ln w="38100" cap="flat" cmpd="sng" algn="ctr">
                <a:solidFill>
                  <a:srgbClr val="FF0000"/>
                </a:solidFill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457200" lvl="1" indent="-457200">
                  <a:buFont typeface="+mj-lt"/>
                  <a:buAutoNum type="alphaLcPeriod"/>
                </a:pPr>
                <a:r>
                  <a:rPr lang="en-IN" sz="2800" dirty="0">
                    <a:solidFill>
                      <a:srgbClr val="002060"/>
                    </a:solidFill>
                  </a:rPr>
                  <a:t>Determinant of orthogonal matrix is </a:t>
                </a:r>
                <a14:m>
                  <m:oMath xmlns:m="http://schemas.openxmlformats.org/officeDocument/2006/math">
                    <m:r>
                      <a:rPr lang="en-US" sz="2800" b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US" sz="2800" b="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65CEC8E7-44C0-4698-AB9F-862C6C7C7D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6483" y="3294529"/>
                <a:ext cx="6353409" cy="522081"/>
              </a:xfrm>
              <a:prstGeom prst="rect">
                <a:avLst/>
              </a:prstGeom>
              <a:blipFill>
                <a:blip r:embed="rId4"/>
                <a:stretch>
                  <a:fillRect l="-1718" t="-10870" r="-95" b="-22826"/>
                </a:stretch>
              </a:blipFill>
              <a:ln w="38100" cap="flat" cmpd="sng" algn="ctr">
                <a:solidFill>
                  <a:srgbClr val="FF0000"/>
                </a:solidFill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3FE122B5-6744-43E5-9FDB-723DCDEA1C4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16383" y="3937524"/>
                <a:ext cx="4538624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be an orthogonal matrix</a:t>
                </a:r>
                <a:r>
                  <a:rPr lang="en-US" sz="2800" dirty="0">
                    <a:solidFill>
                      <a:srgbClr val="002060"/>
                    </a:solidFill>
                  </a:rPr>
                  <a:t>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3FE122B5-6744-43E5-9FDB-723DCDEA1C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16383" y="3937524"/>
                <a:ext cx="4538624" cy="522081"/>
              </a:xfrm>
              <a:prstGeom prst="rect">
                <a:avLst/>
              </a:prstGeom>
              <a:blipFill>
                <a:blip r:embed="rId5"/>
                <a:stretch>
                  <a:fillRect l="-2819" t="-16279" r="-134" b="-2790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A5113A8A-57D5-4EC2-9CE3-B412F1EEA1F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633740" y="3950471"/>
                <a:ext cx="2265323" cy="51692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sSup>
                      <m:sSupPr>
                        <m:ctrlPr>
                          <a:rPr lang="en-IN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A5113A8A-57D5-4EC2-9CE3-B412F1EEA1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33740" y="3950471"/>
                <a:ext cx="2265323" cy="516926"/>
              </a:xfrm>
              <a:prstGeom prst="rect">
                <a:avLst/>
              </a:prstGeom>
              <a:blipFill>
                <a:blip r:embed="rId6"/>
                <a:stretch>
                  <a:fillRect l="-5376" t="-15294" b="-3058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A970656D-FAC8-4A85-9B1D-83909DEE959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558805" y="3937523"/>
                <a:ext cx="2633624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A970656D-FAC8-4A85-9B1D-83909DEE95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58805" y="3937523"/>
                <a:ext cx="2633624" cy="522081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0620CC67-9FB9-4938-8800-18A7F224B6A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30642" y="4646798"/>
                <a:ext cx="2633624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0620CC67-9FB9-4938-8800-18A7F224B6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0642" y="4646798"/>
                <a:ext cx="2633624" cy="522081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B775FBF8-26AA-4747-B329-D402A1066B8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16383" y="5365914"/>
                <a:ext cx="2027018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b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B775FBF8-26AA-4747-B329-D402A1066B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16383" y="5365914"/>
                <a:ext cx="2027018" cy="522081"/>
              </a:xfrm>
              <a:prstGeom prst="rect">
                <a:avLst/>
              </a:prstGeom>
              <a:blipFill>
                <a:blip r:embed="rId9"/>
                <a:stretch>
                  <a:fillRect l="-300" r="-901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2E837A9B-E26A-43FA-A76B-203D199FB21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16383" y="6071150"/>
                <a:ext cx="2154018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±1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2E837A9B-E26A-43FA-A76B-203D199FB2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16383" y="6071150"/>
                <a:ext cx="2154018" cy="522081"/>
              </a:xfrm>
              <a:prstGeom prst="rect">
                <a:avLst/>
              </a:prstGeom>
              <a:blipFill>
                <a:blip r:embed="rId10"/>
                <a:stretch>
                  <a:fillRect r="-567" b="-232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CF7E2002-46A2-4506-BA39-C3A07DA24ED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325007" y="4642759"/>
                <a:ext cx="3060000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∵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𝐀𝐁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d>
                        <m:dPr>
                          <m:begChr m:val="|"/>
                          <m:endChr m:val="|"/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CF7E2002-46A2-4506-BA39-C3A07DA24E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5007" y="4642759"/>
                <a:ext cx="3060000" cy="540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A4ED0F6C-EAC8-4E20-B67C-4DFC2A19D08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310748" y="5365914"/>
                <a:ext cx="2448114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∵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p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𝐓</m:t>
                              </m:r>
                            </m:sup>
                          </m:sSup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A4ED0F6C-EAC8-4E20-B67C-4DFC2A19D0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0748" y="5365914"/>
                <a:ext cx="2448114" cy="540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899820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  <p:bldP spid="11" grpId="0"/>
      <p:bldP spid="12" grpId="0"/>
      <p:bldP spid="13" grpId="0"/>
      <p:bldP spid="14" grpId="0"/>
      <p:bldP spid="15" grpId="0"/>
      <p:bldP spid="16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BB4772-5C89-1B40-72B6-E8BF789DC7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946B6252-E098-0F3E-D654-83A750923ADF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Example:31(Continue)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946B6252-E098-0F3E-D654-83A750923AD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EE2924DD-67D8-AA82-A09B-0FDC4588212A}"/>
              </a:ext>
            </a:extLst>
          </p:cNvPr>
          <p:cNvSpPr txBox="1">
            <a:spLocks/>
          </p:cNvSpPr>
          <p:nvPr/>
        </p:nvSpPr>
        <p:spPr>
          <a:xfrm>
            <a:off x="205273" y="800163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5958AD65-5BB1-45A9-78BA-CE1A909EFF06}"/>
              </a:ext>
            </a:extLst>
          </p:cNvPr>
          <p:cNvSpPr/>
          <p:nvPr/>
        </p:nvSpPr>
        <p:spPr>
          <a:xfrm>
            <a:off x="122277" y="920351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499410C3-7AAF-541D-6570-CA5E2FE475E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46483" y="920351"/>
                <a:ext cx="7805517" cy="522081"/>
              </a:xfrm>
              <a:prstGeom prst="rect">
                <a:avLst/>
              </a:prstGeom>
              <a:noFill/>
              <a:ln w="38100" cap="flat" cmpd="sng" algn="ctr">
                <a:solidFill>
                  <a:srgbClr val="FF0000"/>
                </a:solidFill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514350" lvl="1" indent="-514350">
                  <a:buFont typeface="+mj-lt"/>
                  <a:buAutoNum type="alphaLcPeriod" startAt="2"/>
                </a:pPr>
                <a:r>
                  <a:rPr lang="en-US" sz="2800" dirty="0">
                    <a:solidFill>
                      <a:srgbClr val="002060"/>
                    </a:solidFill>
                  </a:rPr>
                  <a:t>Determinant of idempotent matrix is either </a:t>
                </a:r>
                <a14:m>
                  <m:oMath xmlns:m="http://schemas.openxmlformats.org/officeDocument/2006/math"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0 </m:t>
                    </m:r>
                    <m:r>
                      <m:rPr>
                        <m:sty m:val="p"/>
                      </m:rP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or</m:t>
                    </m:r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1.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499410C3-7AAF-541D-6570-CA5E2FE475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6483" y="920351"/>
                <a:ext cx="7805517" cy="522081"/>
              </a:xfrm>
              <a:prstGeom prst="rect">
                <a:avLst/>
              </a:prstGeom>
              <a:blipFill>
                <a:blip r:embed="rId3"/>
                <a:stretch>
                  <a:fillRect l="-1400" t="-11957" b="-22826"/>
                </a:stretch>
              </a:blipFill>
              <a:ln w="38100" cap="flat" cmpd="sng" algn="ctr">
                <a:solidFill>
                  <a:srgbClr val="FF0000"/>
                </a:solidFill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405E9F53-631F-D901-D2DD-026FBC64AA7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16383" y="1536991"/>
                <a:ext cx="4538624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be an idempotent matrix</a:t>
                </a:r>
                <a:r>
                  <a:rPr lang="en-US" sz="2800" dirty="0">
                    <a:solidFill>
                      <a:srgbClr val="002060"/>
                    </a:solidFill>
                  </a:rPr>
                  <a:t>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405E9F53-631F-D901-D2DD-026FBC64AA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16383" y="1536991"/>
                <a:ext cx="4538624" cy="522081"/>
              </a:xfrm>
              <a:prstGeom prst="rect">
                <a:avLst/>
              </a:prstGeom>
              <a:blipFill>
                <a:blip r:embed="rId4"/>
                <a:stretch>
                  <a:fillRect l="-2819" t="-16279" r="-1745" b="-2790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CF3F1E9E-5435-B5BB-BD55-F687BC62C0F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16383" y="2153631"/>
                <a:ext cx="2265323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:r>
                  <a:rPr lang="en-IN" sz="2800" b="0" dirty="0">
                    <a:solidFill>
                      <a:srgbClr val="002060"/>
                    </a:solidFill>
                  </a:rPr>
                  <a:t>i.e.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CF3F1E9E-5435-B5BB-BD55-F687BC62C0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16383" y="2153631"/>
                <a:ext cx="2265323" cy="522081"/>
              </a:xfrm>
              <a:prstGeom prst="rect">
                <a:avLst/>
              </a:prstGeom>
              <a:blipFill>
                <a:blip r:embed="rId5"/>
                <a:stretch>
                  <a:fillRect l="-5645" t="-13953" b="-2907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1C47624E-E66A-BA65-EEB3-83B8F684B0A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16382" y="2859675"/>
                <a:ext cx="2633624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1C47624E-E66A-BA65-EEB3-83B8F684B0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16382" y="2859675"/>
                <a:ext cx="2633624" cy="522081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0643AD46-3304-AA7D-08CE-DA6FFB476C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16382" y="3544817"/>
                <a:ext cx="2633624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p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0643AD46-3304-AA7D-08CE-DA6FFB476C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16382" y="3544817"/>
                <a:ext cx="2633624" cy="522081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815A2F0B-1829-9AA4-A1FA-5D8BAAED72C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423062" y="4229959"/>
                <a:ext cx="3057255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p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815A2F0B-1829-9AA4-A1FA-5D8BAAED72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3062" y="4229959"/>
                <a:ext cx="3057255" cy="522081"/>
              </a:xfrm>
              <a:prstGeom prst="rect">
                <a:avLst/>
              </a:prstGeom>
              <a:blipFill>
                <a:blip r:embed="rId8"/>
                <a:stretch>
                  <a:fillRect r="-59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E74529AF-BC13-0788-FC05-2236B87D8F0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78612" y="4915101"/>
                <a:ext cx="3469068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E74529AF-BC13-0788-FC05-2236B87D8F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8612" y="4915101"/>
                <a:ext cx="3469068" cy="522081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27434D38-CD1A-BEB2-89A9-B8C3E92F871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429412" y="5600243"/>
                <a:ext cx="2650587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 xmlns:m="http://schemas.openxmlformats.org/officeDocument/2006/math">
                    <m:r>
                      <a:rPr lang="en-IN" sz="280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⇒</m:t>
                    </m:r>
                    <m:d>
                      <m:dPr>
                        <m:begChr m:val="|"/>
                        <m:endChr m:val="|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=0</m:t>
                    </m:r>
                    <m:r>
                      <a:rPr lang="en-IN" sz="2800" b="1" i="1" dirty="0" smtClean="0">
                        <a:solidFill>
                          <a:srgbClr val="3A4A6A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i="0" dirty="0">
                    <a:solidFill>
                      <a:srgbClr val="FF0000"/>
                    </a:solidFill>
                    <a:latin typeface="+mj-lt"/>
                  </a:rPr>
                  <a:t>OR</a:t>
                </a:r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3A4A6A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IN" sz="2800" dirty="0">
                  <a:solidFill>
                    <a:srgbClr val="3A4A6A"/>
                  </a:solidFill>
                </a:endParaRPr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27434D38-CD1A-BEB2-89A9-B8C3E92F87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9412" y="5600243"/>
                <a:ext cx="2650587" cy="522081"/>
              </a:xfrm>
              <a:prstGeom prst="rect">
                <a:avLst/>
              </a:prstGeom>
              <a:blipFill>
                <a:blip r:embed="rId10"/>
                <a:stretch>
                  <a:fillRect t="-16471" b="-2823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FC8EB62F-3FB7-8BFB-E7AB-C4506D24375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925865" y="3535857"/>
                <a:ext cx="4353917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∵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2800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p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𝐦</m:t>
                              </m:r>
                            </m:sup>
                          </m:sSup>
                          <m:r>
                            <a:rPr lang="en-US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  <m:r>
                                <a:rPr lang="en-US" sz="2800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p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𝐦</m:t>
                          </m:r>
                        </m:sup>
                      </m:sSup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; </m:t>
                      </m:r>
                      <m:r>
                        <a:rPr lang="en-US" sz="280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∀ </m:t>
                      </m:r>
                      <m:r>
                        <a:rPr lang="en-US" sz="280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𝐦</m:t>
                      </m:r>
                      <m:r>
                        <a:rPr lang="en-US" sz="280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∈</m:t>
                      </m:r>
                      <m:r>
                        <a:rPr lang="en-US" sz="280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ℕ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FC8EB62F-3FB7-8BFB-E7AB-C4506D2437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25865" y="3535857"/>
                <a:ext cx="4353917" cy="540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312052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3" grpId="0"/>
      <p:bldP spid="14" grpId="0"/>
      <p:bldP spid="11" grpId="0"/>
      <p:bldP spid="12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AF529F-DEA1-918B-38AC-006797D362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A5D560E5-B48A-27BE-EDDE-3F3D3AF424F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268257" y="2882969"/>
                <a:ext cx="2633624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A5D560E5-B48A-27BE-EDDE-3F3D3AF424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8257" y="2882969"/>
                <a:ext cx="2633624" cy="522081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C4576C91-1D41-1A39-3891-33FB9F31E701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Example:31(Continue)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C4576C91-1D41-1A39-3891-33FB9F31E70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87BE44B7-4B01-FBDF-FE3B-0E7C74F63D1B}"/>
              </a:ext>
            </a:extLst>
          </p:cNvPr>
          <p:cNvSpPr txBox="1">
            <a:spLocks/>
          </p:cNvSpPr>
          <p:nvPr/>
        </p:nvSpPr>
        <p:spPr>
          <a:xfrm>
            <a:off x="205273" y="800163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A4FD9690-CF8A-A4EF-12BE-5C8A8526E73B}"/>
              </a:ext>
            </a:extLst>
          </p:cNvPr>
          <p:cNvSpPr/>
          <p:nvPr/>
        </p:nvSpPr>
        <p:spPr>
          <a:xfrm>
            <a:off x="122277" y="920351"/>
            <a:ext cx="1450657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24A06ADD-20BA-BB92-8BED-A98166AABA1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46483" y="920351"/>
                <a:ext cx="6200237" cy="522081"/>
              </a:xfrm>
              <a:prstGeom prst="rect">
                <a:avLst/>
              </a:prstGeom>
              <a:noFill/>
              <a:ln w="38100" cap="flat" cmpd="sng" algn="ctr">
                <a:solidFill>
                  <a:srgbClr val="FF0000"/>
                </a:solidFill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514350" lvl="1" indent="-514350">
                  <a:buFont typeface="+mj-lt"/>
                  <a:buAutoNum type="alphaLcPeriod" startAt="3"/>
                </a:pPr>
                <a:r>
                  <a:rPr lang="en-US" sz="2800" dirty="0">
                    <a:solidFill>
                      <a:srgbClr val="002060"/>
                    </a:solidFill>
                  </a:rPr>
                  <a:t>Determinant of involutory matrix is </a:t>
                </a:r>
                <a14:m>
                  <m:oMath xmlns:m="http://schemas.openxmlformats.org/officeDocument/2006/math"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±1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24A06ADD-20BA-BB92-8BED-A98166AABA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6483" y="920351"/>
                <a:ext cx="6200237" cy="522081"/>
              </a:xfrm>
              <a:prstGeom prst="rect">
                <a:avLst/>
              </a:prstGeom>
              <a:blipFill>
                <a:blip r:embed="rId4"/>
                <a:stretch>
                  <a:fillRect l="-1760" t="-11957" r="-1173" b="-22826"/>
                </a:stretch>
              </a:blipFill>
              <a:ln w="38100" cap="flat" cmpd="sng" algn="ctr">
                <a:solidFill>
                  <a:srgbClr val="FF0000"/>
                </a:solidFill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A00569CF-E737-2722-1AF3-DFD0A9B75E8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16383" y="1536991"/>
                <a:ext cx="4538624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be an </a:t>
                </a:r>
                <a:r>
                  <a:rPr lang="en-US" sz="2800" dirty="0">
                    <a:solidFill>
                      <a:srgbClr val="002060"/>
                    </a:solidFill>
                  </a:rPr>
                  <a:t>involutory</a:t>
                </a:r>
                <a:r>
                  <a:rPr lang="en-IN" sz="2800" dirty="0">
                    <a:solidFill>
                      <a:srgbClr val="002060"/>
                    </a:solidFill>
                  </a:rPr>
                  <a:t> matrix</a:t>
                </a:r>
                <a:r>
                  <a:rPr lang="en-US" sz="2800" dirty="0">
                    <a:solidFill>
                      <a:srgbClr val="002060"/>
                    </a:solidFill>
                  </a:rPr>
                  <a:t>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A00569CF-E737-2722-1AF3-DFD0A9B75E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16383" y="1536991"/>
                <a:ext cx="4538624" cy="522081"/>
              </a:xfrm>
              <a:prstGeom prst="rect">
                <a:avLst/>
              </a:prstGeom>
              <a:blipFill>
                <a:blip r:embed="rId5"/>
                <a:stretch>
                  <a:fillRect l="-2819" t="-16279" b="-2790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C694F542-DDC9-5AD6-1AD9-4580BCAB1A1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16383" y="2153631"/>
                <a:ext cx="2265323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:r>
                  <a:rPr lang="en-IN" sz="2800" b="0" dirty="0">
                    <a:solidFill>
                      <a:srgbClr val="002060"/>
                    </a:solidFill>
                  </a:rPr>
                  <a:t>i.e.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C694F542-DDC9-5AD6-1AD9-4580BCAB1A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16383" y="2153631"/>
                <a:ext cx="2265323" cy="522081"/>
              </a:xfrm>
              <a:prstGeom prst="rect">
                <a:avLst/>
              </a:prstGeom>
              <a:blipFill>
                <a:blip r:embed="rId6"/>
                <a:stretch>
                  <a:fillRect l="-5645" t="-13953" b="-2907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59ADD6A5-13B1-A861-F919-B11590D8254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64508" y="3556464"/>
                <a:ext cx="2063113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p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59ADD6A5-13B1-A861-F919-B11590D825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64508" y="3556464"/>
                <a:ext cx="2063113" cy="522081"/>
              </a:xfrm>
              <a:prstGeom prst="rect">
                <a:avLst/>
              </a:prstGeom>
              <a:blipFill>
                <a:blip r:embed="rId7"/>
                <a:stretch>
                  <a:fillRect r="-29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FE781708-ACED-7930-8095-1B190DF27CF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64508" y="4228947"/>
                <a:ext cx="2245191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± 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FE781708-ACED-7930-8095-1B190DF27C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64508" y="4228947"/>
                <a:ext cx="2245191" cy="522081"/>
              </a:xfrm>
              <a:prstGeom prst="rect">
                <a:avLst/>
              </a:prstGeom>
              <a:blipFill>
                <a:blip r:embed="rId8"/>
                <a:stretch>
                  <a:fillRect r="-272" b="-3529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950361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7" grpId="0"/>
      <p:bldP spid="8" grpId="0"/>
      <p:bldP spid="10" grpId="0"/>
      <p:bldP spid="13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F2CFFA-0EEE-02B1-60BB-4299711FAE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43019BB2-8DE2-3EAD-FABF-A5D8B41C53CE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Method:2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Example:31(Continue)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43019BB2-8DE2-3EAD-FABF-A5D8B41C53C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71B8D31E-2DCE-D6CE-3F0B-ACF7B0F61E3D}"/>
              </a:ext>
            </a:extLst>
          </p:cNvPr>
          <p:cNvSpPr txBox="1">
            <a:spLocks/>
          </p:cNvSpPr>
          <p:nvPr/>
        </p:nvSpPr>
        <p:spPr>
          <a:xfrm>
            <a:off x="205273" y="800163"/>
            <a:ext cx="1558214" cy="5220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endParaRPr lang="en-IN" sz="2800" b="1" dirty="0">
              <a:solidFill>
                <a:schemeClr val="tx2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4410CDE2-6C33-C1DE-FE6C-C890976CCC60}"/>
              </a:ext>
            </a:extLst>
          </p:cNvPr>
          <p:cNvSpPr/>
          <p:nvPr/>
        </p:nvSpPr>
        <p:spPr>
          <a:xfrm>
            <a:off x="122277" y="920351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p:sp>
        <p:nvSpPr>
          <p:cNvPr id="6" name="Content Placeholder 4">
            <a:extLst>
              <a:ext uri="{FF2B5EF4-FFF2-40B4-BE49-F238E27FC236}">
                <a16:creationId xmlns:a16="http://schemas.microsoft.com/office/drawing/2014/main" id="{462B5D0B-C49B-06B7-D0C2-AD7AA5F2C435}"/>
              </a:ext>
            </a:extLst>
          </p:cNvPr>
          <p:cNvSpPr txBox="1">
            <a:spLocks/>
          </p:cNvSpPr>
          <p:nvPr/>
        </p:nvSpPr>
        <p:spPr>
          <a:xfrm>
            <a:off x="1846483" y="920351"/>
            <a:ext cx="9647312" cy="522081"/>
          </a:xfrm>
          <a:prstGeom prst="rect">
            <a:avLst/>
          </a:prstGeom>
          <a:noFill/>
          <a:ln w="38100" cap="flat" cmpd="sng" algn="ctr">
            <a:solidFill>
              <a:srgbClr val="FF0000"/>
            </a:solidFill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14350" lvl="1" indent="-514350">
              <a:buFont typeface="+mj-lt"/>
              <a:buAutoNum type="alphaLcPeriod" startAt="4"/>
            </a:pPr>
            <a:r>
              <a:rPr lang="en-US" sz="2800" dirty="0">
                <a:solidFill>
                  <a:srgbClr val="002060"/>
                </a:solidFill>
              </a:rPr>
              <a:t>Determinant of a skew – symmetric matrix of odd order is zero.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7C0BC56C-3F80-7954-2CBE-0C79F9E892F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16382" y="1536991"/>
                <a:ext cx="7816445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be an </a:t>
                </a:r>
                <a:r>
                  <a:rPr lang="en-US" sz="2800" dirty="0">
                    <a:solidFill>
                      <a:srgbClr val="002060"/>
                    </a:solidFill>
                  </a:rPr>
                  <a:t>a skew – symmetric matrix of odd order.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7C0BC56C-3F80-7954-2CBE-0C79F9E892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16382" y="1536991"/>
                <a:ext cx="7816445" cy="522081"/>
              </a:xfrm>
              <a:prstGeom prst="rect">
                <a:avLst/>
              </a:prstGeom>
              <a:blipFill>
                <a:blip r:embed="rId3"/>
                <a:stretch>
                  <a:fillRect l="-1638" t="-16279" b="-2790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2A4F161F-1027-7803-D321-E5902F364A8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16383" y="2153631"/>
                <a:ext cx="2265323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:r>
                  <a:rPr lang="en-IN" sz="2800" b="0" dirty="0">
                    <a:solidFill>
                      <a:srgbClr val="002060"/>
                    </a:solidFill>
                  </a:rPr>
                  <a:t>i.e.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=− </m:t>
                    </m:r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2A4F161F-1027-7803-D321-E5902F364A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16383" y="2153631"/>
                <a:ext cx="2265323" cy="522081"/>
              </a:xfrm>
              <a:prstGeom prst="rect">
                <a:avLst/>
              </a:prstGeom>
              <a:blipFill>
                <a:blip r:embed="rId4"/>
                <a:stretch>
                  <a:fillRect l="-5645" t="-13953" b="-3023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19A8FDBC-7DDB-224B-4BC0-84D2B593DC5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90813" y="2859675"/>
                <a:ext cx="2700000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−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19A8FDBC-7DDB-224B-4BC0-84D2B593DC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0813" y="2859675"/>
                <a:ext cx="2700000" cy="52208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29DE616E-EDC3-BFE4-4F81-5C10E580AAD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90813" y="3570874"/>
                <a:ext cx="3456000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29DE616E-EDC3-BFE4-4F81-5C10E580AA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0813" y="3570874"/>
                <a:ext cx="3456000" cy="522081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AF865988-383C-E77E-3E5B-289CA546D4F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90812" y="4276848"/>
                <a:ext cx="2532065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AF865988-383C-E77E-3E5B-289CA546D4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0812" y="4276848"/>
                <a:ext cx="2532065" cy="522081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C6F6894B-B976-93B6-7CA6-F2D93DBD4A7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48281" y="4982822"/>
                <a:ext cx="2154018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2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C6F6894B-B976-93B6-7CA6-F2D93DBD4A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8281" y="4982822"/>
                <a:ext cx="2154018" cy="522081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8D2E41E2-4B9E-F036-7DAD-B20D4913219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860595" y="3527554"/>
                <a:ext cx="6496505" cy="72389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GB" sz="2800" b="1" dirty="0" smtClean="0">
                        <a:solidFill>
                          <a:srgbClr val="FF0000"/>
                        </a:solidFill>
                      </a:rPr>
                      <m:t>Since</m:t>
                    </m:r>
                    <m:r>
                      <m:rPr>
                        <m:nor/>
                      </m:rPr>
                      <a:rPr lang="en-GB" sz="2800" b="1" dirty="0" smtClean="0">
                        <a:solidFill>
                          <a:srgbClr val="FF0000"/>
                        </a:solidFill>
                      </a:rPr>
                      <m:t>, </m:t>
                    </m:r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𝐤𝐀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US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𝐤</m:t>
                        </m:r>
                      </m:e>
                      <m:sup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𝐧</m:t>
                        </m:r>
                      </m:sup>
                    </m:sSup>
                    <m:r>
                      <a:rPr lang="en-US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  <m:d>
                      <m:dPr>
                        <m:begChr m:val="|"/>
                        <m:endChr m:val="|"/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US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b="1" dirty="0">
                    <a:solidFill>
                      <a:srgbClr val="FF0000"/>
                    </a:solidFill>
                    <a:latin typeface="Cambria Math" panose="02040503050406030204" pitchFamily="18" charset="0"/>
                  </a:rPr>
                  <a:t> ; Taking </a:t>
                </a:r>
                <a14:m>
                  <m:oMath xmlns:m="http://schemas.openxmlformats.org/officeDocument/2006/math">
                    <m:r>
                      <a:rPr lang="en-GB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𝐤</m:t>
                    </m:r>
                    <m:r>
                      <a:rPr lang="en-GB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d>
                      <m:dPr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𝟏</m:t>
                        </m:r>
                      </m:e>
                    </m:d>
                  </m:oMath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8D2E41E2-4B9E-F036-7DAD-B20D491321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0595" y="3527554"/>
                <a:ext cx="6496505" cy="723893"/>
              </a:xfrm>
              <a:prstGeom prst="rect">
                <a:avLst/>
              </a:prstGeom>
              <a:blipFill>
                <a:blip r:embed="rId9"/>
                <a:stretch>
                  <a:fillRect b="-678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B15BBF24-5063-8471-E9A5-B921EF03140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905195" y="4276848"/>
                <a:ext cx="3949754" cy="540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∵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US" sz="2800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𝐀</m:t>
                              </m:r>
                            </m:e>
                            <m:sup>
                              <m:r>
                                <a:rPr lang="en-IN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𝐓</m:t>
                              </m:r>
                            </m:sup>
                          </m:sSup>
                          <m:r>
                            <a:rPr lang="en-US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;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𝐧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𝐢𝐬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𝐨𝐝𝐝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B15BBF24-5063-8471-E9A5-B921EF0314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05195" y="4276848"/>
                <a:ext cx="3949754" cy="540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158A29BC-A5F0-49ED-CCE6-ACDFCFD333E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90813" y="5688796"/>
                <a:ext cx="1862213" cy="52208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158A29BC-A5F0-49ED-CCE6-ACDFCFD333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0813" y="5688796"/>
                <a:ext cx="1862213" cy="522081"/>
              </a:xfrm>
              <a:prstGeom prst="rect">
                <a:avLst/>
              </a:prstGeom>
              <a:blipFill>
                <a:blip r:embed="rId11"/>
                <a:stretch>
                  <a:fillRect r="-98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960258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3" grpId="0"/>
      <p:bldP spid="14" grpId="0"/>
      <p:bldP spid="17" grpId="0"/>
      <p:bldP spid="18" grpId="0"/>
      <p:bldP spid="3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C7D23D-D5C2-DA2C-9691-AD25C0C3B9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3DBE095-FD01-5F83-69C7-5DD068E2DD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49" y="2578895"/>
            <a:ext cx="11360152" cy="2852737"/>
          </a:xfrm>
        </p:spPr>
        <p:txBody>
          <a:bodyPr/>
          <a:lstStyle/>
          <a:p>
            <a:r>
              <a:rPr lang="en-US" dirty="0"/>
              <a:t>Method – 3</a:t>
            </a:r>
            <a:br>
              <a:rPr lang="en-US" dirty="0"/>
            </a:br>
            <a:r>
              <a:rPr lang="en-US" sz="4800" dirty="0"/>
              <a:t>Echelon Forms and Rank of a Matrix</a:t>
            </a:r>
          </a:p>
        </p:txBody>
      </p:sp>
    </p:spTree>
    <p:extLst>
      <p:ext uri="{BB962C8B-B14F-4D97-AF65-F5344CB8AC3E}">
        <p14:creationId xmlns:p14="http://schemas.microsoft.com/office/powerpoint/2010/main" val="544024414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F37798F-DE4C-592A-BE26-BB69B1F4BC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Definitions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C18650BC-DFB6-B691-E0CF-41672D47C33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IN" b="1" dirty="0"/>
                  <a:t>Zero Row : </a:t>
                </a:r>
                <a:r>
                  <a:rPr lang="en-IN" dirty="0"/>
                  <a:t> A row in which all the elements are zero is known as zero row.</a:t>
                </a:r>
              </a:p>
              <a:p>
                <a:pPr lvl="1"/>
                <a:r>
                  <a:rPr lang="en-IN" dirty="0"/>
                  <a:t> </a:t>
                </a:r>
                <a:r>
                  <a:rPr lang="en-IN" b="1" dirty="0">
                    <a:solidFill>
                      <a:srgbClr val="301B92"/>
                    </a:solidFill>
                  </a:rPr>
                  <a:t>Example:</a:t>
                </a:r>
              </a:p>
              <a:p>
                <a:pPr marL="457200" lvl="1" indent="0">
                  <a:buNone/>
                </a:pPr>
                <a:r>
                  <a:rPr lang="en-IN" dirty="0"/>
                  <a:t>     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−2</m:t>
                              </m:r>
                            </m:e>
                            <m:e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−6</m:t>
                              </m:r>
                            </m:e>
                          </m:mr>
                          <m:mr>
                            <m:e>
                              <m:r>
                                <a:rPr lang="en-IN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  </m:t>
                              </m:r>
                              <m:r>
                                <a:rPr lang="en-IN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  <m:e>
                              <m:r>
                                <a:rPr lang="en-IN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  </m:t>
                              </m:r>
                              <m:r>
                                <a:rPr lang="en-IN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</m:e>
                          </m:mr>
                          <m:mr>
                            <m:e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8</m:t>
                              </m:r>
                            </m:e>
                            <m:e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   9</m:t>
                              </m:r>
                            </m:e>
                          </m:mr>
                        </m:m>
                        <m:r>
                          <a:rPr lang="en-IN">
                            <a:solidFill>
                              <a:srgbClr val="0690DF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m:rPr>
                        <m:nor/>
                      </m:rPr>
                      <a:rPr lang="en-IN" dirty="0"/>
                      <m:t>second</m:t>
                    </m:r>
                    <m:r>
                      <m:rPr>
                        <m:nor/>
                      </m:rPr>
                      <a:rPr lang="en-IN" dirty="0"/>
                      <m:t> </m:t>
                    </m:r>
                    <m:r>
                      <m:rPr>
                        <m:nor/>
                      </m:rPr>
                      <a:rPr lang="en-IN" dirty="0"/>
                      <m:t>row</m:t>
                    </m:r>
                    <m:r>
                      <m:rPr>
                        <m:nor/>
                      </m:rPr>
                      <a:rPr lang="en-IN" dirty="0"/>
                      <m:t> </m:t>
                    </m:r>
                    <m:r>
                      <m:rPr>
                        <m:nor/>
                      </m:rPr>
                      <a:rPr lang="en-IN" dirty="0"/>
                      <m:t>is</m:t>
                    </m:r>
                    <m:r>
                      <m:rPr>
                        <m:nor/>
                      </m:rPr>
                      <a:rPr lang="en-IN" dirty="0"/>
                      <m:t> </m:t>
                    </m:r>
                    <m:r>
                      <m:rPr>
                        <m:nor/>
                      </m:rPr>
                      <a:rPr lang="en-IN" dirty="0"/>
                      <m:t>zero</m:t>
                    </m:r>
                    <m:r>
                      <m:rPr>
                        <m:nor/>
                      </m:rPr>
                      <a:rPr lang="en-IN" dirty="0"/>
                      <m:t> </m:t>
                    </m:r>
                    <m:r>
                      <m:rPr>
                        <m:nor/>
                      </m:rPr>
                      <a:rPr lang="en-IN" dirty="0"/>
                      <m:t>row</m:t>
                    </m:r>
                    <m:r>
                      <m:rPr>
                        <m:nor/>
                      </m:rPr>
                      <a:rPr lang="en-IN" dirty="0"/>
                      <m:t>.</m:t>
                    </m:r>
                  </m:oMath>
                </a14:m>
                <a:endParaRPr lang="en-IN" dirty="0"/>
              </a:p>
              <a:p>
                <a:pPr marL="457200" lvl="1" indent="0">
                  <a:buNone/>
                </a:pPr>
                <a:endParaRPr lang="en-IN" dirty="0"/>
              </a:p>
              <a:p>
                <a:pPr marL="457200" lvl="1" indent="0">
                  <a:buNone/>
                </a:pPr>
                <a:endParaRPr lang="en-IN" b="1" dirty="0">
                  <a:solidFill>
                    <a:srgbClr val="301B92"/>
                  </a:solidFill>
                </a:endParaRPr>
              </a:p>
              <a:p>
                <a:pPr lvl="1"/>
                <a:endParaRPr lang="en-IN" dirty="0"/>
              </a:p>
              <a:p>
                <a:endParaRPr lang="en-IN" b="1" dirty="0"/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C18650BC-DFB6-B691-E0CF-41672D47C33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785610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6E6100-6522-51F7-64CB-686406EDDA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6A67B8-362F-CE6E-6325-52FCDE5B0A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Definitions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5C0C735-0AD1-546B-4CD1-6D1F9C17DD2D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en-IN" b="1" dirty="0"/>
                  <a:t>Leading/Pivot Element : </a:t>
                </a:r>
                <a:r>
                  <a:rPr lang="en-IN" dirty="0"/>
                  <a:t>The </a:t>
                </a:r>
                <a:r>
                  <a:rPr lang="en-IN" b="1" dirty="0">
                    <a:solidFill>
                      <a:srgbClr val="FF0000"/>
                    </a:solidFill>
                  </a:rPr>
                  <a:t>first non-zero</a:t>
                </a:r>
                <a:r>
                  <a:rPr lang="en-IN" dirty="0"/>
                  <a:t> element of any row is known as leading element of that row.</a:t>
                </a:r>
              </a:p>
              <a:p>
                <a:pPr lvl="1"/>
                <a:r>
                  <a:rPr lang="en-IN" dirty="0"/>
                  <a:t> </a:t>
                </a:r>
                <a:r>
                  <a:rPr lang="en-IN" b="1" dirty="0">
                    <a:solidFill>
                      <a:srgbClr val="301B92"/>
                    </a:solidFill>
                  </a:rPr>
                  <a:t>Example:</a:t>
                </a:r>
              </a:p>
              <a:p>
                <a:pPr marL="457200" lvl="1" indent="0">
                  <a:buNone/>
                </a:pPr>
                <a:r>
                  <a:rPr lang="en-IN" dirty="0"/>
                  <a:t>     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e>
                            <m:e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e>
                            <m:e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  <m:mr>
                            <m:e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𝟗</m:t>
                              </m:r>
                            </m:e>
                          </m:mr>
                        </m:m>
                        <m:r>
                          <a:rPr lang="en-IN">
                            <a:solidFill>
                              <a:srgbClr val="0690DF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dirty="0"/>
              </a:p>
              <a:p>
                <a:pPr lvl="2"/>
                <a:r>
                  <a:rPr lang="en-IN" dirty="0"/>
                  <a:t>The leading element of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st</m:t>
                        </m:r>
                      </m:sup>
                    </m:sSup>
                  </m:oMath>
                </a14:m>
                <a:r>
                  <a:rPr lang="en-IN" dirty="0"/>
                  <a:t> row is </a:t>
                </a:r>
                <a14:m>
                  <m:oMath xmlns:m="http://schemas.openxmlformats.org/officeDocument/2006/math"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endParaRPr lang="en-IN" b="1" dirty="0">
                  <a:solidFill>
                    <a:srgbClr val="301B92"/>
                  </a:solidFill>
                </a:endParaRPr>
              </a:p>
              <a:p>
                <a:pPr lvl="2"/>
                <a:r>
                  <a:rPr lang="en-IN" dirty="0"/>
                  <a:t> The leading element of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nd</m:t>
                        </m:r>
                      </m:sup>
                    </m:sSup>
                  </m:oMath>
                </a14:m>
                <a:r>
                  <a:rPr lang="en-IN" dirty="0"/>
                  <a:t> row is </a:t>
                </a:r>
                <a14:m>
                  <m:oMath xmlns:m="http://schemas.openxmlformats.org/officeDocument/2006/math"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endParaRPr lang="en-IN" dirty="0"/>
              </a:p>
              <a:p>
                <a:pPr lvl="2"/>
                <a:r>
                  <a:rPr lang="en-IN" dirty="0"/>
                  <a:t> The leading element of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rd</m:t>
                        </m:r>
                      </m:sup>
                    </m:sSup>
                  </m:oMath>
                </a14:m>
                <a:r>
                  <a:rPr lang="en-IN" dirty="0"/>
                  <a:t> row is </a:t>
                </a:r>
                <a14:m>
                  <m:oMath xmlns:m="http://schemas.openxmlformats.org/officeDocument/2006/math"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𝟗</m:t>
                    </m:r>
                  </m:oMath>
                </a14:m>
                <a:endParaRPr lang="en-IN" b="1" dirty="0">
                  <a:solidFill>
                    <a:srgbClr val="301B92"/>
                  </a:solidFill>
                </a:endParaRPr>
              </a:p>
              <a:p>
                <a:pPr lvl="1"/>
                <a:endParaRPr lang="en-IN" dirty="0"/>
              </a:p>
              <a:p>
                <a:endParaRPr lang="en-IN" b="1" dirty="0"/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5C0C735-0AD1-546B-4CD1-6D1F9C17DD2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997026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94">
            <a:extLst>
              <a:ext uri="{FF2B5EF4-FFF2-40B4-BE49-F238E27FC236}">
                <a16:creationId xmlns:a16="http://schemas.microsoft.com/office/drawing/2014/main" id="{E708FD13-DFCC-2940-CB7D-1D67326A5E4C}"/>
              </a:ext>
            </a:extLst>
          </p:cNvPr>
          <p:cNvGrpSpPr/>
          <p:nvPr/>
        </p:nvGrpSpPr>
        <p:grpSpPr>
          <a:xfrm>
            <a:off x="293641" y="2748527"/>
            <a:ext cx="3218888" cy="1799436"/>
            <a:chOff x="776241" y="4272527"/>
            <a:chExt cx="3218888" cy="179943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DB7D4F0F-A2FC-52B1-592C-00C8B9D3AA9B}"/>
                    </a:ext>
                  </a:extLst>
                </p:cNvPr>
                <p:cNvSpPr/>
                <p:nvPr/>
              </p:nvSpPr>
              <p:spPr>
                <a:xfrm>
                  <a:off x="1485586" y="4272527"/>
                  <a:ext cx="2509543" cy="1799436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−0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−5</m:t>
                                  </m:r>
                                </m:e>
                                <m:e>
                                  <m:eqArr>
                                    <m:eqArrPr>
                                      <m:ctrlPr>
                                        <a:rPr lang="en-IN" sz="280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  <m:e>
                                      <m:r>
                                        <a:rPr lang="en-IN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B7D4F0F-A2FC-52B1-592C-00C8B9D3AA9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85586" y="4272527"/>
                  <a:ext cx="2509543" cy="1799436"/>
                </a:xfrm>
                <a:prstGeom prst="rect">
                  <a:avLst/>
                </a:prstGeom>
                <a:blipFill rotWithShape="0"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27145721-DDA3-C4DF-4E38-178CD102FE05}"/>
                </a:ext>
              </a:extLst>
            </p:cNvPr>
            <p:cNvGrpSpPr/>
            <p:nvPr/>
          </p:nvGrpSpPr>
          <p:grpSpPr>
            <a:xfrm>
              <a:off x="776241" y="4380467"/>
              <a:ext cx="2994088" cy="1654003"/>
              <a:chOff x="6467358" y="3980313"/>
              <a:chExt cx="2994088" cy="165400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5" name="Rectangle 34">
                    <a:extLst>
                      <a:ext uri="{FF2B5EF4-FFF2-40B4-BE49-F238E27FC236}">
                        <a16:creationId xmlns:a16="http://schemas.microsoft.com/office/drawing/2014/main" id="{AA60399D-420E-D045-219D-9D448B5C970F}"/>
                      </a:ext>
                    </a:extLst>
                  </p:cNvPr>
                  <p:cNvSpPr/>
                  <p:nvPr/>
                </p:nvSpPr>
                <p:spPr>
                  <a:xfrm>
                    <a:off x="6467358" y="4411161"/>
                    <a:ext cx="927669" cy="711115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5" name="Rectangle 3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AA60399D-420E-D045-219D-9D448B5C970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67358" y="4411161"/>
                    <a:ext cx="927669" cy="711115"/>
                  </a:xfrm>
                  <a:prstGeom prst="rect">
                    <a:avLst/>
                  </a:prstGeom>
                  <a:blipFill rotWithShape="0"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840542FB-0E9E-4FEC-27FE-AA286B7E1DE1}"/>
                  </a:ext>
                </a:extLst>
              </p:cNvPr>
              <p:cNvGrpSpPr/>
              <p:nvPr/>
            </p:nvGrpSpPr>
            <p:grpSpPr>
              <a:xfrm>
                <a:off x="7361331" y="4509418"/>
                <a:ext cx="2086467" cy="569273"/>
                <a:chOff x="1694764" y="4074823"/>
                <a:chExt cx="2086467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2" name="Rectangle 41">
                      <a:extLst>
                        <a:ext uri="{FF2B5EF4-FFF2-40B4-BE49-F238E27FC236}">
                          <a16:creationId xmlns:a16="http://schemas.microsoft.com/office/drawing/2014/main" id="{568A549C-1BBB-DE18-5D43-70EC4AAB2D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94764" y="4074823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2" name="Rectangle 41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568A549C-1BBB-DE18-5D43-70EC4AAB2D16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694764" y="4074823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3" name="Rectangle 42">
                      <a:extLst>
                        <a:ext uri="{FF2B5EF4-FFF2-40B4-BE49-F238E27FC236}">
                          <a16:creationId xmlns:a16="http://schemas.microsoft.com/office/drawing/2014/main" id="{E22E5B9C-D688-2003-94AB-FEBE3E5A85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5335" y="4074823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3" name="Rectangle 42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E22E5B9C-D688-2003-94AB-FEBE3E5A85D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495335" y="4074823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4" name="Rectangle 43">
                      <a:extLst>
                        <a:ext uri="{FF2B5EF4-FFF2-40B4-BE49-F238E27FC236}">
                          <a16:creationId xmlns:a16="http://schemas.microsoft.com/office/drawing/2014/main" id="{1209EC0C-DE96-D698-DD94-2A09898D6A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6981" y="4074823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4" name="Rectangle 43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1209EC0C-DE96-D698-DD94-2A09898D6AEE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256981" y="4074823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B2C5B1E1-177A-92E6-3923-C5617CF6EF48}"/>
                  </a:ext>
                </a:extLst>
              </p:cNvPr>
              <p:cNvGrpSpPr/>
              <p:nvPr/>
            </p:nvGrpSpPr>
            <p:grpSpPr>
              <a:xfrm>
                <a:off x="7361331" y="3980313"/>
                <a:ext cx="2100115" cy="569273"/>
                <a:chOff x="1708412" y="4047527"/>
                <a:chExt cx="2100115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9" name="Rectangle 38">
                      <a:extLst>
                        <a:ext uri="{FF2B5EF4-FFF2-40B4-BE49-F238E27FC236}">
                          <a16:creationId xmlns:a16="http://schemas.microsoft.com/office/drawing/2014/main" id="{72F988AC-65DD-900B-760D-DBE16F304D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08412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39" name="Rectangle 38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72F988AC-65DD-900B-760D-DBE16F304D07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708412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0" name="Rectangle 39">
                      <a:extLst>
                        <a:ext uri="{FF2B5EF4-FFF2-40B4-BE49-F238E27FC236}">
                          <a16:creationId xmlns:a16="http://schemas.microsoft.com/office/drawing/2014/main" id="{D46583BE-85F0-4E3C-D34B-486A8586CF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7095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−2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0" name="Rectangle 39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D46583BE-85F0-4E3C-D34B-486A8586CF4D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427095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8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1" name="Rectangle 40">
                      <a:extLst>
                        <a:ext uri="{FF2B5EF4-FFF2-40B4-BE49-F238E27FC236}">
                          <a16:creationId xmlns:a16="http://schemas.microsoft.com/office/drawing/2014/main" id="{482917E6-0DFB-09AF-06C6-55051B2F3F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4277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1" name="Rectangle 40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482917E6-0DFB-09AF-06C6-55051B2F3F1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284277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9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920415C2-63BF-C090-C4FB-B21D10F7AE6D}"/>
                  </a:ext>
                </a:extLst>
              </p:cNvPr>
              <p:cNvGrpSpPr/>
              <p:nvPr/>
            </p:nvGrpSpPr>
            <p:grpSpPr>
              <a:xfrm>
                <a:off x="7374229" y="5065043"/>
                <a:ext cx="2072819" cy="569273"/>
                <a:chOff x="1681116" y="4047527"/>
                <a:chExt cx="2072819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2" name="Rectangle 31">
                      <a:extLst>
                        <a:ext uri="{FF2B5EF4-FFF2-40B4-BE49-F238E27FC236}">
                          <a16:creationId xmlns:a16="http://schemas.microsoft.com/office/drawing/2014/main" id="{94CE2436-470A-F67D-9586-3412FFD366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1116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32" name="Rectangle 31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94CE2436-470A-F67D-9586-3412FFD3662E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681116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10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" name="Rectangle 32">
                      <a:extLst>
                        <a:ext uri="{FF2B5EF4-FFF2-40B4-BE49-F238E27FC236}">
                          <a16:creationId xmlns:a16="http://schemas.microsoft.com/office/drawing/2014/main" id="{21946FDF-0EF9-23A9-62D0-BBF0FF7B8B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8039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33" name="Rectangle 32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21946FDF-0EF9-23A9-62D0-BBF0FF7B8BE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468039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11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4" name="Rectangle 33">
                      <a:extLst>
                        <a:ext uri="{FF2B5EF4-FFF2-40B4-BE49-F238E27FC236}">
                          <a16:creationId xmlns:a16="http://schemas.microsoft.com/office/drawing/2014/main" id="{287AB1AC-0019-1A76-E2BC-223EF5305D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9685" y="4047527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34" name="Rectangle 33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287AB1AC-0019-1A76-E2BC-223EF5305D20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229685" y="4047527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12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76B87C-28DD-57AD-B2CA-F62C829A3A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Notations and Definitions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D30FF569-188B-8A8F-8FA6-1CA8FA7B30D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79" y="813903"/>
            <a:ext cx="11929641" cy="5590565"/>
          </a:xfrm>
        </p:spPr>
        <p:txBody>
          <a:bodyPr/>
          <a:lstStyle/>
          <a:p>
            <a:r>
              <a:rPr lang="en-IN" b="1" dirty="0"/>
              <a:t>Order of a row: </a:t>
            </a:r>
            <a:r>
              <a:rPr lang="en-IN" dirty="0"/>
              <a:t>Order of a row is the number of elements in that row </a:t>
            </a:r>
            <a:r>
              <a:rPr lang="en-IN" b="1" dirty="0">
                <a:solidFill>
                  <a:srgbClr val="FF0000"/>
                </a:solidFill>
              </a:rPr>
              <a:t>starting from the leading element</a:t>
            </a:r>
            <a:r>
              <a:rPr lang="en-IN" dirty="0"/>
              <a:t>.</a:t>
            </a:r>
            <a:endParaRPr lang="en-IN" b="1" dirty="0"/>
          </a:p>
          <a:p>
            <a:pPr lvl="1"/>
            <a:r>
              <a:rPr lang="en-IN" b="1" dirty="0">
                <a:solidFill>
                  <a:srgbClr val="301B92"/>
                </a:solidFill>
              </a:rPr>
              <a:t>Example:</a:t>
            </a:r>
            <a:endParaRPr lang="en-IN" dirty="0"/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1A4AAB57-C624-181A-3CF7-892DBB35B746}"/>
              </a:ext>
            </a:extLst>
          </p:cNvPr>
          <p:cNvSpPr/>
          <p:nvPr/>
        </p:nvSpPr>
        <p:spPr>
          <a:xfrm>
            <a:off x="1824407" y="2935206"/>
            <a:ext cx="608796" cy="437706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33AC73B2-C432-B633-5241-EE61D6AF3B94}"/>
              </a:ext>
            </a:extLst>
          </p:cNvPr>
          <p:cNvSpPr/>
          <p:nvPr/>
        </p:nvSpPr>
        <p:spPr>
          <a:xfrm>
            <a:off x="1826900" y="2935626"/>
            <a:ext cx="1302271" cy="437706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551193FF-A02A-7F2C-1479-E5E084BE85E4}"/>
              </a:ext>
            </a:extLst>
          </p:cNvPr>
          <p:cNvCxnSpPr>
            <a:cxnSpLocks/>
          </p:cNvCxnSpPr>
          <p:nvPr/>
        </p:nvCxnSpPr>
        <p:spPr>
          <a:xfrm>
            <a:off x="3138697" y="3129922"/>
            <a:ext cx="792000" cy="0"/>
          </a:xfrm>
          <a:prstGeom prst="straightConnector1">
            <a:avLst/>
          </a:prstGeom>
          <a:ln w="3810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5C8B4711-D2D2-29D5-24C2-1D2458F2A419}"/>
              </a:ext>
            </a:extLst>
          </p:cNvPr>
          <p:cNvSpPr/>
          <p:nvPr/>
        </p:nvSpPr>
        <p:spPr>
          <a:xfrm>
            <a:off x="1197993" y="3460968"/>
            <a:ext cx="450406" cy="429088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502A7974-FB8D-E997-94C6-98F159F04192}"/>
              </a:ext>
            </a:extLst>
          </p:cNvPr>
          <p:cNvSpPr/>
          <p:nvPr/>
        </p:nvSpPr>
        <p:spPr>
          <a:xfrm>
            <a:off x="2800681" y="4029221"/>
            <a:ext cx="359039" cy="397913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484FBCEC-D410-9B38-9089-B1B1581A087B}"/>
              </a:ext>
            </a:extLst>
          </p:cNvPr>
          <p:cNvSpPr/>
          <p:nvPr/>
        </p:nvSpPr>
        <p:spPr>
          <a:xfrm>
            <a:off x="1197112" y="3460968"/>
            <a:ext cx="1932060" cy="437706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E1D07677-0549-CFB4-B9F3-7A51019B322C}"/>
              </a:ext>
            </a:extLst>
          </p:cNvPr>
          <p:cNvCxnSpPr>
            <a:cxnSpLocks/>
          </p:cNvCxnSpPr>
          <p:nvPr/>
        </p:nvCxnSpPr>
        <p:spPr>
          <a:xfrm>
            <a:off x="3140470" y="3713269"/>
            <a:ext cx="792000" cy="0"/>
          </a:xfrm>
          <a:prstGeom prst="straightConnector1">
            <a:avLst/>
          </a:prstGeom>
          <a:ln w="3810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DC4AC1AF-BA04-7A3C-C48E-EAF8FB5CB045}"/>
              </a:ext>
            </a:extLst>
          </p:cNvPr>
          <p:cNvCxnSpPr>
            <a:cxnSpLocks/>
          </p:cNvCxnSpPr>
          <p:nvPr/>
        </p:nvCxnSpPr>
        <p:spPr>
          <a:xfrm>
            <a:off x="3149344" y="4237802"/>
            <a:ext cx="792000" cy="0"/>
          </a:xfrm>
          <a:prstGeom prst="straightConnector1">
            <a:avLst/>
          </a:prstGeom>
          <a:ln w="3810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6D0C92A0-1C40-1F78-A1CC-580A43009D1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30697" y="2922493"/>
                <a:ext cx="2002104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Order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=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6D0C92A0-1C40-1F78-A1CC-580A43009D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0697" y="2922493"/>
                <a:ext cx="2002104" cy="463079"/>
              </a:xfrm>
              <a:prstGeom prst="rect">
                <a:avLst/>
              </a:prstGeom>
              <a:blipFill>
                <a:blip r:embed="rId13"/>
                <a:stretch>
                  <a:fillRect l="-6402" t="-23684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5531BFF9-E048-A0EB-B01E-020CAE5D52D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30697" y="3502182"/>
                <a:ext cx="2002104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Order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=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5531BFF9-E048-A0EB-B01E-020CAE5D52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0697" y="3502182"/>
                <a:ext cx="2002104" cy="463079"/>
              </a:xfrm>
              <a:prstGeom prst="rect">
                <a:avLst/>
              </a:prstGeom>
              <a:blipFill>
                <a:blip r:embed="rId14"/>
                <a:stretch>
                  <a:fillRect l="-6402" t="-25333" b="-3866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00F41D89-C441-0F6E-4173-418FDAD6052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30697" y="4038846"/>
                <a:ext cx="2002104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Order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=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00F41D89-C441-0F6E-4173-418FDAD605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0697" y="4038846"/>
                <a:ext cx="2002104" cy="463079"/>
              </a:xfrm>
              <a:prstGeom prst="rect">
                <a:avLst/>
              </a:prstGeom>
              <a:blipFill>
                <a:blip r:embed="rId15"/>
                <a:stretch>
                  <a:fillRect l="-6402" t="-25000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02512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500"/>
                            </p:stCondLst>
                            <p:childTnLst>
                              <p:par>
                                <p:cTn id="5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15" grpId="0" animBg="1"/>
      <p:bldP spid="15" grpId="1" animBg="1"/>
      <p:bldP spid="16" grpId="0" animBg="1"/>
      <p:bldP spid="19" grpId="0" animBg="1"/>
      <p:bldP spid="19" grpId="1" animBg="1"/>
      <p:bldP spid="20" grpId="0" animBg="1"/>
      <p:bldP spid="21" grpId="0" animBg="1"/>
      <p:bldP spid="7" grpId="0"/>
      <p:bldP spid="9" grpId="0"/>
      <p:bldP spid="10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1B00BB1-C1DC-B6E6-54E3-A4C9D2086B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Procedure to Convert the Matrix into a Row - Echelon Form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1917BA55-E838-A055-5FB8-AF4F7630156C}"/>
              </a:ext>
            </a:extLst>
          </p:cNvPr>
          <p:cNvSpPr txBox="1">
            <a:spLocks/>
          </p:cNvSpPr>
          <p:nvPr/>
        </p:nvSpPr>
        <p:spPr>
          <a:xfrm>
            <a:off x="124407" y="6073120"/>
            <a:ext cx="8951353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002060"/>
                </a:solidFill>
              </a:rPr>
              <a:t>Note:</a:t>
            </a:r>
            <a:r>
              <a:rPr lang="en-IN" sz="2800" dirty="0">
                <a:solidFill>
                  <a:srgbClr val="002060"/>
                </a:solidFill>
              </a:rPr>
              <a:t> Row-Echelon form of a matrix is not unique.</a:t>
            </a:r>
            <a:endParaRPr lang="en-IN" sz="2800" b="1" dirty="0">
              <a:solidFill>
                <a:srgbClr val="002060"/>
              </a:solidFill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9B3B1954-9B08-5C0D-4CFA-07DAD0C7B88A}"/>
              </a:ext>
            </a:extLst>
          </p:cNvPr>
          <p:cNvGrpSpPr/>
          <p:nvPr/>
        </p:nvGrpSpPr>
        <p:grpSpPr>
          <a:xfrm>
            <a:off x="124409" y="824516"/>
            <a:ext cx="11668839" cy="1048463"/>
            <a:chOff x="261581" y="1435119"/>
            <a:chExt cx="11668839" cy="1048463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4DACE83-ADDA-614D-C194-1363CD5CB9A0}"/>
                </a:ext>
              </a:extLst>
            </p:cNvPr>
            <p:cNvSpPr/>
            <p:nvPr/>
          </p:nvSpPr>
          <p:spPr>
            <a:xfrm>
              <a:off x="359740" y="1450166"/>
              <a:ext cx="11570680" cy="1033416"/>
            </a:xfrm>
            <a:custGeom>
              <a:avLst/>
              <a:gdLst>
                <a:gd name="connsiteX0" fmla="*/ 0 w 4693176"/>
                <a:gd name="connsiteY0" fmla="*/ 0 h 1255998"/>
                <a:gd name="connsiteX1" fmla="*/ 4065177 w 4693176"/>
                <a:gd name="connsiteY1" fmla="*/ 0 h 1255998"/>
                <a:gd name="connsiteX2" fmla="*/ 4693176 w 4693176"/>
                <a:gd name="connsiteY2" fmla="*/ 627999 h 1255998"/>
                <a:gd name="connsiteX3" fmla="*/ 4065177 w 4693176"/>
                <a:gd name="connsiteY3" fmla="*/ 1255998 h 1255998"/>
                <a:gd name="connsiteX4" fmla="*/ 0 w 4693176"/>
                <a:gd name="connsiteY4" fmla="*/ 1255998 h 1255998"/>
                <a:gd name="connsiteX5" fmla="*/ 0 w 4693176"/>
                <a:gd name="connsiteY5" fmla="*/ 0 h 125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93176" h="1255998">
                  <a:moveTo>
                    <a:pt x="4693176" y="1255997"/>
                  </a:moveTo>
                  <a:lnTo>
                    <a:pt x="627999" y="1255997"/>
                  </a:lnTo>
                  <a:lnTo>
                    <a:pt x="0" y="627999"/>
                  </a:lnTo>
                  <a:lnTo>
                    <a:pt x="627999" y="1"/>
                  </a:lnTo>
                  <a:lnTo>
                    <a:pt x="4693176" y="1"/>
                  </a:lnTo>
                  <a:lnTo>
                    <a:pt x="4693176" y="1255997"/>
                  </a:lnTo>
                  <a:close/>
                </a:path>
              </a:pathLst>
            </a:cu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2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867859" tIns="220981" rIns="412496" bIns="220981" numCol="1" spcCol="1270" anchor="ctr" anchorCtr="0">
              <a:noAutofit/>
            </a:bodyPr>
            <a:lstStyle/>
            <a:p>
              <a:pPr marL="719138" lvl="0" defTabSz="2578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2800" dirty="0">
                  <a:solidFill>
                    <a:srgbClr val="002060"/>
                  </a:solidFill>
                </a:rPr>
                <a:t>Put all the </a:t>
              </a:r>
              <a:r>
                <a:rPr lang="en-IN" sz="2800" b="1" dirty="0">
                  <a:solidFill>
                    <a:srgbClr val="FF0000"/>
                  </a:solidFill>
                </a:rPr>
                <a:t>zero rows</a:t>
              </a:r>
              <a:r>
                <a:rPr lang="en-IN" sz="2800" dirty="0">
                  <a:solidFill>
                    <a:srgbClr val="002060"/>
                  </a:solidFill>
                </a:rPr>
                <a:t> at the </a:t>
              </a:r>
              <a:r>
                <a:rPr lang="en-IN" sz="2800" b="1" dirty="0">
                  <a:solidFill>
                    <a:srgbClr val="FF0000"/>
                  </a:solidFill>
                </a:rPr>
                <a:t>bottom</a:t>
              </a:r>
              <a:r>
                <a:rPr lang="en-IN" sz="2800" dirty="0">
                  <a:solidFill>
                    <a:srgbClr val="002060"/>
                  </a:solidFill>
                </a:rPr>
                <a:t> of the matrix.</a:t>
              </a:r>
              <a:endParaRPr lang="en-IN" sz="2800" kern="1200" dirty="0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57B689B9-8932-92E6-CB49-EFF3E5D935BF}"/>
                </a:ext>
              </a:extLst>
            </p:cNvPr>
            <p:cNvSpPr/>
            <p:nvPr/>
          </p:nvSpPr>
          <p:spPr>
            <a:xfrm>
              <a:off x="261581" y="1435119"/>
              <a:ext cx="977871" cy="1033414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1</a:t>
              </a:r>
              <a:endParaRPr lang="en-IN" sz="2800" b="1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DD84CAE-0F40-9B25-23A4-3DB91016630E}"/>
              </a:ext>
            </a:extLst>
          </p:cNvPr>
          <p:cNvGrpSpPr/>
          <p:nvPr/>
        </p:nvGrpSpPr>
        <p:grpSpPr>
          <a:xfrm>
            <a:off x="124407" y="3175155"/>
            <a:ext cx="11668840" cy="1544987"/>
            <a:chOff x="261579" y="4105691"/>
            <a:chExt cx="11668840" cy="1033416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9C00BF5-DD9F-E749-5B63-09AC999EAABA}"/>
                </a:ext>
              </a:extLst>
            </p:cNvPr>
            <p:cNvSpPr/>
            <p:nvPr/>
          </p:nvSpPr>
          <p:spPr>
            <a:xfrm>
              <a:off x="374002" y="4105691"/>
              <a:ext cx="11556417" cy="1033416"/>
            </a:xfrm>
            <a:custGeom>
              <a:avLst/>
              <a:gdLst>
                <a:gd name="connsiteX0" fmla="*/ 0 w 4693176"/>
                <a:gd name="connsiteY0" fmla="*/ 0 h 1255998"/>
                <a:gd name="connsiteX1" fmla="*/ 4065177 w 4693176"/>
                <a:gd name="connsiteY1" fmla="*/ 0 h 1255998"/>
                <a:gd name="connsiteX2" fmla="*/ 4693176 w 4693176"/>
                <a:gd name="connsiteY2" fmla="*/ 627999 h 1255998"/>
                <a:gd name="connsiteX3" fmla="*/ 4065177 w 4693176"/>
                <a:gd name="connsiteY3" fmla="*/ 1255998 h 1255998"/>
                <a:gd name="connsiteX4" fmla="*/ 0 w 4693176"/>
                <a:gd name="connsiteY4" fmla="*/ 1255998 h 1255998"/>
                <a:gd name="connsiteX5" fmla="*/ 0 w 4693176"/>
                <a:gd name="connsiteY5" fmla="*/ 0 h 125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93176" h="1255998">
                  <a:moveTo>
                    <a:pt x="4693176" y="1255997"/>
                  </a:moveTo>
                  <a:lnTo>
                    <a:pt x="627999" y="1255997"/>
                  </a:lnTo>
                  <a:lnTo>
                    <a:pt x="0" y="627999"/>
                  </a:lnTo>
                  <a:lnTo>
                    <a:pt x="627999" y="1"/>
                  </a:lnTo>
                  <a:lnTo>
                    <a:pt x="4693176" y="1"/>
                  </a:lnTo>
                  <a:lnTo>
                    <a:pt x="4693176" y="1255997"/>
                  </a:lnTo>
                  <a:close/>
                </a:path>
              </a:pathLst>
            </a:cu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2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867859" tIns="220981" rIns="412496" bIns="220981" numCol="1" spcCol="1270" anchor="ctr" anchorCtr="0">
              <a:noAutofit/>
            </a:bodyPr>
            <a:lstStyle/>
            <a:p>
              <a:pPr marL="723900" algn="just" defTabSz="2578100">
                <a:lnSpc>
                  <a:spcPct val="12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IN" sz="2800" dirty="0">
                  <a:solidFill>
                    <a:srgbClr val="002060"/>
                  </a:solidFill>
                </a:rPr>
                <a:t>Select the </a:t>
              </a:r>
              <a:r>
                <a:rPr lang="en-IN" sz="2800" b="1" dirty="0">
                  <a:solidFill>
                    <a:srgbClr val="FF0000"/>
                  </a:solidFill>
                </a:rPr>
                <a:t>highest order row </a:t>
              </a:r>
              <a:r>
                <a:rPr lang="en-IN" sz="2800" dirty="0">
                  <a:solidFill>
                    <a:srgbClr val="002060"/>
                  </a:solidFill>
                </a:rPr>
                <a:t>whose </a:t>
              </a:r>
              <a:r>
                <a:rPr lang="en-IN" sz="2800" b="1" dirty="0">
                  <a:solidFill>
                    <a:srgbClr val="FF0000"/>
                  </a:solidFill>
                </a:rPr>
                <a:t>leading element </a:t>
              </a:r>
              <a:r>
                <a:rPr lang="en-IN" sz="2800" dirty="0">
                  <a:solidFill>
                    <a:srgbClr val="002060"/>
                  </a:solidFill>
                </a:rPr>
                <a:t>has some non-zero elements </a:t>
              </a:r>
              <a:r>
                <a:rPr lang="en-IN" sz="2800" b="1" dirty="0">
                  <a:solidFill>
                    <a:srgbClr val="FF0000"/>
                  </a:solidFill>
                </a:rPr>
                <a:t>below</a:t>
              </a:r>
              <a:r>
                <a:rPr lang="en-IN" sz="2800" dirty="0">
                  <a:solidFill>
                    <a:srgbClr val="002060"/>
                  </a:solidFill>
                </a:rPr>
                <a:t> it, and make them </a:t>
              </a:r>
              <a:r>
                <a:rPr lang="en-IN" sz="2800" b="1" dirty="0">
                  <a:solidFill>
                    <a:srgbClr val="FF0000"/>
                  </a:solidFill>
                </a:rPr>
                <a:t>zero</a:t>
              </a:r>
              <a:r>
                <a:rPr lang="en-IN" sz="2800" dirty="0">
                  <a:solidFill>
                    <a:srgbClr val="002060"/>
                  </a:solidFill>
                </a:rPr>
                <a:t> by using the leading element.</a:t>
              </a:r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3E6B3436-D02D-1262-1E1C-3CE396694FF5}"/>
                </a:ext>
              </a:extLst>
            </p:cNvPr>
            <p:cNvSpPr/>
            <p:nvPr/>
          </p:nvSpPr>
          <p:spPr>
            <a:xfrm>
              <a:off x="261579" y="4283761"/>
              <a:ext cx="977871" cy="691090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3</a:t>
              </a:r>
              <a:endParaRPr lang="en-IN" b="1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30D7C9A8-3A36-5FEB-1EC4-AEFEC229559D}"/>
              </a:ext>
            </a:extLst>
          </p:cNvPr>
          <p:cNvGrpSpPr/>
          <p:nvPr/>
        </p:nvGrpSpPr>
        <p:grpSpPr>
          <a:xfrm>
            <a:off x="124408" y="2004288"/>
            <a:ext cx="11668840" cy="1033416"/>
            <a:chOff x="261580" y="2820271"/>
            <a:chExt cx="11668840" cy="1033416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EF1F792-83D2-3576-4014-6331D78EBFCE}"/>
                </a:ext>
              </a:extLst>
            </p:cNvPr>
            <p:cNvSpPr/>
            <p:nvPr/>
          </p:nvSpPr>
          <p:spPr>
            <a:xfrm>
              <a:off x="374001" y="2820271"/>
              <a:ext cx="11556419" cy="1033416"/>
            </a:xfrm>
            <a:custGeom>
              <a:avLst/>
              <a:gdLst>
                <a:gd name="connsiteX0" fmla="*/ 0 w 4693176"/>
                <a:gd name="connsiteY0" fmla="*/ 0 h 1255998"/>
                <a:gd name="connsiteX1" fmla="*/ 4065177 w 4693176"/>
                <a:gd name="connsiteY1" fmla="*/ 0 h 1255998"/>
                <a:gd name="connsiteX2" fmla="*/ 4693176 w 4693176"/>
                <a:gd name="connsiteY2" fmla="*/ 627999 h 1255998"/>
                <a:gd name="connsiteX3" fmla="*/ 4065177 w 4693176"/>
                <a:gd name="connsiteY3" fmla="*/ 1255998 h 1255998"/>
                <a:gd name="connsiteX4" fmla="*/ 0 w 4693176"/>
                <a:gd name="connsiteY4" fmla="*/ 1255998 h 1255998"/>
                <a:gd name="connsiteX5" fmla="*/ 0 w 4693176"/>
                <a:gd name="connsiteY5" fmla="*/ 0 h 125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93176" h="1255998">
                  <a:moveTo>
                    <a:pt x="4693176" y="1255997"/>
                  </a:moveTo>
                  <a:lnTo>
                    <a:pt x="627999" y="1255997"/>
                  </a:lnTo>
                  <a:lnTo>
                    <a:pt x="0" y="627999"/>
                  </a:lnTo>
                  <a:lnTo>
                    <a:pt x="627999" y="1"/>
                  </a:lnTo>
                  <a:lnTo>
                    <a:pt x="4693176" y="1"/>
                  </a:lnTo>
                  <a:lnTo>
                    <a:pt x="4693176" y="1255997"/>
                  </a:lnTo>
                  <a:close/>
                </a:path>
              </a:pathLst>
            </a:cu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2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867859" tIns="220981" rIns="412496" bIns="220981" numCol="1" spcCol="1270" anchor="ctr" anchorCtr="0">
              <a:noAutofit/>
            </a:bodyPr>
            <a:lstStyle/>
            <a:p>
              <a:pPr marL="723900" lvl="0" defTabSz="2578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2800" dirty="0">
                  <a:solidFill>
                    <a:srgbClr val="002060"/>
                  </a:solidFill>
                </a:rPr>
                <a:t>Arrange all the </a:t>
              </a:r>
              <a:r>
                <a:rPr lang="en-IN" sz="2800" b="1" dirty="0">
                  <a:solidFill>
                    <a:srgbClr val="FF0000"/>
                  </a:solidFill>
                </a:rPr>
                <a:t>rows</a:t>
              </a:r>
              <a:r>
                <a:rPr lang="en-IN" sz="2800" dirty="0">
                  <a:solidFill>
                    <a:srgbClr val="002060"/>
                  </a:solidFill>
                </a:rPr>
                <a:t> of the matrix in </a:t>
              </a:r>
              <a:r>
                <a:rPr lang="en-IN" sz="2800" b="1" dirty="0">
                  <a:solidFill>
                    <a:srgbClr val="FF0000"/>
                  </a:solidFill>
                </a:rPr>
                <a:t>decreasing</a:t>
              </a:r>
              <a:r>
                <a:rPr lang="en-IN" sz="2800" dirty="0">
                  <a:solidFill>
                    <a:srgbClr val="002060"/>
                  </a:solidFill>
                </a:rPr>
                <a:t> order.</a:t>
              </a:r>
              <a:endParaRPr lang="en-IN" sz="2800" kern="1200" dirty="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4DA98328-5E03-DCFA-D85C-DECF85D77E95}"/>
                </a:ext>
              </a:extLst>
            </p:cNvPr>
            <p:cNvSpPr/>
            <p:nvPr/>
          </p:nvSpPr>
          <p:spPr>
            <a:xfrm>
              <a:off x="261580" y="2820271"/>
              <a:ext cx="977871" cy="1033414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2</a:t>
              </a:r>
              <a:endParaRPr lang="en-IN" sz="2800" b="1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16CAF0AD-2DE9-799E-D989-9268F8AD8DE8}"/>
              </a:ext>
            </a:extLst>
          </p:cNvPr>
          <p:cNvGrpSpPr/>
          <p:nvPr/>
        </p:nvGrpSpPr>
        <p:grpSpPr>
          <a:xfrm>
            <a:off x="124408" y="4853761"/>
            <a:ext cx="11668840" cy="1033416"/>
            <a:chOff x="261580" y="5464364"/>
            <a:chExt cx="11668840" cy="1033416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6A7D54A4-95A4-64E9-ADD9-165EEBF3CFD5}"/>
                </a:ext>
              </a:extLst>
            </p:cNvPr>
            <p:cNvSpPr/>
            <p:nvPr/>
          </p:nvSpPr>
          <p:spPr>
            <a:xfrm>
              <a:off x="374001" y="5464364"/>
              <a:ext cx="11556419" cy="1033416"/>
            </a:xfrm>
            <a:custGeom>
              <a:avLst/>
              <a:gdLst>
                <a:gd name="connsiteX0" fmla="*/ 0 w 4693176"/>
                <a:gd name="connsiteY0" fmla="*/ 0 h 1255998"/>
                <a:gd name="connsiteX1" fmla="*/ 4065177 w 4693176"/>
                <a:gd name="connsiteY1" fmla="*/ 0 h 1255998"/>
                <a:gd name="connsiteX2" fmla="*/ 4693176 w 4693176"/>
                <a:gd name="connsiteY2" fmla="*/ 627999 h 1255998"/>
                <a:gd name="connsiteX3" fmla="*/ 4065177 w 4693176"/>
                <a:gd name="connsiteY3" fmla="*/ 1255998 h 1255998"/>
                <a:gd name="connsiteX4" fmla="*/ 0 w 4693176"/>
                <a:gd name="connsiteY4" fmla="*/ 1255998 h 1255998"/>
                <a:gd name="connsiteX5" fmla="*/ 0 w 4693176"/>
                <a:gd name="connsiteY5" fmla="*/ 0 h 125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93176" h="1255998">
                  <a:moveTo>
                    <a:pt x="4693176" y="1255997"/>
                  </a:moveTo>
                  <a:lnTo>
                    <a:pt x="627999" y="1255997"/>
                  </a:lnTo>
                  <a:lnTo>
                    <a:pt x="0" y="627999"/>
                  </a:lnTo>
                  <a:lnTo>
                    <a:pt x="627999" y="1"/>
                  </a:lnTo>
                  <a:lnTo>
                    <a:pt x="4693176" y="1"/>
                  </a:lnTo>
                  <a:lnTo>
                    <a:pt x="4693176" y="1255997"/>
                  </a:lnTo>
                  <a:close/>
                </a:path>
              </a:pathLst>
            </a:cu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2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867859" tIns="220981" rIns="412496" bIns="220981" numCol="1" spcCol="1270" anchor="ctr" anchorCtr="0">
              <a:noAutofit/>
            </a:bodyPr>
            <a:lstStyle/>
            <a:p>
              <a:pPr marL="723900" lvl="0" defTabSz="2578100"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2800" dirty="0">
                  <a:solidFill>
                    <a:srgbClr val="002060"/>
                  </a:solidFill>
                </a:rPr>
                <a:t>Repeat the steps above.</a:t>
              </a:r>
              <a:endParaRPr lang="en-IN" sz="2800" kern="1200" dirty="0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5322C862-E226-F700-62D1-98337DEB72FF}"/>
                </a:ext>
              </a:extLst>
            </p:cNvPr>
            <p:cNvSpPr/>
            <p:nvPr/>
          </p:nvSpPr>
          <p:spPr>
            <a:xfrm>
              <a:off x="261580" y="5464364"/>
              <a:ext cx="977871" cy="1033414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4</a:t>
              </a:r>
              <a:endParaRPr lang="en-IN" sz="2800" b="1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87064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" name="Group 73">
            <a:extLst>
              <a:ext uri="{FF2B5EF4-FFF2-40B4-BE49-F238E27FC236}">
                <a16:creationId xmlns:a16="http://schemas.microsoft.com/office/drawing/2014/main" id="{1EDAA9FB-207C-F858-02FB-C80DD123F499}"/>
              </a:ext>
            </a:extLst>
          </p:cNvPr>
          <p:cNvGrpSpPr/>
          <p:nvPr/>
        </p:nvGrpSpPr>
        <p:grpSpPr>
          <a:xfrm>
            <a:off x="2122833" y="959950"/>
            <a:ext cx="3963870" cy="2392083"/>
            <a:chOff x="3073852" y="1235162"/>
            <a:chExt cx="3963870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id="{DBE829EB-3F35-009E-EE53-38539BB5159D}"/>
                    </a:ext>
                  </a:extLst>
                </p:cNvPr>
                <p:cNvSpPr/>
                <p:nvPr/>
              </p:nvSpPr>
              <p:spPr>
                <a:xfrm>
                  <a:off x="4016053" y="1235162"/>
                  <a:ext cx="3021669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−4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       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/>
                                  <m:e/>
                                </m:eqAr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BE829EB-3F35-009E-EE53-38539BB5159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16053" y="1235162"/>
                  <a:ext cx="3021669" cy="2392083"/>
                </a:xfrm>
                <a:prstGeom prst="rect">
                  <a:avLst/>
                </a:prstGeom>
                <a:blipFill rotWithShape="0">
                  <a:blip r:embed="rId1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DBD40E5E-F4E9-BA8A-2477-380060B4B03E}"/>
                </a:ext>
              </a:extLst>
            </p:cNvPr>
            <p:cNvGrpSpPr/>
            <p:nvPr/>
          </p:nvGrpSpPr>
          <p:grpSpPr>
            <a:xfrm>
              <a:off x="4140144" y="1849606"/>
              <a:ext cx="2870546" cy="569273"/>
              <a:chOff x="4140144" y="1849606"/>
              <a:chExt cx="287054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3" name="Rectangle 22">
                    <a:extLst>
                      <a:ext uri="{FF2B5EF4-FFF2-40B4-BE49-F238E27FC236}">
                        <a16:creationId xmlns:a16="http://schemas.microsoft.com/office/drawing/2014/main" id="{03969A55-E375-EE96-F1D5-FADFB6F14C60}"/>
                      </a:ext>
                    </a:extLst>
                  </p:cNvPr>
                  <p:cNvSpPr/>
                  <p:nvPr/>
                </p:nvSpPr>
                <p:spPr>
                  <a:xfrm>
                    <a:off x="4140144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𝟔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3" name="Rectangle 2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3969A55-E375-EE96-F1D5-FADFB6F14C6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id="{5C8E8E4D-CF0F-8D58-7A40-C56F7DFAEEC8}"/>
                      </a:ext>
                    </a:extLst>
                  </p:cNvPr>
                  <p:cNvSpPr/>
                  <p:nvPr/>
                </p:nvSpPr>
                <p:spPr>
                  <a:xfrm>
                    <a:off x="4858827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5C8E8E4D-CF0F-8D58-7A40-C56F7DFAEEC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827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" name="Rectangle 24">
                    <a:extLst>
                      <a:ext uri="{FF2B5EF4-FFF2-40B4-BE49-F238E27FC236}">
                        <a16:creationId xmlns:a16="http://schemas.microsoft.com/office/drawing/2014/main" id="{52D33069-9A28-77D1-D2F7-A992A4EDFB7D}"/>
                      </a:ext>
                    </a:extLst>
                  </p:cNvPr>
                  <p:cNvSpPr/>
                  <p:nvPr/>
                </p:nvSpPr>
                <p:spPr>
                  <a:xfrm>
                    <a:off x="5661417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5" name="Rectangle 2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52D33069-9A28-77D1-D2F7-A992A4EDFB7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61417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" name="Rectangle 25">
                    <a:extLst>
                      <a:ext uri="{FF2B5EF4-FFF2-40B4-BE49-F238E27FC236}">
                        <a16:creationId xmlns:a16="http://schemas.microsoft.com/office/drawing/2014/main" id="{29F2FF23-2B8F-EAEB-27C9-3147C86C3211}"/>
                      </a:ext>
                    </a:extLst>
                  </p:cNvPr>
                  <p:cNvSpPr/>
                  <p:nvPr/>
                </p:nvSpPr>
                <p:spPr>
                  <a:xfrm>
                    <a:off x="6486440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6" name="Rectangle 2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29F2FF23-2B8F-EAEB-27C9-3147C86C321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86440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F76FD281-BEEC-34F5-3683-7CE85DDAFAF0}"/>
                    </a:ext>
                  </a:extLst>
                </p:cNvPr>
                <p:cNvSpPr/>
                <p:nvPr/>
              </p:nvSpPr>
              <p:spPr>
                <a:xfrm>
                  <a:off x="3073852" y="2129375"/>
                  <a:ext cx="1043274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=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F76FD281-BEEC-34F5-3683-7CE85DDAFAF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73852" y="2129375"/>
                  <a:ext cx="1043274" cy="711201"/>
                </a:xfrm>
                <a:prstGeom prst="rect">
                  <a:avLst/>
                </a:prstGeom>
                <a:blipFill rotWithShape="0">
                  <a:blip r:embed="rId1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610F12AB-608F-434A-DBA2-FC25BEC66288}"/>
                </a:ext>
              </a:extLst>
            </p:cNvPr>
            <p:cNvGrpSpPr/>
            <p:nvPr/>
          </p:nvGrpSpPr>
          <p:grpSpPr>
            <a:xfrm>
              <a:off x="4139880" y="2994287"/>
              <a:ext cx="2870546" cy="569273"/>
              <a:chOff x="4139880" y="3158063"/>
              <a:chExt cx="287054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id="{5B11EC7D-3342-AC35-0114-A95B8942DECC}"/>
                      </a:ext>
                    </a:extLst>
                  </p:cNvPr>
                  <p:cNvSpPr/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5B11EC7D-3342-AC35-0114-A95B8942DEC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" name="Rectangle 15">
                    <a:extLst>
                      <a:ext uri="{FF2B5EF4-FFF2-40B4-BE49-F238E27FC236}">
                        <a16:creationId xmlns:a16="http://schemas.microsoft.com/office/drawing/2014/main" id="{81FF8FC5-DB01-F749-97F2-5A4BF140F3CC}"/>
                      </a:ext>
                    </a:extLst>
                  </p:cNvPr>
                  <p:cNvSpPr/>
                  <p:nvPr/>
                </p:nvSpPr>
                <p:spPr>
                  <a:xfrm>
                    <a:off x="4858563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6" name="Rectangle 1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81FF8FC5-DB01-F749-97F2-5A4BF140F3C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563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7" name="Rectangle 16">
                    <a:extLst>
                      <a:ext uri="{FF2B5EF4-FFF2-40B4-BE49-F238E27FC236}">
                        <a16:creationId xmlns:a16="http://schemas.microsoft.com/office/drawing/2014/main" id="{F520F222-B526-0B3A-60C8-A875C580F566}"/>
                      </a:ext>
                    </a:extLst>
                  </p:cNvPr>
                  <p:cNvSpPr/>
                  <p:nvPr/>
                </p:nvSpPr>
                <p:spPr>
                  <a:xfrm>
                    <a:off x="5715745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7" name="Rectangle 1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520F222-B526-0B3A-60C8-A875C580F56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5745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EA3EE6EC-CBC9-0393-CAEC-DDDE0E0EC322}"/>
                      </a:ext>
                    </a:extLst>
                  </p:cNvPr>
                  <p:cNvSpPr/>
                  <p:nvPr/>
                </p:nvSpPr>
                <p:spPr>
                  <a:xfrm>
                    <a:off x="6486176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A3EE6EC-CBC9-0393-CAEC-DDDE0E0EC32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86176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1DAC2AFD-722B-2628-62A2-F826F5A554F7}"/>
                </a:ext>
              </a:extLst>
            </p:cNvPr>
            <p:cNvGrpSpPr/>
            <p:nvPr/>
          </p:nvGrpSpPr>
          <p:grpSpPr>
            <a:xfrm>
              <a:off x="4139880" y="2425014"/>
              <a:ext cx="2870546" cy="569273"/>
              <a:chOff x="4139880" y="2588790"/>
              <a:chExt cx="287054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" name="Rectangle 18">
                    <a:extLst>
                      <a:ext uri="{FF2B5EF4-FFF2-40B4-BE49-F238E27FC236}">
                        <a16:creationId xmlns:a16="http://schemas.microsoft.com/office/drawing/2014/main" id="{5CDA6377-1475-CC83-D21D-1A6B9AE88638}"/>
                      </a:ext>
                    </a:extLst>
                  </p:cNvPr>
                  <p:cNvSpPr/>
                  <p:nvPr/>
                </p:nvSpPr>
                <p:spPr>
                  <a:xfrm>
                    <a:off x="4139880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" name="Rectangle 1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5CDA6377-1475-CC83-D21D-1A6B9AE8863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" name="Rectangle 19">
                    <a:extLst>
                      <a:ext uri="{FF2B5EF4-FFF2-40B4-BE49-F238E27FC236}">
                        <a16:creationId xmlns:a16="http://schemas.microsoft.com/office/drawing/2014/main" id="{E66708CD-6E9F-4CAC-00A2-A12BFB64ED39}"/>
                      </a:ext>
                    </a:extLst>
                  </p:cNvPr>
                  <p:cNvSpPr/>
                  <p:nvPr/>
                </p:nvSpPr>
                <p:spPr>
                  <a:xfrm>
                    <a:off x="4858563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0" name="Rectangle 1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66708CD-6E9F-4CAC-00A2-A12BFB64ED3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563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" name="Rectangle 20">
                    <a:extLst>
                      <a:ext uri="{FF2B5EF4-FFF2-40B4-BE49-F238E27FC236}">
                        <a16:creationId xmlns:a16="http://schemas.microsoft.com/office/drawing/2014/main" id="{26CEFFD7-EB61-424C-651D-D885D2156A9B}"/>
                      </a:ext>
                    </a:extLst>
                  </p:cNvPr>
                  <p:cNvSpPr/>
                  <p:nvPr/>
                </p:nvSpPr>
                <p:spPr>
                  <a:xfrm>
                    <a:off x="5715745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1" name="Rectangle 2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26CEFFD7-EB61-424C-651D-D885D2156A9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5745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2" name="Rectangle 21">
                    <a:extLst>
                      <a:ext uri="{FF2B5EF4-FFF2-40B4-BE49-F238E27FC236}">
                        <a16:creationId xmlns:a16="http://schemas.microsoft.com/office/drawing/2014/main" id="{67EAA218-AF62-CA26-1165-5444CE1FACCD}"/>
                      </a:ext>
                    </a:extLst>
                  </p:cNvPr>
                  <p:cNvSpPr/>
                  <p:nvPr/>
                </p:nvSpPr>
                <p:spPr>
                  <a:xfrm>
                    <a:off x="6486176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2" name="Rectangle 2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67EAA218-AF62-CA26-1165-5444CE1FACC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86176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46EB3AD3-9D60-A8B5-5120-A487559D1808}"/>
                </a:ext>
              </a:extLst>
            </p:cNvPr>
            <p:cNvGrpSpPr/>
            <p:nvPr/>
          </p:nvGrpSpPr>
          <p:grpSpPr>
            <a:xfrm>
              <a:off x="4140144" y="1280333"/>
              <a:ext cx="2870546" cy="569273"/>
              <a:chOff x="4140144" y="1444109"/>
              <a:chExt cx="287054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id="{F4E7A547-C048-D18A-8ABB-BF19947DCDA2}"/>
                      </a:ext>
                    </a:extLst>
                  </p:cNvPr>
                  <p:cNvSpPr/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4E7A547-C048-D18A-8ABB-BF19947DCDA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id="{022CA602-2998-A840-93F5-7283D9186389}"/>
                      </a:ext>
                    </a:extLst>
                  </p:cNvPr>
                  <p:cNvSpPr/>
                  <p:nvPr/>
                </p:nvSpPr>
                <p:spPr>
                  <a:xfrm>
                    <a:off x="4858827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22CA602-2998-A840-93F5-7283D918638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827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9" name="Rectangle 28">
                    <a:extLst>
                      <a:ext uri="{FF2B5EF4-FFF2-40B4-BE49-F238E27FC236}">
                        <a16:creationId xmlns:a16="http://schemas.microsoft.com/office/drawing/2014/main" id="{0EC45E49-63E1-F2DD-D43C-3428E17393D0}"/>
                      </a:ext>
                    </a:extLst>
                  </p:cNvPr>
                  <p:cNvSpPr/>
                  <p:nvPr/>
                </p:nvSpPr>
                <p:spPr>
                  <a:xfrm>
                    <a:off x="5716009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9" name="Rectangle 2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EC45E49-63E1-F2DD-D43C-3428E17393D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6009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" name="Rectangle 29">
                    <a:extLst>
                      <a:ext uri="{FF2B5EF4-FFF2-40B4-BE49-F238E27FC236}">
                        <a16:creationId xmlns:a16="http://schemas.microsoft.com/office/drawing/2014/main" id="{DF9BAD86-B2DD-D59B-B7B6-EE9A04FFDD92}"/>
                      </a:ext>
                    </a:extLst>
                  </p:cNvPr>
                  <p:cNvSpPr/>
                  <p:nvPr/>
                </p:nvSpPr>
                <p:spPr>
                  <a:xfrm>
                    <a:off x="6486440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0" name="Rectangle 2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DF9BAD86-B2DD-D59B-B7B6-EE9A04FFDD9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86440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C72967D-6D4A-FE03-57AA-4B88F93F1B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Row - Echelon Form</a:t>
            </a:r>
          </a:p>
        </p:txBody>
      </p:sp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A7C61B97-A349-EB80-3E07-1E478D061B36}"/>
              </a:ext>
            </a:extLst>
          </p:cNvPr>
          <p:cNvSpPr txBox="1">
            <a:spLocks/>
          </p:cNvSpPr>
          <p:nvPr/>
        </p:nvSpPr>
        <p:spPr>
          <a:xfrm>
            <a:off x="412485" y="1997487"/>
            <a:ext cx="2002104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For matrix</a:t>
            </a:r>
          </a:p>
        </p:txBody>
      </p:sp>
      <p:sp>
        <p:nvSpPr>
          <p:cNvPr id="77" name="Content Placeholder 4">
            <a:extLst>
              <a:ext uri="{FF2B5EF4-FFF2-40B4-BE49-F238E27FC236}">
                <a16:creationId xmlns:a16="http://schemas.microsoft.com/office/drawing/2014/main" id="{B21A7C87-0A4D-473E-ACAC-924D2146A7C6}"/>
              </a:ext>
            </a:extLst>
          </p:cNvPr>
          <p:cNvSpPr txBox="1">
            <a:spLocks/>
          </p:cNvSpPr>
          <p:nvPr/>
        </p:nvSpPr>
        <p:spPr>
          <a:xfrm>
            <a:off x="412485" y="4541885"/>
            <a:ext cx="3459369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IN" sz="2800" dirty="0">
                <a:solidFill>
                  <a:srgbClr val="002060"/>
                </a:solidFill>
              </a:rPr>
              <a:t>Row Echelon Form is</a:t>
            </a:r>
            <a:endParaRPr lang="en-IN" sz="2800" b="1" dirty="0">
              <a:solidFill>
                <a:srgbClr val="002060"/>
              </a:solidFill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AD6557AA-2614-0943-509B-E8974787A749}"/>
              </a:ext>
            </a:extLst>
          </p:cNvPr>
          <p:cNvGrpSpPr/>
          <p:nvPr/>
        </p:nvGrpSpPr>
        <p:grpSpPr>
          <a:xfrm>
            <a:off x="3363053" y="3429000"/>
            <a:ext cx="3743189" cy="2977747"/>
            <a:chOff x="3761364" y="675426"/>
            <a:chExt cx="3743189" cy="2977747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774E09A6-4F4D-131E-B991-085E21F8C78E}"/>
                </a:ext>
              </a:extLst>
            </p:cNvPr>
            <p:cNvGrpSpPr/>
            <p:nvPr/>
          </p:nvGrpSpPr>
          <p:grpSpPr>
            <a:xfrm>
              <a:off x="3761364" y="675426"/>
              <a:ext cx="3743189" cy="2977747"/>
              <a:chOff x="3673832" y="3734691"/>
              <a:chExt cx="3743189" cy="2977747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2" name="Rectangle 31">
                    <a:extLst>
                      <a:ext uri="{FF2B5EF4-FFF2-40B4-BE49-F238E27FC236}">
                        <a16:creationId xmlns:a16="http://schemas.microsoft.com/office/drawing/2014/main" id="{28DCF0ED-86D6-5335-BCED-9774F2B5D4C8}"/>
                      </a:ext>
                    </a:extLst>
                  </p:cNvPr>
                  <p:cNvSpPr/>
                  <p:nvPr/>
                </p:nvSpPr>
                <p:spPr>
                  <a:xfrm>
                    <a:off x="3673832" y="3734691"/>
                    <a:ext cx="3743189" cy="2977747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    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4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6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−4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       3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</m:e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  <m:e/>
                                    <m:e/>
                                  </m:eqArr>
                                </m:e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/>
                                    <m:e/>
                                    <m:e/>
                                    <m:e>
                                      <m: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e>
                                  </m:eqArr>
                                </m:e>
                              </m:mr>
                            </m:m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32" name="Rectangle 31">
                    <a:extLst>
                      <a:ext uri="{FF2B5EF4-FFF2-40B4-BE49-F238E27FC236}">
                        <a16:creationId xmlns:a16="http://schemas.microsoft.com/office/drawing/2014/main" id="{28DCF0ED-86D6-5335-BCED-9774F2B5D4C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73832" y="3734691"/>
                    <a:ext cx="3743189" cy="2977747"/>
                  </a:xfrm>
                  <a:prstGeom prst="rect">
                    <a:avLst/>
                  </a:prstGeom>
                  <a:blipFill>
                    <a:blip r:embed="rId2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36" name="Group 35">
                <a:extLst>
                  <a:ext uri="{FF2B5EF4-FFF2-40B4-BE49-F238E27FC236}">
                    <a16:creationId xmlns:a16="http://schemas.microsoft.com/office/drawing/2014/main" id="{6FF74B2C-556A-1EB8-09A6-FC6797CC2219}"/>
                  </a:ext>
                </a:extLst>
              </p:cNvPr>
              <p:cNvGrpSpPr/>
              <p:nvPr/>
            </p:nvGrpSpPr>
            <p:grpSpPr>
              <a:xfrm>
                <a:off x="4289734" y="6023785"/>
                <a:ext cx="2870546" cy="569273"/>
                <a:chOff x="4140144" y="1444109"/>
                <a:chExt cx="2870546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8" name="Rectangle 47">
                      <a:extLst>
                        <a:ext uri="{FF2B5EF4-FFF2-40B4-BE49-F238E27FC236}">
                          <a16:creationId xmlns:a16="http://schemas.microsoft.com/office/drawing/2014/main" id="{5F078FD7-FC95-7D15-7988-A49D271DC5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0144" y="1444109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F54337"/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F54337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92" name="Rectangle 91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934863E1-057D-E359-FD08-30FEB2A1B42D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140144" y="1444109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30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9" name="Rectangle 48">
                      <a:extLst>
                        <a:ext uri="{FF2B5EF4-FFF2-40B4-BE49-F238E27FC236}">
                          <a16:creationId xmlns:a16="http://schemas.microsoft.com/office/drawing/2014/main" id="{E9888E0D-F463-2E50-6740-04CD3371CE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8827" y="1444109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F54337"/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F54337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93" name="Rectangle 92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59E710C3-9B59-1952-3DFA-2BC411D12FBE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858827" y="1444109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31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0" name="Rectangle 49">
                      <a:extLst>
                        <a:ext uri="{FF2B5EF4-FFF2-40B4-BE49-F238E27FC236}">
                          <a16:creationId xmlns:a16="http://schemas.microsoft.com/office/drawing/2014/main" id="{9B4140AD-72A4-1100-DD17-9D9DF9390B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16009" y="1444109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F54337"/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F54337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94" name="Rectangle 93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7057510B-2226-DE51-5C68-192CBB68577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716009" y="1444109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32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1" name="Rectangle 50">
                      <a:extLst>
                        <a:ext uri="{FF2B5EF4-FFF2-40B4-BE49-F238E27FC236}">
                          <a16:creationId xmlns:a16="http://schemas.microsoft.com/office/drawing/2014/main" id="{07D76256-D602-B5D8-91CB-77F59775D2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86440" y="1444109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F54337"/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F54337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95" name="Rectangle 94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332D43F2-0B3F-E02A-7193-7A8EA73849A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486440" y="1444109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33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3A0619CD-0BAD-4085-27CF-E766701DE88D}"/>
                  </a:ext>
                </a:extLst>
              </p:cNvPr>
              <p:cNvGrpSpPr/>
              <p:nvPr/>
            </p:nvGrpSpPr>
            <p:grpSpPr>
              <a:xfrm>
                <a:off x="4291392" y="4531809"/>
                <a:ext cx="2870546" cy="569273"/>
                <a:chOff x="4126232" y="3158063"/>
                <a:chExt cx="2870546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4" name="Rectangle 43">
                      <a:extLst>
                        <a:ext uri="{FF2B5EF4-FFF2-40B4-BE49-F238E27FC236}">
                          <a16:creationId xmlns:a16="http://schemas.microsoft.com/office/drawing/2014/main" id="{F9F791EB-81C4-B5EB-2C52-B975BEEA54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6232" y="3158063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7030A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88" name="Rectangle 87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346134E9-2834-B74D-5F63-AF4EAC3185A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126232" y="3158063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3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5" name="Rectangle 44">
                      <a:extLst>
                        <a:ext uri="{FF2B5EF4-FFF2-40B4-BE49-F238E27FC236}">
                          <a16:creationId xmlns:a16="http://schemas.microsoft.com/office/drawing/2014/main" id="{C3BF0A7E-2783-0BC9-A96E-B40A2883CF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44915" y="3158063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𝟓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7030A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89" name="Rectangle 88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3B03C6B1-9E5D-90C9-26CB-56FD563D2A12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844915" y="3158063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3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6" name="Rectangle 45">
                      <a:extLst>
                        <a:ext uri="{FF2B5EF4-FFF2-40B4-BE49-F238E27FC236}">
                          <a16:creationId xmlns:a16="http://schemas.microsoft.com/office/drawing/2014/main" id="{37566796-5084-99B2-44CD-2296D49681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02097" y="3158063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7030A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90" name="Rectangle 89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CFB35838-6FF3-09EA-0450-E78DBA97125D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702097" y="3158063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3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7" name="Rectangle 46">
                      <a:extLst>
                        <a:ext uri="{FF2B5EF4-FFF2-40B4-BE49-F238E27FC236}">
                          <a16:creationId xmlns:a16="http://schemas.microsoft.com/office/drawing/2014/main" id="{9ED584CE-C98A-495F-F9E1-517CB0E999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2528" y="3158063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7030A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91" name="Rectangle 90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7A01A9A2-B4B6-0AA3-F041-5F2132BF10CD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472528" y="3158063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3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A7DA8F89-DB25-A0B5-2FB7-E02ADA1FE34C}"/>
                  </a:ext>
                </a:extLst>
              </p:cNvPr>
              <p:cNvGrpSpPr/>
              <p:nvPr/>
            </p:nvGrpSpPr>
            <p:grpSpPr>
              <a:xfrm>
                <a:off x="4293445" y="3894835"/>
                <a:ext cx="2884194" cy="569273"/>
                <a:chOff x="4126496" y="1849606"/>
                <a:chExt cx="2884194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9" name="Rectangle 38">
                      <a:extLst>
                        <a:ext uri="{FF2B5EF4-FFF2-40B4-BE49-F238E27FC236}">
                          <a16:creationId xmlns:a16="http://schemas.microsoft.com/office/drawing/2014/main" id="{9F73FF79-363F-C5E9-FF98-990B09190B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6496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𝟔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3" name="Rectangle 42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A913A906-C634-4DAC-F607-4FA388CF07D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126496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38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0" name="Rectangle 39">
                      <a:extLst>
                        <a:ext uri="{FF2B5EF4-FFF2-40B4-BE49-F238E27FC236}">
                          <a16:creationId xmlns:a16="http://schemas.microsoft.com/office/drawing/2014/main" id="{20EFDE50-6F37-247B-DEB2-3113449295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8827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" name="Rectangle 67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8167FF51-A5E7-EB71-EF7E-2880ACDFCD06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858827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39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2" name="Rectangle 41">
                      <a:extLst>
                        <a:ext uri="{FF2B5EF4-FFF2-40B4-BE49-F238E27FC236}">
                          <a16:creationId xmlns:a16="http://schemas.microsoft.com/office/drawing/2014/main" id="{7F6647B9-3354-B070-7C7B-C006F41C27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61417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𝟒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85" name="Rectangle 84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7D57CEDB-D145-1612-6029-EFD7E62F755C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661417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40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3" name="Rectangle 42">
                      <a:extLst>
                        <a:ext uri="{FF2B5EF4-FFF2-40B4-BE49-F238E27FC236}">
                          <a16:creationId xmlns:a16="http://schemas.microsoft.com/office/drawing/2014/main" id="{1CB97254-838B-D282-DEC9-BC5ECFC40F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86440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𝟑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87" name="Rectangle 86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D5329638-20CE-305E-3C65-F882E4D7C502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486440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41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994B944D-1F7A-5DD9-EDE7-592535993C8A}"/>
                </a:ext>
              </a:extLst>
            </p:cNvPr>
            <p:cNvGrpSpPr/>
            <p:nvPr/>
          </p:nvGrpSpPr>
          <p:grpSpPr>
            <a:xfrm>
              <a:off x="4377266" y="2036258"/>
              <a:ext cx="2958723" cy="902316"/>
              <a:chOff x="4153528" y="2422268"/>
              <a:chExt cx="2958723" cy="902316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" name="Rectangle 8">
                    <a:extLst>
                      <a:ext uri="{FF2B5EF4-FFF2-40B4-BE49-F238E27FC236}">
                        <a16:creationId xmlns:a16="http://schemas.microsoft.com/office/drawing/2014/main" id="{363E2893-4765-AFD5-2F84-9083892180B4}"/>
                      </a:ext>
                    </a:extLst>
                  </p:cNvPr>
                  <p:cNvSpPr/>
                  <p:nvPr/>
                </p:nvSpPr>
                <p:spPr>
                  <a:xfrm>
                    <a:off x="4153528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7" name="Rectangle 9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36D5E0D-1D01-FE8C-66DA-DA9C8C3F703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53528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" name="Rectangle 9">
                    <a:extLst>
                      <a:ext uri="{FF2B5EF4-FFF2-40B4-BE49-F238E27FC236}">
                        <a16:creationId xmlns:a16="http://schemas.microsoft.com/office/drawing/2014/main" id="{47029B7A-0E93-8B3B-756E-D51061E3FD3A}"/>
                      </a:ext>
                    </a:extLst>
                  </p:cNvPr>
                  <p:cNvSpPr/>
                  <p:nvPr/>
                </p:nvSpPr>
                <p:spPr>
                  <a:xfrm>
                    <a:off x="4858563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8" name="Rectangle 9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D85B317-720A-61E2-F934-7F705C0D925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563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id="{1B137CBD-B015-55FE-7991-5D3CB2A9540C}"/>
                      </a:ext>
                    </a:extLst>
                  </p:cNvPr>
                  <p:cNvSpPr/>
                  <p:nvPr/>
                </p:nvSpPr>
                <p:spPr>
                  <a:xfrm>
                    <a:off x="5715745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9" name="Rectangle 9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873B2F2-5FE6-C18F-2B41-AE365BFDDCA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5745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" name="Rectangle 13">
                    <a:extLst>
                      <a:ext uri="{FF2B5EF4-FFF2-40B4-BE49-F238E27FC236}">
                        <a16:creationId xmlns:a16="http://schemas.microsoft.com/office/drawing/2014/main" id="{8BE8FA3E-B13E-177B-F1A3-B45FCAA1512A}"/>
                      </a:ext>
                    </a:extLst>
                  </p:cNvPr>
                  <p:cNvSpPr/>
                  <p:nvPr/>
                </p:nvSpPr>
                <p:spPr>
                  <a:xfrm>
                    <a:off x="6107321" y="2422268"/>
                    <a:ext cx="1004930" cy="90231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f>
                            <m:fPr>
                              <m:ctrlPr>
                                <a:rPr lang="en-IN" sz="2800" b="1" i="1" smtClean="0">
                                  <a:solidFill>
                                    <a:schemeClr val="accent4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1" i="0" smtClean="0">
                                  <a:solidFill>
                                    <a:schemeClr val="accent4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𝟒</m:t>
                              </m:r>
                            </m:num>
                            <m:den>
                              <m:r>
                                <a:rPr lang="en-IN" sz="2800" b="1" i="0" smtClean="0">
                                  <a:solidFill>
                                    <a:schemeClr val="accent4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1" i="0" smtClean="0">
                                  <a:solidFill>
                                    <a:schemeClr val="accent4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𝟓</m:t>
                              </m:r>
                              <m:r>
                                <a:rPr lang="en-IN" sz="2800" b="1" i="0" smtClean="0">
                                  <a:solidFill>
                                    <a:schemeClr val="accent4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0" name="Rectangle 9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68BCC2F6-8D78-9B60-97E8-2159ADC865A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07321" y="2422268"/>
                    <a:ext cx="1004930" cy="902316"/>
                  </a:xfrm>
                  <a:prstGeom prst="rect">
                    <a:avLst/>
                  </a:prstGeom>
                  <a:blipFill rotWithShape="0">
                    <a:blip r:embed="rId4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pic>
        <p:nvPicPr>
          <p:cNvPr id="115" name="Picture 114">
            <a:extLst>
              <a:ext uri="{FF2B5EF4-FFF2-40B4-BE49-F238E27FC236}">
                <a16:creationId xmlns:a16="http://schemas.microsoft.com/office/drawing/2014/main" id="{97E1AC00-33A3-AACA-C8FC-373B7282483A}"/>
              </a:ext>
            </a:extLst>
          </p:cNvPr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7106242" y="1168224"/>
            <a:ext cx="4791327" cy="2083077"/>
          </a:xfrm>
          <a:prstGeom prst="rect">
            <a:avLst/>
          </a:prstGeom>
        </p:spPr>
      </p:pic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4C5F5294-E25D-C7D2-9DEC-5EDDA7AC4380}"/>
              </a:ext>
            </a:extLst>
          </p:cNvPr>
          <p:cNvSpPr/>
          <p:nvPr/>
        </p:nvSpPr>
        <p:spPr>
          <a:xfrm>
            <a:off x="4051035" y="5784037"/>
            <a:ext cx="2670518" cy="437707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pic>
        <p:nvPicPr>
          <p:cNvPr id="118" name="Picture 117">
            <a:extLst>
              <a:ext uri="{FF2B5EF4-FFF2-40B4-BE49-F238E27FC236}">
                <a16:creationId xmlns:a16="http://schemas.microsoft.com/office/drawing/2014/main" id="{CDDE5DE9-A56A-0069-295B-B81026FB3E43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BEBA8EAE-BF5A-486C-A8C5-ECC9F3942E4B}">
                <a14:imgProps xmlns:a14="http://schemas.microsoft.com/office/drawing/2010/main">
                  <a14:imgLayer r:embed="rId48">
                    <a14:imgEffect>
                      <a14:backgroundRemoval t="5000" b="92778" l="5000" r="95556">
                        <a14:foregroundMark x1="12222" y1="55556" x2="11667" y2="62778"/>
                        <a14:foregroundMark x1="29444" y1="91111" x2="29444" y2="91111"/>
                        <a14:foregroundMark x1="6111" y1="55000" x2="6111" y2="55000"/>
                        <a14:foregroundMark x1="6111" y1="53889" x2="6111" y2="53889"/>
                        <a14:foregroundMark x1="5000" y1="53333" x2="6667" y2="56667"/>
                        <a14:foregroundMark x1="27222" y1="92778" x2="31111" y2="92222"/>
                        <a14:foregroundMark x1="26667" y1="91111" x2="29444" y2="92222"/>
                        <a14:foregroundMark x1="86667" y1="10000" x2="90556" y2="12778"/>
                        <a14:foregroundMark x1="90000" y1="5000" x2="95556" y2="555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17788" y="1205522"/>
            <a:ext cx="360000" cy="360000"/>
          </a:xfrm>
          <a:prstGeom prst="rect">
            <a:avLst/>
          </a:prstGeom>
        </p:spPr>
      </p:pic>
      <p:pic>
        <p:nvPicPr>
          <p:cNvPr id="119" name="Picture 118">
            <a:extLst>
              <a:ext uri="{FF2B5EF4-FFF2-40B4-BE49-F238E27FC236}">
                <a16:creationId xmlns:a16="http://schemas.microsoft.com/office/drawing/2014/main" id="{DD7FDB88-9E07-5384-9C15-FA02661C3F74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BEBA8EAE-BF5A-486C-A8C5-ECC9F3942E4B}">
                <a14:imgProps xmlns:a14="http://schemas.microsoft.com/office/drawing/2010/main">
                  <a14:imgLayer r:embed="rId48">
                    <a14:imgEffect>
                      <a14:backgroundRemoval t="5000" b="92778" l="5000" r="95556">
                        <a14:foregroundMark x1="12222" y1="55556" x2="11667" y2="62778"/>
                        <a14:foregroundMark x1="29444" y1="91111" x2="29444" y2="91111"/>
                        <a14:foregroundMark x1="6111" y1="55000" x2="6111" y2="55000"/>
                        <a14:foregroundMark x1="6111" y1="53889" x2="6111" y2="53889"/>
                        <a14:foregroundMark x1="5000" y1="53333" x2="6667" y2="56667"/>
                        <a14:foregroundMark x1="27222" y1="92778" x2="31111" y2="92222"/>
                        <a14:foregroundMark x1="26667" y1="91111" x2="29444" y2="92222"/>
                        <a14:foregroundMark x1="86667" y1="10000" x2="90556" y2="12778"/>
                        <a14:foregroundMark x1="90000" y1="5000" x2="95556" y2="555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17788" y="2254438"/>
            <a:ext cx="360000" cy="360000"/>
          </a:xfrm>
          <a:prstGeom prst="rect">
            <a:avLst/>
          </a:prstGeom>
        </p:spPr>
      </p:pic>
      <p:pic>
        <p:nvPicPr>
          <p:cNvPr id="120" name="Picture 119">
            <a:extLst>
              <a:ext uri="{FF2B5EF4-FFF2-40B4-BE49-F238E27FC236}">
                <a16:creationId xmlns:a16="http://schemas.microsoft.com/office/drawing/2014/main" id="{01A102D6-2211-5E3B-1392-348AFA89CFEC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BEBA8EAE-BF5A-486C-A8C5-ECC9F3942E4B}">
                <a14:imgProps xmlns:a14="http://schemas.microsoft.com/office/drawing/2010/main">
                  <a14:imgLayer r:embed="rId48">
                    <a14:imgEffect>
                      <a14:backgroundRemoval t="5000" b="92778" l="5000" r="95556">
                        <a14:foregroundMark x1="12222" y1="55556" x2="11667" y2="62778"/>
                        <a14:foregroundMark x1="29444" y1="91111" x2="29444" y2="91111"/>
                        <a14:foregroundMark x1="6111" y1="55000" x2="6111" y2="55000"/>
                        <a14:foregroundMark x1="6111" y1="53889" x2="6111" y2="53889"/>
                        <a14:foregroundMark x1="5000" y1="53333" x2="6667" y2="56667"/>
                        <a14:foregroundMark x1="27222" y1="92778" x2="31111" y2="92222"/>
                        <a14:foregroundMark x1="26667" y1="91111" x2="29444" y2="92222"/>
                        <a14:foregroundMark x1="86667" y1="10000" x2="90556" y2="12778"/>
                        <a14:foregroundMark x1="90000" y1="5000" x2="95556" y2="555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17788" y="1684164"/>
            <a:ext cx="360000" cy="360000"/>
          </a:xfrm>
          <a:prstGeom prst="rect">
            <a:avLst/>
          </a:prstGeom>
        </p:spPr>
      </p:pic>
      <p:cxnSp>
        <p:nvCxnSpPr>
          <p:cNvPr id="122" name="Straight Arrow Connector 121">
            <a:extLst>
              <a:ext uri="{FF2B5EF4-FFF2-40B4-BE49-F238E27FC236}">
                <a16:creationId xmlns:a16="http://schemas.microsoft.com/office/drawing/2014/main" id="{29088075-5A2E-923F-C007-845096075542}"/>
              </a:ext>
            </a:extLst>
          </p:cNvPr>
          <p:cNvCxnSpPr>
            <a:cxnSpLocks/>
          </p:cNvCxnSpPr>
          <p:nvPr/>
        </p:nvCxnSpPr>
        <p:spPr>
          <a:xfrm rot="16200000">
            <a:off x="7137992" y="3532321"/>
            <a:ext cx="0" cy="720000"/>
          </a:xfrm>
          <a:prstGeom prst="straightConnector1">
            <a:avLst/>
          </a:prstGeom>
          <a:ln w="38100">
            <a:solidFill>
              <a:srgbClr val="CE515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Arrow Connector 122">
            <a:extLst>
              <a:ext uri="{FF2B5EF4-FFF2-40B4-BE49-F238E27FC236}">
                <a16:creationId xmlns:a16="http://schemas.microsoft.com/office/drawing/2014/main" id="{27D1B1EF-9D31-B28A-534E-B8ACFA6903E7}"/>
              </a:ext>
            </a:extLst>
          </p:cNvPr>
          <p:cNvCxnSpPr>
            <a:cxnSpLocks/>
          </p:cNvCxnSpPr>
          <p:nvPr/>
        </p:nvCxnSpPr>
        <p:spPr>
          <a:xfrm rot="16200000">
            <a:off x="7137992" y="4181885"/>
            <a:ext cx="0" cy="720000"/>
          </a:xfrm>
          <a:prstGeom prst="straightConnector1">
            <a:avLst/>
          </a:prstGeom>
          <a:ln w="38100">
            <a:solidFill>
              <a:srgbClr val="CE515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Arrow Connector 125">
            <a:extLst>
              <a:ext uri="{FF2B5EF4-FFF2-40B4-BE49-F238E27FC236}">
                <a16:creationId xmlns:a16="http://schemas.microsoft.com/office/drawing/2014/main" id="{25CE0369-67B7-D587-B76D-372FF89C705B}"/>
              </a:ext>
            </a:extLst>
          </p:cNvPr>
          <p:cNvCxnSpPr>
            <a:cxnSpLocks/>
          </p:cNvCxnSpPr>
          <p:nvPr/>
        </p:nvCxnSpPr>
        <p:spPr>
          <a:xfrm rot="16200000">
            <a:off x="7137992" y="4943886"/>
            <a:ext cx="0" cy="720000"/>
          </a:xfrm>
          <a:prstGeom prst="straightConnector1">
            <a:avLst/>
          </a:prstGeom>
          <a:ln w="38100">
            <a:solidFill>
              <a:srgbClr val="CE515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C7224E33-3824-EA1A-3F5E-411FCE9907C1}"/>
              </a:ext>
            </a:extLst>
          </p:cNvPr>
          <p:cNvCxnSpPr>
            <a:cxnSpLocks/>
          </p:cNvCxnSpPr>
          <p:nvPr/>
        </p:nvCxnSpPr>
        <p:spPr>
          <a:xfrm rot="16200000">
            <a:off x="7137992" y="5646619"/>
            <a:ext cx="0" cy="720000"/>
          </a:xfrm>
          <a:prstGeom prst="straightConnector1">
            <a:avLst/>
          </a:prstGeom>
          <a:ln w="38100">
            <a:solidFill>
              <a:srgbClr val="CE515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8" name="Content Placeholder 4">
                <a:extLst>
                  <a:ext uri="{FF2B5EF4-FFF2-40B4-BE49-F238E27FC236}">
                    <a16:creationId xmlns:a16="http://schemas.microsoft.com/office/drawing/2014/main" id="{B99B1291-EF88-91D6-558E-E0295003485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497992" y="3642240"/>
                <a:ext cx="2002104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Order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=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8" name="Content Placeholder 4">
                <a:extLst>
                  <a:ext uri="{FF2B5EF4-FFF2-40B4-BE49-F238E27FC236}">
                    <a16:creationId xmlns:a16="http://schemas.microsoft.com/office/drawing/2014/main" id="{B99B1291-EF88-91D6-558E-E029500348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97992" y="3642240"/>
                <a:ext cx="2002104" cy="463079"/>
              </a:xfrm>
              <a:prstGeom prst="rect">
                <a:avLst/>
              </a:prstGeom>
              <a:blipFill>
                <a:blip r:embed="rId49"/>
                <a:stretch>
                  <a:fillRect l="-6402" t="-23684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9" name="Content Placeholder 4">
                <a:extLst>
                  <a:ext uri="{FF2B5EF4-FFF2-40B4-BE49-F238E27FC236}">
                    <a16:creationId xmlns:a16="http://schemas.microsoft.com/office/drawing/2014/main" id="{451A3981-7F66-F9CB-6AA0-9A4E641F0D1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497818" y="4317755"/>
                <a:ext cx="2002104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Order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=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9" name="Content Placeholder 4">
                <a:extLst>
                  <a:ext uri="{FF2B5EF4-FFF2-40B4-BE49-F238E27FC236}">
                    <a16:creationId xmlns:a16="http://schemas.microsoft.com/office/drawing/2014/main" id="{451A3981-7F66-F9CB-6AA0-9A4E641F0D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97818" y="4317755"/>
                <a:ext cx="2002104" cy="463079"/>
              </a:xfrm>
              <a:prstGeom prst="rect">
                <a:avLst/>
              </a:prstGeom>
              <a:blipFill>
                <a:blip r:embed="rId50"/>
                <a:stretch>
                  <a:fillRect l="-6402" t="-23684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Content Placeholder 4">
                <a:extLst>
                  <a:ext uri="{FF2B5EF4-FFF2-40B4-BE49-F238E27FC236}">
                    <a16:creationId xmlns:a16="http://schemas.microsoft.com/office/drawing/2014/main" id="{50CF889F-5A5F-4D8F-5F27-1D1E6431E45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497818" y="5085679"/>
                <a:ext cx="2002104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Order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=</m:t>
                    </m:r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0" name="Content Placeholder 4">
                <a:extLst>
                  <a:ext uri="{FF2B5EF4-FFF2-40B4-BE49-F238E27FC236}">
                    <a16:creationId xmlns:a16="http://schemas.microsoft.com/office/drawing/2014/main" id="{50CF889F-5A5F-4D8F-5F27-1D1E6431E4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97818" y="5085679"/>
                <a:ext cx="2002104" cy="463079"/>
              </a:xfrm>
              <a:prstGeom prst="rect">
                <a:avLst/>
              </a:prstGeom>
              <a:blipFill>
                <a:blip r:embed="rId51"/>
                <a:stretch>
                  <a:fillRect l="-6402" t="-23684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1" name="Content Placeholder 4">
                <a:extLst>
                  <a:ext uri="{FF2B5EF4-FFF2-40B4-BE49-F238E27FC236}">
                    <a16:creationId xmlns:a16="http://schemas.microsoft.com/office/drawing/2014/main" id="{6859CE33-1F1C-B879-1B07-5F1FBF004AA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497818" y="5784725"/>
                <a:ext cx="2002104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Order</a:t>
                </a:r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=</m:t>
                    </m:r>
                    <m:r>
                      <a:rPr lang="en-GB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1" name="Content Placeholder 4">
                <a:extLst>
                  <a:ext uri="{FF2B5EF4-FFF2-40B4-BE49-F238E27FC236}">
                    <a16:creationId xmlns:a16="http://schemas.microsoft.com/office/drawing/2014/main" id="{6859CE33-1F1C-B879-1B07-5F1FBF004A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97818" y="5784725"/>
                <a:ext cx="2002104" cy="463079"/>
              </a:xfrm>
              <a:prstGeom prst="rect">
                <a:avLst/>
              </a:prstGeom>
              <a:blipFill>
                <a:blip r:embed="rId52"/>
                <a:stretch>
                  <a:fillRect l="-6402" t="-25000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4" name="Rectangle: Rounded Corners 133">
            <a:extLst>
              <a:ext uri="{FF2B5EF4-FFF2-40B4-BE49-F238E27FC236}">
                <a16:creationId xmlns:a16="http://schemas.microsoft.com/office/drawing/2014/main" id="{6DF4E346-71B5-78B3-1B78-C232CCD0189A}"/>
              </a:ext>
            </a:extLst>
          </p:cNvPr>
          <p:cNvSpPr/>
          <p:nvPr/>
        </p:nvSpPr>
        <p:spPr>
          <a:xfrm rot="16200000">
            <a:off x="2909050" y="4701228"/>
            <a:ext cx="2603323" cy="437707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sp>
        <p:nvSpPr>
          <p:cNvPr id="135" name="Rectangle: Rounded Corners 134">
            <a:extLst>
              <a:ext uri="{FF2B5EF4-FFF2-40B4-BE49-F238E27FC236}">
                <a16:creationId xmlns:a16="http://schemas.microsoft.com/office/drawing/2014/main" id="{EB5DFD8D-2831-0E99-17F2-DB2748F7F558}"/>
              </a:ext>
            </a:extLst>
          </p:cNvPr>
          <p:cNvSpPr/>
          <p:nvPr/>
        </p:nvSpPr>
        <p:spPr>
          <a:xfrm rot="16200000">
            <a:off x="3980990" y="5070791"/>
            <a:ext cx="1903989" cy="39791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  <p:sp>
        <p:nvSpPr>
          <p:cNvPr id="136" name="Rectangle: Rounded Corners 135">
            <a:extLst>
              <a:ext uri="{FF2B5EF4-FFF2-40B4-BE49-F238E27FC236}">
                <a16:creationId xmlns:a16="http://schemas.microsoft.com/office/drawing/2014/main" id="{99D5C45F-1060-6B1F-BDA3-B03B604305E6}"/>
              </a:ext>
            </a:extLst>
          </p:cNvPr>
          <p:cNvSpPr/>
          <p:nvPr/>
        </p:nvSpPr>
        <p:spPr>
          <a:xfrm rot="16200000">
            <a:off x="5174672" y="5425764"/>
            <a:ext cx="1194042" cy="39791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3A4A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40695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77" grpId="0"/>
      <p:bldP spid="116" grpId="0" animBg="1"/>
      <p:bldP spid="116" grpId="1" animBg="1"/>
      <p:bldP spid="128" grpId="0"/>
      <p:bldP spid="128" grpId="1"/>
      <p:bldP spid="129" grpId="0"/>
      <p:bldP spid="129" grpId="1"/>
      <p:bldP spid="130" grpId="0"/>
      <p:bldP spid="130" grpId="1"/>
      <p:bldP spid="131" grpId="0"/>
      <p:bldP spid="131" grpId="1"/>
      <p:bldP spid="134" grpId="0" animBg="1"/>
      <p:bldP spid="134" grpId="1" animBg="1"/>
      <p:bldP spid="135" grpId="0" animBg="1"/>
      <p:bldP spid="135" grpId="1" animBg="1"/>
      <p:bldP spid="136" grpId="0" animBg="1"/>
      <p:bldP spid="136" grpId="1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280C50-A1ED-8C1A-B269-A1A3EE2B14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Row - Echelon Form</a:t>
            </a:r>
          </a:p>
        </p:txBody>
      </p:sp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4C56BB9D-FEBE-3D92-B5F7-AEAF48B6B430}"/>
              </a:ext>
            </a:extLst>
          </p:cNvPr>
          <p:cNvSpPr txBox="1">
            <a:spLocks/>
          </p:cNvSpPr>
          <p:nvPr/>
        </p:nvSpPr>
        <p:spPr>
          <a:xfrm>
            <a:off x="347526" y="806979"/>
            <a:ext cx="6681066" cy="620167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b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r>
              <a:rPr lang="en-IN" b="1" dirty="0"/>
              <a:t>What is the meaning of the word “</a:t>
            </a:r>
            <a:r>
              <a:rPr lang="en-IN" b="1" dirty="0">
                <a:solidFill>
                  <a:srgbClr val="FFFF00"/>
                </a:solidFill>
              </a:rPr>
              <a:t>Echelon</a:t>
            </a:r>
            <a:r>
              <a:rPr lang="en-IN" b="1" dirty="0"/>
              <a:t>” ?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BBCBAFF-1329-AA18-548B-86CD2ECE586F}"/>
              </a:ext>
            </a:extLst>
          </p:cNvPr>
          <p:cNvSpPr txBox="1">
            <a:spLocks/>
          </p:cNvSpPr>
          <p:nvPr/>
        </p:nvSpPr>
        <p:spPr>
          <a:xfrm>
            <a:off x="65316" y="1429235"/>
            <a:ext cx="11870871" cy="71120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IN" sz="2800" dirty="0">
                <a:solidFill>
                  <a:srgbClr val="002060"/>
                </a:solidFill>
              </a:rPr>
              <a:t> “Echelon” is a military term that refers to a specific type of formation of troops,</a:t>
            </a:r>
          </a:p>
        </p:txBody>
      </p:sp>
      <p:sp>
        <p:nvSpPr>
          <p:cNvPr id="6" name="Content Placeholder 4">
            <a:extLst>
              <a:ext uri="{FF2B5EF4-FFF2-40B4-BE49-F238E27FC236}">
                <a16:creationId xmlns:a16="http://schemas.microsoft.com/office/drawing/2014/main" id="{F8E4EFB2-6FCA-8384-991C-00544CEA6C07}"/>
              </a:ext>
            </a:extLst>
          </p:cNvPr>
          <p:cNvSpPr txBox="1">
            <a:spLocks/>
          </p:cNvSpPr>
          <p:nvPr/>
        </p:nvSpPr>
        <p:spPr>
          <a:xfrm>
            <a:off x="556002" y="1911610"/>
            <a:ext cx="3175907" cy="71120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IN" sz="2800" dirty="0">
                <a:solidFill>
                  <a:srgbClr val="002060"/>
                </a:solidFill>
              </a:rPr>
              <a:t>ships, airplanes, etc.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481DBEC6-A064-0A47-C264-B66ADCAF92E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34928" y="2624898"/>
            <a:ext cx="5701259" cy="364099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6053B1E1-AA5D-C91B-58D3-4A221901110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2012" y="2624898"/>
            <a:ext cx="5483988" cy="3640990"/>
          </a:xfrm>
          <a:prstGeom prst="rect">
            <a:avLst/>
          </a:prstGeom>
        </p:spPr>
      </p:pic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BC21BB84-938C-4A5A-588D-37E8E6056892}"/>
              </a:ext>
            </a:extLst>
          </p:cNvPr>
          <p:cNvSpPr/>
          <p:nvPr/>
        </p:nvSpPr>
        <p:spPr>
          <a:xfrm>
            <a:off x="8521148" y="4863548"/>
            <a:ext cx="2464904" cy="140234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0" name="Content Placeholder 4">
            <a:extLst>
              <a:ext uri="{FF2B5EF4-FFF2-40B4-BE49-F238E27FC236}">
                <a16:creationId xmlns:a16="http://schemas.microsoft.com/office/drawing/2014/main" id="{47C151F9-C99D-9F53-6C9C-5D4759B7F66C}"/>
              </a:ext>
            </a:extLst>
          </p:cNvPr>
          <p:cNvSpPr txBox="1">
            <a:spLocks/>
          </p:cNvSpPr>
          <p:nvPr/>
        </p:nvSpPr>
        <p:spPr>
          <a:xfrm>
            <a:off x="7028592" y="6238592"/>
            <a:ext cx="3971499" cy="43494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IN" sz="1200" dirty="0">
                <a:solidFill>
                  <a:srgbClr val="002060"/>
                </a:solidFill>
              </a:rPr>
              <a:t>Image Resource: </a:t>
            </a:r>
            <a:r>
              <a:rPr lang="en-IN" sz="1200" dirty="0">
                <a:solidFill>
                  <a:srgbClr val="002060"/>
                </a:solidFill>
                <a:hlinkClick r:id="rId4"/>
              </a:rPr>
              <a:t>http://opening.download/spring-2021.html</a:t>
            </a:r>
            <a:r>
              <a:rPr lang="en-IN" sz="1200" dirty="0">
                <a:solidFill>
                  <a:srgbClr val="002060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1982262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9" grpId="0" animBg="1"/>
      <p:bldP spid="10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1ED00E0-DCDC-4608-8494-7A8ABDF3448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Row - Echelon Form</a:t>
            </a:r>
          </a:p>
        </p:txBody>
      </p:sp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81DB0181-73C5-4A3C-A6B2-904B404B2DB2}"/>
              </a:ext>
            </a:extLst>
          </p:cNvPr>
          <p:cNvSpPr txBox="1">
            <a:spLocks/>
          </p:cNvSpPr>
          <p:nvPr/>
        </p:nvSpPr>
        <p:spPr>
          <a:xfrm>
            <a:off x="35735" y="1371921"/>
            <a:ext cx="11870871" cy="71120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IN" sz="2800" dirty="0">
                <a:solidFill>
                  <a:srgbClr val="002060"/>
                </a:solidFill>
              </a:rPr>
              <a:t> In Echelon formation, each member of the formation is positioned behind and to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6D86293B-C780-4AC7-9B16-F05D663DA396}"/>
              </a:ext>
            </a:extLst>
          </p:cNvPr>
          <p:cNvSpPr txBox="1">
            <a:spLocks/>
          </p:cNvSpPr>
          <p:nvPr/>
        </p:nvSpPr>
        <p:spPr>
          <a:xfrm>
            <a:off x="334904" y="1965407"/>
            <a:ext cx="5943600" cy="71120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IN" sz="2800" dirty="0">
                <a:solidFill>
                  <a:srgbClr val="002060"/>
                </a:solidFill>
              </a:rPr>
              <a:t>the right (or left) of the member ahead.</a:t>
            </a:r>
          </a:p>
        </p:txBody>
      </p:sp>
      <p:sp>
        <p:nvSpPr>
          <p:cNvPr id="6" name="Content Placeholder 4">
            <a:extLst>
              <a:ext uri="{FF2B5EF4-FFF2-40B4-BE49-F238E27FC236}">
                <a16:creationId xmlns:a16="http://schemas.microsoft.com/office/drawing/2014/main" id="{0C1FC3DA-1CDD-DD08-E5D8-CCFEB91E9726}"/>
              </a:ext>
            </a:extLst>
          </p:cNvPr>
          <p:cNvSpPr txBox="1">
            <a:spLocks/>
          </p:cNvSpPr>
          <p:nvPr/>
        </p:nvSpPr>
        <p:spPr>
          <a:xfrm>
            <a:off x="347526" y="806979"/>
            <a:ext cx="6681066" cy="620167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b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r>
              <a:rPr lang="en-IN" b="1" dirty="0"/>
              <a:t>What is the meaning of the word “</a:t>
            </a:r>
            <a:r>
              <a:rPr lang="en-IN" b="1" dirty="0">
                <a:solidFill>
                  <a:srgbClr val="FFFF00"/>
                </a:solidFill>
              </a:rPr>
              <a:t>Echelon</a:t>
            </a:r>
            <a:r>
              <a:rPr lang="en-IN" b="1" dirty="0"/>
              <a:t>” ?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CBCED55-DE79-33D6-8123-063B4CFB90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4904" y="3000962"/>
            <a:ext cx="6126388" cy="3083753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E4EB6B12-E8BA-769F-F467-6AD4C2031D7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51941" y="2676607"/>
            <a:ext cx="4081228" cy="3215077"/>
          </a:xfrm>
          <a:prstGeom prst="rect">
            <a:avLst/>
          </a:prstGeom>
        </p:spPr>
      </p:pic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A64324D3-43DD-29B9-9F8A-0649B1A0E112}"/>
              </a:ext>
            </a:extLst>
          </p:cNvPr>
          <p:cNvSpPr txBox="1">
            <a:spLocks/>
          </p:cNvSpPr>
          <p:nvPr/>
        </p:nvSpPr>
        <p:spPr>
          <a:xfrm>
            <a:off x="7588155" y="6050229"/>
            <a:ext cx="3971499" cy="43494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IN" sz="1200" dirty="0">
                <a:solidFill>
                  <a:srgbClr val="002060"/>
                </a:solidFill>
              </a:rPr>
              <a:t>Image Resource: </a:t>
            </a:r>
            <a:r>
              <a:rPr lang="en-IN" sz="1200" dirty="0">
                <a:solidFill>
                  <a:srgbClr val="002060"/>
                </a:solidFill>
                <a:hlinkClick r:id="rId4"/>
              </a:rPr>
              <a:t>http://opening.download/spring-2021.html</a:t>
            </a:r>
            <a:r>
              <a:rPr lang="en-IN" sz="1200" dirty="0">
                <a:solidFill>
                  <a:srgbClr val="002060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3026997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8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" name="Group 53">
            <a:extLst>
              <a:ext uri="{FF2B5EF4-FFF2-40B4-BE49-F238E27FC236}">
                <a16:creationId xmlns:a16="http://schemas.microsoft.com/office/drawing/2014/main" id="{BEB2319A-3BB4-F431-012B-B786319928B9}"/>
              </a:ext>
            </a:extLst>
          </p:cNvPr>
          <p:cNvGrpSpPr/>
          <p:nvPr/>
        </p:nvGrpSpPr>
        <p:grpSpPr>
          <a:xfrm>
            <a:off x="2852291" y="2429746"/>
            <a:ext cx="4297618" cy="2160000"/>
            <a:chOff x="4731495" y="741299"/>
            <a:chExt cx="4297618" cy="216000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647EF7CD-BC31-AC22-0CB4-6B8E1C4F458B}"/>
                    </a:ext>
                  </a:extLst>
                </p:cNvPr>
                <p:cNvSpPr/>
                <p:nvPr/>
              </p:nvSpPr>
              <p:spPr>
                <a:xfrm>
                  <a:off x="5575506" y="741299"/>
                  <a:ext cx="3453607" cy="21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5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>
                                <m:eqArr>
                                  <m:eqArrPr>
                                    <m:ctrlPr>
                                      <a:rPr lang="en-IN" sz="280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  <m:e/>
                                </m:eqAr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647EF7CD-BC31-AC22-0CB4-6B8E1C4F458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75506" y="741299"/>
                  <a:ext cx="3453607" cy="2160000"/>
                </a:xfrm>
                <a:prstGeom prst="rect">
                  <a:avLst/>
                </a:prstGeom>
                <a:blipFill rotWithShape="0"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FA0AADF9-A942-AE9B-B45A-51CA17E97DCB}"/>
                </a:ext>
              </a:extLst>
            </p:cNvPr>
            <p:cNvGrpSpPr/>
            <p:nvPr/>
          </p:nvGrpSpPr>
          <p:grpSpPr>
            <a:xfrm>
              <a:off x="5847578" y="2207545"/>
              <a:ext cx="2997155" cy="569273"/>
              <a:chOff x="4140144" y="1849606"/>
              <a:chExt cx="2997155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" name="Rectangle 38">
                    <a:extLst>
                      <a:ext uri="{FF2B5EF4-FFF2-40B4-BE49-F238E27FC236}">
                        <a16:creationId xmlns:a16="http://schemas.microsoft.com/office/drawing/2014/main" id="{AB9BD525-08D7-E12D-0C09-C18DE66F822C}"/>
                      </a:ext>
                    </a:extLst>
                  </p:cNvPr>
                  <p:cNvSpPr/>
                  <p:nvPr/>
                </p:nvSpPr>
                <p:spPr>
                  <a:xfrm>
                    <a:off x="4140144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9" name="Rectangle 3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AB9BD525-08D7-E12D-0C09-C18DE66F822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0" name="Rectangle 39">
                    <a:extLst>
                      <a:ext uri="{FF2B5EF4-FFF2-40B4-BE49-F238E27FC236}">
                        <a16:creationId xmlns:a16="http://schemas.microsoft.com/office/drawing/2014/main" id="{3766D0E0-BA91-90A3-8D18-8614FAAD21C5}"/>
                      </a:ext>
                    </a:extLst>
                  </p:cNvPr>
                  <p:cNvSpPr/>
                  <p:nvPr/>
                </p:nvSpPr>
                <p:spPr>
                  <a:xfrm>
                    <a:off x="4929167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0" name="Rectangle 3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766D0E0-BA91-90A3-8D18-8614FAAD21C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29167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32A1D056-DCD9-B1A5-DEA5-4D6911561F1C}"/>
                      </a:ext>
                    </a:extLst>
                  </p:cNvPr>
                  <p:cNvSpPr/>
                  <p:nvPr/>
                </p:nvSpPr>
                <p:spPr>
                  <a:xfrm>
                    <a:off x="5788026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2A1D056-DCD9-B1A5-DEA5-4D6911561F1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88026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2" name="Rectangle 41">
                    <a:extLst>
                      <a:ext uri="{FF2B5EF4-FFF2-40B4-BE49-F238E27FC236}">
                        <a16:creationId xmlns:a16="http://schemas.microsoft.com/office/drawing/2014/main" id="{3995A82F-D262-E007-D4F7-2C2B8DEF00EB}"/>
                      </a:ext>
                    </a:extLst>
                  </p:cNvPr>
                  <p:cNvSpPr/>
                  <p:nvPr/>
                </p:nvSpPr>
                <p:spPr>
                  <a:xfrm>
                    <a:off x="6613049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𝟔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2" name="Rectangle 4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995A82F-D262-E007-D4F7-2C2B8DEF00E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613049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118D6ACA-E161-1B67-AC2B-B2011CF19EBC}"/>
                    </a:ext>
                  </a:extLst>
                </p:cNvPr>
                <p:cNvSpPr/>
                <p:nvPr/>
              </p:nvSpPr>
              <p:spPr>
                <a:xfrm>
                  <a:off x="4731495" y="1476456"/>
                  <a:ext cx="921650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118D6ACA-E161-1B67-AC2B-B2011CF19EB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31495" y="1476456"/>
                  <a:ext cx="921650" cy="711201"/>
                </a:xfrm>
                <a:prstGeom prst="rect">
                  <a:avLst/>
                </a:prstGeom>
                <a:blipFill rotWithShape="0"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2FD54D05-AFDF-4322-59D3-94A1AB039650}"/>
                </a:ext>
              </a:extLst>
            </p:cNvPr>
            <p:cNvGrpSpPr/>
            <p:nvPr/>
          </p:nvGrpSpPr>
          <p:grpSpPr>
            <a:xfrm>
              <a:off x="5847578" y="1604415"/>
              <a:ext cx="2997157" cy="569273"/>
              <a:chOff x="4139880" y="3158063"/>
              <a:chExt cx="2997157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id="{B9E4B13F-19B9-F3C9-B600-13958D606549}"/>
                      </a:ext>
                    </a:extLst>
                  </p:cNvPr>
                  <p:cNvSpPr/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B9E4B13F-19B9-F3C9-B600-13958D60654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6" name="Rectangle 45">
                    <a:extLst>
                      <a:ext uri="{FF2B5EF4-FFF2-40B4-BE49-F238E27FC236}">
                        <a16:creationId xmlns:a16="http://schemas.microsoft.com/office/drawing/2014/main" id="{95177C66-5F09-B196-EEF9-F5EC6737323A}"/>
                      </a:ext>
                    </a:extLst>
                  </p:cNvPr>
                  <p:cNvSpPr/>
                  <p:nvPr/>
                </p:nvSpPr>
                <p:spPr>
                  <a:xfrm>
                    <a:off x="4858563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6" name="Rectangle 4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95177C66-5F09-B196-EEF9-F5EC6737323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563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7" name="Rectangle 46">
                    <a:extLst>
                      <a:ext uri="{FF2B5EF4-FFF2-40B4-BE49-F238E27FC236}">
                        <a16:creationId xmlns:a16="http://schemas.microsoft.com/office/drawing/2014/main" id="{FE130AD5-55DF-C88A-6F94-BF89C5FF13A3}"/>
                      </a:ext>
                    </a:extLst>
                  </p:cNvPr>
                  <p:cNvSpPr/>
                  <p:nvPr/>
                </p:nvSpPr>
                <p:spPr>
                  <a:xfrm>
                    <a:off x="5772017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7" name="Rectangle 4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E130AD5-55DF-C88A-6F94-BF89C5FF13A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72017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" name="Rectangle 47">
                    <a:extLst>
                      <a:ext uri="{FF2B5EF4-FFF2-40B4-BE49-F238E27FC236}">
                        <a16:creationId xmlns:a16="http://schemas.microsoft.com/office/drawing/2014/main" id="{E2D1A8F6-DC52-7563-FD7B-3A3DA14B32DC}"/>
                      </a:ext>
                    </a:extLst>
                  </p:cNvPr>
                  <p:cNvSpPr/>
                  <p:nvPr/>
                </p:nvSpPr>
                <p:spPr>
                  <a:xfrm>
                    <a:off x="6612787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8" name="Rectangle 4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2D1A8F6-DC52-7563-FD7B-3A3DA14B32D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612787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36A87334-27B4-71C5-88C2-AF68F46327D6}"/>
                </a:ext>
              </a:extLst>
            </p:cNvPr>
            <p:cNvGrpSpPr/>
            <p:nvPr/>
          </p:nvGrpSpPr>
          <p:grpSpPr>
            <a:xfrm>
              <a:off x="5847578" y="940829"/>
              <a:ext cx="2997158" cy="569273"/>
              <a:chOff x="4140144" y="1444109"/>
              <a:chExt cx="2997158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" name="Rectangle 49">
                    <a:extLst>
                      <a:ext uri="{FF2B5EF4-FFF2-40B4-BE49-F238E27FC236}">
                        <a16:creationId xmlns:a16="http://schemas.microsoft.com/office/drawing/2014/main" id="{BE6D272E-7281-91D3-ACA0-DE56CC2C36F2}"/>
                      </a:ext>
                    </a:extLst>
                  </p:cNvPr>
                  <p:cNvSpPr/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0" name="Rectangle 4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BE6D272E-7281-91D3-ACA0-DE56CC2C36F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id="{A06B5488-C615-1EFC-5076-15AA1B982DFC}"/>
                      </a:ext>
                    </a:extLst>
                  </p:cNvPr>
                  <p:cNvSpPr/>
                  <p:nvPr/>
                </p:nvSpPr>
                <p:spPr>
                  <a:xfrm>
                    <a:off x="4943235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A06B5488-C615-1EFC-5076-15AA1B982DF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43235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id="{7FFE9C0E-C1FB-D593-B264-34FA144E3568}"/>
                      </a:ext>
                    </a:extLst>
                  </p:cNvPr>
                  <p:cNvSpPr/>
                  <p:nvPr/>
                </p:nvSpPr>
                <p:spPr>
                  <a:xfrm>
                    <a:off x="5772281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7FFE9C0E-C1FB-D593-B264-34FA144E356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72281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id="{E44B763C-02BE-7BEC-1C13-49163980B6DB}"/>
                      </a:ext>
                    </a:extLst>
                  </p:cNvPr>
                  <p:cNvSpPr/>
                  <p:nvPr/>
                </p:nvSpPr>
                <p:spPr>
                  <a:xfrm>
                    <a:off x="6613052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44B763C-02BE-7BEC-1C13-49163980B6D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613052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8E083B9C-BAA9-C32D-51BA-0A7C86A19CA1}"/>
                  </a:ext>
                </a:extLst>
              </p:cNvPr>
              <p:cNvSpPr/>
              <p:nvPr/>
            </p:nvSpPr>
            <p:spPr>
              <a:xfrm>
                <a:off x="5423106" y="588899"/>
                <a:ext cx="3453607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5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 smtClean="0">
                                <a:solidFill>
                                  <a:schemeClr val="bg2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>
                              <m:eqArr>
                                <m:eqArrPr>
                                  <m:ctrlPr>
                                    <a:rPr lang="en-IN" sz="280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  <m:e/>
                              </m:eqArr>
                            </m:e>
                          </m:mr>
                        </m:m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8E083B9C-BAA9-C32D-51BA-0A7C86A19C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3106" y="588899"/>
                <a:ext cx="3453607" cy="2160000"/>
              </a:xfrm>
              <a:prstGeom prst="rect">
                <a:avLst/>
              </a:prstGeom>
              <a:blipFill rotWithShape="0"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2" name="Group 71">
            <a:extLst>
              <a:ext uri="{FF2B5EF4-FFF2-40B4-BE49-F238E27FC236}">
                <a16:creationId xmlns:a16="http://schemas.microsoft.com/office/drawing/2014/main" id="{86095B7A-5105-773A-7ED6-55D9BB228E29}"/>
              </a:ext>
            </a:extLst>
          </p:cNvPr>
          <p:cNvGrpSpPr/>
          <p:nvPr/>
        </p:nvGrpSpPr>
        <p:grpSpPr>
          <a:xfrm>
            <a:off x="3971291" y="3899340"/>
            <a:ext cx="2997155" cy="569273"/>
            <a:chOff x="4140144" y="1849606"/>
            <a:chExt cx="2997155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" name="Rectangle 83">
                  <a:extLst>
                    <a:ext uri="{FF2B5EF4-FFF2-40B4-BE49-F238E27FC236}">
                      <a16:creationId xmlns:a16="http://schemas.microsoft.com/office/drawing/2014/main" id="{6D1C2D13-A201-63D6-B0CE-D0FD515299F3}"/>
                    </a:ext>
                  </a:extLst>
                </p:cNvPr>
                <p:cNvSpPr/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84" name="Rectangle 8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6D1C2D13-A201-63D6-B0CE-D0FD515299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blipFill rotWithShape="0">
                  <a:blip r:embed="rId1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5" name="Rectangle 84">
                  <a:extLst>
                    <a:ext uri="{FF2B5EF4-FFF2-40B4-BE49-F238E27FC236}">
                      <a16:creationId xmlns:a16="http://schemas.microsoft.com/office/drawing/2014/main" id="{3D1834B0-AD48-8891-A22C-E9A8F34F544D}"/>
                    </a:ext>
                  </a:extLst>
                </p:cNvPr>
                <p:cNvSpPr/>
                <p:nvPr/>
              </p:nvSpPr>
              <p:spPr>
                <a:xfrm>
                  <a:off x="4929167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85" name="Rectangle 8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D1834B0-AD48-8891-A22C-E9A8F34F544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29167" y="1849606"/>
                  <a:ext cx="524250" cy="569273"/>
                </a:xfrm>
                <a:prstGeom prst="rect">
                  <a:avLst/>
                </a:prstGeom>
                <a:blipFill rotWithShape="0">
                  <a:blip r:embed="rId1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6" name="Rectangle 85">
                  <a:extLst>
                    <a:ext uri="{FF2B5EF4-FFF2-40B4-BE49-F238E27FC236}">
                      <a16:creationId xmlns:a16="http://schemas.microsoft.com/office/drawing/2014/main" id="{6BCB6369-E701-11C8-3C23-13B57852ADB1}"/>
                    </a:ext>
                  </a:extLst>
                </p:cNvPr>
                <p:cNvSpPr/>
                <p:nvPr/>
              </p:nvSpPr>
              <p:spPr>
                <a:xfrm>
                  <a:off x="5788026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86" name="Rectangle 8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6BCB6369-E701-11C8-3C23-13B57852ADB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88026" y="1849606"/>
                  <a:ext cx="524250" cy="569273"/>
                </a:xfrm>
                <a:prstGeom prst="rect">
                  <a:avLst/>
                </a:prstGeom>
                <a:blipFill rotWithShape="0">
                  <a:blip r:embed="rId1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7" name="Rectangle 86">
                  <a:extLst>
                    <a:ext uri="{FF2B5EF4-FFF2-40B4-BE49-F238E27FC236}">
                      <a16:creationId xmlns:a16="http://schemas.microsoft.com/office/drawing/2014/main" id="{9A3474D0-71AB-84CC-4E2E-88C8DCFF472C}"/>
                    </a:ext>
                  </a:extLst>
                </p:cNvPr>
                <p:cNvSpPr/>
                <p:nvPr/>
              </p:nvSpPr>
              <p:spPr>
                <a:xfrm>
                  <a:off x="6613049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𝟔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87" name="Rectangle 8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A3474D0-71AB-84CC-4E2E-88C8DCFF472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13049" y="1849606"/>
                  <a:ext cx="524250" cy="569273"/>
                </a:xfrm>
                <a:prstGeom prst="rect">
                  <a:avLst/>
                </a:prstGeom>
                <a:blipFill rotWithShape="0"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821D2A99-4CD8-E749-73B6-6E3B2BFF2DFA}"/>
              </a:ext>
            </a:extLst>
          </p:cNvPr>
          <p:cNvGrpSpPr/>
          <p:nvPr/>
        </p:nvGrpSpPr>
        <p:grpSpPr>
          <a:xfrm>
            <a:off x="3963019" y="3286532"/>
            <a:ext cx="2997157" cy="569273"/>
            <a:chOff x="4139880" y="3158063"/>
            <a:chExt cx="2997157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" name="Rectangle 79">
                  <a:extLst>
                    <a:ext uri="{FF2B5EF4-FFF2-40B4-BE49-F238E27FC236}">
                      <a16:creationId xmlns:a16="http://schemas.microsoft.com/office/drawing/2014/main" id="{9D5E3C94-8730-29E7-AE4A-AC02953312CF}"/>
                    </a:ext>
                  </a:extLst>
                </p:cNvPr>
                <p:cNvSpPr/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80" name="Rectangle 7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D5E3C94-8730-29E7-AE4A-AC02953312C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blipFill rotWithShape="0"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" name="Rectangle 80">
                  <a:extLst>
                    <a:ext uri="{FF2B5EF4-FFF2-40B4-BE49-F238E27FC236}">
                      <a16:creationId xmlns:a16="http://schemas.microsoft.com/office/drawing/2014/main" id="{3C720755-A3BA-0801-7D88-A07F0B8E3589}"/>
                    </a:ext>
                  </a:extLst>
                </p:cNvPr>
                <p:cNvSpPr/>
                <p:nvPr/>
              </p:nvSpPr>
              <p:spPr>
                <a:xfrm>
                  <a:off x="4858563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81" name="Rectangle 8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C720755-A3BA-0801-7D88-A07F0B8E358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563" y="3158063"/>
                  <a:ext cx="524250" cy="569273"/>
                </a:xfrm>
                <a:prstGeom prst="rect">
                  <a:avLst/>
                </a:prstGeom>
                <a:blipFill rotWithShape="0">
                  <a:blip r:embed="rId2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" name="Rectangle 81">
                  <a:extLst>
                    <a:ext uri="{FF2B5EF4-FFF2-40B4-BE49-F238E27FC236}">
                      <a16:creationId xmlns:a16="http://schemas.microsoft.com/office/drawing/2014/main" id="{E0CDD883-84D3-015E-A871-9BD4EDBDA03B}"/>
                    </a:ext>
                  </a:extLst>
                </p:cNvPr>
                <p:cNvSpPr/>
                <p:nvPr/>
              </p:nvSpPr>
              <p:spPr>
                <a:xfrm>
                  <a:off x="5772017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𝟓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82" name="Rectangle 8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0CDD883-84D3-015E-A871-9BD4EDBDA03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72017" y="3158063"/>
                  <a:ext cx="524250" cy="569273"/>
                </a:xfrm>
                <a:prstGeom prst="rect">
                  <a:avLst/>
                </a:prstGeom>
                <a:blipFill rotWithShape="0"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" name="Rectangle 82">
                  <a:extLst>
                    <a:ext uri="{FF2B5EF4-FFF2-40B4-BE49-F238E27FC236}">
                      <a16:creationId xmlns:a16="http://schemas.microsoft.com/office/drawing/2014/main" id="{AB2CF6B3-583B-8FD8-BA98-420E4F60DDA2}"/>
                    </a:ext>
                  </a:extLst>
                </p:cNvPr>
                <p:cNvSpPr/>
                <p:nvPr/>
              </p:nvSpPr>
              <p:spPr>
                <a:xfrm>
                  <a:off x="6612787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83" name="Rectangle 8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AB2CF6B3-583B-8FD8-BA98-420E4F60DDA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12787" y="3158063"/>
                  <a:ext cx="524250" cy="569273"/>
                </a:xfrm>
                <a:prstGeom prst="rect">
                  <a:avLst/>
                </a:prstGeom>
                <a:blipFill rotWithShape="0"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D5D8B099-63A8-B288-AB10-668DE83847F2}"/>
              </a:ext>
            </a:extLst>
          </p:cNvPr>
          <p:cNvGrpSpPr/>
          <p:nvPr/>
        </p:nvGrpSpPr>
        <p:grpSpPr>
          <a:xfrm>
            <a:off x="4226936" y="4511220"/>
            <a:ext cx="3900218" cy="2160000"/>
            <a:chOff x="4226936" y="4511220"/>
            <a:chExt cx="3900218" cy="216000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EB630265-91E2-4B7C-9673-E00562F7B7FE}"/>
                    </a:ext>
                  </a:extLst>
                </p:cNvPr>
                <p:cNvSpPr/>
                <p:nvPr/>
              </p:nvSpPr>
              <p:spPr>
                <a:xfrm>
                  <a:off x="4673547" y="4511220"/>
                  <a:ext cx="3453607" cy="21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5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>
                                <m:eqArr>
                                  <m:eqArrPr>
                                    <m:ctrlPr>
                                      <a:rPr lang="en-IN" sz="280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  <m:e/>
                                </m:eqAr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B630265-91E2-4B7C-9673-E00562F7B7F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73547" y="4511220"/>
                  <a:ext cx="3453607" cy="2160000"/>
                </a:xfrm>
                <a:prstGeom prst="rect">
                  <a:avLst/>
                </a:prstGeom>
                <a:blipFill rotWithShape="0"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" name="Rectangle 72">
                  <a:extLst>
                    <a:ext uri="{FF2B5EF4-FFF2-40B4-BE49-F238E27FC236}">
                      <a16:creationId xmlns:a16="http://schemas.microsoft.com/office/drawing/2014/main" id="{4FEF9641-BA2A-1921-ED42-A4215A046F6B}"/>
                    </a:ext>
                  </a:extLst>
                </p:cNvPr>
                <p:cNvSpPr/>
                <p:nvPr/>
              </p:nvSpPr>
              <p:spPr>
                <a:xfrm>
                  <a:off x="4226936" y="5246377"/>
                  <a:ext cx="524250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73" name="Rectangle 7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4FEF9641-BA2A-1921-ED42-A4215A046F6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26936" y="5246377"/>
                  <a:ext cx="524250" cy="711201"/>
                </a:xfrm>
                <a:prstGeom prst="rect">
                  <a:avLst/>
                </a:prstGeom>
                <a:blipFill rotWithShape="0">
                  <a:blip r:embed="rId2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1CE35FC1-A5F6-1387-265F-86D90F8ACD1D}"/>
                </a:ext>
              </a:extLst>
            </p:cNvPr>
            <p:cNvGrpSpPr/>
            <p:nvPr/>
          </p:nvGrpSpPr>
          <p:grpSpPr>
            <a:xfrm>
              <a:off x="4945619" y="4710750"/>
              <a:ext cx="2997158" cy="569273"/>
              <a:chOff x="4140144" y="1444109"/>
              <a:chExt cx="2997158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6" name="Rectangle 75">
                    <a:extLst>
                      <a:ext uri="{FF2B5EF4-FFF2-40B4-BE49-F238E27FC236}">
                        <a16:creationId xmlns:a16="http://schemas.microsoft.com/office/drawing/2014/main" id="{6C798EB0-80CC-477D-CECC-0EAF14A86DE3}"/>
                      </a:ext>
                    </a:extLst>
                  </p:cNvPr>
                  <p:cNvSpPr/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6" name="Rectangle 7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6C798EB0-80CC-477D-CECC-0EAF14A86DE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7" name="Rectangle 76">
                    <a:extLst>
                      <a:ext uri="{FF2B5EF4-FFF2-40B4-BE49-F238E27FC236}">
                        <a16:creationId xmlns:a16="http://schemas.microsoft.com/office/drawing/2014/main" id="{CF7F197E-EFD1-A22E-6601-4CE33C671E84}"/>
                      </a:ext>
                    </a:extLst>
                  </p:cNvPr>
                  <p:cNvSpPr/>
                  <p:nvPr/>
                </p:nvSpPr>
                <p:spPr>
                  <a:xfrm>
                    <a:off x="4943235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7" name="Rectangle 7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CF7F197E-EFD1-A22E-6601-4CE33C671E8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43235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730A8998-C2F4-945E-CB1E-2AB547E7FD66}"/>
                      </a:ext>
                    </a:extLst>
                  </p:cNvPr>
                  <p:cNvSpPr/>
                  <p:nvPr/>
                </p:nvSpPr>
                <p:spPr>
                  <a:xfrm>
                    <a:off x="5772281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730A8998-C2F4-945E-CB1E-2AB547E7FD6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72281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id="{1A9EB3F4-66FD-A28B-AF83-317C42D4A7C1}"/>
                      </a:ext>
                    </a:extLst>
                  </p:cNvPr>
                  <p:cNvSpPr/>
                  <p:nvPr/>
                </p:nvSpPr>
                <p:spPr>
                  <a:xfrm>
                    <a:off x="6613052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1A9EB3F4-66FD-A28B-AF83-317C42D4A7C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613052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F5EECBE2-71A8-F889-B9AF-04C082456B96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Method:3 </a:t>
                </a:r>
                <a14:m>
                  <m:oMath xmlns:m="http://schemas.openxmlformats.org/officeDocument/2006/math">
                    <m:r>
                      <a:rPr lang="en-IN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Example:1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F5EECBE2-71A8-F889-B9AF-04C082456B9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1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Rectangle 9">
            <a:extLst>
              <a:ext uri="{FF2B5EF4-FFF2-40B4-BE49-F238E27FC236}">
                <a16:creationId xmlns:a16="http://schemas.microsoft.com/office/drawing/2014/main" id="{CB8502A8-3CE1-8BC8-5256-02F8BC1F65E0}"/>
              </a:ext>
            </a:extLst>
          </p:cNvPr>
          <p:cNvSpPr/>
          <p:nvPr/>
        </p:nvSpPr>
        <p:spPr>
          <a:xfrm>
            <a:off x="1939158" y="1412157"/>
            <a:ext cx="2856846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Convert the matrix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B7A6586-5ADE-633F-0EB8-44F5086222B3}"/>
              </a:ext>
            </a:extLst>
          </p:cNvPr>
          <p:cNvSpPr/>
          <p:nvPr/>
        </p:nvSpPr>
        <p:spPr>
          <a:xfrm>
            <a:off x="8768321" y="1451795"/>
            <a:ext cx="3453607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into row-echelon form.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94C8D261-CB06-E91C-F22A-2211A9FFCF91}"/>
              </a:ext>
            </a:extLst>
          </p:cNvPr>
          <p:cNvSpPr/>
          <p:nvPr/>
        </p:nvSpPr>
        <p:spPr>
          <a:xfrm>
            <a:off x="195270" y="1384724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15BFD7E-25A7-E2CF-3F97-FD270A599836}"/>
              </a:ext>
            </a:extLst>
          </p:cNvPr>
          <p:cNvGrpSpPr/>
          <p:nvPr/>
        </p:nvGrpSpPr>
        <p:grpSpPr>
          <a:xfrm>
            <a:off x="5695178" y="2055145"/>
            <a:ext cx="2997155" cy="569273"/>
            <a:chOff x="4140144" y="1849606"/>
            <a:chExt cx="2997155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92CAE851-8BD4-8D14-F00A-A23F4B428C56}"/>
                    </a:ext>
                  </a:extLst>
                </p:cNvPr>
                <p:cNvSpPr/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2CAE851-8BD4-8D14-F00A-A23F4B428C5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blipFill rotWithShape="0">
                  <a:blip r:embed="rId3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325FC597-66E9-DD5B-5EFD-B03090CEABCF}"/>
                    </a:ext>
                  </a:extLst>
                </p:cNvPr>
                <p:cNvSpPr/>
                <p:nvPr/>
              </p:nvSpPr>
              <p:spPr>
                <a:xfrm>
                  <a:off x="4929167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25FC597-66E9-DD5B-5EFD-B03090CEABC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29167" y="1849606"/>
                  <a:ext cx="524250" cy="569273"/>
                </a:xfrm>
                <a:prstGeom prst="rect">
                  <a:avLst/>
                </a:prstGeom>
                <a:blipFill rotWithShape="0">
                  <a:blip r:embed="rId3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485BF241-204E-20CE-B533-74A36ADA0B92}"/>
                    </a:ext>
                  </a:extLst>
                </p:cNvPr>
                <p:cNvSpPr/>
                <p:nvPr/>
              </p:nvSpPr>
              <p:spPr>
                <a:xfrm>
                  <a:off x="5788026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485BF241-204E-20CE-B533-74A36ADA0B9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88026" y="1849606"/>
                  <a:ext cx="524250" cy="569273"/>
                </a:xfrm>
                <a:prstGeom prst="rect">
                  <a:avLst/>
                </a:prstGeom>
                <a:blipFill rotWithShape="0">
                  <a:blip r:embed="rId3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B27F4C39-CE32-4702-9709-4F89FBFB798E}"/>
                    </a:ext>
                  </a:extLst>
                </p:cNvPr>
                <p:cNvSpPr/>
                <p:nvPr/>
              </p:nvSpPr>
              <p:spPr>
                <a:xfrm>
                  <a:off x="6613049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𝟔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B27F4C39-CE32-4702-9709-4F89FBFB798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13049" y="1849606"/>
                  <a:ext cx="524250" cy="569273"/>
                </a:xfrm>
                <a:prstGeom prst="rect">
                  <a:avLst/>
                </a:prstGeom>
                <a:blipFill rotWithShape="0">
                  <a:blip r:embed="rId3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25123A-BBDE-F428-9BE0-2B6A60D5A49A}"/>
                  </a:ext>
                </a:extLst>
              </p:cNvPr>
              <p:cNvSpPr/>
              <p:nvPr/>
            </p:nvSpPr>
            <p:spPr>
              <a:xfrm>
                <a:off x="4579095" y="1324056"/>
                <a:ext cx="921650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1525123A-BBDE-F428-9BE0-2B6A60D5A4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9095" y="1324056"/>
                <a:ext cx="921650" cy="711201"/>
              </a:xfrm>
              <a:prstGeom prst="rect">
                <a:avLst/>
              </a:prstGeom>
              <a:blipFill rotWithShape="0"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7" name="Group 16">
            <a:extLst>
              <a:ext uri="{FF2B5EF4-FFF2-40B4-BE49-F238E27FC236}">
                <a16:creationId xmlns:a16="http://schemas.microsoft.com/office/drawing/2014/main" id="{427C9806-3B9A-A715-DAD8-CB942893571F}"/>
              </a:ext>
            </a:extLst>
          </p:cNvPr>
          <p:cNvGrpSpPr/>
          <p:nvPr/>
        </p:nvGrpSpPr>
        <p:grpSpPr>
          <a:xfrm>
            <a:off x="5695178" y="1452015"/>
            <a:ext cx="2997157" cy="569273"/>
            <a:chOff x="4139880" y="3158063"/>
            <a:chExt cx="2997157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C2067696-8436-2F43-4C0F-053131AA13C6}"/>
                    </a:ext>
                  </a:extLst>
                </p:cNvPr>
                <p:cNvSpPr/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C2067696-8436-2F43-4C0F-053131AA13C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blipFill rotWithShape="0">
                  <a:blip r:embed="rId3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CBA854EE-2C64-4094-994C-E39813F652FB}"/>
                    </a:ext>
                  </a:extLst>
                </p:cNvPr>
                <p:cNvSpPr/>
                <p:nvPr/>
              </p:nvSpPr>
              <p:spPr>
                <a:xfrm>
                  <a:off x="4858563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CBA854EE-2C64-4094-994C-E39813F652F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563" y="3158063"/>
                  <a:ext cx="524250" cy="569273"/>
                </a:xfrm>
                <a:prstGeom prst="rect">
                  <a:avLst/>
                </a:prstGeom>
                <a:blipFill rotWithShape="0">
                  <a:blip r:embed="rId3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90746F5D-C0CF-77ED-8B01-B2C279C64A01}"/>
                    </a:ext>
                  </a:extLst>
                </p:cNvPr>
                <p:cNvSpPr/>
                <p:nvPr/>
              </p:nvSpPr>
              <p:spPr>
                <a:xfrm>
                  <a:off x="5772017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𝟓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0746F5D-C0CF-77ED-8B01-B2C279C64A0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72017" y="3158063"/>
                  <a:ext cx="524250" cy="569273"/>
                </a:xfrm>
                <a:prstGeom prst="rect">
                  <a:avLst/>
                </a:prstGeom>
                <a:blipFill rotWithShape="0">
                  <a:blip r:embed="rId3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956FFD88-7E4A-60FC-4735-34EEBAF81D51}"/>
                    </a:ext>
                  </a:extLst>
                </p:cNvPr>
                <p:cNvSpPr/>
                <p:nvPr/>
              </p:nvSpPr>
              <p:spPr>
                <a:xfrm>
                  <a:off x="6612787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56FFD88-7E4A-60FC-4735-34EEBAF81D5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12787" y="3158063"/>
                  <a:ext cx="524250" cy="569273"/>
                </a:xfrm>
                <a:prstGeom prst="rect">
                  <a:avLst/>
                </a:prstGeom>
                <a:blipFill rotWithShape="0">
                  <a:blip r:embed="rId4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A4C82EF-EB6B-63BC-566A-63267568F54B}"/>
              </a:ext>
            </a:extLst>
          </p:cNvPr>
          <p:cNvGrpSpPr/>
          <p:nvPr/>
        </p:nvGrpSpPr>
        <p:grpSpPr>
          <a:xfrm>
            <a:off x="5695178" y="788429"/>
            <a:ext cx="2997158" cy="569273"/>
            <a:chOff x="4140144" y="1444109"/>
            <a:chExt cx="2997158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DA4E713E-6C35-24BD-75E7-50848CA4AD87}"/>
                    </a:ext>
                  </a:extLst>
                </p:cNvPr>
                <p:cNvSpPr/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A4E713E-6C35-24BD-75E7-50848CA4AD8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blipFill rotWithShape="0">
                  <a:blip r:embed="rId4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0AEE8A4F-8B5F-7631-394D-9B348C111636}"/>
                    </a:ext>
                  </a:extLst>
                </p:cNvPr>
                <p:cNvSpPr/>
                <p:nvPr/>
              </p:nvSpPr>
              <p:spPr>
                <a:xfrm>
                  <a:off x="4943235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AEE8A4F-8B5F-7631-394D-9B348C11163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43235" y="1444109"/>
                  <a:ext cx="524250" cy="569273"/>
                </a:xfrm>
                <a:prstGeom prst="rect">
                  <a:avLst/>
                </a:prstGeom>
                <a:blipFill rotWithShape="0">
                  <a:blip r:embed="rId4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7B466C87-6E32-B139-F8C3-2C9C567FDCB6}"/>
                    </a:ext>
                  </a:extLst>
                </p:cNvPr>
                <p:cNvSpPr/>
                <p:nvPr/>
              </p:nvSpPr>
              <p:spPr>
                <a:xfrm>
                  <a:off x="5772281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7B466C87-6E32-B139-F8C3-2C9C567FDCB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72281" y="1444109"/>
                  <a:ext cx="524250" cy="569273"/>
                </a:xfrm>
                <a:prstGeom prst="rect">
                  <a:avLst/>
                </a:prstGeom>
                <a:blipFill rotWithShape="0">
                  <a:blip r:embed="rId4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1698EF3B-7741-780A-D3FB-CE42904FCDD5}"/>
                    </a:ext>
                  </a:extLst>
                </p:cNvPr>
                <p:cNvSpPr/>
                <p:nvPr/>
              </p:nvSpPr>
              <p:spPr>
                <a:xfrm>
                  <a:off x="6613052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1698EF3B-7741-780A-D3FB-CE42904FCDD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13052" y="1444109"/>
                  <a:ext cx="524250" cy="569273"/>
                </a:xfrm>
                <a:prstGeom prst="rect">
                  <a:avLst/>
                </a:prstGeom>
                <a:blipFill rotWithShape="0">
                  <a:blip r:embed="rId4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D6C5C83B-7E4F-7F10-F893-FA4300B3CCFD}"/>
              </a:ext>
            </a:extLst>
          </p:cNvPr>
          <p:cNvSpPr/>
          <p:nvPr/>
        </p:nvSpPr>
        <p:spPr>
          <a:xfrm>
            <a:off x="195269" y="2889149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p:cxnSp>
        <p:nvCxnSpPr>
          <p:cNvPr id="55" name="Straight Arrow Connector 54">
            <a:extLst>
              <a:ext uri="{FF2B5EF4-FFF2-40B4-BE49-F238E27FC236}">
                <a16:creationId xmlns:a16="http://schemas.microsoft.com/office/drawing/2014/main" id="{3DDF84A5-CB94-6041-5779-DFC343507EDC}"/>
              </a:ext>
            </a:extLst>
          </p:cNvPr>
          <p:cNvCxnSpPr>
            <a:cxnSpLocks/>
          </p:cNvCxnSpPr>
          <p:nvPr/>
        </p:nvCxnSpPr>
        <p:spPr>
          <a:xfrm>
            <a:off x="6927159" y="3556093"/>
            <a:ext cx="654545" cy="0"/>
          </a:xfrm>
          <a:prstGeom prst="straightConnector1">
            <a:avLst/>
          </a:prstGeom>
          <a:ln w="3810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Rectangle: Rounded Corners 55">
            <a:extLst>
              <a:ext uri="{FF2B5EF4-FFF2-40B4-BE49-F238E27FC236}">
                <a16:creationId xmlns:a16="http://schemas.microsoft.com/office/drawing/2014/main" id="{523F3F22-E29C-A0D9-2F53-0F8E1EE4E416}"/>
              </a:ext>
            </a:extLst>
          </p:cNvPr>
          <p:cNvSpPr/>
          <p:nvPr/>
        </p:nvSpPr>
        <p:spPr>
          <a:xfrm>
            <a:off x="4567293" y="3347729"/>
            <a:ext cx="677428" cy="437706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57" name="Rectangle: Rounded Corners 56">
            <a:extLst>
              <a:ext uri="{FF2B5EF4-FFF2-40B4-BE49-F238E27FC236}">
                <a16:creationId xmlns:a16="http://schemas.microsoft.com/office/drawing/2014/main" id="{B992FDFE-2262-7A40-DE17-0271CBB85CC6}"/>
              </a:ext>
            </a:extLst>
          </p:cNvPr>
          <p:cNvSpPr/>
          <p:nvPr/>
        </p:nvSpPr>
        <p:spPr>
          <a:xfrm>
            <a:off x="4579095" y="3348149"/>
            <a:ext cx="2359016" cy="437706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8" name="Content Placeholder 4">
                <a:extLst>
                  <a:ext uri="{FF2B5EF4-FFF2-40B4-BE49-F238E27FC236}">
                    <a16:creationId xmlns:a16="http://schemas.microsoft.com/office/drawing/2014/main" id="{462843FD-0CEA-AD46-3E3F-5982F3045BA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605185" y="3314730"/>
                <a:ext cx="519513" cy="482832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b="1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𝟑</m:t>
                      </m:r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Content Placeholder 4">
                <a:extLst>
                  <a:ext uri="{FF2B5EF4-FFF2-40B4-BE49-F238E27FC236}">
                    <a16:creationId xmlns:a16="http://schemas.microsoft.com/office/drawing/2014/main" id="{462843FD-0CEA-AD46-3E3F-5982F3045B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05185" y="3314730"/>
                <a:ext cx="519513" cy="482832"/>
              </a:xfrm>
              <a:prstGeom prst="ellipse">
                <a:avLst/>
              </a:prstGeom>
              <a:blipFill>
                <a:blip r:embed="rId4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9" name="Rectangle: Rounded Corners 58">
            <a:extLst>
              <a:ext uri="{FF2B5EF4-FFF2-40B4-BE49-F238E27FC236}">
                <a16:creationId xmlns:a16="http://schemas.microsoft.com/office/drawing/2014/main" id="{72603BAE-2493-0AE4-B0CD-8E5F70DF503A}"/>
              </a:ext>
            </a:extLst>
          </p:cNvPr>
          <p:cNvSpPr/>
          <p:nvPr/>
        </p:nvSpPr>
        <p:spPr>
          <a:xfrm>
            <a:off x="3953583" y="2741751"/>
            <a:ext cx="462693" cy="397915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0" name="Rectangle: Rounded Corners 59">
            <a:extLst>
              <a:ext uri="{FF2B5EF4-FFF2-40B4-BE49-F238E27FC236}">
                <a16:creationId xmlns:a16="http://schemas.microsoft.com/office/drawing/2014/main" id="{209D706C-8E19-D5E8-591F-A79567DFEB48}"/>
              </a:ext>
            </a:extLst>
          </p:cNvPr>
          <p:cNvSpPr/>
          <p:nvPr/>
        </p:nvSpPr>
        <p:spPr>
          <a:xfrm>
            <a:off x="3967928" y="2749117"/>
            <a:ext cx="2970184" cy="390549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cxnSp>
        <p:nvCxnSpPr>
          <p:cNvPr id="61" name="Straight Arrow Connector 60">
            <a:extLst>
              <a:ext uri="{FF2B5EF4-FFF2-40B4-BE49-F238E27FC236}">
                <a16:creationId xmlns:a16="http://schemas.microsoft.com/office/drawing/2014/main" id="{27F45989-52A2-52BE-DC9E-E0127AFF85E3}"/>
              </a:ext>
            </a:extLst>
          </p:cNvPr>
          <p:cNvCxnSpPr>
            <a:cxnSpLocks/>
          </p:cNvCxnSpPr>
          <p:nvPr/>
        </p:nvCxnSpPr>
        <p:spPr>
          <a:xfrm>
            <a:off x="6953096" y="2934950"/>
            <a:ext cx="654545" cy="0"/>
          </a:xfrm>
          <a:prstGeom prst="straightConnector1">
            <a:avLst/>
          </a:prstGeom>
          <a:ln w="3810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2" name="Content Placeholder 4">
                <a:extLst>
                  <a:ext uri="{FF2B5EF4-FFF2-40B4-BE49-F238E27FC236}">
                    <a16:creationId xmlns:a16="http://schemas.microsoft.com/office/drawing/2014/main" id="{525730BE-EE27-038E-A284-6DCD0AB2D2A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605185" y="2691276"/>
                <a:ext cx="519513" cy="482832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b="1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</m:t>
                      </m:r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Content Placeholder 4">
                <a:extLst>
                  <a:ext uri="{FF2B5EF4-FFF2-40B4-BE49-F238E27FC236}">
                    <a16:creationId xmlns:a16="http://schemas.microsoft.com/office/drawing/2014/main" id="{525730BE-EE27-038E-A284-6DCD0AB2D2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05185" y="2691276"/>
                <a:ext cx="519513" cy="482832"/>
              </a:xfrm>
              <a:prstGeom prst="ellipse">
                <a:avLst/>
              </a:prstGeom>
              <a:blipFill>
                <a:blip r:embed="rId46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Rectangle: Rounded Corners 62">
            <a:extLst>
              <a:ext uri="{FF2B5EF4-FFF2-40B4-BE49-F238E27FC236}">
                <a16:creationId xmlns:a16="http://schemas.microsoft.com/office/drawing/2014/main" id="{3D5F8382-2E2C-BB5E-C42D-B60A1840035F}"/>
              </a:ext>
            </a:extLst>
          </p:cNvPr>
          <p:cNvSpPr/>
          <p:nvPr/>
        </p:nvSpPr>
        <p:spPr>
          <a:xfrm>
            <a:off x="3953583" y="3984037"/>
            <a:ext cx="462693" cy="397915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4" name="Rectangle: Rounded Corners 63">
            <a:extLst>
              <a:ext uri="{FF2B5EF4-FFF2-40B4-BE49-F238E27FC236}">
                <a16:creationId xmlns:a16="http://schemas.microsoft.com/office/drawing/2014/main" id="{5727F2C9-3523-968C-A4F6-37158E40A61E}"/>
              </a:ext>
            </a:extLst>
          </p:cNvPr>
          <p:cNvSpPr/>
          <p:nvPr/>
        </p:nvSpPr>
        <p:spPr>
          <a:xfrm>
            <a:off x="3967928" y="3991403"/>
            <a:ext cx="2970184" cy="390549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cxnSp>
        <p:nvCxnSpPr>
          <p:cNvPr id="65" name="Straight Arrow Connector 64">
            <a:extLst>
              <a:ext uri="{FF2B5EF4-FFF2-40B4-BE49-F238E27FC236}">
                <a16:creationId xmlns:a16="http://schemas.microsoft.com/office/drawing/2014/main" id="{E4E6F95D-5E1B-6F57-3CED-E967DA389AEE}"/>
              </a:ext>
            </a:extLst>
          </p:cNvPr>
          <p:cNvCxnSpPr>
            <a:cxnSpLocks/>
          </p:cNvCxnSpPr>
          <p:nvPr/>
        </p:nvCxnSpPr>
        <p:spPr>
          <a:xfrm>
            <a:off x="6953096" y="4177236"/>
            <a:ext cx="654545" cy="0"/>
          </a:xfrm>
          <a:prstGeom prst="straightConnector1">
            <a:avLst/>
          </a:prstGeom>
          <a:ln w="3810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6" name="Content Placeholder 4">
                <a:extLst>
                  <a:ext uri="{FF2B5EF4-FFF2-40B4-BE49-F238E27FC236}">
                    <a16:creationId xmlns:a16="http://schemas.microsoft.com/office/drawing/2014/main" id="{255DFB64-E23C-C2B7-D8E9-E1CDF84FBFA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621289" y="3928623"/>
                <a:ext cx="519513" cy="482832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b="1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</m:t>
                      </m:r>
                    </m:oMath>
                  </m:oMathPara>
                </a14:m>
                <a:endParaRPr lang="en-IN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Content Placeholder 4">
                <a:extLst>
                  <a:ext uri="{FF2B5EF4-FFF2-40B4-BE49-F238E27FC236}">
                    <a16:creationId xmlns:a16="http://schemas.microsoft.com/office/drawing/2014/main" id="{255DFB64-E23C-C2B7-D8E9-E1CDF84FBF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1289" y="3928623"/>
                <a:ext cx="519513" cy="482832"/>
              </a:xfrm>
              <a:prstGeom prst="ellipse">
                <a:avLst/>
              </a:prstGeom>
              <a:blipFill>
                <a:blip r:embed="rId47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92FCAB7-EC9F-497A-BEF4-65E51A70A2B8}"/>
                  </a:ext>
                </a:extLst>
              </p:cNvPr>
              <p:cNvSpPr/>
              <p:nvPr/>
            </p:nvSpPr>
            <p:spPr>
              <a:xfrm>
                <a:off x="8800525" y="5280023"/>
                <a:ext cx="854785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𝟐𝟑</m:t>
                          </m:r>
                        </m:sub>
                      </m:sSub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92FCAB7-EC9F-497A-BEF4-65E51A70A2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00525" y="5280023"/>
                <a:ext cx="854785" cy="52322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317272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500"/>
                            </p:stCondLst>
                            <p:childTnLst>
                              <p:par>
                                <p:cTn id="2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7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7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76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7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7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79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4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81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82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83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84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1.85185E-6 L 0.08021 0.39931 " pathEditMode="relative" rAng="0" ptsTypes="AA">
                                      <p:cBhvr>
                                        <p:cTn id="98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10" y="199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82 -3.7037E-6 L 0.07982 0.21551 " pathEditMode="relative" rAng="0" ptsTypes="AA">
                                      <p:cBhvr>
                                        <p:cTn id="104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76" y="107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 animBg="1"/>
      <p:bldP spid="56" grpId="1" animBg="1"/>
      <p:bldP spid="57" grpId="0" animBg="1"/>
      <p:bldP spid="58" grpId="0" animBg="1"/>
      <p:bldP spid="58" grpId="1" animBg="1"/>
      <p:bldP spid="59" grpId="0" animBg="1"/>
      <p:bldP spid="59" grpId="1" animBg="1"/>
      <p:bldP spid="60" grpId="0" animBg="1"/>
      <p:bldP spid="62" grpId="0" animBg="1"/>
      <p:bldP spid="63" grpId="0" animBg="1"/>
      <p:bldP spid="63" grpId="1" animBg="1"/>
      <p:bldP spid="64" grpId="0" animBg="1"/>
      <p:bldP spid="66" grpId="0" animBg="1"/>
      <p:bldP spid="66" grpId="1" animBg="1"/>
      <p:bldP spid="3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A9BA15A-A54F-2BEB-B300-F3A8501ADA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Method:3 </a:t>
            </a:r>
            <a:r>
              <a:rPr lang="en-IN" dirty="0">
                <a:latin typeface="Cambria Math" panose="02040503050406030204" pitchFamily="18" charset="0"/>
                <a:ea typeface="Cambria Math" panose="02040503050406030204" pitchFamily="18" charset="0"/>
              </a:rPr>
              <a:t>⇝</a:t>
            </a:r>
            <a:r>
              <a:rPr lang="en-IN" dirty="0"/>
              <a:t> Example:1(Continue)</a:t>
            </a:r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EA7A4F68-FE51-FD0D-F8DF-4B715E820702}"/>
              </a:ext>
            </a:extLst>
          </p:cNvPr>
          <p:cNvGrpSpPr/>
          <p:nvPr/>
        </p:nvGrpSpPr>
        <p:grpSpPr>
          <a:xfrm>
            <a:off x="3762912" y="664119"/>
            <a:ext cx="3900218" cy="2160000"/>
            <a:chOff x="3762912" y="664119"/>
            <a:chExt cx="3900218" cy="2160000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E9F6DBF4-A0C1-35EF-1510-1EBA45F69595}"/>
                </a:ext>
              </a:extLst>
            </p:cNvPr>
            <p:cNvGrpSpPr/>
            <p:nvPr/>
          </p:nvGrpSpPr>
          <p:grpSpPr>
            <a:xfrm>
              <a:off x="3762912" y="664119"/>
              <a:ext cx="3900218" cy="2160000"/>
              <a:chOff x="4226936" y="4511220"/>
              <a:chExt cx="3900218" cy="216000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" name="Rectangle 7">
                    <a:extLst>
                      <a:ext uri="{FF2B5EF4-FFF2-40B4-BE49-F238E27FC236}">
                        <a16:creationId xmlns:a16="http://schemas.microsoft.com/office/drawing/2014/main" id="{C94B4B50-19B8-778C-D14F-7E1CA979B08D}"/>
                      </a:ext>
                    </a:extLst>
                  </p:cNvPr>
                  <p:cNvSpPr/>
                  <p:nvPr/>
                </p:nvSpPr>
                <p:spPr>
                  <a:xfrm>
                    <a:off x="4673547" y="4511220"/>
                    <a:ext cx="3453607" cy="2160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mcs>
                                  <m:mc>
                                    <m:mcPr>
                                      <m:count m:val="5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>
                                  <m:eqArr>
                                    <m:eqArrPr>
                                      <m:ctrlPr>
                                        <a:rPr lang="en-IN" sz="280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/>
                                    <m:e/>
                                    <m:e/>
                                  </m:eqArr>
                                </m:e>
                              </m:mr>
                            </m:m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8" name="Rectangle 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C94B4B50-19B8-778C-D14F-7E1CA979B08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673547" y="4511220"/>
                    <a:ext cx="3453607" cy="2160000"/>
                  </a:xfrm>
                  <a:prstGeom prst="rect">
                    <a:avLst/>
                  </a:prstGeom>
                  <a:blipFill rotWithShape="0"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" name="Rectangle 8">
                    <a:extLst>
                      <a:ext uri="{FF2B5EF4-FFF2-40B4-BE49-F238E27FC236}">
                        <a16:creationId xmlns:a16="http://schemas.microsoft.com/office/drawing/2014/main" id="{9F14CE40-4CB4-AB0A-1ED7-16B5E0BE6FEA}"/>
                      </a:ext>
                    </a:extLst>
                  </p:cNvPr>
                  <p:cNvSpPr/>
                  <p:nvPr/>
                </p:nvSpPr>
                <p:spPr>
                  <a:xfrm>
                    <a:off x="4226936" y="5246377"/>
                    <a:ext cx="524250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" name="Rectangle 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9F14CE40-4CB4-AB0A-1ED7-16B5E0BE6FE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26936" y="5246377"/>
                    <a:ext cx="524250" cy="711201"/>
                  </a:xfrm>
                  <a:prstGeom prst="rect">
                    <a:avLst/>
                  </a:prstGeom>
                  <a:blipFill rotWithShape="0">
                    <a:blip r:embed="rId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28DEFE71-237E-5B71-E0A3-2829B2623980}"/>
                  </a:ext>
                </a:extLst>
              </p:cNvPr>
              <p:cNvGrpSpPr/>
              <p:nvPr/>
            </p:nvGrpSpPr>
            <p:grpSpPr>
              <a:xfrm>
                <a:off x="4945619" y="4710750"/>
                <a:ext cx="2997158" cy="569273"/>
                <a:chOff x="4140144" y="1444109"/>
                <a:chExt cx="2997158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" name="Rectangle 10">
                      <a:extLst>
                        <a:ext uri="{FF2B5EF4-FFF2-40B4-BE49-F238E27FC236}">
                          <a16:creationId xmlns:a16="http://schemas.microsoft.com/office/drawing/2014/main" id="{AC7ED44E-8E78-4E6B-38E2-22842ECD66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0144" y="1444109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F54337"/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F54337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1" name="Rectangle 10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AC7ED44E-8E78-4E6B-38E2-22842ECD666E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140144" y="1444109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2" name="Rectangle 11">
                      <a:extLst>
                        <a:ext uri="{FF2B5EF4-FFF2-40B4-BE49-F238E27FC236}">
                          <a16:creationId xmlns:a16="http://schemas.microsoft.com/office/drawing/2014/main" id="{53A5DB4F-D16D-87FC-DC87-DAC04F7070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43235" y="1444109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F54337"/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F54337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2" name="Rectangle 11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53A5DB4F-D16D-87FC-DC87-DAC04F70707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943235" y="1444109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3" name="Rectangle 12">
                      <a:extLst>
                        <a:ext uri="{FF2B5EF4-FFF2-40B4-BE49-F238E27FC236}">
                          <a16:creationId xmlns:a16="http://schemas.microsoft.com/office/drawing/2014/main" id="{EB595143-4238-BFDD-6752-51A4FF0B7D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72281" y="1444109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F54337"/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F54337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3" name="Rectangle 12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EB595143-4238-BFDD-6752-51A4FF0B7DAB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772281" y="1444109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4" name="Rectangle 13">
                      <a:extLst>
                        <a:ext uri="{FF2B5EF4-FFF2-40B4-BE49-F238E27FC236}">
                          <a16:creationId xmlns:a16="http://schemas.microsoft.com/office/drawing/2014/main" id="{B612B892-E74F-07EF-B394-04F0666FF7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13052" y="1444109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F54337"/>
                                </a:solidFill>
                                <a:latin typeface="Cambria Math" panose="02040503050406030204" pitchFamily="18" charset="0"/>
                              </a:rPr>
                              <m:t>𝟑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F54337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4" name="Rectangle 13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B612B892-E74F-07EF-B394-04F0666FF7D6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613052" y="1444109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8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6D1B43B3-B4C9-0000-C367-F7931C6201D5}"/>
                </a:ext>
              </a:extLst>
            </p:cNvPr>
            <p:cNvGrpSpPr/>
            <p:nvPr/>
          </p:nvGrpSpPr>
          <p:grpSpPr>
            <a:xfrm>
              <a:off x="4490216" y="1508282"/>
              <a:ext cx="2983507" cy="582921"/>
              <a:chOff x="4140144" y="1835958"/>
              <a:chExt cx="2983507" cy="582921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" name="Rectangle 15">
                    <a:extLst>
                      <a:ext uri="{FF2B5EF4-FFF2-40B4-BE49-F238E27FC236}">
                        <a16:creationId xmlns:a16="http://schemas.microsoft.com/office/drawing/2014/main" id="{3B4BA2B6-5500-F095-9F23-2CE380973DD1}"/>
                      </a:ext>
                    </a:extLst>
                  </p:cNvPr>
                  <p:cNvSpPr/>
                  <p:nvPr/>
                </p:nvSpPr>
                <p:spPr>
                  <a:xfrm>
                    <a:off x="4140144" y="1835958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6" name="Rectangle 1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B4BA2B6-5500-F095-9F23-2CE380973DD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835958"/>
                    <a:ext cx="524250" cy="569273"/>
                  </a:xfrm>
                  <a:prstGeom prst="rect">
                    <a:avLst/>
                  </a:prstGeom>
                  <a:blipFill rotWithShape="0"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7" name="Rectangle 16">
                    <a:extLst>
                      <a:ext uri="{FF2B5EF4-FFF2-40B4-BE49-F238E27FC236}">
                        <a16:creationId xmlns:a16="http://schemas.microsoft.com/office/drawing/2014/main" id="{0C489E88-3A23-FDF6-D4B3-BB1FF147DCC9}"/>
                      </a:ext>
                    </a:extLst>
                  </p:cNvPr>
                  <p:cNvSpPr/>
                  <p:nvPr/>
                </p:nvSpPr>
                <p:spPr>
                  <a:xfrm>
                    <a:off x="4929167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7" name="Rectangle 1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C489E88-3A23-FDF6-D4B3-BB1FF147DCC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29167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B1B58A98-A46D-79C7-2EF6-D851CBD34C30}"/>
                      </a:ext>
                    </a:extLst>
                  </p:cNvPr>
                  <p:cNvSpPr/>
                  <p:nvPr/>
                </p:nvSpPr>
                <p:spPr>
                  <a:xfrm>
                    <a:off x="5774378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B1B58A98-A46D-79C7-2EF6-D851CBD34C3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74378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" name="Rectangle 18">
                    <a:extLst>
                      <a:ext uri="{FF2B5EF4-FFF2-40B4-BE49-F238E27FC236}">
                        <a16:creationId xmlns:a16="http://schemas.microsoft.com/office/drawing/2014/main" id="{D567B009-5FA3-530E-E556-695ED073B2B9}"/>
                      </a:ext>
                    </a:extLst>
                  </p:cNvPr>
                  <p:cNvSpPr/>
                  <p:nvPr/>
                </p:nvSpPr>
                <p:spPr>
                  <a:xfrm>
                    <a:off x="6599401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𝟔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" name="Rectangle 1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D567B009-5FA3-530E-E556-695ED073B2B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99401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FAB48B09-2220-ED9A-E7E4-47AAF6A8C5EE}"/>
                </a:ext>
              </a:extLst>
            </p:cNvPr>
            <p:cNvGrpSpPr/>
            <p:nvPr/>
          </p:nvGrpSpPr>
          <p:grpSpPr>
            <a:xfrm>
              <a:off x="4481596" y="2138625"/>
              <a:ext cx="2997157" cy="569273"/>
              <a:chOff x="4139880" y="3158063"/>
              <a:chExt cx="2997157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" name="Rectangle 20">
                    <a:extLst>
                      <a:ext uri="{FF2B5EF4-FFF2-40B4-BE49-F238E27FC236}">
                        <a16:creationId xmlns:a16="http://schemas.microsoft.com/office/drawing/2014/main" id="{C39E503C-7DA3-11A4-5F4F-C084449BF0BA}"/>
                      </a:ext>
                    </a:extLst>
                  </p:cNvPr>
                  <p:cNvSpPr/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1" name="Rectangle 2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C39E503C-7DA3-11A4-5F4F-C084449BF0B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2" name="Rectangle 21">
                    <a:extLst>
                      <a:ext uri="{FF2B5EF4-FFF2-40B4-BE49-F238E27FC236}">
                        <a16:creationId xmlns:a16="http://schemas.microsoft.com/office/drawing/2014/main" id="{AD2A51D0-DD5B-4BA6-5676-13F946AB6AA4}"/>
                      </a:ext>
                    </a:extLst>
                  </p:cNvPr>
                  <p:cNvSpPr/>
                  <p:nvPr/>
                </p:nvSpPr>
                <p:spPr>
                  <a:xfrm>
                    <a:off x="4858563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2" name="Rectangle 2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AD2A51D0-DD5B-4BA6-5676-13F946AB6AA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563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3" name="Rectangle 22">
                    <a:extLst>
                      <a:ext uri="{FF2B5EF4-FFF2-40B4-BE49-F238E27FC236}">
                        <a16:creationId xmlns:a16="http://schemas.microsoft.com/office/drawing/2014/main" id="{CFD0606C-D337-D7C5-AF67-9B21598910EC}"/>
                      </a:ext>
                    </a:extLst>
                  </p:cNvPr>
                  <p:cNvSpPr/>
                  <p:nvPr/>
                </p:nvSpPr>
                <p:spPr>
                  <a:xfrm>
                    <a:off x="5772017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3" name="Rectangle 2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CFD0606C-D337-D7C5-AF67-9B21598910E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72017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id="{0CDFCC1E-F3FB-C5E8-022A-D1C0A1CAC70F}"/>
                      </a:ext>
                    </a:extLst>
                  </p:cNvPr>
                  <p:cNvSpPr/>
                  <p:nvPr/>
                </p:nvSpPr>
                <p:spPr>
                  <a:xfrm>
                    <a:off x="6612787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CDFCC1E-F3FB-C5E8-022A-D1C0A1CAC70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612787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9B4779FB-ED1F-3698-6028-28EEFC4D5669}"/>
              </a:ext>
            </a:extLst>
          </p:cNvPr>
          <p:cNvSpPr/>
          <p:nvPr/>
        </p:nvSpPr>
        <p:spPr>
          <a:xfrm>
            <a:off x="4464204" y="977266"/>
            <a:ext cx="462693" cy="397915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6" name="Arrow: Up 25">
            <a:extLst>
              <a:ext uri="{FF2B5EF4-FFF2-40B4-BE49-F238E27FC236}">
                <a16:creationId xmlns:a16="http://schemas.microsoft.com/office/drawing/2014/main" id="{78EEDEF2-9DD3-DD26-8BB3-72E95591FC6C}"/>
              </a:ext>
            </a:extLst>
          </p:cNvPr>
          <p:cNvSpPr/>
          <p:nvPr/>
        </p:nvSpPr>
        <p:spPr>
          <a:xfrm flipV="1">
            <a:off x="4363499" y="1391376"/>
            <a:ext cx="664102" cy="1289226"/>
          </a:xfrm>
          <a:prstGeom prst="upArrow">
            <a:avLst>
              <a:gd name="adj1" fmla="val 50000"/>
              <a:gd name="adj2" fmla="val 58220"/>
            </a:avLst>
          </a:prstGeom>
          <a:noFill/>
          <a:ln w="28575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A1F9D1A4-38D6-3AFD-DC5F-BCEE80502590}"/>
              </a:ext>
            </a:extLst>
          </p:cNvPr>
          <p:cNvSpPr/>
          <p:nvPr/>
        </p:nvSpPr>
        <p:spPr>
          <a:xfrm>
            <a:off x="4462224" y="1610748"/>
            <a:ext cx="462693" cy="397915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1B3F4A4A-A2F2-8AA1-C6EC-51EAAFAF0435}"/>
              </a:ext>
            </a:extLst>
          </p:cNvPr>
          <p:cNvGrpSpPr/>
          <p:nvPr/>
        </p:nvGrpSpPr>
        <p:grpSpPr>
          <a:xfrm>
            <a:off x="4483194" y="884006"/>
            <a:ext cx="2997158" cy="569273"/>
            <a:chOff x="4140144" y="1444109"/>
            <a:chExt cx="2997158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EB3463E1-9CA2-65E2-419E-A27C983D9445}"/>
                    </a:ext>
                  </a:extLst>
                </p:cNvPr>
                <p:cNvSpPr/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B3463E1-9CA2-65E2-419E-A27C983D944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blipFill rotWithShape="0">
                  <a:blip r:embed="rId1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D9670A2F-41FE-31AE-5280-1FF9C47F5627}"/>
                    </a:ext>
                  </a:extLst>
                </p:cNvPr>
                <p:cNvSpPr/>
                <p:nvPr/>
              </p:nvSpPr>
              <p:spPr>
                <a:xfrm>
                  <a:off x="4943235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9670A2F-41FE-31AE-5280-1FF9C47F562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43235" y="1444109"/>
                  <a:ext cx="524250" cy="569273"/>
                </a:xfrm>
                <a:prstGeom prst="rect">
                  <a:avLst/>
                </a:prstGeom>
                <a:blipFill rotWithShape="0">
                  <a:blip r:embed="rId1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3225D112-C6EB-32E4-2E2E-DDFF90F35121}"/>
                    </a:ext>
                  </a:extLst>
                </p:cNvPr>
                <p:cNvSpPr/>
                <p:nvPr/>
              </p:nvSpPr>
              <p:spPr>
                <a:xfrm>
                  <a:off x="5772281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225D112-C6EB-32E4-2E2E-DDFF90F3512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72281" y="1444109"/>
                  <a:ext cx="524250" cy="569273"/>
                </a:xfrm>
                <a:prstGeom prst="rect">
                  <a:avLst/>
                </a:prstGeom>
                <a:blipFill rotWithShape="0"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02B2E009-11F6-DF91-7231-ECF02B9FD299}"/>
                    </a:ext>
                  </a:extLst>
                </p:cNvPr>
                <p:cNvSpPr/>
                <p:nvPr/>
              </p:nvSpPr>
              <p:spPr>
                <a:xfrm>
                  <a:off x="6613052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2B2E009-11F6-DF91-7231-ECF02B9FD29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13052" y="1444109"/>
                  <a:ext cx="524250" cy="569273"/>
                </a:xfrm>
                <a:prstGeom prst="rect">
                  <a:avLst/>
                </a:prstGeom>
                <a:blipFill rotWithShape="0"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59DC2664-7831-4F3E-A3B7-9F85A0B8D777}"/>
                  </a:ext>
                </a:extLst>
              </p:cNvPr>
              <p:cNvSpPr/>
              <p:nvPr/>
            </p:nvSpPr>
            <p:spPr>
              <a:xfrm>
                <a:off x="10533365" y="895452"/>
                <a:ext cx="522900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59DC2664-7831-4F3E-A3B7-9F85A0B8D7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3365" y="895452"/>
                <a:ext cx="522900" cy="523220"/>
              </a:xfrm>
              <a:prstGeom prst="rect">
                <a:avLst/>
              </a:prstGeom>
              <a:blipFill rotWithShape="0"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40994620-D31A-8102-C9CF-0C484CF5C5E0}"/>
                  </a:ext>
                </a:extLst>
              </p:cNvPr>
              <p:cNvSpPr/>
              <p:nvPr/>
            </p:nvSpPr>
            <p:spPr>
              <a:xfrm>
                <a:off x="7723466" y="1540065"/>
                <a:ext cx="693119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40994620-D31A-8102-C9CF-0C484CF5C5E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23466" y="1540065"/>
                <a:ext cx="693119" cy="523220"/>
              </a:xfrm>
              <a:prstGeom prst="rect">
                <a:avLst/>
              </a:prstGeom>
              <a:blipFill rotWithShape="0"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92685D53-B375-48E9-A466-03469756FE8F}"/>
              </a:ext>
            </a:extLst>
          </p:cNvPr>
          <p:cNvCxnSpPr>
            <a:cxnSpLocks/>
          </p:cNvCxnSpPr>
          <p:nvPr/>
        </p:nvCxnSpPr>
        <p:spPr>
          <a:xfrm>
            <a:off x="8479869" y="2832974"/>
            <a:ext cx="2967893" cy="1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2AABB303-8DD4-B04C-61AA-3536B5F13378}"/>
                  </a:ext>
                </a:extLst>
              </p:cNvPr>
              <p:cNvSpPr/>
              <p:nvPr/>
            </p:nvSpPr>
            <p:spPr>
              <a:xfrm>
                <a:off x="7780458" y="2197147"/>
                <a:ext cx="534121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2AABB303-8DD4-B04C-61AA-3536B5F1337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0458" y="2197147"/>
                <a:ext cx="534121" cy="523220"/>
              </a:xfrm>
              <a:prstGeom prst="rect">
                <a:avLst/>
              </a:prstGeom>
              <a:blipFill rotWithShape="0"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468CE0A8-6939-5EAF-B631-281778C0CA3F}"/>
                  </a:ext>
                </a:extLst>
              </p:cNvPr>
              <p:cNvSpPr txBox="1"/>
              <p:nvPr/>
            </p:nvSpPr>
            <p:spPr>
              <a:xfrm>
                <a:off x="10989455" y="901693"/>
                <a:ext cx="10933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468CE0A8-6939-5EAF-B631-281778C0CA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89455" y="901693"/>
                <a:ext cx="1093361" cy="523220"/>
              </a:xfrm>
              <a:prstGeom prst="rect">
                <a:avLst/>
              </a:prstGeom>
              <a:blipFill rotWithShape="0"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1" name="Group 40">
            <a:extLst>
              <a:ext uri="{FF2B5EF4-FFF2-40B4-BE49-F238E27FC236}">
                <a16:creationId xmlns:a16="http://schemas.microsoft.com/office/drawing/2014/main" id="{F1CDB95C-2803-2140-7027-3025BC907CFF}"/>
              </a:ext>
            </a:extLst>
          </p:cNvPr>
          <p:cNvGrpSpPr/>
          <p:nvPr/>
        </p:nvGrpSpPr>
        <p:grpSpPr>
          <a:xfrm>
            <a:off x="8385041" y="1540065"/>
            <a:ext cx="2956214" cy="569273"/>
            <a:chOff x="4140144" y="1444109"/>
            <a:chExt cx="2956214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FFDA6A18-66AA-18B6-B15F-441DF34850C8}"/>
                    </a:ext>
                  </a:extLst>
                </p:cNvPr>
                <p:cNvSpPr/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FFDA6A18-66AA-18B6-B15F-441DF34850C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blipFill rotWithShape="0">
                  <a:blip r:embed="rId2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61B6B088-DA1A-B730-ED39-9E3FAACBFC1F}"/>
                    </a:ext>
                  </a:extLst>
                </p:cNvPr>
                <p:cNvSpPr/>
                <p:nvPr/>
              </p:nvSpPr>
              <p:spPr>
                <a:xfrm>
                  <a:off x="4929587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61B6B088-DA1A-B730-ED39-9E3FAACBFC1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29587" y="1444109"/>
                  <a:ext cx="524250" cy="569273"/>
                </a:xfrm>
                <a:prstGeom prst="rect">
                  <a:avLst/>
                </a:prstGeom>
                <a:blipFill rotWithShape="0">
                  <a:blip r:embed="rId2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DAD07DC1-F130-1007-9305-8C06251E75BB}"/>
                    </a:ext>
                  </a:extLst>
                </p:cNvPr>
                <p:cNvSpPr/>
                <p:nvPr/>
              </p:nvSpPr>
              <p:spPr>
                <a:xfrm>
                  <a:off x="5881465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AD07DC1-F130-1007-9305-8C06251E75B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881465" y="1444109"/>
                  <a:ext cx="524250" cy="569273"/>
                </a:xfrm>
                <a:prstGeom prst="rect">
                  <a:avLst/>
                </a:prstGeom>
                <a:blipFill rotWithShape="0">
                  <a:blip r:embed="rId2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05CC2856-3647-2DED-65B8-911041220E0C}"/>
                    </a:ext>
                  </a:extLst>
                </p:cNvPr>
                <p:cNvSpPr/>
                <p:nvPr/>
              </p:nvSpPr>
              <p:spPr>
                <a:xfrm>
                  <a:off x="6572108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𝟔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5CC2856-3647-2DED-65B8-911041220E0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72108" y="1444109"/>
                  <a:ext cx="524250" cy="569273"/>
                </a:xfrm>
                <a:prstGeom prst="rect">
                  <a:avLst/>
                </a:prstGeom>
                <a:blipFill rotWithShape="0">
                  <a:blip r:embed="rId2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84AD8716-6B3E-E82A-D2D1-A36F8BEB1BD3}"/>
              </a:ext>
            </a:extLst>
          </p:cNvPr>
          <p:cNvGrpSpPr/>
          <p:nvPr/>
        </p:nvGrpSpPr>
        <p:grpSpPr>
          <a:xfrm>
            <a:off x="4488599" y="1512654"/>
            <a:ext cx="2983507" cy="582921"/>
            <a:chOff x="4140144" y="1835958"/>
            <a:chExt cx="2983507" cy="582921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484B7658-4EBD-8761-556E-3EA983873D42}"/>
                    </a:ext>
                  </a:extLst>
                </p:cNvPr>
                <p:cNvSpPr/>
                <p:nvPr/>
              </p:nvSpPr>
              <p:spPr>
                <a:xfrm>
                  <a:off x="4140144" y="1835958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484B7658-4EBD-8761-556E-3EA983873D4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835958"/>
                  <a:ext cx="524250" cy="569273"/>
                </a:xfrm>
                <a:prstGeom prst="rect">
                  <a:avLst/>
                </a:prstGeom>
                <a:blipFill rotWithShape="0">
                  <a:blip r:embed="rId3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D5F51D82-D9FA-25E2-1DFC-F78A89A3B82A}"/>
                    </a:ext>
                  </a:extLst>
                </p:cNvPr>
                <p:cNvSpPr/>
                <p:nvPr/>
              </p:nvSpPr>
              <p:spPr>
                <a:xfrm>
                  <a:off x="4929167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5F51D82-D9FA-25E2-1DFC-F78A89A3B82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29167" y="1849606"/>
                  <a:ext cx="524250" cy="569273"/>
                </a:xfrm>
                <a:prstGeom prst="rect">
                  <a:avLst/>
                </a:prstGeom>
                <a:blipFill rotWithShape="0">
                  <a:blip r:embed="rId3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2CACE339-421F-51F7-6A40-92985C7BCFEB}"/>
                    </a:ext>
                  </a:extLst>
                </p:cNvPr>
                <p:cNvSpPr/>
                <p:nvPr/>
              </p:nvSpPr>
              <p:spPr>
                <a:xfrm>
                  <a:off x="5774378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CACE339-421F-51F7-6A40-92985C7BCFE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74378" y="1849606"/>
                  <a:ext cx="524250" cy="569273"/>
                </a:xfrm>
                <a:prstGeom prst="rect">
                  <a:avLst/>
                </a:prstGeom>
                <a:blipFill rotWithShape="0">
                  <a:blip r:embed="rId3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id="{482F34E9-DD56-5543-896F-7386BB3C34A1}"/>
                    </a:ext>
                  </a:extLst>
                </p:cNvPr>
                <p:cNvSpPr/>
                <p:nvPr/>
              </p:nvSpPr>
              <p:spPr>
                <a:xfrm>
                  <a:off x="6599401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𝟔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482F34E9-DD56-5543-896F-7386BB3C34A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99401" y="1849606"/>
                  <a:ext cx="524250" cy="569273"/>
                </a:xfrm>
                <a:prstGeom prst="rect">
                  <a:avLst/>
                </a:prstGeom>
                <a:blipFill rotWithShape="0">
                  <a:blip r:embed="rId3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C88B85CC-1FB2-4BCF-BCDD-CCB461828F7B}"/>
              </a:ext>
            </a:extLst>
          </p:cNvPr>
          <p:cNvGrpSpPr/>
          <p:nvPr/>
        </p:nvGrpSpPr>
        <p:grpSpPr>
          <a:xfrm>
            <a:off x="8498128" y="2890932"/>
            <a:ext cx="3024451" cy="582921"/>
            <a:chOff x="4140144" y="1835958"/>
            <a:chExt cx="3024451" cy="582921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B7B245B2-628C-283C-F616-6381713FF173}"/>
                    </a:ext>
                  </a:extLst>
                </p:cNvPr>
                <p:cNvSpPr/>
                <p:nvPr/>
              </p:nvSpPr>
              <p:spPr>
                <a:xfrm>
                  <a:off x="4140144" y="1835958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B7B245B2-628C-283C-F616-6381713FF17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835958"/>
                  <a:ext cx="524250" cy="569273"/>
                </a:xfrm>
                <a:prstGeom prst="rect">
                  <a:avLst/>
                </a:prstGeom>
                <a:blipFill rotWithShape="0">
                  <a:blip r:embed="rId3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F989583D-401B-507C-A2F6-9640EFE27D73}"/>
                    </a:ext>
                  </a:extLst>
                </p:cNvPr>
                <p:cNvSpPr/>
                <p:nvPr/>
              </p:nvSpPr>
              <p:spPr>
                <a:xfrm>
                  <a:off x="4901871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F989583D-401B-507C-A2F6-9640EFE27D7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01871" y="1849606"/>
                  <a:ext cx="524250" cy="569273"/>
                </a:xfrm>
                <a:prstGeom prst="rect">
                  <a:avLst/>
                </a:prstGeom>
                <a:blipFill rotWithShape="0">
                  <a:blip r:embed="rId3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243EE7D4-86CA-5F1B-14AB-AAB503DA8C7D}"/>
                    </a:ext>
                  </a:extLst>
                </p:cNvPr>
                <p:cNvSpPr/>
                <p:nvPr/>
              </p:nvSpPr>
              <p:spPr>
                <a:xfrm>
                  <a:off x="5788026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43EE7D4-86CA-5F1B-14AB-AAB503DA8C7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88026" y="1849606"/>
                  <a:ext cx="524250" cy="569273"/>
                </a:xfrm>
                <a:prstGeom prst="rect">
                  <a:avLst/>
                </a:prstGeom>
                <a:blipFill rotWithShape="0">
                  <a:blip r:embed="rId3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6BC93F0B-C416-37B0-B7CC-29CFA93BCEDC}"/>
                    </a:ext>
                  </a:extLst>
                </p:cNvPr>
                <p:cNvSpPr/>
                <p:nvPr/>
              </p:nvSpPr>
              <p:spPr>
                <a:xfrm>
                  <a:off x="6640345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6BC93F0B-C416-37B0-B7CC-29CFA93BCED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40345" y="1849606"/>
                  <a:ext cx="524250" cy="569273"/>
                </a:xfrm>
                <a:prstGeom prst="rect">
                  <a:avLst/>
                </a:prstGeom>
                <a:blipFill rotWithShape="0">
                  <a:blip r:embed="rId3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7070C692-FAF5-114F-CD0E-06EAE1A31D23}"/>
              </a:ext>
            </a:extLst>
          </p:cNvPr>
          <p:cNvGrpSpPr/>
          <p:nvPr/>
        </p:nvGrpSpPr>
        <p:grpSpPr>
          <a:xfrm>
            <a:off x="3762912" y="2596511"/>
            <a:ext cx="3900218" cy="2160000"/>
            <a:chOff x="3758818" y="4433207"/>
            <a:chExt cx="3900218" cy="216000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68771064-A674-15F1-F366-D2C34ADD1087}"/>
                    </a:ext>
                  </a:extLst>
                </p:cNvPr>
                <p:cNvSpPr/>
                <p:nvPr/>
              </p:nvSpPr>
              <p:spPr>
                <a:xfrm>
                  <a:off x="4205429" y="4433207"/>
                  <a:ext cx="3453607" cy="21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5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>
                                <m:eqArr>
                                  <m:eqArrPr>
                                    <m:ctrlPr>
                                      <a:rPr lang="en-IN" sz="280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  <m:e/>
                                </m:eqAr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68771064-A674-15F1-F366-D2C34ADD108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05429" y="4433207"/>
                  <a:ext cx="3453607" cy="2160000"/>
                </a:xfrm>
                <a:prstGeom prst="rect">
                  <a:avLst/>
                </a:prstGeom>
                <a:blipFill rotWithShape="0">
                  <a:blip r:embed="rId3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8" name="Rectangle 57">
                  <a:extLst>
                    <a:ext uri="{FF2B5EF4-FFF2-40B4-BE49-F238E27FC236}">
                      <a16:creationId xmlns:a16="http://schemas.microsoft.com/office/drawing/2014/main" id="{3262F998-53FA-AFA8-CF0E-C02A36496CD5}"/>
                    </a:ext>
                  </a:extLst>
                </p:cNvPr>
                <p:cNvSpPr/>
                <p:nvPr/>
              </p:nvSpPr>
              <p:spPr>
                <a:xfrm>
                  <a:off x="3758818" y="5168364"/>
                  <a:ext cx="524250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58" name="Rectangle 5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262F998-53FA-AFA8-CF0E-C02A36496CD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58818" y="5168364"/>
                  <a:ext cx="524250" cy="711201"/>
                </a:xfrm>
                <a:prstGeom prst="rect">
                  <a:avLst/>
                </a:prstGeom>
                <a:blipFill rotWithShape="0">
                  <a:blip r:embed="rId3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15513330-EBA4-C5F1-48DE-616BF0CBE585}"/>
                </a:ext>
              </a:extLst>
            </p:cNvPr>
            <p:cNvGrpSpPr/>
            <p:nvPr/>
          </p:nvGrpSpPr>
          <p:grpSpPr>
            <a:xfrm>
              <a:off x="4477501" y="4632737"/>
              <a:ext cx="2997158" cy="569273"/>
              <a:chOff x="4140144" y="1444109"/>
              <a:chExt cx="2997158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" name="Rectangle 59">
                    <a:extLst>
                      <a:ext uri="{FF2B5EF4-FFF2-40B4-BE49-F238E27FC236}">
                        <a16:creationId xmlns:a16="http://schemas.microsoft.com/office/drawing/2014/main" id="{B873B57F-D00F-D792-0F8A-89261A4AAC62}"/>
                      </a:ext>
                    </a:extLst>
                  </p:cNvPr>
                  <p:cNvSpPr/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0" name="Rectangle 5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B873B57F-D00F-D792-0F8A-89261A4AAC6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" name="Rectangle 60">
                    <a:extLst>
                      <a:ext uri="{FF2B5EF4-FFF2-40B4-BE49-F238E27FC236}">
                        <a16:creationId xmlns:a16="http://schemas.microsoft.com/office/drawing/2014/main" id="{CEC0C722-203F-20F2-5A9B-94B2413CA4B7}"/>
                      </a:ext>
                    </a:extLst>
                  </p:cNvPr>
                  <p:cNvSpPr/>
                  <p:nvPr/>
                </p:nvSpPr>
                <p:spPr>
                  <a:xfrm>
                    <a:off x="4943235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1" name="Rectangle 6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CEC0C722-203F-20F2-5A9B-94B2413CA4B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43235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" name="Rectangle 61">
                    <a:extLst>
                      <a:ext uri="{FF2B5EF4-FFF2-40B4-BE49-F238E27FC236}">
                        <a16:creationId xmlns:a16="http://schemas.microsoft.com/office/drawing/2014/main" id="{32F24A0E-281B-666A-1D04-5846FE3EDE91}"/>
                      </a:ext>
                    </a:extLst>
                  </p:cNvPr>
                  <p:cNvSpPr/>
                  <p:nvPr/>
                </p:nvSpPr>
                <p:spPr>
                  <a:xfrm>
                    <a:off x="5772281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2" name="Rectangle 6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2F24A0E-281B-666A-1D04-5846FE3EDE9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72281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" name="Rectangle 62">
                    <a:extLst>
                      <a:ext uri="{FF2B5EF4-FFF2-40B4-BE49-F238E27FC236}">
                        <a16:creationId xmlns:a16="http://schemas.microsoft.com/office/drawing/2014/main" id="{F5C22CBF-DF49-3364-4ED1-90B1ADE2A7A6}"/>
                      </a:ext>
                    </a:extLst>
                  </p:cNvPr>
                  <p:cNvSpPr/>
                  <p:nvPr/>
                </p:nvSpPr>
                <p:spPr>
                  <a:xfrm>
                    <a:off x="6613052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3" name="Rectangle 6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5C22CBF-DF49-3364-4ED1-90B1ADE2A7A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613052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5FFED032-A9C5-7095-F13E-1C342A2D29B0}"/>
                </a:ext>
              </a:extLst>
            </p:cNvPr>
            <p:cNvGrpSpPr/>
            <p:nvPr/>
          </p:nvGrpSpPr>
          <p:grpSpPr>
            <a:xfrm>
              <a:off x="4462224" y="5879565"/>
              <a:ext cx="3024453" cy="569273"/>
              <a:chOff x="4139880" y="3158063"/>
              <a:chExt cx="3024453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5" name="Rectangle 64">
                    <a:extLst>
                      <a:ext uri="{FF2B5EF4-FFF2-40B4-BE49-F238E27FC236}">
                        <a16:creationId xmlns:a16="http://schemas.microsoft.com/office/drawing/2014/main" id="{FAC4F23C-B776-B76E-F122-FC9763B72132}"/>
                      </a:ext>
                    </a:extLst>
                  </p:cNvPr>
                  <p:cNvSpPr/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5" name="Rectangle 6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AC4F23C-B776-B76E-F122-FC9763B7213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" name="Rectangle 65">
                    <a:extLst>
                      <a:ext uri="{FF2B5EF4-FFF2-40B4-BE49-F238E27FC236}">
                        <a16:creationId xmlns:a16="http://schemas.microsoft.com/office/drawing/2014/main" id="{16D5FB8A-BB16-A31F-BE72-AF34016B8014}"/>
                      </a:ext>
                    </a:extLst>
                  </p:cNvPr>
                  <p:cNvSpPr/>
                  <p:nvPr/>
                </p:nvSpPr>
                <p:spPr>
                  <a:xfrm>
                    <a:off x="4872211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6" name="Rectangle 6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16D5FB8A-BB16-A31F-BE72-AF34016B801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72211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" name="Rectangle 66">
                    <a:extLst>
                      <a:ext uri="{FF2B5EF4-FFF2-40B4-BE49-F238E27FC236}">
                        <a16:creationId xmlns:a16="http://schemas.microsoft.com/office/drawing/2014/main" id="{C0EC0C7B-8C41-5017-4DAF-8A268E958042}"/>
                      </a:ext>
                    </a:extLst>
                  </p:cNvPr>
                  <p:cNvSpPr/>
                  <p:nvPr/>
                </p:nvSpPr>
                <p:spPr>
                  <a:xfrm>
                    <a:off x="5785665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7" name="Rectangle 6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C0EC0C7B-8C41-5017-4DAF-8A268E95804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85665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" name="Rectangle 67">
                    <a:extLst>
                      <a:ext uri="{FF2B5EF4-FFF2-40B4-BE49-F238E27FC236}">
                        <a16:creationId xmlns:a16="http://schemas.microsoft.com/office/drawing/2014/main" id="{FBFFB4EF-1296-5D16-2359-76ADD336CC7D}"/>
                      </a:ext>
                    </a:extLst>
                  </p:cNvPr>
                  <p:cNvSpPr/>
                  <p:nvPr/>
                </p:nvSpPr>
                <p:spPr>
                  <a:xfrm>
                    <a:off x="6640083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8" name="Rectangle 6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BFFB4EF-1296-5D16-2359-76ADD336CC7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640083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sp>
        <p:nvSpPr>
          <p:cNvPr id="101" name="Rectangle: Rounded Corners 100">
            <a:extLst>
              <a:ext uri="{FF2B5EF4-FFF2-40B4-BE49-F238E27FC236}">
                <a16:creationId xmlns:a16="http://schemas.microsoft.com/office/drawing/2014/main" id="{F36B9ECF-24B8-2AB3-1434-0EE155B76167}"/>
              </a:ext>
            </a:extLst>
          </p:cNvPr>
          <p:cNvSpPr/>
          <p:nvPr/>
        </p:nvSpPr>
        <p:spPr>
          <a:xfrm>
            <a:off x="5127897" y="3501558"/>
            <a:ext cx="575708" cy="397915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5A8DE00D-D0E3-F392-2E33-ECC4B9F1C31E}"/>
              </a:ext>
            </a:extLst>
          </p:cNvPr>
          <p:cNvSpPr/>
          <p:nvPr/>
        </p:nvSpPr>
        <p:spPr>
          <a:xfrm>
            <a:off x="5125917" y="4121392"/>
            <a:ext cx="575707" cy="397915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7B511E67-C9E3-E891-3635-8E8DD570F062}"/>
              </a:ext>
            </a:extLst>
          </p:cNvPr>
          <p:cNvGrpSpPr/>
          <p:nvPr/>
        </p:nvGrpSpPr>
        <p:grpSpPr>
          <a:xfrm>
            <a:off x="3758251" y="4543907"/>
            <a:ext cx="3900218" cy="2160000"/>
            <a:chOff x="3758251" y="4502963"/>
            <a:chExt cx="3900218" cy="2160000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AE3E1D16-CD6B-9637-429E-F9F045F1B118}"/>
                </a:ext>
              </a:extLst>
            </p:cNvPr>
            <p:cNvGrpSpPr/>
            <p:nvPr/>
          </p:nvGrpSpPr>
          <p:grpSpPr>
            <a:xfrm>
              <a:off x="3758251" y="4502963"/>
              <a:ext cx="3900218" cy="2160000"/>
              <a:chOff x="3772466" y="966676"/>
              <a:chExt cx="3900218" cy="216000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" name="Rectangle 106">
                    <a:extLst>
                      <a:ext uri="{FF2B5EF4-FFF2-40B4-BE49-F238E27FC236}">
                        <a16:creationId xmlns:a16="http://schemas.microsoft.com/office/drawing/2014/main" id="{1B4E65C6-CA13-3444-F45F-F60160100C25}"/>
                      </a:ext>
                    </a:extLst>
                  </p:cNvPr>
                  <p:cNvSpPr/>
                  <p:nvPr/>
                </p:nvSpPr>
                <p:spPr>
                  <a:xfrm>
                    <a:off x="4219077" y="966676"/>
                    <a:ext cx="3453607" cy="2160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mcs>
                                  <m:mc>
                                    <m:mcPr>
                                      <m:count m:val="5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>
                                  <m:eqArr>
                                    <m:eqArrPr>
                                      <m:ctrlPr>
                                        <a:rPr lang="en-IN" sz="280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/>
                                    <m:e/>
                                    <m:e/>
                                  </m:eqArr>
                                </m:e>
                              </m:mr>
                            </m:m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107" name="Rectangle 10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1B4E65C6-CA13-3444-F45F-F60160100C2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19077" y="966676"/>
                    <a:ext cx="3453607" cy="2160000"/>
                  </a:xfrm>
                  <a:prstGeom prst="rect">
                    <a:avLst/>
                  </a:prstGeom>
                  <a:blipFill rotWithShape="0">
                    <a:blip r:embed="rId4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" name="Rectangle 107">
                    <a:extLst>
                      <a:ext uri="{FF2B5EF4-FFF2-40B4-BE49-F238E27FC236}">
                        <a16:creationId xmlns:a16="http://schemas.microsoft.com/office/drawing/2014/main" id="{1E0658C8-203B-157F-1DE2-8C4CD6A5B794}"/>
                      </a:ext>
                    </a:extLst>
                  </p:cNvPr>
                  <p:cNvSpPr/>
                  <p:nvPr/>
                </p:nvSpPr>
                <p:spPr>
                  <a:xfrm>
                    <a:off x="3772466" y="1688185"/>
                    <a:ext cx="524250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8" name="Rectangle 10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1E0658C8-203B-157F-1DE2-8C4CD6A5B79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772466" y="1688185"/>
                    <a:ext cx="524250" cy="711201"/>
                  </a:xfrm>
                  <a:prstGeom prst="rect">
                    <a:avLst/>
                  </a:prstGeom>
                  <a:blipFill rotWithShape="0">
                    <a:blip r:embed="rId5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CE8616F5-B96E-B4B7-E88E-D9094D9DCF88}"/>
                  </a:ext>
                </a:extLst>
              </p:cNvPr>
              <p:cNvGrpSpPr/>
              <p:nvPr/>
            </p:nvGrpSpPr>
            <p:grpSpPr>
              <a:xfrm>
                <a:off x="4491149" y="1152558"/>
                <a:ext cx="2997158" cy="569273"/>
                <a:chOff x="4140144" y="1444109"/>
                <a:chExt cx="2997158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5" name="Rectangle 114">
                      <a:extLst>
                        <a:ext uri="{FF2B5EF4-FFF2-40B4-BE49-F238E27FC236}">
                          <a16:creationId xmlns:a16="http://schemas.microsoft.com/office/drawing/2014/main" id="{F11AD277-D6EB-EFE9-F8E8-4B74949350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0144" y="1444109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F54337"/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F54337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15" name="Rectangle 114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F11AD277-D6EB-EFE9-F8E8-4B7494935002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140144" y="1444109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1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6" name="Rectangle 115">
                      <a:extLst>
                        <a:ext uri="{FF2B5EF4-FFF2-40B4-BE49-F238E27FC236}">
                          <a16:creationId xmlns:a16="http://schemas.microsoft.com/office/drawing/2014/main" id="{FA422D6D-C1DD-A006-CD7F-0E73AFA80C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43235" y="1444109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F54337"/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F54337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16" name="Rectangle 115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FA422D6D-C1DD-A006-CD7F-0E73AFA80C6D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943235" y="1444109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2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7" name="Rectangle 116">
                      <a:extLst>
                        <a:ext uri="{FF2B5EF4-FFF2-40B4-BE49-F238E27FC236}">
                          <a16:creationId xmlns:a16="http://schemas.microsoft.com/office/drawing/2014/main" id="{CFAC6BB5-063E-8AAF-6C67-AE71D67051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72281" y="1444109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F54337"/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F54337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17" name="Rectangle 116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CFAC6BB5-063E-8AAF-6C67-AE71D670513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772281" y="1444109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3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8" name="Rectangle 117">
                      <a:extLst>
                        <a:ext uri="{FF2B5EF4-FFF2-40B4-BE49-F238E27FC236}">
                          <a16:creationId xmlns:a16="http://schemas.microsoft.com/office/drawing/2014/main" id="{97F64C49-65FE-5F6A-E4D1-9F5FB71525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13052" y="1444109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F54337"/>
                                </a:solidFill>
                                <a:latin typeface="Cambria Math" panose="02040503050406030204" pitchFamily="18" charset="0"/>
                              </a:rPr>
                              <m:t>𝟑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F54337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18" name="Rectangle 117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97F64C49-65FE-5F6A-E4D1-9F5FB7152532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613052" y="1444109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05838162-91B1-F8E1-E2BC-0DA261249DE5}"/>
                  </a:ext>
                </a:extLst>
              </p:cNvPr>
              <p:cNvGrpSpPr/>
              <p:nvPr/>
            </p:nvGrpSpPr>
            <p:grpSpPr>
              <a:xfrm>
                <a:off x="4486122" y="1775972"/>
                <a:ext cx="2997155" cy="569273"/>
                <a:chOff x="4140144" y="1849606"/>
                <a:chExt cx="2997155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1" name="Rectangle 110">
                      <a:extLst>
                        <a:ext uri="{FF2B5EF4-FFF2-40B4-BE49-F238E27FC236}">
                          <a16:creationId xmlns:a16="http://schemas.microsoft.com/office/drawing/2014/main" id="{9E5A17D7-AF8B-90E2-353E-F225B83D73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0144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11" name="Rectangle 110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9E5A17D7-AF8B-90E2-353E-F225B83D73C6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140144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2" name="Rectangle 111">
                      <a:extLst>
                        <a:ext uri="{FF2B5EF4-FFF2-40B4-BE49-F238E27FC236}">
                          <a16:creationId xmlns:a16="http://schemas.microsoft.com/office/drawing/2014/main" id="{AF13583B-94EF-0047-0324-B351928C29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60927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12" name="Rectangle 111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AF13583B-94EF-0047-0324-B351928C29A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860927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3" name="Rectangle 112">
                      <a:extLst>
                        <a:ext uri="{FF2B5EF4-FFF2-40B4-BE49-F238E27FC236}">
                          <a16:creationId xmlns:a16="http://schemas.microsoft.com/office/drawing/2014/main" id="{8A3BF6B3-4CD1-B57F-66C4-DD5247FCA7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88026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13" name="Rectangle 112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8A3BF6B3-4CD1-B57F-66C4-DD5247FCA71D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788026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4" name="Rectangle 113">
                      <a:extLst>
                        <a:ext uri="{FF2B5EF4-FFF2-40B4-BE49-F238E27FC236}">
                          <a16:creationId xmlns:a16="http://schemas.microsoft.com/office/drawing/2014/main" id="{C26D04DA-74B8-5DFD-D2B8-90BD5024D4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13049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14" name="Rectangle 113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C26D04DA-74B8-5DFD-D2B8-90BD5024D4B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613049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8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78151E1B-3BA5-540E-A7D6-CEE1454BCFB9}"/>
                </a:ext>
              </a:extLst>
            </p:cNvPr>
            <p:cNvGrpSpPr/>
            <p:nvPr/>
          </p:nvGrpSpPr>
          <p:grpSpPr>
            <a:xfrm>
              <a:off x="4471905" y="5953853"/>
              <a:ext cx="2997157" cy="569273"/>
              <a:chOff x="4139880" y="3158063"/>
              <a:chExt cx="2997157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0" name="Rectangle 119">
                    <a:extLst>
                      <a:ext uri="{FF2B5EF4-FFF2-40B4-BE49-F238E27FC236}">
                        <a16:creationId xmlns:a16="http://schemas.microsoft.com/office/drawing/2014/main" id="{834464C9-1BCD-07EF-7DF6-E3B049EBCCB8}"/>
                      </a:ext>
                    </a:extLst>
                  </p:cNvPr>
                  <p:cNvSpPr/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0" name="Rectangle 11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834464C9-1BCD-07EF-7DF6-E3B049EBCCB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5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1" name="Rectangle 120">
                    <a:extLst>
                      <a:ext uri="{FF2B5EF4-FFF2-40B4-BE49-F238E27FC236}">
                        <a16:creationId xmlns:a16="http://schemas.microsoft.com/office/drawing/2014/main" id="{48001B79-FBD0-AA1E-FFE8-006327148CBE}"/>
                      </a:ext>
                    </a:extLst>
                  </p:cNvPr>
                  <p:cNvSpPr/>
                  <p:nvPr/>
                </p:nvSpPr>
                <p:spPr>
                  <a:xfrm>
                    <a:off x="4940451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1" name="Rectangle 12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48001B79-FBD0-AA1E-FFE8-006327148CB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40451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2" name="Rectangle 121">
                    <a:extLst>
                      <a:ext uri="{FF2B5EF4-FFF2-40B4-BE49-F238E27FC236}">
                        <a16:creationId xmlns:a16="http://schemas.microsoft.com/office/drawing/2014/main" id="{088C1E5B-C94E-CAD9-FC57-4C624BE5A8AE}"/>
                      </a:ext>
                    </a:extLst>
                  </p:cNvPr>
                  <p:cNvSpPr/>
                  <p:nvPr/>
                </p:nvSpPr>
                <p:spPr>
                  <a:xfrm>
                    <a:off x="5785665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2" name="Rectangle 12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88C1E5B-C94E-CAD9-FC57-4C624BE5A8A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85665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3" name="Rectangle 122">
                    <a:extLst>
                      <a:ext uri="{FF2B5EF4-FFF2-40B4-BE49-F238E27FC236}">
                        <a16:creationId xmlns:a16="http://schemas.microsoft.com/office/drawing/2014/main" id="{7DD19ACA-A24F-0A28-734F-607BBC55C497}"/>
                      </a:ext>
                    </a:extLst>
                  </p:cNvPr>
                  <p:cNvSpPr/>
                  <p:nvPr/>
                </p:nvSpPr>
                <p:spPr>
                  <a:xfrm>
                    <a:off x="6612787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3" name="Rectangle 12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7DD19ACA-A24F-0A28-734F-607BBC55C49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612787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CDC3E46A-DE8E-D7CA-9EC6-64BBBEB8843F}"/>
              </a:ext>
            </a:extLst>
          </p:cNvPr>
          <p:cNvGrpSpPr/>
          <p:nvPr/>
        </p:nvGrpSpPr>
        <p:grpSpPr>
          <a:xfrm flipH="1">
            <a:off x="-16096" y="4042869"/>
            <a:ext cx="3464890" cy="1665314"/>
            <a:chOff x="7971930" y="3782403"/>
            <a:chExt cx="3453607" cy="2025782"/>
          </a:xfrm>
        </p:grpSpPr>
        <p:sp>
          <p:nvSpPr>
            <p:cNvPr id="124" name="Speech Bubble: Oval 123">
              <a:extLst>
                <a:ext uri="{FF2B5EF4-FFF2-40B4-BE49-F238E27FC236}">
                  <a16:creationId xmlns:a16="http://schemas.microsoft.com/office/drawing/2014/main" id="{150FDA45-03DF-A46F-7A10-2E7B75F32492}"/>
                </a:ext>
              </a:extLst>
            </p:cNvPr>
            <p:cNvSpPr/>
            <p:nvPr/>
          </p:nvSpPr>
          <p:spPr>
            <a:xfrm>
              <a:off x="7971930" y="3782403"/>
              <a:ext cx="3453607" cy="2025782"/>
            </a:xfrm>
            <a:prstGeom prst="wedgeEllipseCallout">
              <a:avLst>
                <a:gd name="adj1" fmla="val -61931"/>
                <a:gd name="adj2" fmla="val 54416"/>
              </a:avLst>
            </a:prstGeom>
            <a:solidFill>
              <a:schemeClr val="accent5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5" name="Content Placeholder 4">
                  <a:extLst>
                    <a:ext uri="{FF2B5EF4-FFF2-40B4-BE49-F238E27FC236}">
                      <a16:creationId xmlns:a16="http://schemas.microsoft.com/office/drawing/2014/main" id="{0887A155-0C0B-CA3E-C8F6-EA1D9EAFEDE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8576594" y="4071773"/>
                  <a:ext cx="2344621" cy="1533251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ctr">
                    <a:buNone/>
                  </a:pPr>
                  <a:r>
                    <a:rPr lang="en-IN" sz="2800" dirty="0">
                      <a:solidFill>
                        <a:srgbClr val="002060"/>
                      </a:solidFill>
                    </a:rPr>
                    <a:t>Which is a row</a:t>
                  </a:r>
                </a:p>
                <a:p>
                  <a:pPr marL="0" indent="0" algn="ctr">
                    <a:buNone/>
                  </a:pPr>
                  <a:r>
                    <a:rPr lang="en-IN" sz="2800" dirty="0">
                      <a:solidFill>
                        <a:srgbClr val="002060"/>
                      </a:solidFill>
                    </a:rPr>
                    <a:t>echelon form </a:t>
                  </a:r>
                </a:p>
                <a:p>
                  <a:pPr marL="0" indent="0" algn="ctr">
                    <a:buNone/>
                  </a:pPr>
                  <a:r>
                    <a:rPr lang="en-IN" sz="2800" dirty="0">
                      <a:solidFill>
                        <a:srgbClr val="002060"/>
                      </a:solidFill>
                    </a:rPr>
                    <a:t>of matrix </a:t>
                  </a: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. </a:t>
                  </a:r>
                </a:p>
              </p:txBody>
            </p:sp>
          </mc:Choice>
          <mc:Fallback xmlns="">
            <p:sp>
              <p:nvSpPr>
                <p:cNvPr id="125" name="Content Placeholder 4">
                  <a:extLst>
                    <a:ext uri="{FF2B5EF4-FFF2-40B4-BE49-F238E27FC236}">
                      <a16:creationId xmlns:a16="http://schemas.microsoft.com/office/drawing/2014/main" id="{0887A155-0C0B-CA3E-C8F6-EA1D9EAFED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576594" y="4071773"/>
                  <a:ext cx="2344621" cy="1533251"/>
                </a:xfrm>
                <a:prstGeom prst="rect">
                  <a:avLst/>
                </a:prstGeom>
                <a:blipFill>
                  <a:blip r:embed="rId63"/>
                  <a:stretch>
                    <a:fillRect l="-2332" t="-17874" r="-2332" b="-23188"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95" name="Content Placeholder 4">
                <a:extLst>
                  <a:ext uri="{FF2B5EF4-FFF2-40B4-BE49-F238E27FC236}">
                    <a16:creationId xmlns:a16="http://schemas.microsoft.com/office/drawing/2014/main" id="{6A2D25F7-669B-4302-A723-8447E3C23AC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967926" y="3414901"/>
                <a:ext cx="1629036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>
                <a:defPPr>
                  <a:defRPr lang="en-US"/>
                </a:defPPr>
                <a:lvl1pPr algn="ctr">
                  <a:defRPr sz="2800" b="1" i="1">
                    <a:solidFill>
                      <a:srgbClr val="FF000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𝟏𝟐</m:t>
                          </m:r>
                        </m:sub>
                      </m:sSub>
                      <m:r>
                        <a:rPr lang="en-IN">
                          <a:latin typeface="Cambria Math" panose="02040503050406030204" pitchFamily="18" charset="0"/>
                        </a:rPr>
                        <m:t>(−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95" name="Content Placeholder 4">
                <a:extLst>
                  <a:ext uri="{FF2B5EF4-FFF2-40B4-BE49-F238E27FC236}">
                    <a16:creationId xmlns:a16="http://schemas.microsoft.com/office/drawing/2014/main" id="{6A2D25F7-669B-4302-A723-8447E3C23A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67926" y="3414901"/>
                <a:ext cx="1629036" cy="523220"/>
              </a:xfrm>
              <a:prstGeom prst="rect">
                <a:avLst/>
              </a:prstGeom>
              <a:blipFill>
                <a:blip r:embed="rId6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Content Placeholder 4">
                <a:extLst>
                  <a:ext uri="{FF2B5EF4-FFF2-40B4-BE49-F238E27FC236}">
                    <a16:creationId xmlns:a16="http://schemas.microsoft.com/office/drawing/2014/main" id="{11252BE8-5036-4D17-AB97-391254A4F1F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967926" y="5353203"/>
                <a:ext cx="1629036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>
                <a:defPPr>
                  <a:defRPr lang="en-US"/>
                </a:defPPr>
                <a:lvl1pPr algn="ctr">
                  <a:defRPr sz="2800" b="1" i="1">
                    <a:solidFill>
                      <a:srgbClr val="FF000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𝟐𝟑</m:t>
                          </m:r>
                        </m:sub>
                      </m:sSub>
                      <m:r>
                        <a:rPr lang="en-IN">
                          <a:latin typeface="Cambria Math" panose="02040503050406030204" pitchFamily="18" charset="0"/>
                        </a:rPr>
                        <m:t>(−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𝟒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99" name="Content Placeholder 4">
                <a:extLst>
                  <a:ext uri="{FF2B5EF4-FFF2-40B4-BE49-F238E27FC236}">
                    <a16:creationId xmlns:a16="http://schemas.microsoft.com/office/drawing/2014/main" id="{11252BE8-5036-4D17-AB97-391254A4F1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67926" y="5353203"/>
                <a:ext cx="1629036" cy="523220"/>
              </a:xfrm>
              <a:prstGeom prst="rect">
                <a:avLst/>
              </a:prstGeom>
              <a:blipFill>
                <a:blip r:embed="rId6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332849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3.7037E-7 L 0.26889 -3.7037E-7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43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2.96296E-6 L 0.32644 0.10371 " pathEditMode="relative" rAng="0" ptsTypes="AA">
                                      <p:cBhvr>
                                        <p:cTn id="55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315" y="518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00"/>
                            </p:stCondLst>
                            <p:childTnLst>
                              <p:par>
                                <p:cTn id="5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0.00417 L -0.33033 0.0713 " pathEditMode="relative" rAng="0" ptsTypes="AA">
                                      <p:cBhvr>
                                        <p:cTn id="71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23" y="3356"/>
                                    </p:animMotion>
                                  </p:childTnLst>
                                </p:cTn>
                              </p:par>
                              <p:par>
                                <p:cTn id="7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36" grpId="0"/>
      <p:bldP spid="36" grpId="1"/>
      <p:bldP spid="37" grpId="0"/>
      <p:bldP spid="37" grpId="1"/>
      <p:bldP spid="39" grpId="0"/>
      <p:bldP spid="39" grpId="1"/>
      <p:bldP spid="40" grpId="0"/>
      <p:bldP spid="40" grpId="1"/>
      <p:bldP spid="101" grpId="0" animBg="1"/>
      <p:bldP spid="101" grpId="1" animBg="1"/>
      <p:bldP spid="102" grpId="0" animBg="1"/>
      <p:bldP spid="102" grpId="1" animBg="1"/>
      <p:bldP spid="95" grpId="0"/>
      <p:bldP spid="99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CD3DFA-A1B3-505F-7345-E0D9F8337A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Procedure to Convert the Matrix into Reduced Row - Echelon Form</a:t>
            </a:r>
            <a:endParaRPr lang="en-IN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9E543211-61BD-4E27-A2A9-5CEEE6CCECB2}"/>
              </a:ext>
            </a:extLst>
          </p:cNvPr>
          <p:cNvGrpSpPr/>
          <p:nvPr/>
        </p:nvGrpSpPr>
        <p:grpSpPr>
          <a:xfrm>
            <a:off x="261580" y="1329388"/>
            <a:ext cx="11733223" cy="1048463"/>
            <a:chOff x="180309" y="1308509"/>
            <a:chExt cx="11733223" cy="1048463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B92C034F-AD3B-5B35-7B69-40058893929A}"/>
                </a:ext>
              </a:extLst>
            </p:cNvPr>
            <p:cNvSpPr/>
            <p:nvPr/>
          </p:nvSpPr>
          <p:spPr>
            <a:xfrm>
              <a:off x="278467" y="1323556"/>
              <a:ext cx="11635065" cy="1033416"/>
            </a:xfrm>
            <a:custGeom>
              <a:avLst/>
              <a:gdLst>
                <a:gd name="connsiteX0" fmla="*/ 0 w 4693176"/>
                <a:gd name="connsiteY0" fmla="*/ 0 h 1255998"/>
                <a:gd name="connsiteX1" fmla="*/ 4065177 w 4693176"/>
                <a:gd name="connsiteY1" fmla="*/ 0 h 1255998"/>
                <a:gd name="connsiteX2" fmla="*/ 4693176 w 4693176"/>
                <a:gd name="connsiteY2" fmla="*/ 627999 h 1255998"/>
                <a:gd name="connsiteX3" fmla="*/ 4065177 w 4693176"/>
                <a:gd name="connsiteY3" fmla="*/ 1255998 h 1255998"/>
                <a:gd name="connsiteX4" fmla="*/ 0 w 4693176"/>
                <a:gd name="connsiteY4" fmla="*/ 1255998 h 1255998"/>
                <a:gd name="connsiteX5" fmla="*/ 0 w 4693176"/>
                <a:gd name="connsiteY5" fmla="*/ 0 h 125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93176" h="1255998">
                  <a:moveTo>
                    <a:pt x="4693176" y="1255997"/>
                  </a:moveTo>
                  <a:lnTo>
                    <a:pt x="627999" y="1255997"/>
                  </a:lnTo>
                  <a:lnTo>
                    <a:pt x="0" y="627999"/>
                  </a:lnTo>
                  <a:lnTo>
                    <a:pt x="627999" y="1"/>
                  </a:lnTo>
                  <a:lnTo>
                    <a:pt x="4693176" y="1"/>
                  </a:lnTo>
                  <a:lnTo>
                    <a:pt x="4693176" y="1255997"/>
                  </a:lnTo>
                  <a:close/>
                </a:path>
              </a:pathLst>
            </a:cu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2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867859" tIns="220981" rIns="412496" bIns="220981" numCol="1" spcCol="1270" anchor="ctr" anchorCtr="0">
              <a:noAutofit/>
            </a:bodyPr>
            <a:lstStyle/>
            <a:p>
              <a:pPr marL="719138" lvl="0" defTabSz="2578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2800" dirty="0">
                  <a:solidFill>
                    <a:srgbClr val="002060"/>
                  </a:solidFill>
                </a:rPr>
                <a:t>Put all the </a:t>
              </a:r>
              <a:r>
                <a:rPr lang="en-IN" sz="2800" b="1" dirty="0">
                  <a:solidFill>
                    <a:srgbClr val="FF0000"/>
                  </a:solidFill>
                </a:rPr>
                <a:t>zero rows</a:t>
              </a:r>
              <a:r>
                <a:rPr lang="en-IN" sz="2800" dirty="0">
                  <a:solidFill>
                    <a:srgbClr val="002060"/>
                  </a:solidFill>
                </a:rPr>
                <a:t> at the </a:t>
              </a:r>
              <a:r>
                <a:rPr lang="en-IN" sz="2800" b="1" dirty="0">
                  <a:solidFill>
                    <a:srgbClr val="FF0000"/>
                  </a:solidFill>
                </a:rPr>
                <a:t>bottom</a:t>
              </a:r>
              <a:r>
                <a:rPr lang="en-IN" sz="2800" dirty="0">
                  <a:solidFill>
                    <a:srgbClr val="002060"/>
                  </a:solidFill>
                </a:rPr>
                <a:t> of the matrix.</a:t>
              </a:r>
              <a:endParaRPr lang="en-IN" sz="2800" kern="1200" dirty="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9BF56550-9A8A-5705-FA6B-AA75EFB4F2B3}"/>
                </a:ext>
              </a:extLst>
            </p:cNvPr>
            <p:cNvSpPr/>
            <p:nvPr/>
          </p:nvSpPr>
          <p:spPr>
            <a:xfrm>
              <a:off x="180309" y="1308509"/>
              <a:ext cx="977871" cy="1033414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1</a:t>
              </a:r>
              <a:endParaRPr lang="en-IN" sz="2800" b="1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83844B4F-7C4F-A7E2-8A33-368CA1EE4809}"/>
              </a:ext>
            </a:extLst>
          </p:cNvPr>
          <p:cNvGrpSpPr/>
          <p:nvPr/>
        </p:nvGrpSpPr>
        <p:grpSpPr>
          <a:xfrm>
            <a:off x="247317" y="2928000"/>
            <a:ext cx="11747486" cy="1033416"/>
            <a:chOff x="261580" y="2820271"/>
            <a:chExt cx="11747486" cy="1033416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1DFD580B-4CCE-3A04-4C5E-0884911A4FAC}"/>
                </a:ext>
              </a:extLst>
            </p:cNvPr>
            <p:cNvSpPr/>
            <p:nvPr/>
          </p:nvSpPr>
          <p:spPr>
            <a:xfrm>
              <a:off x="374001" y="2820271"/>
              <a:ext cx="11635065" cy="1033416"/>
            </a:xfrm>
            <a:custGeom>
              <a:avLst/>
              <a:gdLst>
                <a:gd name="connsiteX0" fmla="*/ 0 w 4693176"/>
                <a:gd name="connsiteY0" fmla="*/ 0 h 1255998"/>
                <a:gd name="connsiteX1" fmla="*/ 4065177 w 4693176"/>
                <a:gd name="connsiteY1" fmla="*/ 0 h 1255998"/>
                <a:gd name="connsiteX2" fmla="*/ 4693176 w 4693176"/>
                <a:gd name="connsiteY2" fmla="*/ 627999 h 1255998"/>
                <a:gd name="connsiteX3" fmla="*/ 4065177 w 4693176"/>
                <a:gd name="connsiteY3" fmla="*/ 1255998 h 1255998"/>
                <a:gd name="connsiteX4" fmla="*/ 0 w 4693176"/>
                <a:gd name="connsiteY4" fmla="*/ 1255998 h 1255998"/>
                <a:gd name="connsiteX5" fmla="*/ 0 w 4693176"/>
                <a:gd name="connsiteY5" fmla="*/ 0 h 125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93176" h="1255998">
                  <a:moveTo>
                    <a:pt x="4693176" y="1255997"/>
                  </a:moveTo>
                  <a:lnTo>
                    <a:pt x="627999" y="1255997"/>
                  </a:lnTo>
                  <a:lnTo>
                    <a:pt x="0" y="627999"/>
                  </a:lnTo>
                  <a:lnTo>
                    <a:pt x="627999" y="1"/>
                  </a:lnTo>
                  <a:lnTo>
                    <a:pt x="4693176" y="1"/>
                  </a:lnTo>
                  <a:lnTo>
                    <a:pt x="4693176" y="1255997"/>
                  </a:lnTo>
                  <a:close/>
                </a:path>
              </a:pathLst>
            </a:cu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2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867859" tIns="220981" rIns="412496" bIns="220981" numCol="1" spcCol="1270" anchor="ctr" anchorCtr="0">
              <a:noAutofit/>
            </a:bodyPr>
            <a:lstStyle/>
            <a:p>
              <a:pPr marL="723900" lvl="0" defTabSz="2578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2800" dirty="0">
                  <a:solidFill>
                    <a:srgbClr val="002060"/>
                  </a:solidFill>
                </a:rPr>
                <a:t>Arrange all the </a:t>
              </a:r>
              <a:r>
                <a:rPr lang="en-IN" sz="2800" b="1" dirty="0">
                  <a:solidFill>
                    <a:srgbClr val="FF0000"/>
                  </a:solidFill>
                </a:rPr>
                <a:t>rows</a:t>
              </a:r>
              <a:r>
                <a:rPr lang="en-IN" sz="2800" dirty="0">
                  <a:solidFill>
                    <a:srgbClr val="002060"/>
                  </a:solidFill>
                </a:rPr>
                <a:t> of a matrix in the </a:t>
              </a:r>
              <a:r>
                <a:rPr lang="en-IN" sz="2800" b="1" dirty="0">
                  <a:solidFill>
                    <a:srgbClr val="FF0000"/>
                  </a:solidFill>
                </a:rPr>
                <a:t>decreasing</a:t>
              </a:r>
              <a:r>
                <a:rPr lang="en-IN" sz="2800" dirty="0">
                  <a:solidFill>
                    <a:srgbClr val="002060"/>
                  </a:solidFill>
                </a:rPr>
                <a:t> order.</a:t>
              </a:r>
              <a:endParaRPr lang="en-IN" sz="2800" kern="1200" dirty="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64B8CDFD-72BD-A1CE-35C7-221950ABED98}"/>
                </a:ext>
              </a:extLst>
            </p:cNvPr>
            <p:cNvSpPr/>
            <p:nvPr/>
          </p:nvSpPr>
          <p:spPr>
            <a:xfrm>
              <a:off x="261580" y="2820271"/>
              <a:ext cx="977871" cy="1033414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2</a:t>
              </a:r>
              <a:endParaRPr lang="en-IN" sz="2800" b="1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7FF01574-7686-52C6-0AFD-54102AF54469}"/>
              </a:ext>
            </a:extLst>
          </p:cNvPr>
          <p:cNvGrpSpPr/>
          <p:nvPr/>
        </p:nvGrpSpPr>
        <p:grpSpPr>
          <a:xfrm>
            <a:off x="247316" y="4462922"/>
            <a:ext cx="11747487" cy="1263471"/>
            <a:chOff x="261579" y="2820271"/>
            <a:chExt cx="11747487" cy="1033416"/>
          </a:xfrm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E406A2E5-C183-F5D2-D7CA-3C58B6BF9624}"/>
                </a:ext>
              </a:extLst>
            </p:cNvPr>
            <p:cNvSpPr/>
            <p:nvPr/>
          </p:nvSpPr>
          <p:spPr>
            <a:xfrm>
              <a:off x="374001" y="2820271"/>
              <a:ext cx="11635065" cy="1033416"/>
            </a:xfrm>
            <a:custGeom>
              <a:avLst/>
              <a:gdLst>
                <a:gd name="connsiteX0" fmla="*/ 0 w 4693176"/>
                <a:gd name="connsiteY0" fmla="*/ 0 h 1255998"/>
                <a:gd name="connsiteX1" fmla="*/ 4065177 w 4693176"/>
                <a:gd name="connsiteY1" fmla="*/ 0 h 1255998"/>
                <a:gd name="connsiteX2" fmla="*/ 4693176 w 4693176"/>
                <a:gd name="connsiteY2" fmla="*/ 627999 h 1255998"/>
                <a:gd name="connsiteX3" fmla="*/ 4065177 w 4693176"/>
                <a:gd name="connsiteY3" fmla="*/ 1255998 h 1255998"/>
                <a:gd name="connsiteX4" fmla="*/ 0 w 4693176"/>
                <a:gd name="connsiteY4" fmla="*/ 1255998 h 1255998"/>
                <a:gd name="connsiteX5" fmla="*/ 0 w 4693176"/>
                <a:gd name="connsiteY5" fmla="*/ 0 h 125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93176" h="1255998">
                  <a:moveTo>
                    <a:pt x="4693176" y="1255997"/>
                  </a:moveTo>
                  <a:lnTo>
                    <a:pt x="627999" y="1255997"/>
                  </a:lnTo>
                  <a:lnTo>
                    <a:pt x="0" y="627999"/>
                  </a:lnTo>
                  <a:lnTo>
                    <a:pt x="627999" y="1"/>
                  </a:lnTo>
                  <a:lnTo>
                    <a:pt x="4693176" y="1"/>
                  </a:lnTo>
                  <a:lnTo>
                    <a:pt x="4693176" y="1255997"/>
                  </a:lnTo>
                  <a:close/>
                </a:path>
              </a:pathLst>
            </a:cu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2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867859" tIns="220981" rIns="412496" bIns="220981" numCol="1" spcCol="1270" anchor="ctr" anchorCtr="0">
              <a:noAutofit/>
            </a:bodyPr>
            <a:lstStyle/>
            <a:p>
              <a:pPr marL="723900" lvl="0" algn="just" defTabSz="2578100">
                <a:lnSpc>
                  <a:spcPct val="15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2800" dirty="0">
                  <a:solidFill>
                    <a:srgbClr val="002060"/>
                  </a:solidFill>
                </a:rPr>
                <a:t>Select the top row of </a:t>
              </a:r>
              <a:r>
                <a:rPr lang="en-IN" sz="2800" b="1" dirty="0">
                  <a:solidFill>
                    <a:srgbClr val="FF0000"/>
                  </a:solidFill>
                </a:rPr>
                <a:t>highest order</a:t>
              </a:r>
              <a:r>
                <a:rPr lang="en-IN" sz="2800" dirty="0">
                  <a:solidFill>
                    <a:srgbClr val="002060"/>
                  </a:solidFill>
                </a:rPr>
                <a:t> and make its leading element </a:t>
              </a:r>
              <a:r>
                <a:rPr lang="en-IN" sz="2800" b="1" dirty="0">
                  <a:solidFill>
                    <a:srgbClr val="FF0000"/>
                  </a:solidFill>
                </a:rPr>
                <a:t>1, if not</a:t>
              </a:r>
              <a:r>
                <a:rPr lang="en-US" sz="2800" b="1" dirty="0">
                  <a:solidFill>
                    <a:srgbClr val="FF0000"/>
                  </a:solidFill>
                </a:rPr>
                <a:t>.</a:t>
              </a:r>
              <a:endParaRPr lang="en-I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D6AF22D8-7AFA-C49F-29DF-F5AC7E569EBF}"/>
                </a:ext>
              </a:extLst>
            </p:cNvPr>
            <p:cNvSpPr/>
            <p:nvPr/>
          </p:nvSpPr>
          <p:spPr>
            <a:xfrm>
              <a:off x="261579" y="2832581"/>
              <a:ext cx="977871" cy="845249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3</a:t>
              </a:r>
              <a:endParaRPr lang="en-IN" sz="2800" b="1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97772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CD3DFA-A1B3-505F-7345-E0D9F8337A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Procedure to Convert Matrix into Reduced Row - Echelon Form</a:t>
            </a:r>
            <a:endParaRPr lang="en-IN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9E543211-61BD-4E27-A2A9-5CEEE6CCECB2}"/>
              </a:ext>
            </a:extLst>
          </p:cNvPr>
          <p:cNvGrpSpPr/>
          <p:nvPr/>
        </p:nvGrpSpPr>
        <p:grpSpPr>
          <a:xfrm>
            <a:off x="270393" y="1684851"/>
            <a:ext cx="11733223" cy="1048463"/>
            <a:chOff x="180309" y="1308509"/>
            <a:chExt cx="11733223" cy="1048463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B92C034F-AD3B-5B35-7B69-40058893929A}"/>
                </a:ext>
              </a:extLst>
            </p:cNvPr>
            <p:cNvSpPr/>
            <p:nvPr/>
          </p:nvSpPr>
          <p:spPr>
            <a:xfrm>
              <a:off x="278467" y="1323556"/>
              <a:ext cx="11635065" cy="1033416"/>
            </a:xfrm>
            <a:custGeom>
              <a:avLst/>
              <a:gdLst>
                <a:gd name="connsiteX0" fmla="*/ 0 w 4693176"/>
                <a:gd name="connsiteY0" fmla="*/ 0 h 1255998"/>
                <a:gd name="connsiteX1" fmla="*/ 4065177 w 4693176"/>
                <a:gd name="connsiteY1" fmla="*/ 0 h 1255998"/>
                <a:gd name="connsiteX2" fmla="*/ 4693176 w 4693176"/>
                <a:gd name="connsiteY2" fmla="*/ 627999 h 1255998"/>
                <a:gd name="connsiteX3" fmla="*/ 4065177 w 4693176"/>
                <a:gd name="connsiteY3" fmla="*/ 1255998 h 1255998"/>
                <a:gd name="connsiteX4" fmla="*/ 0 w 4693176"/>
                <a:gd name="connsiteY4" fmla="*/ 1255998 h 1255998"/>
                <a:gd name="connsiteX5" fmla="*/ 0 w 4693176"/>
                <a:gd name="connsiteY5" fmla="*/ 0 h 125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93176" h="1255998">
                  <a:moveTo>
                    <a:pt x="4693176" y="1255997"/>
                  </a:moveTo>
                  <a:lnTo>
                    <a:pt x="627999" y="1255997"/>
                  </a:lnTo>
                  <a:lnTo>
                    <a:pt x="0" y="627999"/>
                  </a:lnTo>
                  <a:lnTo>
                    <a:pt x="627999" y="1"/>
                  </a:lnTo>
                  <a:lnTo>
                    <a:pt x="4693176" y="1"/>
                  </a:lnTo>
                  <a:lnTo>
                    <a:pt x="4693176" y="1255997"/>
                  </a:lnTo>
                  <a:close/>
                </a:path>
              </a:pathLst>
            </a:cu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2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867859" tIns="220981" rIns="412496" bIns="220981" numCol="1" spcCol="1270" anchor="ctr" anchorCtr="0">
              <a:noAutofit/>
            </a:bodyPr>
            <a:lstStyle/>
            <a:p>
              <a:pPr marL="719138" lvl="0" algn="just" defTabSz="2578100">
                <a:lnSpc>
                  <a:spcPct val="12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2800" dirty="0">
                  <a:solidFill>
                    <a:srgbClr val="002060"/>
                  </a:solidFill>
                </a:rPr>
                <a:t>By using that leading element of the selected row, make all entries above and below it </a:t>
              </a:r>
              <a:r>
                <a:rPr lang="en-IN" sz="2800" b="1" dirty="0">
                  <a:solidFill>
                    <a:srgbClr val="FF0000"/>
                  </a:solidFill>
                </a:rPr>
                <a:t>equal to 0</a:t>
              </a:r>
              <a:r>
                <a:rPr lang="en-US" sz="2800" dirty="0">
                  <a:solidFill>
                    <a:srgbClr val="002060"/>
                  </a:solidFill>
                </a:rPr>
                <a:t>.</a:t>
              </a:r>
              <a:r>
                <a:rPr lang="en-IN" sz="2800" dirty="0">
                  <a:solidFill>
                    <a:srgbClr val="002060"/>
                  </a:solidFill>
                </a:rPr>
                <a:t> </a:t>
              </a:r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9BF56550-9A8A-5705-FA6B-AA75EFB4F2B3}"/>
                </a:ext>
              </a:extLst>
            </p:cNvPr>
            <p:cNvSpPr/>
            <p:nvPr/>
          </p:nvSpPr>
          <p:spPr>
            <a:xfrm>
              <a:off x="180309" y="1308509"/>
              <a:ext cx="977871" cy="1033414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4</a:t>
              </a:r>
              <a:endParaRPr lang="en-IN" sz="2800" b="1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83844B4F-7C4F-A7E2-8A33-368CA1EE4809}"/>
              </a:ext>
            </a:extLst>
          </p:cNvPr>
          <p:cNvGrpSpPr/>
          <p:nvPr/>
        </p:nvGrpSpPr>
        <p:grpSpPr>
          <a:xfrm>
            <a:off x="247317" y="3298573"/>
            <a:ext cx="11747486" cy="1033416"/>
            <a:chOff x="261580" y="2820271"/>
            <a:chExt cx="11747486" cy="1033416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1DFD580B-4CCE-3A04-4C5E-0884911A4FAC}"/>
                </a:ext>
              </a:extLst>
            </p:cNvPr>
            <p:cNvSpPr/>
            <p:nvPr/>
          </p:nvSpPr>
          <p:spPr>
            <a:xfrm>
              <a:off x="374001" y="2820271"/>
              <a:ext cx="11635065" cy="1033416"/>
            </a:xfrm>
            <a:custGeom>
              <a:avLst/>
              <a:gdLst>
                <a:gd name="connsiteX0" fmla="*/ 0 w 4693176"/>
                <a:gd name="connsiteY0" fmla="*/ 0 h 1255998"/>
                <a:gd name="connsiteX1" fmla="*/ 4065177 w 4693176"/>
                <a:gd name="connsiteY1" fmla="*/ 0 h 1255998"/>
                <a:gd name="connsiteX2" fmla="*/ 4693176 w 4693176"/>
                <a:gd name="connsiteY2" fmla="*/ 627999 h 1255998"/>
                <a:gd name="connsiteX3" fmla="*/ 4065177 w 4693176"/>
                <a:gd name="connsiteY3" fmla="*/ 1255998 h 1255998"/>
                <a:gd name="connsiteX4" fmla="*/ 0 w 4693176"/>
                <a:gd name="connsiteY4" fmla="*/ 1255998 h 1255998"/>
                <a:gd name="connsiteX5" fmla="*/ 0 w 4693176"/>
                <a:gd name="connsiteY5" fmla="*/ 0 h 125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93176" h="1255998">
                  <a:moveTo>
                    <a:pt x="4693176" y="1255997"/>
                  </a:moveTo>
                  <a:lnTo>
                    <a:pt x="627999" y="1255997"/>
                  </a:lnTo>
                  <a:lnTo>
                    <a:pt x="0" y="627999"/>
                  </a:lnTo>
                  <a:lnTo>
                    <a:pt x="627999" y="1"/>
                  </a:lnTo>
                  <a:lnTo>
                    <a:pt x="4693176" y="1"/>
                  </a:lnTo>
                  <a:lnTo>
                    <a:pt x="4693176" y="1255997"/>
                  </a:lnTo>
                  <a:close/>
                </a:path>
              </a:pathLst>
            </a:cu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2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867859" tIns="220981" rIns="412496" bIns="220981" numCol="1" spcCol="1270" anchor="ctr" anchorCtr="0">
              <a:noAutofit/>
            </a:bodyPr>
            <a:lstStyle/>
            <a:p>
              <a:pPr marL="723900" lvl="0" defTabSz="2578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2800" dirty="0">
                  <a:solidFill>
                    <a:srgbClr val="002060"/>
                  </a:solidFill>
                </a:rPr>
                <a:t>Repeat the steps for the </a:t>
              </a:r>
              <a:r>
                <a:rPr lang="en-IN" sz="2800" b="1" dirty="0">
                  <a:solidFill>
                    <a:srgbClr val="FF0000"/>
                  </a:solidFill>
                </a:rPr>
                <a:t>next higher order</a:t>
              </a:r>
              <a:r>
                <a:rPr lang="en-IN" sz="2800" dirty="0">
                  <a:solidFill>
                    <a:srgbClr val="002060"/>
                  </a:solidFill>
                </a:rPr>
                <a:t> row.</a:t>
              </a: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64B8CDFD-72BD-A1CE-35C7-221950ABED98}"/>
                </a:ext>
              </a:extLst>
            </p:cNvPr>
            <p:cNvSpPr/>
            <p:nvPr/>
          </p:nvSpPr>
          <p:spPr>
            <a:xfrm>
              <a:off x="261580" y="2820271"/>
              <a:ext cx="977871" cy="1033414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5</a:t>
              </a:r>
              <a:endParaRPr lang="en-IN" sz="2800" b="1" dirty="0">
                <a:solidFill>
                  <a:schemeClr val="tx1"/>
                </a:solidFill>
              </a:endParaRPr>
            </a:p>
          </p:txBody>
        </p:sp>
      </p:grpSp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FC626ECE-72F6-2FD0-35F5-6CD3F8C5D4A3}"/>
              </a:ext>
            </a:extLst>
          </p:cNvPr>
          <p:cNvSpPr txBox="1">
            <a:spLocks/>
          </p:cNvSpPr>
          <p:nvPr/>
        </p:nvSpPr>
        <p:spPr>
          <a:xfrm>
            <a:off x="124406" y="4897246"/>
            <a:ext cx="9193213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002060"/>
                </a:solidFill>
              </a:rPr>
              <a:t>Note:</a:t>
            </a:r>
            <a:r>
              <a:rPr lang="en-IN" sz="2800" dirty="0">
                <a:solidFill>
                  <a:srgbClr val="002060"/>
                </a:solidFill>
              </a:rPr>
              <a:t> Reduced row - echelon form of any matrix is </a:t>
            </a:r>
            <a:r>
              <a:rPr lang="en-IN" sz="2800" b="1" dirty="0">
                <a:solidFill>
                  <a:srgbClr val="FF0000"/>
                </a:solidFill>
              </a:rPr>
              <a:t>unique</a:t>
            </a:r>
            <a:r>
              <a:rPr lang="en-IN" sz="2800" dirty="0">
                <a:solidFill>
                  <a:srgbClr val="002060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067823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B9782A-27C1-339A-7781-71B013CD57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FD0265-F35D-7EA3-C8A7-5A8C0E5E35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Reduced Row - Echelon Form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55F3369F-B02A-36DA-F968-811E9DE97A9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50430" y="2028250"/>
                <a:ext cx="2661570" cy="56927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For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55F3369F-B02A-36DA-F968-811E9DE97A9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430" y="2028250"/>
                <a:ext cx="2661570" cy="569273"/>
              </a:xfrm>
              <a:prstGeom prst="rect">
                <a:avLst/>
              </a:prstGeom>
              <a:blipFill>
                <a:blip r:embed="rId2"/>
                <a:stretch>
                  <a:fillRect l="-4358" t="-10753" b="-2150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Content Placeholder 4">
                <a:extLst>
                  <a:ext uri="{FF2B5EF4-FFF2-40B4-BE49-F238E27FC236}">
                    <a16:creationId xmlns:a16="http://schemas.microsoft.com/office/drawing/2014/main" id="{B9676127-8291-EF00-FEB1-3250D4FCD9C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50430" y="4420333"/>
                <a:ext cx="5437334" cy="56927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IN" sz="2800" dirty="0">
                    <a:solidFill>
                      <a:srgbClr val="002060"/>
                    </a:solidFill>
                  </a:rPr>
                  <a:t>Reduced Row Echelon Form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=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Content Placeholder 4">
                <a:extLst>
                  <a:ext uri="{FF2B5EF4-FFF2-40B4-BE49-F238E27FC236}">
                    <a16:creationId xmlns:a16="http://schemas.microsoft.com/office/drawing/2014/main" id="{B9676127-8291-EF00-FEB1-3250D4FCD9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430" y="4420333"/>
                <a:ext cx="5437334" cy="569273"/>
              </a:xfrm>
              <a:prstGeom prst="rect">
                <a:avLst/>
              </a:prstGeom>
              <a:blipFill>
                <a:blip r:embed="rId3"/>
                <a:stretch>
                  <a:fillRect l="-1794" t="-10638" b="-2127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D533257D-7038-AD39-73CF-49FF22046321}"/>
                  </a:ext>
                </a:extLst>
              </p:cNvPr>
              <p:cNvSpPr/>
              <p:nvPr/>
            </p:nvSpPr>
            <p:spPr>
              <a:xfrm>
                <a:off x="3032002" y="1030540"/>
                <a:ext cx="4016855" cy="23920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5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chemeClr val="bg2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/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−4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       3</m:t>
                              </m:r>
                            </m:e>
                            <m:e/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/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eqArr>
                                <m:eqArrPr>
                                  <m:ctrlP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/>
                                <m:e/>
                              </m:eqAr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/>
                          </m:mr>
                        </m:m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D533257D-7038-AD39-73CF-49FF2204632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32002" y="1030540"/>
                <a:ext cx="4016855" cy="239208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2" name="Group 51">
            <a:extLst>
              <a:ext uri="{FF2B5EF4-FFF2-40B4-BE49-F238E27FC236}">
                <a16:creationId xmlns:a16="http://schemas.microsoft.com/office/drawing/2014/main" id="{0CCE1B22-3162-DC8F-5A5E-B1A4E8780B56}"/>
              </a:ext>
            </a:extLst>
          </p:cNvPr>
          <p:cNvGrpSpPr/>
          <p:nvPr/>
        </p:nvGrpSpPr>
        <p:grpSpPr>
          <a:xfrm>
            <a:off x="3306697" y="1121244"/>
            <a:ext cx="3515510" cy="2283227"/>
            <a:chOff x="4117126" y="3259258"/>
            <a:chExt cx="3515510" cy="2283227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9BB0EF1F-EC07-F8B0-6289-BB1A16F99DCD}"/>
                    </a:ext>
                  </a:extLst>
                </p:cNvPr>
                <p:cNvSpPr/>
                <p:nvPr/>
              </p:nvSpPr>
              <p:spPr>
                <a:xfrm>
                  <a:off x="4117390" y="3828531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C689FE1E-DFD3-59FD-20C7-3C09E271AC6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17390" y="3828531"/>
                  <a:ext cx="524250" cy="569273"/>
                </a:xfrm>
                <a:prstGeom prst="rect">
                  <a:avLst/>
                </a:prstGeom>
                <a:blipFill rotWithShape="0">
                  <a:blip r:embed="rId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13A9F86C-B978-5E57-3906-1170E0FC2F6B}"/>
                    </a:ext>
                  </a:extLst>
                </p:cNvPr>
                <p:cNvSpPr/>
                <p:nvPr/>
              </p:nvSpPr>
              <p:spPr>
                <a:xfrm>
                  <a:off x="4836073" y="3828531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6F2A0DA8-F8BE-E4B9-C05E-43D68A85358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36073" y="3828531"/>
                  <a:ext cx="524250" cy="569273"/>
                </a:xfrm>
                <a:prstGeom prst="rect">
                  <a:avLst/>
                </a:prstGeom>
                <a:blipFill rotWithShape="0">
                  <a:blip r:embed="rId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63470CDA-7AF5-3291-1978-49FC4392E444}"/>
                    </a:ext>
                  </a:extLst>
                </p:cNvPr>
                <p:cNvSpPr/>
                <p:nvPr/>
              </p:nvSpPr>
              <p:spPr>
                <a:xfrm>
                  <a:off x="5584071" y="3828531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D16326C-A0B3-422E-15AC-ACB8169BA7B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84071" y="3828531"/>
                  <a:ext cx="524250" cy="569273"/>
                </a:xfrm>
                <a:prstGeom prst="rect">
                  <a:avLst/>
                </a:prstGeom>
                <a:blipFill rotWithShape="0"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777197F0-D7D6-F65E-5D06-DAF3255B80E9}"/>
                    </a:ext>
                  </a:extLst>
                </p:cNvPr>
                <p:cNvSpPr/>
                <p:nvPr/>
              </p:nvSpPr>
              <p:spPr>
                <a:xfrm>
                  <a:off x="6340854" y="3828531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5F86652-6F2A-57C9-E3E1-BDB4D244B21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0854" y="3828531"/>
                  <a:ext cx="524250" cy="569273"/>
                </a:xfrm>
                <a:prstGeom prst="rect">
                  <a:avLst/>
                </a:prstGeom>
                <a:blipFill rotWithShape="0"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4A45C7A2-7A46-306D-1819-3D7D8FE311F3}"/>
                    </a:ext>
                  </a:extLst>
                </p:cNvPr>
                <p:cNvSpPr/>
                <p:nvPr/>
              </p:nvSpPr>
              <p:spPr>
                <a:xfrm>
                  <a:off x="4117126" y="4973212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A9F98B7F-11FA-E656-4043-CCD90698AC7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17126" y="4973212"/>
                  <a:ext cx="524250" cy="569273"/>
                </a:xfrm>
                <a:prstGeom prst="rect">
                  <a:avLst/>
                </a:prstGeom>
                <a:blipFill rotWithShape="0">
                  <a:blip r:embed="rId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8" name="Rectangle 57">
                  <a:extLst>
                    <a:ext uri="{FF2B5EF4-FFF2-40B4-BE49-F238E27FC236}">
                      <a16:creationId xmlns:a16="http://schemas.microsoft.com/office/drawing/2014/main" id="{367EF058-942A-7F6E-D1AA-9A99D618C957}"/>
                    </a:ext>
                  </a:extLst>
                </p:cNvPr>
                <p:cNvSpPr/>
                <p:nvPr/>
              </p:nvSpPr>
              <p:spPr>
                <a:xfrm>
                  <a:off x="4835809" y="4973212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1A227D48-716F-CD0C-1D42-D1BA170F58F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35809" y="4973212"/>
                  <a:ext cx="524250" cy="569273"/>
                </a:xfrm>
                <a:prstGeom prst="rect">
                  <a:avLst/>
                </a:prstGeom>
                <a:blipFill rotWithShape="0">
                  <a:blip r:embed="rId1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1F1F8E71-B94D-8B0D-8696-41FB7985F7CA}"/>
                    </a:ext>
                  </a:extLst>
                </p:cNvPr>
                <p:cNvSpPr/>
                <p:nvPr/>
              </p:nvSpPr>
              <p:spPr>
                <a:xfrm>
                  <a:off x="5583807" y="4973212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FEA8232-DC51-D9F9-A2C4-A824DCE083C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83807" y="4973212"/>
                  <a:ext cx="524250" cy="569273"/>
                </a:xfrm>
                <a:prstGeom prst="rect">
                  <a:avLst/>
                </a:prstGeom>
                <a:blipFill rotWithShape="0">
                  <a:blip r:embed="rId1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2CF68A77-D6D3-FF62-6B4D-AF87E6DE967E}"/>
                    </a:ext>
                  </a:extLst>
                </p:cNvPr>
                <p:cNvSpPr/>
                <p:nvPr/>
              </p:nvSpPr>
              <p:spPr>
                <a:xfrm>
                  <a:off x="6340590" y="4973212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BD13CBA5-5D22-A988-8211-6418F73B76A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0590" y="4973212"/>
                  <a:ext cx="524250" cy="569273"/>
                </a:xfrm>
                <a:prstGeom prst="rect">
                  <a:avLst/>
                </a:prstGeom>
                <a:blipFill rotWithShape="0">
                  <a:blip r:embed="rId1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id="{D2AAFB34-B1B4-2856-6861-93DEBCC62A73}"/>
                    </a:ext>
                  </a:extLst>
                </p:cNvPr>
                <p:cNvSpPr/>
                <p:nvPr/>
              </p:nvSpPr>
              <p:spPr>
                <a:xfrm>
                  <a:off x="4117126" y="440393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63666D48-51BC-B0CA-2D2A-88B7B8B9784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17126" y="4403939"/>
                  <a:ext cx="524250" cy="569273"/>
                </a:xfrm>
                <a:prstGeom prst="rect">
                  <a:avLst/>
                </a:prstGeom>
                <a:blipFill rotWithShape="0">
                  <a:blip r:embed="rId1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1F8B117C-A893-F1ED-5724-0569EE1AB09D}"/>
                    </a:ext>
                  </a:extLst>
                </p:cNvPr>
                <p:cNvSpPr/>
                <p:nvPr/>
              </p:nvSpPr>
              <p:spPr>
                <a:xfrm>
                  <a:off x="4835809" y="440393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7FEFAB0E-CE6D-CBC2-899A-2ADD6D3D97A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35809" y="4403939"/>
                  <a:ext cx="524250" cy="569273"/>
                </a:xfrm>
                <a:prstGeom prst="rect">
                  <a:avLst/>
                </a:prstGeom>
                <a:blipFill rotWithShape="0"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283C4F4C-9315-2232-3099-B6CBC92753F2}"/>
                    </a:ext>
                  </a:extLst>
                </p:cNvPr>
                <p:cNvSpPr/>
                <p:nvPr/>
              </p:nvSpPr>
              <p:spPr>
                <a:xfrm>
                  <a:off x="5583807" y="440393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7F71F04-37EB-5DDD-028E-FFA91736BAC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83807" y="4403939"/>
                  <a:ext cx="524250" cy="569273"/>
                </a:xfrm>
                <a:prstGeom prst="rect">
                  <a:avLst/>
                </a:prstGeom>
                <a:blipFill rotWithShape="0">
                  <a:blip r:embed="rId1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" name="Rectangle 63">
                  <a:extLst>
                    <a:ext uri="{FF2B5EF4-FFF2-40B4-BE49-F238E27FC236}">
                      <a16:creationId xmlns:a16="http://schemas.microsoft.com/office/drawing/2014/main" id="{DD0E54C2-1E73-40FA-BB4F-279A28DFB6C3}"/>
                    </a:ext>
                  </a:extLst>
                </p:cNvPr>
                <p:cNvSpPr/>
                <p:nvPr/>
              </p:nvSpPr>
              <p:spPr>
                <a:xfrm>
                  <a:off x="6340590" y="440393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F67E2E0-70E4-67C1-9CDE-189512E84CC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0590" y="4403939"/>
                  <a:ext cx="524250" cy="569273"/>
                </a:xfrm>
                <a:prstGeom prst="rect">
                  <a:avLst/>
                </a:prstGeom>
                <a:blipFill rotWithShape="0">
                  <a:blip r:embed="rId1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754D9524-789E-611E-825B-9A0402BD2668}"/>
                </a:ext>
              </a:extLst>
            </p:cNvPr>
            <p:cNvGrpSpPr/>
            <p:nvPr/>
          </p:nvGrpSpPr>
          <p:grpSpPr>
            <a:xfrm>
              <a:off x="4117390" y="3259258"/>
              <a:ext cx="3508144" cy="569273"/>
              <a:chOff x="4117390" y="3259258"/>
              <a:chExt cx="3508144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" name="Rectangle 68">
                    <a:extLst>
                      <a:ext uri="{FF2B5EF4-FFF2-40B4-BE49-F238E27FC236}">
                        <a16:creationId xmlns:a16="http://schemas.microsoft.com/office/drawing/2014/main" id="{C67E53C4-773A-FA6B-92CD-A4C83626A2D6}"/>
                      </a:ext>
                    </a:extLst>
                  </p:cNvPr>
                  <p:cNvSpPr/>
                  <p:nvPr/>
                </p:nvSpPr>
                <p:spPr>
                  <a:xfrm>
                    <a:off x="4117390" y="3259258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" name="Rectangle 1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CDED34A-2E93-5122-B263-241E508779E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17390" y="3259258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" name="Rectangle 69">
                    <a:extLst>
                      <a:ext uri="{FF2B5EF4-FFF2-40B4-BE49-F238E27FC236}">
                        <a16:creationId xmlns:a16="http://schemas.microsoft.com/office/drawing/2014/main" id="{5FAF6E46-5A13-6A20-0C35-A7E23D0DDF16}"/>
                      </a:ext>
                    </a:extLst>
                  </p:cNvPr>
                  <p:cNvSpPr/>
                  <p:nvPr/>
                </p:nvSpPr>
                <p:spPr>
                  <a:xfrm>
                    <a:off x="4836073" y="3259258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16EFCF67-5D9B-77F7-8CC0-F1B8B4D8D27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36073" y="3259258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" name="Rectangle 70">
                    <a:extLst>
                      <a:ext uri="{FF2B5EF4-FFF2-40B4-BE49-F238E27FC236}">
                        <a16:creationId xmlns:a16="http://schemas.microsoft.com/office/drawing/2014/main" id="{FF1A57D5-B3F0-F070-1092-90CEED41200B}"/>
                      </a:ext>
                    </a:extLst>
                  </p:cNvPr>
                  <p:cNvSpPr/>
                  <p:nvPr/>
                </p:nvSpPr>
                <p:spPr>
                  <a:xfrm>
                    <a:off x="5584071" y="3259258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" name="Rectangle 1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CAFF9EBE-61BA-D181-A011-06EE9FE75C6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84071" y="3259258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" name="Rectangle 71">
                    <a:extLst>
                      <a:ext uri="{FF2B5EF4-FFF2-40B4-BE49-F238E27FC236}">
                        <a16:creationId xmlns:a16="http://schemas.microsoft.com/office/drawing/2014/main" id="{7943BF7D-4997-A5AF-2D64-D3AC5DD056FA}"/>
                      </a:ext>
                    </a:extLst>
                  </p:cNvPr>
                  <p:cNvSpPr/>
                  <p:nvPr/>
                </p:nvSpPr>
                <p:spPr>
                  <a:xfrm>
                    <a:off x="6354502" y="3259258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𝟔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" name="Rectangle 1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BA94D19D-4177-6ECA-3955-37D687EDBB6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354502" y="3259258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" name="Rectangle 72">
                    <a:extLst>
                      <a:ext uri="{FF2B5EF4-FFF2-40B4-BE49-F238E27FC236}">
                        <a16:creationId xmlns:a16="http://schemas.microsoft.com/office/drawing/2014/main" id="{A9466B72-F0A6-05F8-4399-7527F00CCB6E}"/>
                      </a:ext>
                    </a:extLst>
                  </p:cNvPr>
                  <p:cNvSpPr/>
                  <p:nvPr/>
                </p:nvSpPr>
                <p:spPr>
                  <a:xfrm>
                    <a:off x="7101284" y="3259258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6F34ACE-A5F1-5F7E-FFDB-0AC132F8F6E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101284" y="3259258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014D1DF6-EDE9-0C9F-8773-DCC2D1BD31AE}"/>
                    </a:ext>
                  </a:extLst>
                </p:cNvPr>
                <p:cNvSpPr/>
                <p:nvPr/>
              </p:nvSpPr>
              <p:spPr>
                <a:xfrm>
                  <a:off x="7101284" y="3828531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E29C4DE-F19F-EDDD-8AC6-7E785643212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01284" y="3828531"/>
                  <a:ext cx="524250" cy="569273"/>
                </a:xfrm>
                <a:prstGeom prst="rect">
                  <a:avLst/>
                </a:prstGeom>
                <a:blipFill rotWithShape="0">
                  <a:blip r:embed="rId2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" name="Rectangle 66">
                  <a:extLst>
                    <a:ext uri="{FF2B5EF4-FFF2-40B4-BE49-F238E27FC236}">
                      <a16:creationId xmlns:a16="http://schemas.microsoft.com/office/drawing/2014/main" id="{AEBD220D-0251-E75C-BCA0-85D7FDACE9E7}"/>
                    </a:ext>
                  </a:extLst>
                </p:cNvPr>
                <p:cNvSpPr/>
                <p:nvPr/>
              </p:nvSpPr>
              <p:spPr>
                <a:xfrm>
                  <a:off x="7104835" y="4403938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84106033-85C1-7133-2EF9-468724CF9E5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04835" y="4403938"/>
                  <a:ext cx="524250" cy="569273"/>
                </a:xfrm>
                <a:prstGeom prst="rect">
                  <a:avLst/>
                </a:prstGeom>
                <a:blipFill rotWithShape="0"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Rectangle 67">
                  <a:extLst>
                    <a:ext uri="{FF2B5EF4-FFF2-40B4-BE49-F238E27FC236}">
                      <a16:creationId xmlns:a16="http://schemas.microsoft.com/office/drawing/2014/main" id="{67369E73-947A-D3CD-E625-1EA9294205A5}"/>
                    </a:ext>
                  </a:extLst>
                </p:cNvPr>
                <p:cNvSpPr/>
                <p:nvPr/>
              </p:nvSpPr>
              <p:spPr>
                <a:xfrm>
                  <a:off x="7108386" y="4961058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E100650-243F-2052-2799-0E650FB60FB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08386" y="4961058"/>
                  <a:ext cx="524250" cy="569273"/>
                </a:xfrm>
                <a:prstGeom prst="rect">
                  <a:avLst/>
                </a:prstGeom>
                <a:blipFill rotWithShape="0"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779964E-02CC-73E9-3D60-0EBD12ABFCF4}"/>
              </a:ext>
            </a:extLst>
          </p:cNvPr>
          <p:cNvGrpSpPr/>
          <p:nvPr/>
        </p:nvGrpSpPr>
        <p:grpSpPr>
          <a:xfrm>
            <a:off x="5792286" y="3514060"/>
            <a:ext cx="4016855" cy="2392083"/>
            <a:chOff x="5045653" y="4043548"/>
            <a:chExt cx="4016855" cy="2392083"/>
          </a:xfrm>
        </p:grpSpPr>
        <p:grpSp>
          <p:nvGrpSpPr>
            <p:cNvPr id="89" name="Group 88">
              <a:extLst>
                <a:ext uri="{FF2B5EF4-FFF2-40B4-BE49-F238E27FC236}">
                  <a16:creationId xmlns:a16="http://schemas.microsoft.com/office/drawing/2014/main" id="{E55DBE69-F054-AFA1-596F-E09C8ADC6899}"/>
                </a:ext>
              </a:extLst>
            </p:cNvPr>
            <p:cNvGrpSpPr/>
            <p:nvPr/>
          </p:nvGrpSpPr>
          <p:grpSpPr>
            <a:xfrm>
              <a:off x="5045653" y="4043548"/>
              <a:ext cx="4016855" cy="2392083"/>
              <a:chOff x="4018709" y="4043548"/>
              <a:chExt cx="4016855" cy="239208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" name="Rectangle 89">
                    <a:extLst>
                      <a:ext uri="{FF2B5EF4-FFF2-40B4-BE49-F238E27FC236}">
                        <a16:creationId xmlns:a16="http://schemas.microsoft.com/office/drawing/2014/main" id="{35099362-E9B2-CFA9-D542-6D1CA3F8DF0A}"/>
                      </a:ext>
                    </a:extLst>
                  </p:cNvPr>
                  <p:cNvSpPr/>
                  <p:nvPr/>
                </p:nvSpPr>
                <p:spPr>
                  <a:xfrm>
                    <a:off x="4018709" y="4043548"/>
                    <a:ext cx="4016855" cy="239208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mcs>
                                  <m:mc>
                                    <m:mcPr>
                                      <m:count m:val="5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/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6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−4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       3</m:t>
                                  </m:r>
                                </m:e>
                                <m:e/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/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</m:e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  <m:e/>
                                    <m:e/>
                                  </m:eqAr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/>
                              </m:mr>
                            </m:m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7F53A4A5-3475-785C-6CC9-69524E04261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018709" y="4043548"/>
                    <a:ext cx="4016855" cy="2392083"/>
                  </a:xfrm>
                  <a:prstGeom prst="rect">
                    <a:avLst/>
                  </a:prstGeom>
                  <a:blipFill rotWithShape="0">
                    <a:blip r:embed="rId2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92" name="Group 91">
                <a:extLst>
                  <a:ext uri="{FF2B5EF4-FFF2-40B4-BE49-F238E27FC236}">
                    <a16:creationId xmlns:a16="http://schemas.microsoft.com/office/drawing/2014/main" id="{6DB9C72D-4090-C53C-046E-220F820383CC}"/>
                  </a:ext>
                </a:extLst>
              </p:cNvPr>
              <p:cNvGrpSpPr/>
              <p:nvPr/>
            </p:nvGrpSpPr>
            <p:grpSpPr>
              <a:xfrm>
                <a:off x="4298804" y="5828141"/>
                <a:ext cx="3525607" cy="569274"/>
                <a:chOff x="7971640" y="2275920"/>
                <a:chExt cx="3525607" cy="56927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3" name="Rectangle 92">
                      <a:extLst>
                        <a:ext uri="{FF2B5EF4-FFF2-40B4-BE49-F238E27FC236}">
                          <a16:creationId xmlns:a16="http://schemas.microsoft.com/office/drawing/2014/main" id="{5916AC5F-E2DD-DAC1-CF7A-B1D652C240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1640" y="2275921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chemeClr val="accent4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accent4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9" name="Rectangle 58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673F18E8-0E25-B1AE-CC89-56C5CE6ED05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971640" y="2275921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2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4" name="Rectangle 93">
                      <a:extLst>
                        <a:ext uri="{FF2B5EF4-FFF2-40B4-BE49-F238E27FC236}">
                          <a16:creationId xmlns:a16="http://schemas.microsoft.com/office/drawing/2014/main" id="{0EE044BF-9661-9ECE-BEA8-B5CE848973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03971" y="2275921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chemeClr val="accent4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accent4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0" name="Rectangle 59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AFCAF224-48C3-541D-FB78-39F3FF73F78B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703971" y="2275921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2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5" name="Rectangle 94">
                      <a:extLst>
                        <a:ext uri="{FF2B5EF4-FFF2-40B4-BE49-F238E27FC236}">
                          <a16:creationId xmlns:a16="http://schemas.microsoft.com/office/drawing/2014/main" id="{535383F1-0B4A-90EB-33A9-A7109DC46A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51969" y="2275921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chemeClr val="accent4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accent4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1" name="Rectangle 60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702D8243-A6FF-9A05-6C77-9E58D78BE93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9451969" y="2275921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28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6" name="Rectangle 95">
                      <a:extLst>
                        <a:ext uri="{FF2B5EF4-FFF2-40B4-BE49-F238E27FC236}">
                          <a16:creationId xmlns:a16="http://schemas.microsoft.com/office/drawing/2014/main" id="{58B139A7-CF90-6880-1A89-6164C66FEB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08752" y="2275921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chemeClr val="accent4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accent4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2" name="Rectangle 61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7009A913-C166-063D-6C4F-467A295633F7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0208752" y="2275921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29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7" name="Rectangle 96">
                      <a:extLst>
                        <a:ext uri="{FF2B5EF4-FFF2-40B4-BE49-F238E27FC236}">
                          <a16:creationId xmlns:a16="http://schemas.microsoft.com/office/drawing/2014/main" id="{284E1BBF-2709-C7E6-3144-05C439DF40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2997" y="2275920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chemeClr val="accent4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chemeClr val="accent4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3" name="Rectangle 62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D713BEA3-E822-6EB4-7B0E-96552957F077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0972997" y="2275920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30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4865D801-10DE-D94C-48D6-82097AAE5482}"/>
                </a:ext>
              </a:extLst>
            </p:cNvPr>
            <p:cNvGrpSpPr/>
            <p:nvPr/>
          </p:nvGrpSpPr>
          <p:grpSpPr>
            <a:xfrm>
              <a:off x="5324515" y="4677880"/>
              <a:ext cx="3507724" cy="569273"/>
              <a:chOff x="7435570" y="2050796"/>
              <a:chExt cx="3507724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9" name="Rectangle 98">
                    <a:extLst>
                      <a:ext uri="{FF2B5EF4-FFF2-40B4-BE49-F238E27FC236}">
                        <a16:creationId xmlns:a16="http://schemas.microsoft.com/office/drawing/2014/main" id="{85F6DABD-0D5A-E28B-729F-C4F21B40B201}"/>
                      </a:ext>
                    </a:extLst>
                  </p:cNvPr>
                  <p:cNvSpPr/>
                  <p:nvPr/>
                </p:nvSpPr>
                <p:spPr>
                  <a:xfrm>
                    <a:off x="7435570" y="205079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9" name="Rectangle 3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E5632F6-28EB-C03C-B58A-7AAED2751A7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435570" y="205079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0" name="Rectangle 99">
                    <a:extLst>
                      <a:ext uri="{FF2B5EF4-FFF2-40B4-BE49-F238E27FC236}">
                        <a16:creationId xmlns:a16="http://schemas.microsoft.com/office/drawing/2014/main" id="{0FA8F161-6F0A-F0E1-6783-C22CE16D1196}"/>
                      </a:ext>
                    </a:extLst>
                  </p:cNvPr>
                  <p:cNvSpPr/>
                  <p:nvPr/>
                </p:nvSpPr>
                <p:spPr>
                  <a:xfrm>
                    <a:off x="8154253" y="205079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0" name="Rectangle 3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9DA3730-5731-B415-2259-2054A02B85A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54253" y="205079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1" name="Rectangle 100">
                    <a:extLst>
                      <a:ext uri="{FF2B5EF4-FFF2-40B4-BE49-F238E27FC236}">
                        <a16:creationId xmlns:a16="http://schemas.microsoft.com/office/drawing/2014/main" id="{E4FD1CB4-4169-654D-F95E-C06DBA180B73}"/>
                      </a:ext>
                    </a:extLst>
                  </p:cNvPr>
                  <p:cNvSpPr/>
                  <p:nvPr/>
                </p:nvSpPr>
                <p:spPr>
                  <a:xfrm>
                    <a:off x="8902251" y="205079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7A9A5327-436F-4E39-434D-60B8BC3A1A5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902251" y="205079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2" name="Rectangle 101">
                    <a:extLst>
                      <a:ext uri="{FF2B5EF4-FFF2-40B4-BE49-F238E27FC236}">
                        <a16:creationId xmlns:a16="http://schemas.microsoft.com/office/drawing/2014/main" id="{2BA6F3DD-8597-03E0-F7CD-B12920D800B6}"/>
                      </a:ext>
                    </a:extLst>
                  </p:cNvPr>
                  <p:cNvSpPr/>
                  <p:nvPr/>
                </p:nvSpPr>
                <p:spPr>
                  <a:xfrm>
                    <a:off x="9672682" y="205079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2" name="Rectangle 4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BC388BFF-FDF3-EAC1-4728-281CC125488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672682" y="205079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3" name="Rectangle 102">
                    <a:extLst>
                      <a:ext uri="{FF2B5EF4-FFF2-40B4-BE49-F238E27FC236}">
                        <a16:creationId xmlns:a16="http://schemas.microsoft.com/office/drawing/2014/main" id="{539D7ECE-C700-2C70-65A1-99E72C23E69C}"/>
                      </a:ext>
                    </a:extLst>
                  </p:cNvPr>
                  <p:cNvSpPr/>
                  <p:nvPr/>
                </p:nvSpPr>
                <p:spPr>
                  <a:xfrm>
                    <a:off x="10419044" y="205079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3" name="Rectangle 42">
                    <a:extLst>
                      <a:ext uri="{FF2B5EF4-FFF2-40B4-BE49-F238E27FC236}">
                        <a16:creationId xmlns:a16="http://schemas.microsoft.com/office/drawing/2014/main" id="{0D4A41D6-F74B-4DD1-5D07-1A19822BF57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419044" y="2050796"/>
                    <a:ext cx="524250" cy="569273"/>
                  </a:xfrm>
                  <a:prstGeom prst="rect">
                    <a:avLst/>
                  </a:prstGeom>
                  <a:blipFill>
                    <a:blip r:embed="rId3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325C4EA7-2B88-2A94-A597-11140C3928BB}"/>
                </a:ext>
              </a:extLst>
            </p:cNvPr>
            <p:cNvGrpSpPr/>
            <p:nvPr/>
          </p:nvGrpSpPr>
          <p:grpSpPr>
            <a:xfrm>
              <a:off x="5325748" y="5253237"/>
              <a:ext cx="3515510" cy="581427"/>
              <a:chOff x="7985288" y="2833040"/>
              <a:chExt cx="3515510" cy="581427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" name="Rectangle 104">
                    <a:extLst>
                      <a:ext uri="{FF2B5EF4-FFF2-40B4-BE49-F238E27FC236}">
                        <a16:creationId xmlns:a16="http://schemas.microsoft.com/office/drawing/2014/main" id="{65BC9E7F-2624-5DE3-A0EA-F43E2D36CAE3}"/>
                      </a:ext>
                    </a:extLst>
                  </p:cNvPr>
                  <p:cNvSpPr/>
                  <p:nvPr/>
                </p:nvSpPr>
                <p:spPr>
                  <a:xfrm>
                    <a:off x="7985288" y="2845194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4" name="Rectangle 5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66685AEF-B761-D7D1-B60F-80B657ACA1C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985288" y="2845194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" name="Rectangle 105">
                    <a:extLst>
                      <a:ext uri="{FF2B5EF4-FFF2-40B4-BE49-F238E27FC236}">
                        <a16:creationId xmlns:a16="http://schemas.microsoft.com/office/drawing/2014/main" id="{D92984BF-CC66-B071-8311-0F978FE38643}"/>
                      </a:ext>
                    </a:extLst>
                  </p:cNvPr>
                  <p:cNvSpPr/>
                  <p:nvPr/>
                </p:nvSpPr>
                <p:spPr>
                  <a:xfrm>
                    <a:off x="8703971" y="2845194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59FA0CC-C038-F723-A002-A3E6EE7E4EB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703971" y="2845194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" name="Rectangle 106">
                    <a:extLst>
                      <a:ext uri="{FF2B5EF4-FFF2-40B4-BE49-F238E27FC236}">
                        <a16:creationId xmlns:a16="http://schemas.microsoft.com/office/drawing/2014/main" id="{F1BDC60B-7234-4007-F601-CC4EF59A9500}"/>
                      </a:ext>
                    </a:extLst>
                  </p:cNvPr>
                  <p:cNvSpPr/>
                  <p:nvPr/>
                </p:nvSpPr>
                <p:spPr>
                  <a:xfrm>
                    <a:off x="9451969" y="2845194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6" name="Rectangle 5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6DA92781-3A75-3ADF-C0E0-5E9CAEB1AEE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451969" y="2845194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" name="Rectangle 107">
                    <a:extLst>
                      <a:ext uri="{FF2B5EF4-FFF2-40B4-BE49-F238E27FC236}">
                        <a16:creationId xmlns:a16="http://schemas.microsoft.com/office/drawing/2014/main" id="{0B42C3F1-C5B1-2BEF-271F-B429940F9C4F}"/>
                      </a:ext>
                    </a:extLst>
                  </p:cNvPr>
                  <p:cNvSpPr/>
                  <p:nvPr/>
                </p:nvSpPr>
                <p:spPr>
                  <a:xfrm>
                    <a:off x="10208752" y="2845194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7" name="Rectangle 5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85832314-5A75-5CE9-25E2-49816235D2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208752" y="2845194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" name="Rectangle 108">
                    <a:extLst>
                      <a:ext uri="{FF2B5EF4-FFF2-40B4-BE49-F238E27FC236}">
                        <a16:creationId xmlns:a16="http://schemas.microsoft.com/office/drawing/2014/main" id="{8203A2D3-4216-97D0-E1CD-2DA1F89A702C}"/>
                      </a:ext>
                    </a:extLst>
                  </p:cNvPr>
                  <p:cNvSpPr/>
                  <p:nvPr/>
                </p:nvSpPr>
                <p:spPr>
                  <a:xfrm>
                    <a:off x="10976548" y="283304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8" name="Rectangle 5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4811561E-4585-2ABA-E4A9-95FE2520D9C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976548" y="283304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ECDCE30D-1AD5-FD02-78EA-267A4DCC2EF1}"/>
                </a:ext>
              </a:extLst>
            </p:cNvPr>
            <p:cNvGrpSpPr/>
            <p:nvPr/>
          </p:nvGrpSpPr>
          <p:grpSpPr>
            <a:xfrm>
              <a:off x="5331270" y="4085971"/>
              <a:ext cx="3508143" cy="569273"/>
              <a:chOff x="4529272" y="1459284"/>
              <a:chExt cx="3508143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1" name="Rectangle 110">
                    <a:extLst>
                      <a:ext uri="{FF2B5EF4-FFF2-40B4-BE49-F238E27FC236}">
                        <a16:creationId xmlns:a16="http://schemas.microsoft.com/office/drawing/2014/main" id="{D32EADFB-CF55-4C17-B3A0-F5812F634962}"/>
                      </a:ext>
                    </a:extLst>
                  </p:cNvPr>
                  <p:cNvSpPr/>
                  <p:nvPr/>
                </p:nvSpPr>
                <p:spPr>
                  <a:xfrm>
                    <a:off x="4529272" y="1459284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9" name="Rectangle 4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1293FB37-E599-9096-0BDD-BC79F7E2A11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529272" y="1459284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2" name="Rectangle 111">
                    <a:extLst>
                      <a:ext uri="{FF2B5EF4-FFF2-40B4-BE49-F238E27FC236}">
                        <a16:creationId xmlns:a16="http://schemas.microsoft.com/office/drawing/2014/main" id="{D36C497C-B5A0-F59B-F156-04CB7596DE0E}"/>
                      </a:ext>
                    </a:extLst>
                  </p:cNvPr>
                  <p:cNvSpPr/>
                  <p:nvPr/>
                </p:nvSpPr>
                <p:spPr>
                  <a:xfrm>
                    <a:off x="5247955" y="1459284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0" name="Rectangle 4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B92F46FC-40D3-7BFB-B955-8BC5A598F26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47955" y="1459284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3" name="Rectangle 112">
                    <a:extLst>
                      <a:ext uri="{FF2B5EF4-FFF2-40B4-BE49-F238E27FC236}">
                        <a16:creationId xmlns:a16="http://schemas.microsoft.com/office/drawing/2014/main" id="{CD5BA5FF-DD85-E61C-DCE3-9D364C7F3584}"/>
                      </a:ext>
                    </a:extLst>
                  </p:cNvPr>
                  <p:cNvSpPr/>
                  <p:nvPr/>
                </p:nvSpPr>
                <p:spPr>
                  <a:xfrm>
                    <a:off x="5995953" y="1459284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25DF9F7-6DE1-3745-752C-10489A94EFD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995953" y="1459284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" name="Rectangle 113">
                    <a:extLst>
                      <a:ext uri="{FF2B5EF4-FFF2-40B4-BE49-F238E27FC236}">
                        <a16:creationId xmlns:a16="http://schemas.microsoft.com/office/drawing/2014/main" id="{E81DA23A-03DE-685A-1806-53AE959DE971}"/>
                      </a:ext>
                    </a:extLst>
                  </p:cNvPr>
                  <p:cNvSpPr/>
                  <p:nvPr/>
                </p:nvSpPr>
                <p:spPr>
                  <a:xfrm>
                    <a:off x="6752736" y="1459284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ABE5171-195E-FC17-5F09-6BD3E94FC4F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52736" y="1459284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7" name="Rectangle 116">
                    <a:extLst>
                      <a:ext uri="{FF2B5EF4-FFF2-40B4-BE49-F238E27FC236}">
                        <a16:creationId xmlns:a16="http://schemas.microsoft.com/office/drawing/2014/main" id="{4F1EA9FD-A868-1431-3BFC-87F252061988}"/>
                      </a:ext>
                    </a:extLst>
                  </p:cNvPr>
                  <p:cNvSpPr/>
                  <p:nvPr/>
                </p:nvSpPr>
                <p:spPr>
                  <a:xfrm>
                    <a:off x="7520058" y="1459284"/>
                    <a:ext cx="517357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9AB418FA-A486-B743-5490-DFA7FC9B523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520058" y="1459284"/>
                    <a:ext cx="517357" cy="569273"/>
                  </a:xfrm>
                  <a:prstGeom prst="rect">
                    <a:avLst/>
                  </a:prstGeom>
                  <a:blipFill rotWithShape="0">
                    <a:blip r:embed="rId4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</p:spTree>
    <p:extLst>
      <p:ext uri="{BB962C8B-B14F-4D97-AF65-F5344CB8AC3E}">
        <p14:creationId xmlns:p14="http://schemas.microsoft.com/office/powerpoint/2010/main" val="8161461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" name="Group 56">
            <a:extLst>
              <a:ext uri="{FF2B5EF4-FFF2-40B4-BE49-F238E27FC236}">
                <a16:creationId xmlns:a16="http://schemas.microsoft.com/office/drawing/2014/main" id="{C9E0C395-B07F-91A6-9186-57C43FE59426}"/>
              </a:ext>
            </a:extLst>
          </p:cNvPr>
          <p:cNvGrpSpPr/>
          <p:nvPr/>
        </p:nvGrpSpPr>
        <p:grpSpPr>
          <a:xfrm>
            <a:off x="4838764" y="3677842"/>
            <a:ext cx="3540784" cy="2392083"/>
            <a:chOff x="4975244" y="3677842"/>
            <a:chExt cx="3540784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94003AF1-79AF-3715-76BC-ECD19B48AB9E}"/>
                    </a:ext>
                  </a:extLst>
                </p:cNvPr>
                <p:cNvSpPr/>
                <p:nvPr/>
              </p:nvSpPr>
              <p:spPr>
                <a:xfrm>
                  <a:off x="5494359" y="3677842"/>
                  <a:ext cx="3021669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−4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       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/>
                                  <m:e/>
                                </m:eqAr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4003AF1-79AF-3715-76BC-ECD19B48AB9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494359" y="3677842"/>
                  <a:ext cx="3021669" cy="2392083"/>
                </a:xfrm>
                <a:prstGeom prst="rect">
                  <a:avLst/>
                </a:prstGeom>
                <a:blipFill rotWithShape="0"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52E60D81-EEC7-462A-348E-8D0F040940F6}"/>
                    </a:ext>
                  </a:extLst>
                </p:cNvPr>
                <p:cNvSpPr/>
                <p:nvPr/>
              </p:nvSpPr>
              <p:spPr>
                <a:xfrm>
                  <a:off x="4975244" y="4572055"/>
                  <a:ext cx="630035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2E60D81-EEC7-462A-348E-8D0F040940F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75244" y="4572055"/>
                  <a:ext cx="630035" cy="711201"/>
                </a:xfrm>
                <a:prstGeom prst="rect">
                  <a:avLst/>
                </a:prstGeom>
                <a:blipFill rotWithShape="0"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B02AFC4E-2B9F-55E8-26A5-A02501157953}"/>
                </a:ext>
              </a:extLst>
            </p:cNvPr>
            <p:cNvGrpSpPr/>
            <p:nvPr/>
          </p:nvGrpSpPr>
          <p:grpSpPr>
            <a:xfrm>
              <a:off x="5618186" y="5436967"/>
              <a:ext cx="2870546" cy="569273"/>
              <a:chOff x="4139880" y="3158063"/>
              <a:chExt cx="287054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" name="Rectangle 48">
                    <a:extLst>
                      <a:ext uri="{FF2B5EF4-FFF2-40B4-BE49-F238E27FC236}">
                        <a16:creationId xmlns:a16="http://schemas.microsoft.com/office/drawing/2014/main" id="{358D5EC5-C761-5AAD-200F-B6CCFD6BD96D}"/>
                      </a:ext>
                    </a:extLst>
                  </p:cNvPr>
                  <p:cNvSpPr/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9" name="Rectangle 4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58D5EC5-C761-5AAD-200F-B6CCFD6BD96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" name="Rectangle 49">
                    <a:extLst>
                      <a:ext uri="{FF2B5EF4-FFF2-40B4-BE49-F238E27FC236}">
                        <a16:creationId xmlns:a16="http://schemas.microsoft.com/office/drawing/2014/main" id="{3278C85F-1861-4003-37FD-ECFA0FEAB2A8}"/>
                      </a:ext>
                    </a:extLst>
                  </p:cNvPr>
                  <p:cNvSpPr/>
                  <p:nvPr/>
                </p:nvSpPr>
                <p:spPr>
                  <a:xfrm>
                    <a:off x="4858563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𝟕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0" name="Rectangle 4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278C85F-1861-4003-37FD-ECFA0FEAB2A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563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id="{F8BBB193-A31B-801B-2C17-13C61A89FE1C}"/>
                      </a:ext>
                    </a:extLst>
                  </p:cNvPr>
                  <p:cNvSpPr/>
                  <p:nvPr/>
                </p:nvSpPr>
                <p:spPr>
                  <a:xfrm>
                    <a:off x="5715745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8BBB193-A31B-801B-2C17-13C61A89FE1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5745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id="{76155B37-095C-803D-41E2-898C34B0FE22}"/>
                      </a:ext>
                    </a:extLst>
                  </p:cNvPr>
                  <p:cNvSpPr/>
                  <p:nvPr/>
                </p:nvSpPr>
                <p:spPr>
                  <a:xfrm>
                    <a:off x="6486176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𝟖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76155B37-095C-803D-41E2-898C34B0FE2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86176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03D677B8-7F18-BD16-E45D-63A5A2B4BC33}"/>
                </a:ext>
              </a:extLst>
            </p:cNvPr>
            <p:cNvGrpSpPr/>
            <p:nvPr/>
          </p:nvGrpSpPr>
          <p:grpSpPr>
            <a:xfrm>
              <a:off x="5618186" y="4867694"/>
              <a:ext cx="2870546" cy="569273"/>
              <a:chOff x="4139880" y="2588790"/>
              <a:chExt cx="287054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id="{37A63AB4-1D24-0F35-E0B6-4AAEE712F107}"/>
                      </a:ext>
                    </a:extLst>
                  </p:cNvPr>
                  <p:cNvSpPr/>
                  <p:nvPr/>
                </p:nvSpPr>
                <p:spPr>
                  <a:xfrm>
                    <a:off x="4139880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7A63AB4-1D24-0F35-E0B6-4AAEE712F10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6" name="Rectangle 45">
                    <a:extLst>
                      <a:ext uri="{FF2B5EF4-FFF2-40B4-BE49-F238E27FC236}">
                        <a16:creationId xmlns:a16="http://schemas.microsoft.com/office/drawing/2014/main" id="{15FAB230-4CD2-7F94-AB34-6A9A076E680D}"/>
                      </a:ext>
                    </a:extLst>
                  </p:cNvPr>
                  <p:cNvSpPr/>
                  <p:nvPr/>
                </p:nvSpPr>
                <p:spPr>
                  <a:xfrm>
                    <a:off x="4858563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6" name="Rectangle 4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15FAB230-4CD2-7F94-AB34-6A9A076E680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563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7" name="Rectangle 46">
                    <a:extLst>
                      <a:ext uri="{FF2B5EF4-FFF2-40B4-BE49-F238E27FC236}">
                        <a16:creationId xmlns:a16="http://schemas.microsoft.com/office/drawing/2014/main" id="{BD24217D-615E-80E6-486D-68E390141C98}"/>
                      </a:ext>
                    </a:extLst>
                  </p:cNvPr>
                  <p:cNvSpPr/>
                  <p:nvPr/>
                </p:nvSpPr>
                <p:spPr>
                  <a:xfrm>
                    <a:off x="5715745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7" name="Rectangle 4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BD24217D-615E-80E6-486D-68E390141C9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5745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" name="Rectangle 47">
                    <a:extLst>
                      <a:ext uri="{FF2B5EF4-FFF2-40B4-BE49-F238E27FC236}">
                        <a16:creationId xmlns:a16="http://schemas.microsoft.com/office/drawing/2014/main" id="{82F047D8-645B-0010-132E-A655C887FD28}"/>
                      </a:ext>
                    </a:extLst>
                  </p:cNvPr>
                  <p:cNvSpPr/>
                  <p:nvPr/>
                </p:nvSpPr>
                <p:spPr>
                  <a:xfrm>
                    <a:off x="6486176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8" name="Rectangle 4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82F047D8-645B-0010-132E-A655C887FD2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86176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04AA6C1F-9769-C9E7-47DA-5192F20A72EE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Method:3 </a:t>
                </a:r>
                <a14:m>
                  <m:oMath xmlns:m="http://schemas.openxmlformats.org/officeDocument/2006/math">
                    <m:r>
                      <a:rPr lang="en-IN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Example:6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04AA6C1F-9769-C9E7-47DA-5192F20A72E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13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 3">
            <a:extLst>
              <a:ext uri="{FF2B5EF4-FFF2-40B4-BE49-F238E27FC236}">
                <a16:creationId xmlns:a16="http://schemas.microsoft.com/office/drawing/2014/main" id="{631280C1-E155-7283-B05A-1EE0563B6783}"/>
              </a:ext>
            </a:extLst>
          </p:cNvPr>
          <p:cNvSpPr/>
          <p:nvPr/>
        </p:nvSpPr>
        <p:spPr>
          <a:xfrm>
            <a:off x="1939158" y="1698763"/>
            <a:ext cx="2856846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Convert the matrix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82793C8-CE48-F3A7-E3FE-3EAB80762696}"/>
              </a:ext>
            </a:extLst>
          </p:cNvPr>
          <p:cNvSpPr/>
          <p:nvPr/>
        </p:nvSpPr>
        <p:spPr>
          <a:xfrm>
            <a:off x="7559110" y="1701879"/>
            <a:ext cx="4682473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into reduced row-echelon form.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7CBFD2-1D2F-88B8-610F-0725E38D4491}"/>
              </a:ext>
            </a:extLst>
          </p:cNvPr>
          <p:cNvSpPr/>
          <p:nvPr/>
        </p:nvSpPr>
        <p:spPr>
          <a:xfrm>
            <a:off x="195269" y="1671330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C6678432-5A97-E7C2-2AC8-3256B3ADC39F}"/>
              </a:ext>
            </a:extLst>
          </p:cNvPr>
          <p:cNvGrpSpPr/>
          <p:nvPr/>
        </p:nvGrpSpPr>
        <p:grpSpPr>
          <a:xfrm>
            <a:off x="4644331" y="667097"/>
            <a:ext cx="3021669" cy="2392083"/>
            <a:chOff x="4016053" y="1235162"/>
            <a:chExt cx="3021669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7754E115-10BC-E6FB-B13A-9EB8E5C6D944}"/>
                    </a:ext>
                  </a:extLst>
                </p:cNvPr>
                <p:cNvSpPr/>
                <p:nvPr/>
              </p:nvSpPr>
              <p:spPr>
                <a:xfrm>
                  <a:off x="4016053" y="1235162"/>
                  <a:ext cx="3021669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−4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       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/>
                                  <m:e/>
                                </m:eqAr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7754E115-10BC-E6FB-B13A-9EB8E5C6D94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16053" y="1235162"/>
                  <a:ext cx="3021669" cy="2392083"/>
                </a:xfrm>
                <a:prstGeom prst="rect">
                  <a:avLst/>
                </a:prstGeom>
                <a:blipFill rotWithShape="0"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9A9E8DAD-2007-83CC-F755-4D5E87E76121}"/>
                </a:ext>
              </a:extLst>
            </p:cNvPr>
            <p:cNvGrpSpPr/>
            <p:nvPr/>
          </p:nvGrpSpPr>
          <p:grpSpPr>
            <a:xfrm>
              <a:off x="4140144" y="1849606"/>
              <a:ext cx="2870546" cy="569273"/>
              <a:chOff x="4140144" y="1849606"/>
              <a:chExt cx="287054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" name="Rectangle 25">
                    <a:extLst>
                      <a:ext uri="{FF2B5EF4-FFF2-40B4-BE49-F238E27FC236}">
                        <a16:creationId xmlns:a16="http://schemas.microsoft.com/office/drawing/2014/main" id="{9DC3D2BC-30D6-E86B-4780-3D676B16658A}"/>
                      </a:ext>
                    </a:extLst>
                  </p:cNvPr>
                  <p:cNvSpPr/>
                  <p:nvPr/>
                </p:nvSpPr>
                <p:spPr>
                  <a:xfrm>
                    <a:off x="4140144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6" name="Rectangle 2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9DC3D2BC-30D6-E86B-4780-3D676B16658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id="{81652286-7B8B-1CEA-0515-8009E992D177}"/>
                      </a:ext>
                    </a:extLst>
                  </p:cNvPr>
                  <p:cNvSpPr/>
                  <p:nvPr/>
                </p:nvSpPr>
                <p:spPr>
                  <a:xfrm>
                    <a:off x="4858827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81652286-7B8B-1CEA-0515-8009E992D17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827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id="{5FE248D7-ECA2-5469-C324-00EB74674783}"/>
                      </a:ext>
                    </a:extLst>
                  </p:cNvPr>
                  <p:cNvSpPr/>
                  <p:nvPr/>
                </p:nvSpPr>
                <p:spPr>
                  <a:xfrm>
                    <a:off x="5703621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5FE248D7-ECA2-5469-C324-00EB7467478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03621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9" name="Rectangle 28">
                    <a:extLst>
                      <a:ext uri="{FF2B5EF4-FFF2-40B4-BE49-F238E27FC236}">
                        <a16:creationId xmlns:a16="http://schemas.microsoft.com/office/drawing/2014/main" id="{D0E63D25-525C-43D2-FB85-1B516CEB79F0}"/>
                      </a:ext>
                    </a:extLst>
                  </p:cNvPr>
                  <p:cNvSpPr/>
                  <p:nvPr/>
                </p:nvSpPr>
                <p:spPr>
                  <a:xfrm>
                    <a:off x="6486440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9" name="Rectangle 2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D0E63D25-525C-43D2-FB85-1B516CEB79F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86440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5AD72F52-1F44-B709-A9AE-CA29EDBCE0F9}"/>
                </a:ext>
              </a:extLst>
            </p:cNvPr>
            <p:cNvGrpSpPr/>
            <p:nvPr/>
          </p:nvGrpSpPr>
          <p:grpSpPr>
            <a:xfrm>
              <a:off x="4139880" y="2994287"/>
              <a:ext cx="2870546" cy="569273"/>
              <a:chOff x="4139880" y="3158063"/>
              <a:chExt cx="287054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2" name="Rectangle 21">
                    <a:extLst>
                      <a:ext uri="{FF2B5EF4-FFF2-40B4-BE49-F238E27FC236}">
                        <a16:creationId xmlns:a16="http://schemas.microsoft.com/office/drawing/2014/main" id="{BC065E80-D3C9-599E-F988-6E151B0E58EB}"/>
                      </a:ext>
                    </a:extLst>
                  </p:cNvPr>
                  <p:cNvSpPr/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2" name="Rectangle 2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BC065E80-D3C9-599E-F988-6E151B0E58E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3" name="Rectangle 22">
                    <a:extLst>
                      <a:ext uri="{FF2B5EF4-FFF2-40B4-BE49-F238E27FC236}">
                        <a16:creationId xmlns:a16="http://schemas.microsoft.com/office/drawing/2014/main" id="{15107679-8080-B27E-14A2-7D0E973E8771}"/>
                      </a:ext>
                    </a:extLst>
                  </p:cNvPr>
                  <p:cNvSpPr/>
                  <p:nvPr/>
                </p:nvSpPr>
                <p:spPr>
                  <a:xfrm>
                    <a:off x="4858563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𝟕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3" name="Rectangle 2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15107679-8080-B27E-14A2-7D0E973E877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563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id="{3D922167-FED4-D7C8-A509-929BFADD7CE3}"/>
                      </a:ext>
                    </a:extLst>
                  </p:cNvPr>
                  <p:cNvSpPr/>
                  <p:nvPr/>
                </p:nvSpPr>
                <p:spPr>
                  <a:xfrm>
                    <a:off x="5715745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D922167-FED4-D7C8-A509-929BFADD7CE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5745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" name="Rectangle 24">
                    <a:extLst>
                      <a:ext uri="{FF2B5EF4-FFF2-40B4-BE49-F238E27FC236}">
                        <a16:creationId xmlns:a16="http://schemas.microsoft.com/office/drawing/2014/main" id="{2F5BA337-D9B9-4FF5-92A3-8E669A06BD47}"/>
                      </a:ext>
                    </a:extLst>
                  </p:cNvPr>
                  <p:cNvSpPr/>
                  <p:nvPr/>
                </p:nvSpPr>
                <p:spPr>
                  <a:xfrm>
                    <a:off x="6486176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𝟖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5" name="Rectangle 2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2F5BA337-D9B9-4FF5-92A3-8E669A06BD4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86176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E6F608AC-06F2-EDBC-EAD4-2D222D44475F}"/>
                </a:ext>
              </a:extLst>
            </p:cNvPr>
            <p:cNvGrpSpPr/>
            <p:nvPr/>
          </p:nvGrpSpPr>
          <p:grpSpPr>
            <a:xfrm>
              <a:off x="4139880" y="2425014"/>
              <a:ext cx="2870546" cy="569273"/>
              <a:chOff x="4139880" y="2588790"/>
              <a:chExt cx="287054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E2A33957-0440-C666-9C62-989266DDD077}"/>
                      </a:ext>
                    </a:extLst>
                  </p:cNvPr>
                  <p:cNvSpPr/>
                  <p:nvPr/>
                </p:nvSpPr>
                <p:spPr>
                  <a:xfrm>
                    <a:off x="4139880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2A33957-0440-C666-9C62-989266DDD07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" name="Rectangle 18">
                    <a:extLst>
                      <a:ext uri="{FF2B5EF4-FFF2-40B4-BE49-F238E27FC236}">
                        <a16:creationId xmlns:a16="http://schemas.microsoft.com/office/drawing/2014/main" id="{8E12910A-C5E5-402A-04E2-DFA4F6F96626}"/>
                      </a:ext>
                    </a:extLst>
                  </p:cNvPr>
                  <p:cNvSpPr/>
                  <p:nvPr/>
                </p:nvSpPr>
                <p:spPr>
                  <a:xfrm>
                    <a:off x="4858563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" name="Rectangle 1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8E12910A-C5E5-402A-04E2-DFA4F6F9662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563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" name="Rectangle 19">
                    <a:extLst>
                      <a:ext uri="{FF2B5EF4-FFF2-40B4-BE49-F238E27FC236}">
                        <a16:creationId xmlns:a16="http://schemas.microsoft.com/office/drawing/2014/main" id="{A2DC7225-8921-317B-50CF-59D17BB4993B}"/>
                      </a:ext>
                    </a:extLst>
                  </p:cNvPr>
                  <p:cNvSpPr/>
                  <p:nvPr/>
                </p:nvSpPr>
                <p:spPr>
                  <a:xfrm>
                    <a:off x="5715745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0" name="Rectangle 1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A2DC7225-8921-317B-50CF-59D17BB4993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5745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" name="Rectangle 20">
                    <a:extLst>
                      <a:ext uri="{FF2B5EF4-FFF2-40B4-BE49-F238E27FC236}">
                        <a16:creationId xmlns:a16="http://schemas.microsoft.com/office/drawing/2014/main" id="{03065A6E-215C-17C1-E9AD-82F61AA5B1FD}"/>
                      </a:ext>
                    </a:extLst>
                  </p:cNvPr>
                  <p:cNvSpPr/>
                  <p:nvPr/>
                </p:nvSpPr>
                <p:spPr>
                  <a:xfrm>
                    <a:off x="6486176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1" name="Rectangle 2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3065A6E-215C-17C1-E9AD-82F61AA5B1F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86176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11389E3B-00AC-BD7B-DED2-C3EEB6D570E7}"/>
                </a:ext>
              </a:extLst>
            </p:cNvPr>
            <p:cNvGrpSpPr/>
            <p:nvPr/>
          </p:nvGrpSpPr>
          <p:grpSpPr>
            <a:xfrm>
              <a:off x="4140144" y="1280333"/>
              <a:ext cx="2870546" cy="569273"/>
              <a:chOff x="4140144" y="1444109"/>
              <a:chExt cx="287054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" name="Rectangle 13">
                    <a:extLst>
                      <a:ext uri="{FF2B5EF4-FFF2-40B4-BE49-F238E27FC236}">
                        <a16:creationId xmlns:a16="http://schemas.microsoft.com/office/drawing/2014/main" id="{368FB85A-71FE-C527-BDD5-58A636F178D3}"/>
                      </a:ext>
                    </a:extLst>
                  </p:cNvPr>
                  <p:cNvSpPr/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" name="Rectangle 1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68FB85A-71FE-C527-BDD5-58A636F178D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id="{9CF40FC2-DC1C-6799-B752-FD69341CA2FE}"/>
                      </a:ext>
                    </a:extLst>
                  </p:cNvPr>
                  <p:cNvSpPr/>
                  <p:nvPr/>
                </p:nvSpPr>
                <p:spPr>
                  <a:xfrm>
                    <a:off x="4858827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9CF40FC2-DC1C-6799-B752-FD69341CA2F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827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" name="Rectangle 15">
                    <a:extLst>
                      <a:ext uri="{FF2B5EF4-FFF2-40B4-BE49-F238E27FC236}">
                        <a16:creationId xmlns:a16="http://schemas.microsoft.com/office/drawing/2014/main" id="{EBB23133-FA71-D207-E732-A916C9763480}"/>
                      </a:ext>
                    </a:extLst>
                  </p:cNvPr>
                  <p:cNvSpPr/>
                  <p:nvPr/>
                </p:nvSpPr>
                <p:spPr>
                  <a:xfrm>
                    <a:off x="5716009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6" name="Rectangle 1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BB23133-FA71-D207-E732-A916C976348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6009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7" name="Rectangle 16">
                    <a:extLst>
                      <a:ext uri="{FF2B5EF4-FFF2-40B4-BE49-F238E27FC236}">
                        <a16:creationId xmlns:a16="http://schemas.microsoft.com/office/drawing/2014/main" id="{3147688F-76A7-3034-4467-10B08913A57E}"/>
                      </a:ext>
                    </a:extLst>
                  </p:cNvPr>
                  <p:cNvSpPr/>
                  <p:nvPr/>
                </p:nvSpPr>
                <p:spPr>
                  <a:xfrm>
                    <a:off x="6486440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7" name="Rectangle 1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147688F-76A7-3034-4467-10B08913A57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86440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338ECC22-73AC-230E-89AD-1C54754842FF}"/>
              </a:ext>
            </a:extLst>
          </p:cNvPr>
          <p:cNvSpPr/>
          <p:nvPr/>
        </p:nvSpPr>
        <p:spPr>
          <a:xfrm>
            <a:off x="195269" y="3038911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17409364-47B6-178E-E6A1-9E6EADA907E4}"/>
              </a:ext>
            </a:extLst>
          </p:cNvPr>
          <p:cNvGrpSpPr/>
          <p:nvPr/>
        </p:nvGrpSpPr>
        <p:grpSpPr>
          <a:xfrm>
            <a:off x="5473108" y="3708422"/>
            <a:ext cx="2870546" cy="569273"/>
            <a:chOff x="4140144" y="1849606"/>
            <a:chExt cx="2870546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85DD62E2-06B3-2F5A-C00B-5868B44A73D0}"/>
                    </a:ext>
                  </a:extLst>
                </p:cNvPr>
                <p:cNvSpPr/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85DD62E2-06B3-2F5A-C00B-5868B44A73D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blipFill rotWithShape="0">
                  <a:blip r:embed="rId3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C73E53C5-4A6A-1265-36C7-3A1F54C94BD1}"/>
                    </a:ext>
                  </a:extLst>
                </p:cNvPr>
                <p:cNvSpPr/>
                <p:nvPr/>
              </p:nvSpPr>
              <p:spPr>
                <a:xfrm>
                  <a:off x="4858827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C73E53C5-4A6A-1265-36C7-3A1F54C94BD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827" y="1849606"/>
                  <a:ext cx="524250" cy="569273"/>
                </a:xfrm>
                <a:prstGeom prst="rect">
                  <a:avLst/>
                </a:prstGeom>
                <a:blipFill rotWithShape="0">
                  <a:blip r:embed="rId3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5A6D5452-98AB-41BD-B60A-EAC3D365CCD6}"/>
                    </a:ext>
                  </a:extLst>
                </p:cNvPr>
                <p:cNvSpPr/>
                <p:nvPr/>
              </p:nvSpPr>
              <p:spPr>
                <a:xfrm>
                  <a:off x="5703621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A6D5452-98AB-41BD-B60A-EAC3D365CCD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03621" y="1849606"/>
                  <a:ext cx="524250" cy="569273"/>
                </a:xfrm>
                <a:prstGeom prst="rect">
                  <a:avLst/>
                </a:prstGeom>
                <a:blipFill rotWithShape="0">
                  <a:blip r:embed="rId3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8575AD3F-278B-7228-29FE-86CE0C18283E}"/>
                    </a:ext>
                  </a:extLst>
                </p:cNvPr>
                <p:cNvSpPr/>
                <p:nvPr/>
              </p:nvSpPr>
              <p:spPr>
                <a:xfrm>
                  <a:off x="6486440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8575AD3F-278B-7228-29FE-86CE0C18283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86440" y="1849606"/>
                  <a:ext cx="524250" cy="569273"/>
                </a:xfrm>
                <a:prstGeom prst="rect">
                  <a:avLst/>
                </a:prstGeom>
                <a:blipFill rotWithShape="0">
                  <a:blip r:embed="rId3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CED20028-D227-3B8B-C153-DA98F0C85213}"/>
              </a:ext>
            </a:extLst>
          </p:cNvPr>
          <p:cNvGrpSpPr/>
          <p:nvPr/>
        </p:nvGrpSpPr>
        <p:grpSpPr>
          <a:xfrm>
            <a:off x="5488900" y="4293136"/>
            <a:ext cx="2870546" cy="569273"/>
            <a:chOff x="4140144" y="1444109"/>
            <a:chExt cx="2870546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9170C6E4-E326-7ECC-DA14-F55BB4EE8C76}"/>
                    </a:ext>
                  </a:extLst>
                </p:cNvPr>
                <p:cNvSpPr/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170C6E4-E326-7ECC-DA14-F55BB4EE8C7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blipFill rotWithShape="0">
                  <a:blip r:embed="rId3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D11335D6-7AC8-F1E9-4BD2-B7F72DE03668}"/>
                    </a:ext>
                  </a:extLst>
                </p:cNvPr>
                <p:cNvSpPr/>
                <p:nvPr/>
              </p:nvSpPr>
              <p:spPr>
                <a:xfrm>
                  <a:off x="4858827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11335D6-7AC8-F1E9-4BD2-B7F72DE0366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827" y="1444109"/>
                  <a:ext cx="524250" cy="569273"/>
                </a:xfrm>
                <a:prstGeom prst="rect">
                  <a:avLst/>
                </a:prstGeom>
                <a:blipFill rotWithShape="0">
                  <a:blip r:embed="rId3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17630E5C-26F9-B66A-7581-65BBE59D5520}"/>
                    </a:ext>
                  </a:extLst>
                </p:cNvPr>
                <p:cNvSpPr/>
                <p:nvPr/>
              </p:nvSpPr>
              <p:spPr>
                <a:xfrm>
                  <a:off x="5716009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17630E5C-26F9-B66A-7581-65BBE59D552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16009" y="1444109"/>
                  <a:ext cx="524250" cy="569273"/>
                </a:xfrm>
                <a:prstGeom prst="rect">
                  <a:avLst/>
                </a:prstGeom>
                <a:blipFill rotWithShape="0">
                  <a:blip r:embed="rId4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FCA566DA-906F-E5CB-4AA3-AF3ACC4C9755}"/>
                    </a:ext>
                  </a:extLst>
                </p:cNvPr>
                <p:cNvSpPr/>
                <p:nvPr/>
              </p:nvSpPr>
              <p:spPr>
                <a:xfrm>
                  <a:off x="6486440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FCA566DA-906F-E5CB-4AA3-AF3ACC4C975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86440" y="1444109"/>
                  <a:ext cx="524250" cy="569273"/>
                </a:xfrm>
                <a:prstGeom prst="rect">
                  <a:avLst/>
                </a:prstGeom>
                <a:blipFill rotWithShape="0">
                  <a:blip r:embed="rId3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0" name="Content Placeholder 4">
                <a:extLst>
                  <a:ext uri="{FF2B5EF4-FFF2-40B4-BE49-F238E27FC236}">
                    <a16:creationId xmlns:a16="http://schemas.microsoft.com/office/drawing/2014/main" id="{758A810C-7237-7971-4484-A4D12DB7943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646027" y="4606084"/>
                <a:ext cx="84837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>
                <a:defPPr>
                  <a:defRPr lang="en-US"/>
                </a:defPPr>
                <a:lvl1pPr algn="ctr">
                  <a:defRPr sz="2800" b="1" i="1">
                    <a:solidFill>
                      <a:srgbClr val="FF000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𝟐𝟏</m:t>
                          </m:r>
                        </m:sub>
                      </m:sSub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60" name="Content Placeholder 4">
                <a:extLst>
                  <a:ext uri="{FF2B5EF4-FFF2-40B4-BE49-F238E27FC236}">
                    <a16:creationId xmlns:a16="http://schemas.microsoft.com/office/drawing/2014/main" id="{758A810C-7237-7971-4484-A4D12DB794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46027" y="4606084"/>
                <a:ext cx="848374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8" name="Rectangle: Rounded Corners 57">
            <a:extLst>
              <a:ext uri="{FF2B5EF4-FFF2-40B4-BE49-F238E27FC236}">
                <a16:creationId xmlns:a16="http://schemas.microsoft.com/office/drawing/2014/main" id="{29F09461-086E-778B-997D-0C636851178E}"/>
              </a:ext>
            </a:extLst>
          </p:cNvPr>
          <p:cNvSpPr/>
          <p:nvPr/>
        </p:nvSpPr>
        <p:spPr>
          <a:xfrm>
            <a:off x="1775617" y="3819502"/>
            <a:ext cx="382391" cy="397915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398E6E8C-BBC3-E315-B0CE-17B8F2C15342}"/>
              </a:ext>
            </a:extLst>
          </p:cNvPr>
          <p:cNvGrpSpPr/>
          <p:nvPr/>
        </p:nvGrpSpPr>
        <p:grpSpPr>
          <a:xfrm>
            <a:off x="816941" y="3677842"/>
            <a:ext cx="3827390" cy="2392083"/>
            <a:chOff x="3210332" y="1235162"/>
            <a:chExt cx="3827390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553CBFFE-63C4-9561-D080-3AA5E321DE1F}"/>
                    </a:ext>
                  </a:extLst>
                </p:cNvPr>
                <p:cNvSpPr/>
                <p:nvPr/>
              </p:nvSpPr>
              <p:spPr>
                <a:xfrm>
                  <a:off x="4016053" y="1235162"/>
                  <a:ext cx="3021669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/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−4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       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/>
                                  <m:e/>
                                </m:eqAr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553CBFFE-63C4-9561-D080-3AA5E321DE1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16053" y="1235162"/>
                  <a:ext cx="3021669" cy="2392083"/>
                </a:xfrm>
                <a:prstGeom prst="rect">
                  <a:avLst/>
                </a:prstGeom>
                <a:blipFill>
                  <a:blip r:embed="rId4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F2124593-352F-50B6-6969-0B2BDB86947F}"/>
                </a:ext>
              </a:extLst>
            </p:cNvPr>
            <p:cNvGrpSpPr/>
            <p:nvPr/>
          </p:nvGrpSpPr>
          <p:grpSpPr>
            <a:xfrm>
              <a:off x="4140144" y="1849606"/>
              <a:ext cx="2870546" cy="569273"/>
              <a:chOff x="4140144" y="1849606"/>
              <a:chExt cx="287054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6FB4E4F-FA42-FC18-B4AC-FFE92D5C32E4}"/>
                      </a:ext>
                    </a:extLst>
                  </p:cNvPr>
                  <p:cNvSpPr/>
                  <p:nvPr/>
                </p:nvSpPr>
                <p:spPr>
                  <a:xfrm>
                    <a:off x="4140144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6" name="Rectangle 2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9DC3D2BC-30D6-E86B-4780-3D676B16658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id="{E0D7769B-B60E-5098-2A77-4167CFAEF6F2}"/>
                      </a:ext>
                    </a:extLst>
                  </p:cNvPr>
                  <p:cNvSpPr/>
                  <p:nvPr/>
                </p:nvSpPr>
                <p:spPr>
                  <a:xfrm>
                    <a:off x="4858827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81652286-7B8B-1CEA-0515-8009E992D17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827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" name="Rectangle 79">
                    <a:extLst>
                      <a:ext uri="{FF2B5EF4-FFF2-40B4-BE49-F238E27FC236}">
                        <a16:creationId xmlns:a16="http://schemas.microsoft.com/office/drawing/2014/main" id="{ADB95F50-D2E3-2A1C-AFC6-A856ED5347CB}"/>
                      </a:ext>
                    </a:extLst>
                  </p:cNvPr>
                  <p:cNvSpPr/>
                  <p:nvPr/>
                </p:nvSpPr>
                <p:spPr>
                  <a:xfrm>
                    <a:off x="5703621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5FE248D7-ECA2-5469-C324-00EB7467478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03621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1" name="Rectangle 80">
                    <a:extLst>
                      <a:ext uri="{FF2B5EF4-FFF2-40B4-BE49-F238E27FC236}">
                        <a16:creationId xmlns:a16="http://schemas.microsoft.com/office/drawing/2014/main" id="{DBE8726A-3A06-6BA5-EC36-CF893BBEDC14}"/>
                      </a:ext>
                    </a:extLst>
                  </p:cNvPr>
                  <p:cNvSpPr/>
                  <p:nvPr/>
                </p:nvSpPr>
                <p:spPr>
                  <a:xfrm>
                    <a:off x="6486440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9" name="Rectangle 2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D0E63D25-525C-43D2-FB85-1B516CEB79F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86440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C1A1E909-19EE-0236-6A54-BFAE17CE59A6}"/>
                    </a:ext>
                  </a:extLst>
                </p:cNvPr>
                <p:cNvSpPr/>
                <p:nvPr/>
              </p:nvSpPr>
              <p:spPr>
                <a:xfrm>
                  <a:off x="3210332" y="2129375"/>
                  <a:ext cx="956878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63B313E-4653-7183-F68E-38E9D73434B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0332" y="2129375"/>
                  <a:ext cx="956878" cy="711201"/>
                </a:xfrm>
                <a:prstGeom prst="rect">
                  <a:avLst/>
                </a:prstGeom>
                <a:blipFill rotWithShape="0">
                  <a:blip r:embed="rId1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10B21CAE-708C-0E97-E5B5-E653FF55D292}"/>
                </a:ext>
              </a:extLst>
            </p:cNvPr>
            <p:cNvGrpSpPr/>
            <p:nvPr/>
          </p:nvGrpSpPr>
          <p:grpSpPr>
            <a:xfrm>
              <a:off x="4139880" y="2994287"/>
              <a:ext cx="2870546" cy="569273"/>
              <a:chOff x="4139880" y="3158063"/>
              <a:chExt cx="287054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" name="Rectangle 73">
                    <a:extLst>
                      <a:ext uri="{FF2B5EF4-FFF2-40B4-BE49-F238E27FC236}">
                        <a16:creationId xmlns:a16="http://schemas.microsoft.com/office/drawing/2014/main" id="{7E08C6CA-5C46-F43D-1B30-59E64309EC35}"/>
                      </a:ext>
                    </a:extLst>
                  </p:cNvPr>
                  <p:cNvSpPr/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2" name="Rectangle 2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BC065E80-D3C9-599E-F988-6E151B0E58E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" name="Rectangle 74">
                    <a:extLst>
                      <a:ext uri="{FF2B5EF4-FFF2-40B4-BE49-F238E27FC236}">
                        <a16:creationId xmlns:a16="http://schemas.microsoft.com/office/drawing/2014/main" id="{A42E1A04-132C-039B-E14C-918070E4DF27}"/>
                      </a:ext>
                    </a:extLst>
                  </p:cNvPr>
                  <p:cNvSpPr/>
                  <p:nvPr/>
                </p:nvSpPr>
                <p:spPr>
                  <a:xfrm>
                    <a:off x="4858563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𝟕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3" name="Rectangle 2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15107679-8080-B27E-14A2-7D0E973E877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563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6" name="Rectangle 75">
                    <a:extLst>
                      <a:ext uri="{FF2B5EF4-FFF2-40B4-BE49-F238E27FC236}">
                        <a16:creationId xmlns:a16="http://schemas.microsoft.com/office/drawing/2014/main" id="{496931B6-D144-FD34-3875-A613273121A4}"/>
                      </a:ext>
                    </a:extLst>
                  </p:cNvPr>
                  <p:cNvSpPr/>
                  <p:nvPr/>
                </p:nvSpPr>
                <p:spPr>
                  <a:xfrm>
                    <a:off x="5715745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D922167-FED4-D7C8-A509-929BFADD7CE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5745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7" name="Rectangle 76">
                    <a:extLst>
                      <a:ext uri="{FF2B5EF4-FFF2-40B4-BE49-F238E27FC236}">
                        <a16:creationId xmlns:a16="http://schemas.microsoft.com/office/drawing/2014/main" id="{33FE1C94-CB62-0041-3F2A-A3C60E830017}"/>
                      </a:ext>
                    </a:extLst>
                  </p:cNvPr>
                  <p:cNvSpPr/>
                  <p:nvPr/>
                </p:nvSpPr>
                <p:spPr>
                  <a:xfrm>
                    <a:off x="6486176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𝟖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5" name="Rectangle 2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2F5BA337-D9B9-4FF5-92A3-8E669A06BD4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86176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845C78AF-63B4-B4E6-E012-FBD64769A611}"/>
                </a:ext>
              </a:extLst>
            </p:cNvPr>
            <p:cNvGrpSpPr/>
            <p:nvPr/>
          </p:nvGrpSpPr>
          <p:grpSpPr>
            <a:xfrm>
              <a:off x="4139880" y="2425014"/>
              <a:ext cx="2870546" cy="569273"/>
              <a:chOff x="4139880" y="2588790"/>
              <a:chExt cx="287054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" name="Rectangle 69">
                    <a:extLst>
                      <a:ext uri="{FF2B5EF4-FFF2-40B4-BE49-F238E27FC236}">
                        <a16:creationId xmlns:a16="http://schemas.microsoft.com/office/drawing/2014/main" id="{7733A91E-29AD-6854-2362-D457087D5C60}"/>
                      </a:ext>
                    </a:extLst>
                  </p:cNvPr>
                  <p:cNvSpPr/>
                  <p:nvPr/>
                </p:nvSpPr>
                <p:spPr>
                  <a:xfrm>
                    <a:off x="4139880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2A33957-0440-C666-9C62-989266DDD07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" name="Rectangle 70">
                    <a:extLst>
                      <a:ext uri="{FF2B5EF4-FFF2-40B4-BE49-F238E27FC236}">
                        <a16:creationId xmlns:a16="http://schemas.microsoft.com/office/drawing/2014/main" id="{9B2F5388-6340-0870-7FC0-B28F0B006939}"/>
                      </a:ext>
                    </a:extLst>
                  </p:cNvPr>
                  <p:cNvSpPr/>
                  <p:nvPr/>
                </p:nvSpPr>
                <p:spPr>
                  <a:xfrm>
                    <a:off x="4858563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" name="Rectangle 1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8E12910A-C5E5-402A-04E2-DFA4F6F9662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563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" name="Rectangle 71">
                    <a:extLst>
                      <a:ext uri="{FF2B5EF4-FFF2-40B4-BE49-F238E27FC236}">
                        <a16:creationId xmlns:a16="http://schemas.microsoft.com/office/drawing/2014/main" id="{6554A3D8-027E-BD97-0E39-82F55EC870D0}"/>
                      </a:ext>
                    </a:extLst>
                  </p:cNvPr>
                  <p:cNvSpPr/>
                  <p:nvPr/>
                </p:nvSpPr>
                <p:spPr>
                  <a:xfrm>
                    <a:off x="5715745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0" name="Rectangle 1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A2DC7225-8921-317B-50CF-59D17BB4993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5745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" name="Rectangle 72">
                    <a:extLst>
                      <a:ext uri="{FF2B5EF4-FFF2-40B4-BE49-F238E27FC236}">
                        <a16:creationId xmlns:a16="http://schemas.microsoft.com/office/drawing/2014/main" id="{E01A2BF1-ED75-FB9B-8FD2-76BFAB31CB54}"/>
                      </a:ext>
                    </a:extLst>
                  </p:cNvPr>
                  <p:cNvSpPr/>
                  <p:nvPr/>
                </p:nvSpPr>
                <p:spPr>
                  <a:xfrm>
                    <a:off x="6486176" y="2588790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1" name="Rectangle 2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3065A6E-215C-17C1-E9AD-82F61AA5B1F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86176" y="2588790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CB5D118D-04D2-AC76-CC0A-C2527AD10306}"/>
                </a:ext>
              </a:extLst>
            </p:cNvPr>
            <p:cNvGrpSpPr/>
            <p:nvPr/>
          </p:nvGrpSpPr>
          <p:grpSpPr>
            <a:xfrm>
              <a:off x="4140144" y="1280333"/>
              <a:ext cx="2870546" cy="569273"/>
              <a:chOff x="4140144" y="1444109"/>
              <a:chExt cx="287054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" name="Rectangle 65">
                    <a:extLst>
                      <a:ext uri="{FF2B5EF4-FFF2-40B4-BE49-F238E27FC236}">
                        <a16:creationId xmlns:a16="http://schemas.microsoft.com/office/drawing/2014/main" id="{73E83D7B-CE23-2F7B-3A56-8FF131F014CA}"/>
                      </a:ext>
                    </a:extLst>
                  </p:cNvPr>
                  <p:cNvSpPr/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" name="Rectangle 1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68FB85A-71FE-C527-BDD5-58A636F178D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" name="Rectangle 66">
                    <a:extLst>
                      <a:ext uri="{FF2B5EF4-FFF2-40B4-BE49-F238E27FC236}">
                        <a16:creationId xmlns:a16="http://schemas.microsoft.com/office/drawing/2014/main" id="{10D82CD0-B39E-88F1-E2B0-632362E8E3FE}"/>
                      </a:ext>
                    </a:extLst>
                  </p:cNvPr>
                  <p:cNvSpPr/>
                  <p:nvPr/>
                </p:nvSpPr>
                <p:spPr>
                  <a:xfrm>
                    <a:off x="4858827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9CF40FC2-DC1C-6799-B752-FD69341CA2F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827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" name="Rectangle 67">
                    <a:extLst>
                      <a:ext uri="{FF2B5EF4-FFF2-40B4-BE49-F238E27FC236}">
                        <a16:creationId xmlns:a16="http://schemas.microsoft.com/office/drawing/2014/main" id="{51AF8DF4-E0FD-C05D-43DA-9AE431158CDC}"/>
                      </a:ext>
                    </a:extLst>
                  </p:cNvPr>
                  <p:cNvSpPr/>
                  <p:nvPr/>
                </p:nvSpPr>
                <p:spPr>
                  <a:xfrm>
                    <a:off x="5716009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6" name="Rectangle 1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BB23133-FA71-D207-E732-A916C976348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6009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" name="Rectangle 68">
                    <a:extLst>
                      <a:ext uri="{FF2B5EF4-FFF2-40B4-BE49-F238E27FC236}">
                        <a16:creationId xmlns:a16="http://schemas.microsoft.com/office/drawing/2014/main" id="{8A95BB82-C696-A4B1-5205-82B1B91F666B}"/>
                      </a:ext>
                    </a:extLst>
                  </p:cNvPr>
                  <p:cNvSpPr/>
                  <p:nvPr/>
                </p:nvSpPr>
                <p:spPr>
                  <a:xfrm>
                    <a:off x="6486440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7" name="Rectangle 1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147688F-76A7-3034-4467-10B08913A57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86440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</p:spTree>
    <p:extLst>
      <p:ext uri="{BB962C8B-B14F-4D97-AF65-F5344CB8AC3E}">
        <p14:creationId xmlns:p14="http://schemas.microsoft.com/office/powerpoint/2010/main" val="39451970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58" grpId="0" animBg="1"/>
      <p:bldP spid="58" grpId="1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" name="Group 109">
            <a:extLst>
              <a:ext uri="{FF2B5EF4-FFF2-40B4-BE49-F238E27FC236}">
                <a16:creationId xmlns:a16="http://schemas.microsoft.com/office/drawing/2014/main" id="{B8BFEA0C-F3B0-693B-858F-400BF186F6E9}"/>
              </a:ext>
            </a:extLst>
          </p:cNvPr>
          <p:cNvGrpSpPr/>
          <p:nvPr/>
        </p:nvGrpSpPr>
        <p:grpSpPr>
          <a:xfrm>
            <a:off x="6847609" y="4222290"/>
            <a:ext cx="3449388" cy="2392083"/>
            <a:chOff x="6847609" y="4222290"/>
            <a:chExt cx="3449388" cy="2392083"/>
          </a:xfrm>
        </p:grpSpPr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356AA0EE-E2E2-2593-FE44-104C5EECD11C}"/>
                </a:ext>
              </a:extLst>
            </p:cNvPr>
            <p:cNvGrpSpPr/>
            <p:nvPr/>
          </p:nvGrpSpPr>
          <p:grpSpPr>
            <a:xfrm>
              <a:off x="6847609" y="4222290"/>
              <a:ext cx="3394762" cy="2392083"/>
              <a:chOff x="186081" y="4189525"/>
              <a:chExt cx="3394762" cy="239208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" name="Rectangle 96">
                    <a:extLst>
                      <a:ext uri="{FF2B5EF4-FFF2-40B4-BE49-F238E27FC236}">
                        <a16:creationId xmlns:a16="http://schemas.microsoft.com/office/drawing/2014/main" id="{84F9F2F7-C2CD-CBBB-C417-CBB1C9677E43}"/>
                      </a:ext>
                    </a:extLst>
                  </p:cNvPr>
                  <p:cNvSpPr/>
                  <p:nvPr/>
                </p:nvSpPr>
                <p:spPr>
                  <a:xfrm>
                    <a:off x="559174" y="4189525"/>
                    <a:ext cx="3021669" cy="239208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mcs>
                                  <m:mc>
                                    <m:mcPr>
                                      <m:count m:val="4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6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−4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       3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</m:e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  <m:e/>
                                    <m:e/>
                                  </m:eqAr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mr>
                            </m:m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97" name="Rectangle 9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84F9F2F7-C2CD-CBBB-C417-CBB1C9677E4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9174" y="4189525"/>
                    <a:ext cx="3021669" cy="2392083"/>
                  </a:xfrm>
                  <a:prstGeom prst="rect">
                    <a:avLst/>
                  </a:prstGeom>
                  <a:blipFill rotWithShape="0"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5C06A515-3DD9-C48C-BE73-F707ECF95013}"/>
                  </a:ext>
                </a:extLst>
              </p:cNvPr>
              <p:cNvGrpSpPr/>
              <p:nvPr/>
            </p:nvGrpSpPr>
            <p:grpSpPr>
              <a:xfrm>
                <a:off x="683265" y="4285349"/>
                <a:ext cx="2870546" cy="569273"/>
                <a:chOff x="4140144" y="1849606"/>
                <a:chExt cx="2870546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0" name="Rectangle 99">
                      <a:extLst>
                        <a:ext uri="{FF2B5EF4-FFF2-40B4-BE49-F238E27FC236}">
                          <a16:creationId xmlns:a16="http://schemas.microsoft.com/office/drawing/2014/main" id="{8EE50D12-CBC7-D6EA-164F-9324E333D2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0144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0" name="Rectangle 99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8EE50D12-CBC7-D6EA-164F-9324E333D27B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140144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1" name="Rectangle 100">
                      <a:extLst>
                        <a:ext uri="{FF2B5EF4-FFF2-40B4-BE49-F238E27FC236}">
                          <a16:creationId xmlns:a16="http://schemas.microsoft.com/office/drawing/2014/main" id="{2378AF56-8783-7759-3ED3-29DB79796A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8827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1" name="Rectangle 100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2378AF56-8783-7759-3ED3-29DB79796A1B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858827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2" name="Rectangle 101">
                      <a:extLst>
                        <a:ext uri="{FF2B5EF4-FFF2-40B4-BE49-F238E27FC236}">
                          <a16:creationId xmlns:a16="http://schemas.microsoft.com/office/drawing/2014/main" id="{F269AD04-C19F-D21F-9AD7-454F251D65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03621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2" name="Rectangle 101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F269AD04-C19F-D21F-9AD7-454F251D65B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703621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3" name="Rectangle 102">
                      <a:extLst>
                        <a:ext uri="{FF2B5EF4-FFF2-40B4-BE49-F238E27FC236}">
                          <a16:creationId xmlns:a16="http://schemas.microsoft.com/office/drawing/2014/main" id="{A27755B6-F6FC-2DC3-64B3-1BE20E61F9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86440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𝟑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3" name="Rectangle 102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A27755B6-F6FC-2DC3-64B3-1BE20E61F928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486440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9" name="Rectangle 98">
                    <a:extLst>
                      <a:ext uri="{FF2B5EF4-FFF2-40B4-BE49-F238E27FC236}">
                        <a16:creationId xmlns:a16="http://schemas.microsoft.com/office/drawing/2014/main" id="{4A7670DD-B2F0-5EE3-E3F8-BD06FA13E7B0}"/>
                      </a:ext>
                    </a:extLst>
                  </p:cNvPr>
                  <p:cNvSpPr/>
                  <p:nvPr/>
                </p:nvSpPr>
                <p:spPr>
                  <a:xfrm>
                    <a:off x="186081" y="5083738"/>
                    <a:ext cx="524250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9" name="Rectangle 9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4A7670DD-B2F0-5EE3-E3F8-BD06FA13E7B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86081" y="5083738"/>
                    <a:ext cx="524250" cy="711201"/>
                  </a:xfrm>
                  <a:prstGeom prst="rect">
                    <a:avLst/>
                  </a:prstGeom>
                  <a:blipFill rotWithShape="0">
                    <a:blip r:embed="rId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2E2C279B-5841-F0B2-25CC-8F7094C01C2F}"/>
                </a:ext>
              </a:extLst>
            </p:cNvPr>
            <p:cNvGrpSpPr/>
            <p:nvPr/>
          </p:nvGrpSpPr>
          <p:grpSpPr>
            <a:xfrm>
              <a:off x="7344563" y="5985909"/>
              <a:ext cx="2952434" cy="569273"/>
              <a:chOff x="4139880" y="3158063"/>
              <a:chExt cx="2952434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" name="Rectangle 104">
                    <a:extLst>
                      <a:ext uri="{FF2B5EF4-FFF2-40B4-BE49-F238E27FC236}">
                        <a16:creationId xmlns:a16="http://schemas.microsoft.com/office/drawing/2014/main" id="{51036DC9-F04E-326C-7DCE-3F096047933F}"/>
                      </a:ext>
                    </a:extLst>
                  </p:cNvPr>
                  <p:cNvSpPr/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5" name="Rectangle 10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51036DC9-F04E-326C-7DCE-3F096047933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" name="Rectangle 105">
                    <a:extLst>
                      <a:ext uri="{FF2B5EF4-FFF2-40B4-BE49-F238E27FC236}">
                        <a16:creationId xmlns:a16="http://schemas.microsoft.com/office/drawing/2014/main" id="{3AB8F65B-793F-C0FD-67FE-761B070372B7}"/>
                      </a:ext>
                    </a:extLst>
                  </p:cNvPr>
                  <p:cNvSpPr/>
                  <p:nvPr/>
                </p:nvSpPr>
                <p:spPr>
                  <a:xfrm>
                    <a:off x="4872211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6" name="Rectangle 10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AB8F65B-793F-C0FD-67FE-761B070372B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72211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" name="Rectangle 106">
                    <a:extLst>
                      <a:ext uri="{FF2B5EF4-FFF2-40B4-BE49-F238E27FC236}">
                        <a16:creationId xmlns:a16="http://schemas.microsoft.com/office/drawing/2014/main" id="{E914A468-A06A-4FF2-55AC-DABC6DB58FFF}"/>
                      </a:ext>
                    </a:extLst>
                  </p:cNvPr>
                  <p:cNvSpPr/>
                  <p:nvPr/>
                </p:nvSpPr>
                <p:spPr>
                  <a:xfrm>
                    <a:off x="5729393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7" name="Rectangle 10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914A468-A06A-4FF2-55AC-DABC6DB58FF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29393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" name="Rectangle 107">
                    <a:extLst>
                      <a:ext uri="{FF2B5EF4-FFF2-40B4-BE49-F238E27FC236}">
                        <a16:creationId xmlns:a16="http://schemas.microsoft.com/office/drawing/2014/main" id="{20280FE4-9E4A-EEEE-E5D4-A9BF72B30943}"/>
                      </a:ext>
                    </a:extLst>
                  </p:cNvPr>
                  <p:cNvSpPr/>
                  <p:nvPr/>
                </p:nvSpPr>
                <p:spPr>
                  <a:xfrm>
                    <a:off x="6404796" y="3158063"/>
                    <a:ext cx="687518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8" name="Rectangle 10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20280FE4-9E4A-EEEE-E5D4-A9BF72B3094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04796" y="3158063"/>
                    <a:ext cx="687518" cy="569273"/>
                  </a:xfrm>
                  <a:prstGeom prst="rect">
                    <a:avLst/>
                  </a:prstGeom>
                  <a:blipFill rotWithShape="0">
                    <a:blip r:embed="rId1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0A6623F-4439-A1C3-249D-7A2D1AD6DC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Method:3 </a:t>
            </a:r>
            <a:r>
              <a:rPr lang="en-IN" dirty="0">
                <a:latin typeface="Cambria Math" panose="02040503050406030204" pitchFamily="18" charset="0"/>
                <a:ea typeface="Cambria Math" panose="02040503050406030204" pitchFamily="18" charset="0"/>
              </a:rPr>
              <a:t>⇝</a:t>
            </a:r>
            <a:r>
              <a:rPr lang="en-IN" dirty="0"/>
              <a:t> Example:6(Continue)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522D754D-6C53-6744-336D-AD456800DFBE}"/>
                  </a:ext>
                </a:extLst>
              </p:cNvPr>
              <p:cNvSpPr/>
              <p:nvPr/>
            </p:nvSpPr>
            <p:spPr>
              <a:xfrm>
                <a:off x="559174" y="758026"/>
                <a:ext cx="3021669" cy="23920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4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 smtClean="0">
                                <a:solidFill>
                                  <a:schemeClr val="bg2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−4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       3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  <m:e>
                              <m:eqArr>
                                <m:eqArrPr>
                                  <m:ctrlP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/>
                                <m:e/>
                              </m:eqAr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522D754D-6C53-6744-336D-AD456800DF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174" y="758026"/>
                <a:ext cx="3021669" cy="2392083"/>
              </a:xfrm>
              <a:prstGeom prst="rect">
                <a:avLst/>
              </a:prstGeom>
              <a:blipFill rotWithShape="0"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" name="Group 6">
            <a:extLst>
              <a:ext uri="{FF2B5EF4-FFF2-40B4-BE49-F238E27FC236}">
                <a16:creationId xmlns:a16="http://schemas.microsoft.com/office/drawing/2014/main" id="{AFD96052-2623-1549-256D-61F7D1D54016}"/>
              </a:ext>
            </a:extLst>
          </p:cNvPr>
          <p:cNvGrpSpPr/>
          <p:nvPr/>
        </p:nvGrpSpPr>
        <p:grpSpPr>
          <a:xfrm>
            <a:off x="683265" y="853850"/>
            <a:ext cx="2870546" cy="569273"/>
            <a:chOff x="4140144" y="1849606"/>
            <a:chExt cx="2870546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E1899701-897E-C496-DBF7-CA3D4C3D9915}"/>
                    </a:ext>
                  </a:extLst>
                </p:cNvPr>
                <p:cNvSpPr/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1899701-897E-C496-DBF7-CA3D4C3D991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blipFill rotWithShape="0">
                  <a:blip r:embed="rId1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68409487-9F50-91BE-18A2-1F4B94C62F3F}"/>
                    </a:ext>
                  </a:extLst>
                </p:cNvPr>
                <p:cNvSpPr/>
                <p:nvPr/>
              </p:nvSpPr>
              <p:spPr>
                <a:xfrm>
                  <a:off x="4858827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68409487-9F50-91BE-18A2-1F4B94C62F3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827" y="1849606"/>
                  <a:ext cx="524250" cy="569273"/>
                </a:xfrm>
                <a:prstGeom prst="rect">
                  <a:avLst/>
                </a:prstGeom>
                <a:blipFill rotWithShape="0">
                  <a:blip r:embed="rId1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35D92DD8-C93C-5DE2-09BF-95D0B2A78652}"/>
                    </a:ext>
                  </a:extLst>
                </p:cNvPr>
                <p:cNvSpPr/>
                <p:nvPr/>
              </p:nvSpPr>
              <p:spPr>
                <a:xfrm>
                  <a:off x="5703621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5D92DD8-C93C-5DE2-09BF-95D0B2A7865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03621" y="1849606"/>
                  <a:ext cx="524250" cy="569273"/>
                </a:xfrm>
                <a:prstGeom prst="rect">
                  <a:avLst/>
                </a:prstGeom>
                <a:blipFill rotWithShape="0">
                  <a:blip r:embed="rId1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48678318-3C0E-47CA-BE08-F5CB2D5B0CEA}"/>
                    </a:ext>
                  </a:extLst>
                </p:cNvPr>
                <p:cNvSpPr/>
                <p:nvPr/>
              </p:nvSpPr>
              <p:spPr>
                <a:xfrm>
                  <a:off x="6486440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48678318-3C0E-47CA-BE08-F5CB2D5B0CE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86440" y="1849606"/>
                  <a:ext cx="524250" cy="569273"/>
                </a:xfrm>
                <a:prstGeom prst="rect">
                  <a:avLst/>
                </a:prstGeom>
                <a:blipFill rotWithShape="0">
                  <a:blip r:embed="rId1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12079EB8-9BF0-99AE-8D2D-637457B6D529}"/>
                  </a:ext>
                </a:extLst>
              </p:cNvPr>
              <p:cNvSpPr/>
              <p:nvPr/>
            </p:nvSpPr>
            <p:spPr>
              <a:xfrm>
                <a:off x="186081" y="1652239"/>
                <a:ext cx="524250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12079EB8-9BF0-99AE-8D2D-637457B6D5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6081" y="1652239"/>
                <a:ext cx="524250" cy="711201"/>
              </a:xfrm>
              <a:prstGeom prst="rect">
                <a:avLst/>
              </a:prstGeom>
              <a:blipFill rotWithShape="0"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" name="Group 8">
            <a:extLst>
              <a:ext uri="{FF2B5EF4-FFF2-40B4-BE49-F238E27FC236}">
                <a16:creationId xmlns:a16="http://schemas.microsoft.com/office/drawing/2014/main" id="{025BEFF7-E4AD-2404-D499-9D95233DA62B}"/>
              </a:ext>
            </a:extLst>
          </p:cNvPr>
          <p:cNvGrpSpPr/>
          <p:nvPr/>
        </p:nvGrpSpPr>
        <p:grpSpPr>
          <a:xfrm>
            <a:off x="683001" y="2530799"/>
            <a:ext cx="2870546" cy="569273"/>
            <a:chOff x="4139880" y="3158063"/>
            <a:chExt cx="2870546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A8355373-8E3E-5453-1061-7287FF61288E}"/>
                    </a:ext>
                  </a:extLst>
                </p:cNvPr>
                <p:cNvSpPr/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A8355373-8E3E-5453-1061-7287FF61288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blipFill rotWithShape="0"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ED610786-2C4C-7ABA-BCEB-8DB465E9DEEF}"/>
                    </a:ext>
                  </a:extLst>
                </p:cNvPr>
                <p:cNvSpPr/>
                <p:nvPr/>
              </p:nvSpPr>
              <p:spPr>
                <a:xfrm>
                  <a:off x="4858563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𝟕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D610786-2C4C-7ABA-BCEB-8DB465E9DEE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563" y="3158063"/>
                  <a:ext cx="524250" cy="569273"/>
                </a:xfrm>
                <a:prstGeom prst="rect">
                  <a:avLst/>
                </a:prstGeom>
                <a:blipFill rotWithShape="0"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E2D276B1-F44A-74DB-A906-1A2F5D1D16CE}"/>
                    </a:ext>
                  </a:extLst>
                </p:cNvPr>
                <p:cNvSpPr/>
                <p:nvPr/>
              </p:nvSpPr>
              <p:spPr>
                <a:xfrm>
                  <a:off x="5715745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2D276B1-F44A-74DB-A906-1A2F5D1D16C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15745" y="3158063"/>
                  <a:ext cx="524250" cy="569273"/>
                </a:xfrm>
                <a:prstGeom prst="rect">
                  <a:avLst/>
                </a:prstGeom>
                <a:blipFill rotWithShape="0">
                  <a:blip r:embed="rId2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2F515D53-C59D-1F0C-97AC-0160AFEC0E92}"/>
                    </a:ext>
                  </a:extLst>
                </p:cNvPr>
                <p:cNvSpPr/>
                <p:nvPr/>
              </p:nvSpPr>
              <p:spPr>
                <a:xfrm>
                  <a:off x="6486176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𝟖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F515D53-C59D-1F0C-97AC-0160AFEC0E9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86176" y="3158063"/>
                  <a:ext cx="524250" cy="569273"/>
                </a:xfrm>
                <a:prstGeom prst="rect">
                  <a:avLst/>
                </a:prstGeom>
                <a:blipFill rotWithShape="0"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49621455-1EAC-F24E-4760-1FBF21AFD1A5}"/>
              </a:ext>
            </a:extLst>
          </p:cNvPr>
          <p:cNvGrpSpPr/>
          <p:nvPr/>
        </p:nvGrpSpPr>
        <p:grpSpPr>
          <a:xfrm>
            <a:off x="683001" y="1961526"/>
            <a:ext cx="2870546" cy="569273"/>
            <a:chOff x="4139880" y="2588790"/>
            <a:chExt cx="2870546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E4ABEF49-7DB7-574F-5064-6FC439DFC5C8}"/>
                    </a:ext>
                  </a:extLst>
                </p:cNvPr>
                <p:cNvSpPr/>
                <p:nvPr/>
              </p:nvSpPr>
              <p:spPr>
                <a:xfrm>
                  <a:off x="4139880" y="2588790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4ABEF49-7DB7-574F-5064-6FC439DFC5C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880" y="2588790"/>
                  <a:ext cx="524250" cy="569273"/>
                </a:xfrm>
                <a:prstGeom prst="rect">
                  <a:avLst/>
                </a:prstGeom>
                <a:blipFill rotWithShape="0"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3DF3B1E2-5065-7391-4EEE-AB6289FD222B}"/>
                    </a:ext>
                  </a:extLst>
                </p:cNvPr>
                <p:cNvSpPr/>
                <p:nvPr/>
              </p:nvSpPr>
              <p:spPr>
                <a:xfrm>
                  <a:off x="4858563" y="2588790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DF3B1E2-5065-7391-4EEE-AB6289FD222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563" y="2588790"/>
                  <a:ext cx="524250" cy="569273"/>
                </a:xfrm>
                <a:prstGeom prst="rect">
                  <a:avLst/>
                </a:prstGeom>
                <a:blipFill rotWithShape="0"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D1539E29-59D9-86DE-BA6E-5ED0EC8734A0}"/>
                    </a:ext>
                  </a:extLst>
                </p:cNvPr>
                <p:cNvSpPr/>
                <p:nvPr/>
              </p:nvSpPr>
              <p:spPr>
                <a:xfrm>
                  <a:off x="5715745" y="2588790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1539E29-59D9-86DE-BA6E-5ED0EC8734A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15745" y="2588790"/>
                  <a:ext cx="524250" cy="569273"/>
                </a:xfrm>
                <a:prstGeom prst="rect">
                  <a:avLst/>
                </a:prstGeom>
                <a:blipFill rotWithShape="0">
                  <a:blip r:embed="rId2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584A53C4-C791-3437-DBDB-17773B3581E2}"/>
                    </a:ext>
                  </a:extLst>
                </p:cNvPr>
                <p:cNvSpPr/>
                <p:nvPr/>
              </p:nvSpPr>
              <p:spPr>
                <a:xfrm>
                  <a:off x="6486176" y="2588790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84A53C4-C791-3437-DBDB-17773B3581E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86176" y="2588790"/>
                  <a:ext cx="524250" cy="569273"/>
                </a:xfrm>
                <a:prstGeom prst="rect">
                  <a:avLst/>
                </a:prstGeom>
                <a:blipFill rotWithShape="0">
                  <a:blip r:embed="rId2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D106F69-5DAD-AABA-6562-09EF1EFBD9F0}"/>
              </a:ext>
            </a:extLst>
          </p:cNvPr>
          <p:cNvGrpSpPr/>
          <p:nvPr/>
        </p:nvGrpSpPr>
        <p:grpSpPr>
          <a:xfrm>
            <a:off x="683001" y="1396326"/>
            <a:ext cx="2870546" cy="569273"/>
            <a:chOff x="4140144" y="1444109"/>
            <a:chExt cx="2870546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000C801A-594E-7AE9-05D2-05B0D09A1BBB}"/>
                    </a:ext>
                  </a:extLst>
                </p:cNvPr>
                <p:cNvSpPr/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00C801A-594E-7AE9-05D2-05B0D09A1BB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blipFill rotWithShape="0">
                  <a:blip r:embed="rId2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9B23C812-7EE2-8E74-4761-B47B6A65D458}"/>
                    </a:ext>
                  </a:extLst>
                </p:cNvPr>
                <p:cNvSpPr/>
                <p:nvPr/>
              </p:nvSpPr>
              <p:spPr>
                <a:xfrm>
                  <a:off x="4858827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B23C812-7EE2-8E74-4761-B47B6A65D45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827" y="1444109"/>
                  <a:ext cx="524250" cy="569273"/>
                </a:xfrm>
                <a:prstGeom prst="rect">
                  <a:avLst/>
                </a:prstGeom>
                <a:blipFill rotWithShape="0">
                  <a:blip r:embed="rId2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0DE09A90-C936-4AFF-5D14-368219BFBA94}"/>
                    </a:ext>
                  </a:extLst>
                </p:cNvPr>
                <p:cNvSpPr/>
                <p:nvPr/>
              </p:nvSpPr>
              <p:spPr>
                <a:xfrm>
                  <a:off x="5716009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DE09A90-C936-4AFF-5D14-368219BFBA9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16009" y="1444109"/>
                  <a:ext cx="524250" cy="569273"/>
                </a:xfrm>
                <a:prstGeom prst="rect">
                  <a:avLst/>
                </a:prstGeom>
                <a:blipFill rotWithShape="0">
                  <a:blip r:embed="rId3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A6D47BF5-3EA6-7E6D-F381-0129D1E47AE8}"/>
                    </a:ext>
                  </a:extLst>
                </p:cNvPr>
                <p:cNvSpPr/>
                <p:nvPr/>
              </p:nvSpPr>
              <p:spPr>
                <a:xfrm>
                  <a:off x="6486440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A6D47BF5-3EA6-7E6D-F381-0129D1E47AE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86440" y="1444109"/>
                  <a:ext cx="524250" cy="569273"/>
                </a:xfrm>
                <a:prstGeom prst="rect">
                  <a:avLst/>
                </a:prstGeom>
                <a:blipFill rotWithShape="0">
                  <a:blip r:embed="rId3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0CEA2800-BFCD-C8BD-63C5-6C33079F2657}"/>
              </a:ext>
            </a:extLst>
          </p:cNvPr>
          <p:cNvSpPr/>
          <p:nvPr/>
        </p:nvSpPr>
        <p:spPr>
          <a:xfrm>
            <a:off x="701717" y="972544"/>
            <a:ext cx="420630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9CD80162-9479-069D-EAF8-B939426ED973}"/>
              </a:ext>
            </a:extLst>
          </p:cNvPr>
          <p:cNvSpPr/>
          <p:nvPr/>
        </p:nvSpPr>
        <p:spPr>
          <a:xfrm>
            <a:off x="694184" y="1511666"/>
            <a:ext cx="420630" cy="36174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" name="Content Placeholder 4">
                <a:extLst>
                  <a:ext uri="{FF2B5EF4-FFF2-40B4-BE49-F238E27FC236}">
                    <a16:creationId xmlns:a16="http://schemas.microsoft.com/office/drawing/2014/main" id="{A6ED48D0-1F53-8B27-FF16-0FA1BFB1674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8206" y="3435654"/>
                <a:ext cx="1702646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>
                <a:defPPr>
                  <a:defRPr lang="en-US"/>
                </a:defPPr>
                <a:lvl1pPr algn="ctr">
                  <a:defRPr sz="2800" b="1" i="1">
                    <a:solidFill>
                      <a:srgbClr val="FF000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𝟏𝟐</m:t>
                          </m:r>
                        </m:sub>
                      </m:sSub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𝟐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5" name="Content Placeholder 4">
                <a:extLst>
                  <a:ext uri="{FF2B5EF4-FFF2-40B4-BE49-F238E27FC236}">
                    <a16:creationId xmlns:a16="http://schemas.microsoft.com/office/drawing/2014/main" id="{A6ED48D0-1F53-8B27-FF16-0FA1BFB16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206" y="3435654"/>
                <a:ext cx="1702646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Content Placeholder 4">
                <a:extLst>
                  <a:ext uri="{FF2B5EF4-FFF2-40B4-BE49-F238E27FC236}">
                    <a16:creationId xmlns:a16="http://schemas.microsoft.com/office/drawing/2014/main" id="{AC5A6240-6F2A-C4A8-172B-26115793FE9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003439" y="3433487"/>
                <a:ext cx="1710947" cy="53504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>
                <a:defPPr>
                  <a:defRPr lang="en-US"/>
                </a:defPPr>
                <a:lvl1pPr algn="ctr">
                  <a:defRPr sz="2800" b="1" i="1">
                    <a:solidFill>
                      <a:srgbClr val="FF0000"/>
                    </a:solidFill>
                    <a:latin typeface="Cambria Math" panose="02040503050406030204" pitchFamily="18" charset="0"/>
                  </a:defRPr>
                </a:lvl1pPr>
                <a:lvl2pPr>
                  <a:defRPr>
                    <a:solidFill>
                      <a:schemeClr val="tx1"/>
                    </a:solidFill>
                  </a:defRPr>
                </a:lvl2pPr>
                <a:lvl3pPr>
                  <a:defRPr>
                    <a:solidFill>
                      <a:schemeClr val="tx1"/>
                    </a:solidFill>
                  </a:defRPr>
                </a:lvl3pPr>
                <a:lvl4pPr>
                  <a:defRPr>
                    <a:solidFill>
                      <a:schemeClr val="tx1"/>
                    </a:solidFill>
                  </a:defRPr>
                </a:lvl4pPr>
                <a:lvl5pPr>
                  <a:defRPr>
                    <a:solidFill>
                      <a:schemeClr val="tx1"/>
                    </a:solidFill>
                  </a:defRPr>
                </a:lvl5pPr>
                <a:lvl6pPr>
                  <a:defRPr>
                    <a:solidFill>
                      <a:schemeClr val="tx1"/>
                    </a:solidFill>
                  </a:defRPr>
                </a:lvl6pPr>
                <a:lvl7pPr>
                  <a:defRPr>
                    <a:solidFill>
                      <a:schemeClr val="tx1"/>
                    </a:solidFill>
                  </a:defRPr>
                </a:lvl7pPr>
                <a:lvl8pPr>
                  <a:defRPr>
                    <a:solidFill>
                      <a:schemeClr val="tx1"/>
                    </a:solidFill>
                  </a:defRPr>
                </a:lvl8pPr>
                <a:lvl9pPr>
                  <a:defRPr>
                    <a:solidFill>
                      <a:schemeClr val="tx1"/>
                    </a:solidFill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𝟏𝟑</m:t>
                          </m:r>
                        </m:sub>
                      </m:sSub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𝟏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9" name="Content Placeholder 4">
                <a:extLst>
                  <a:ext uri="{FF2B5EF4-FFF2-40B4-BE49-F238E27FC236}">
                    <a16:creationId xmlns:a16="http://schemas.microsoft.com/office/drawing/2014/main" id="{AC5A6240-6F2A-C4A8-172B-26115793FE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3439" y="3433487"/>
                <a:ext cx="1710947" cy="535045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Content Placeholder 4">
                <a:extLst>
                  <a:ext uri="{FF2B5EF4-FFF2-40B4-BE49-F238E27FC236}">
                    <a16:creationId xmlns:a16="http://schemas.microsoft.com/office/drawing/2014/main" id="{C6BEF3AA-05B8-09F0-46F1-6AA45A528B2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539899" y="3438814"/>
                <a:ext cx="1710947" cy="53504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𝟏𝟒</m:t>
                          </m:r>
                        </m:sub>
                      </m:sSub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e>
                      </m:d>
                    </m:oMath>
                  </m:oMathPara>
                </a14:m>
                <a:endParaRPr lang="en-IN" sz="2800" b="1" i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0" name="Content Placeholder 4">
                <a:extLst>
                  <a:ext uri="{FF2B5EF4-FFF2-40B4-BE49-F238E27FC236}">
                    <a16:creationId xmlns:a16="http://schemas.microsoft.com/office/drawing/2014/main" id="{C6BEF3AA-05B8-09F0-46F1-6AA45A528B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9899" y="3438814"/>
                <a:ext cx="1710947" cy="535045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3" name="Group 82">
            <a:extLst>
              <a:ext uri="{FF2B5EF4-FFF2-40B4-BE49-F238E27FC236}">
                <a16:creationId xmlns:a16="http://schemas.microsoft.com/office/drawing/2014/main" id="{82683BA2-02A7-A7C3-AAEA-EEE52713DADE}"/>
              </a:ext>
            </a:extLst>
          </p:cNvPr>
          <p:cNvGrpSpPr/>
          <p:nvPr/>
        </p:nvGrpSpPr>
        <p:grpSpPr>
          <a:xfrm>
            <a:off x="186081" y="4189525"/>
            <a:ext cx="3394762" cy="2392083"/>
            <a:chOff x="186081" y="4189525"/>
            <a:chExt cx="3394762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id="{D9CE779A-1AE9-5B6E-6ADB-174ECFB40171}"/>
                    </a:ext>
                  </a:extLst>
                </p:cNvPr>
                <p:cNvSpPr/>
                <p:nvPr/>
              </p:nvSpPr>
              <p:spPr>
                <a:xfrm>
                  <a:off x="559174" y="4189525"/>
                  <a:ext cx="3021669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−4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       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/>
                                  <m:e/>
                                </m:eqAr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9CE779A-1AE9-5B6E-6ADB-174ECFB4017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9174" y="4189525"/>
                  <a:ext cx="3021669" cy="2392083"/>
                </a:xfrm>
                <a:prstGeom prst="rect">
                  <a:avLst/>
                </a:prstGeom>
                <a:blipFill rotWithShape="0">
                  <a:blip r:embed="rId3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4FD83795-E576-A7A9-3391-843B32E074B2}"/>
                </a:ext>
              </a:extLst>
            </p:cNvPr>
            <p:cNvGrpSpPr/>
            <p:nvPr/>
          </p:nvGrpSpPr>
          <p:grpSpPr>
            <a:xfrm>
              <a:off x="683265" y="4285349"/>
              <a:ext cx="2870546" cy="569273"/>
              <a:chOff x="4140144" y="1849606"/>
              <a:chExt cx="287054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" name="Rectangle 62">
                    <a:extLst>
                      <a:ext uri="{FF2B5EF4-FFF2-40B4-BE49-F238E27FC236}">
                        <a16:creationId xmlns:a16="http://schemas.microsoft.com/office/drawing/2014/main" id="{5F73F314-8C0E-C056-0D60-75661543F4A6}"/>
                      </a:ext>
                    </a:extLst>
                  </p:cNvPr>
                  <p:cNvSpPr/>
                  <p:nvPr/>
                </p:nvSpPr>
                <p:spPr>
                  <a:xfrm>
                    <a:off x="4140144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3" name="Rectangle 6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5F73F314-8C0E-C056-0D60-75661543F4A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" name="Rectangle 63">
                    <a:extLst>
                      <a:ext uri="{FF2B5EF4-FFF2-40B4-BE49-F238E27FC236}">
                        <a16:creationId xmlns:a16="http://schemas.microsoft.com/office/drawing/2014/main" id="{166EBAF4-85D2-FDF6-652C-42DD4615E292}"/>
                      </a:ext>
                    </a:extLst>
                  </p:cNvPr>
                  <p:cNvSpPr/>
                  <p:nvPr/>
                </p:nvSpPr>
                <p:spPr>
                  <a:xfrm>
                    <a:off x="4858827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4" name="Rectangle 6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166EBAF4-85D2-FDF6-652C-42DD4615E29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827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5" name="Rectangle 64">
                    <a:extLst>
                      <a:ext uri="{FF2B5EF4-FFF2-40B4-BE49-F238E27FC236}">
                        <a16:creationId xmlns:a16="http://schemas.microsoft.com/office/drawing/2014/main" id="{8882D49C-BEA3-A3B0-435E-39D9A51EF056}"/>
                      </a:ext>
                    </a:extLst>
                  </p:cNvPr>
                  <p:cNvSpPr/>
                  <p:nvPr/>
                </p:nvSpPr>
                <p:spPr>
                  <a:xfrm>
                    <a:off x="5703621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5" name="Rectangle 6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8882D49C-BEA3-A3B0-435E-39D9A51EF05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03621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" name="Rectangle 65">
                    <a:extLst>
                      <a:ext uri="{FF2B5EF4-FFF2-40B4-BE49-F238E27FC236}">
                        <a16:creationId xmlns:a16="http://schemas.microsoft.com/office/drawing/2014/main" id="{08044972-7CB9-A2A5-3B1C-DD67C84E027F}"/>
                      </a:ext>
                    </a:extLst>
                  </p:cNvPr>
                  <p:cNvSpPr/>
                  <p:nvPr/>
                </p:nvSpPr>
                <p:spPr>
                  <a:xfrm>
                    <a:off x="6486440" y="184960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D81A6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D81A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6" name="Rectangle 6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8044972-7CB9-A2A5-3B1C-DD67C84E027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86440" y="184960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" name="Rectangle 66">
                  <a:extLst>
                    <a:ext uri="{FF2B5EF4-FFF2-40B4-BE49-F238E27FC236}">
                      <a16:creationId xmlns:a16="http://schemas.microsoft.com/office/drawing/2014/main" id="{979675EB-4963-1621-08E7-AE62E8638677}"/>
                    </a:ext>
                  </a:extLst>
                </p:cNvPr>
                <p:cNvSpPr/>
                <p:nvPr/>
              </p:nvSpPr>
              <p:spPr>
                <a:xfrm>
                  <a:off x="186081" y="5083738"/>
                  <a:ext cx="524250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67" name="Rectangle 6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79675EB-4963-1621-08E7-AE62E863867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86081" y="5083738"/>
                  <a:ext cx="524250" cy="711201"/>
                </a:xfrm>
                <a:prstGeom prst="rect">
                  <a:avLst/>
                </a:prstGeom>
                <a:blipFill rotWithShape="0">
                  <a:blip r:embed="rId4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E13770AB-9C05-AB75-7662-B764D61BF129}"/>
              </a:ext>
            </a:extLst>
          </p:cNvPr>
          <p:cNvGrpSpPr/>
          <p:nvPr/>
        </p:nvGrpSpPr>
        <p:grpSpPr>
          <a:xfrm>
            <a:off x="683001" y="5962298"/>
            <a:ext cx="2856898" cy="569273"/>
            <a:chOff x="4139880" y="3158063"/>
            <a:chExt cx="2856898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9" name="Rectangle 68">
                  <a:extLst>
                    <a:ext uri="{FF2B5EF4-FFF2-40B4-BE49-F238E27FC236}">
                      <a16:creationId xmlns:a16="http://schemas.microsoft.com/office/drawing/2014/main" id="{77607B97-9943-F184-0EDE-F1DEBDECF940}"/>
                    </a:ext>
                  </a:extLst>
                </p:cNvPr>
                <p:cNvSpPr/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69" name="Rectangle 6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77607B97-9943-F184-0EDE-F1DEBDECF94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blipFill rotWithShape="0">
                  <a:blip r:embed="rId4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0" name="Rectangle 69">
                  <a:extLst>
                    <a:ext uri="{FF2B5EF4-FFF2-40B4-BE49-F238E27FC236}">
                      <a16:creationId xmlns:a16="http://schemas.microsoft.com/office/drawing/2014/main" id="{01E2CE7D-53DD-DA94-B7A6-74B7387F97CE}"/>
                    </a:ext>
                  </a:extLst>
                </p:cNvPr>
                <p:cNvSpPr/>
                <p:nvPr/>
              </p:nvSpPr>
              <p:spPr>
                <a:xfrm>
                  <a:off x="4858563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70" name="Rectangle 6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1E2CE7D-53DD-DA94-B7A6-74B7387F97C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563" y="3158063"/>
                  <a:ext cx="524250" cy="569273"/>
                </a:xfrm>
                <a:prstGeom prst="rect">
                  <a:avLst/>
                </a:prstGeom>
                <a:blipFill rotWithShape="0">
                  <a:blip r:embed="rId4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A20F265E-CE58-12DD-8F9F-07A0EB3662FF}"/>
                    </a:ext>
                  </a:extLst>
                </p:cNvPr>
                <p:cNvSpPr/>
                <p:nvPr/>
              </p:nvSpPr>
              <p:spPr>
                <a:xfrm>
                  <a:off x="5715745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A20F265E-CE58-12DD-8F9F-07A0EB3662F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15745" y="3158063"/>
                  <a:ext cx="524250" cy="569273"/>
                </a:xfrm>
                <a:prstGeom prst="rect">
                  <a:avLst/>
                </a:prstGeom>
                <a:blipFill rotWithShape="0">
                  <a:blip r:embed="rId4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" name="Rectangle 71">
                  <a:extLst>
                    <a:ext uri="{FF2B5EF4-FFF2-40B4-BE49-F238E27FC236}">
                      <a16:creationId xmlns:a16="http://schemas.microsoft.com/office/drawing/2014/main" id="{BE0B2056-3CE6-20BF-04E0-09822A776FC7}"/>
                    </a:ext>
                  </a:extLst>
                </p:cNvPr>
                <p:cNvSpPr/>
                <p:nvPr/>
              </p:nvSpPr>
              <p:spPr>
                <a:xfrm>
                  <a:off x="6309260" y="3158063"/>
                  <a:ext cx="687518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72" name="Rectangle 7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BE0B2056-3CE6-20BF-04E0-09822A776FC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9260" y="3158063"/>
                  <a:ext cx="687518" cy="569273"/>
                </a:xfrm>
                <a:prstGeom prst="rect">
                  <a:avLst/>
                </a:prstGeom>
                <a:blipFill rotWithShape="0">
                  <a:blip r:embed="rId4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6E6E42BA-31B6-35C4-D1AA-BC0BE08D39EE}"/>
              </a:ext>
            </a:extLst>
          </p:cNvPr>
          <p:cNvGrpSpPr/>
          <p:nvPr/>
        </p:nvGrpSpPr>
        <p:grpSpPr>
          <a:xfrm>
            <a:off x="683001" y="5393025"/>
            <a:ext cx="2829602" cy="569273"/>
            <a:chOff x="4139880" y="2588790"/>
            <a:chExt cx="2829602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4" name="Rectangle 73">
                  <a:extLst>
                    <a:ext uri="{FF2B5EF4-FFF2-40B4-BE49-F238E27FC236}">
                      <a16:creationId xmlns:a16="http://schemas.microsoft.com/office/drawing/2014/main" id="{6EBEB47B-1DA3-B50A-A8DE-F2900BBD7B45}"/>
                    </a:ext>
                  </a:extLst>
                </p:cNvPr>
                <p:cNvSpPr/>
                <p:nvPr/>
              </p:nvSpPr>
              <p:spPr>
                <a:xfrm>
                  <a:off x="4139880" y="2588790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4" name="Rectangle 7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6EBEB47B-1DA3-B50A-A8DE-F2900BBD7B4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880" y="2588790"/>
                  <a:ext cx="524250" cy="569273"/>
                </a:xfrm>
                <a:prstGeom prst="rect">
                  <a:avLst/>
                </a:prstGeom>
                <a:blipFill rotWithShape="0">
                  <a:blip r:embed="rId4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id="{DD55831E-458B-5AE4-E3E1-C78168B91C25}"/>
                    </a:ext>
                  </a:extLst>
                </p:cNvPr>
                <p:cNvSpPr/>
                <p:nvPr/>
              </p:nvSpPr>
              <p:spPr>
                <a:xfrm>
                  <a:off x="4858563" y="2588790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D55831E-458B-5AE4-E3E1-C78168B91C2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563" y="2588790"/>
                  <a:ext cx="524250" cy="569273"/>
                </a:xfrm>
                <a:prstGeom prst="rect">
                  <a:avLst/>
                </a:prstGeom>
                <a:blipFill rotWithShape="0">
                  <a:blip r:embed="rId4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3DCE031F-3E70-96EC-2CB7-19548DE225EB}"/>
                    </a:ext>
                  </a:extLst>
                </p:cNvPr>
                <p:cNvSpPr/>
                <p:nvPr/>
              </p:nvSpPr>
              <p:spPr>
                <a:xfrm>
                  <a:off x="5715745" y="2588790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DCE031F-3E70-96EC-2CB7-19548DE225E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15745" y="2588790"/>
                  <a:ext cx="524250" cy="569273"/>
                </a:xfrm>
                <a:prstGeom prst="rect">
                  <a:avLst/>
                </a:prstGeom>
                <a:blipFill rotWithShape="0">
                  <a:blip r:embed="rId4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id="{4C68D017-F25E-4A9B-B5D9-04110CC76BB2}"/>
                    </a:ext>
                  </a:extLst>
                </p:cNvPr>
                <p:cNvSpPr/>
                <p:nvPr/>
              </p:nvSpPr>
              <p:spPr>
                <a:xfrm>
                  <a:off x="6322908" y="2588790"/>
                  <a:ext cx="646574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4C68D017-F25E-4A9B-B5D9-04110CC76BB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22908" y="2588790"/>
                  <a:ext cx="646574" cy="569273"/>
                </a:xfrm>
                <a:prstGeom prst="rect">
                  <a:avLst/>
                </a:prstGeom>
                <a:blipFill rotWithShape="0">
                  <a:blip r:embed="rId4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BA9089D0-C342-BAFA-1C6E-8D407A750E5E}"/>
              </a:ext>
            </a:extLst>
          </p:cNvPr>
          <p:cNvGrpSpPr/>
          <p:nvPr/>
        </p:nvGrpSpPr>
        <p:grpSpPr>
          <a:xfrm>
            <a:off x="683001" y="4827825"/>
            <a:ext cx="2802306" cy="569273"/>
            <a:chOff x="4140144" y="1444109"/>
            <a:chExt cx="2802306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" name="Rectangle 78">
                  <a:extLst>
                    <a:ext uri="{FF2B5EF4-FFF2-40B4-BE49-F238E27FC236}">
                      <a16:creationId xmlns:a16="http://schemas.microsoft.com/office/drawing/2014/main" id="{851EFFD5-4CF6-E02B-25EE-102915A4B9DA}"/>
                    </a:ext>
                  </a:extLst>
                </p:cNvPr>
                <p:cNvSpPr/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79" name="Rectangle 7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851EFFD5-4CF6-E02B-25EE-102915A4B9D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blipFill rotWithShape="0">
                  <a:blip r:embed="rId5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" name="Rectangle 79">
                  <a:extLst>
                    <a:ext uri="{FF2B5EF4-FFF2-40B4-BE49-F238E27FC236}">
                      <a16:creationId xmlns:a16="http://schemas.microsoft.com/office/drawing/2014/main" id="{ECA8B070-FE97-570E-B333-7C33319BC944}"/>
                    </a:ext>
                  </a:extLst>
                </p:cNvPr>
                <p:cNvSpPr/>
                <p:nvPr/>
              </p:nvSpPr>
              <p:spPr>
                <a:xfrm>
                  <a:off x="4858827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80" name="Rectangle 7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CA8B070-FE97-570E-B333-7C33319BC94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827" y="1444109"/>
                  <a:ext cx="524250" cy="569273"/>
                </a:xfrm>
                <a:prstGeom prst="rect">
                  <a:avLst/>
                </a:prstGeom>
                <a:blipFill rotWithShape="0">
                  <a:blip r:embed="rId5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" name="Rectangle 80">
                  <a:extLst>
                    <a:ext uri="{FF2B5EF4-FFF2-40B4-BE49-F238E27FC236}">
                      <a16:creationId xmlns:a16="http://schemas.microsoft.com/office/drawing/2014/main" id="{D3D5523B-DB42-A9A3-8684-DD9290B2C1DB}"/>
                    </a:ext>
                  </a:extLst>
                </p:cNvPr>
                <p:cNvSpPr/>
                <p:nvPr/>
              </p:nvSpPr>
              <p:spPr>
                <a:xfrm>
                  <a:off x="5716009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81" name="Rectangle 8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3D5523B-DB42-A9A3-8684-DD9290B2C1D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16009" y="1444109"/>
                  <a:ext cx="524250" cy="569273"/>
                </a:xfrm>
                <a:prstGeom prst="rect">
                  <a:avLst/>
                </a:prstGeom>
                <a:blipFill rotWithShape="0">
                  <a:blip r:embed="rId5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" name="Rectangle 81">
                  <a:extLst>
                    <a:ext uri="{FF2B5EF4-FFF2-40B4-BE49-F238E27FC236}">
                      <a16:creationId xmlns:a16="http://schemas.microsoft.com/office/drawing/2014/main" id="{87BDA8F7-D03D-3857-C345-9AE51C0BD826}"/>
                    </a:ext>
                  </a:extLst>
                </p:cNvPr>
                <p:cNvSpPr/>
                <p:nvPr/>
              </p:nvSpPr>
              <p:spPr>
                <a:xfrm>
                  <a:off x="6354328" y="1444109"/>
                  <a:ext cx="588122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82" name="Rectangle 8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87BDA8F7-D03D-3857-C345-9AE51C0BD82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54328" y="1444109"/>
                  <a:ext cx="588122" cy="569273"/>
                </a:xfrm>
                <a:prstGeom prst="rect">
                  <a:avLst/>
                </a:prstGeom>
                <a:blipFill rotWithShape="0">
                  <a:blip r:embed="rId5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7FF2AC25-7E7B-3AE3-4D68-B507859A0B80}"/>
              </a:ext>
            </a:extLst>
          </p:cNvPr>
          <p:cNvSpPr/>
          <p:nvPr/>
        </p:nvSpPr>
        <p:spPr>
          <a:xfrm>
            <a:off x="690384" y="2087641"/>
            <a:ext cx="420630" cy="36174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682D9E6A-907B-ED7A-123D-E75C0063F7A4}"/>
              </a:ext>
            </a:extLst>
          </p:cNvPr>
          <p:cNvSpPr/>
          <p:nvPr/>
        </p:nvSpPr>
        <p:spPr>
          <a:xfrm>
            <a:off x="690383" y="2635234"/>
            <a:ext cx="420630" cy="36174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Content Placeholder 4">
                <a:extLst>
                  <a:ext uri="{FF2B5EF4-FFF2-40B4-BE49-F238E27FC236}">
                    <a16:creationId xmlns:a16="http://schemas.microsoft.com/office/drawing/2014/main" id="{0AB4D4DD-9D44-F9C2-690B-4EE2156D02C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200350" y="915222"/>
                <a:ext cx="1718894" cy="53504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indent="0"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  <a:defRPr sz="2800" b="1" i="1">
                    <a:solidFill>
                      <a:srgbClr val="FF0000"/>
                    </a:solidFill>
                    <a:latin typeface="Cambria Math" panose="02040503050406030204" pitchFamily="18" charset="0"/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>
                    <a:solidFill>
                      <a:schemeClr val="tx1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𝟑𝟒</m:t>
                          </m:r>
                        </m:sub>
                      </m:sSub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𝟏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3" name="Content Placeholder 4">
                <a:extLst>
                  <a:ext uri="{FF2B5EF4-FFF2-40B4-BE49-F238E27FC236}">
                    <a16:creationId xmlns:a16="http://schemas.microsoft.com/office/drawing/2014/main" id="{0AB4D4DD-9D44-F9C2-690B-4EE2156D02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0350" y="915222"/>
                <a:ext cx="1718894" cy="535045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5" name="Group 54">
            <a:extLst>
              <a:ext uri="{FF2B5EF4-FFF2-40B4-BE49-F238E27FC236}">
                <a16:creationId xmlns:a16="http://schemas.microsoft.com/office/drawing/2014/main" id="{A88121C5-92E5-1E87-4A9A-801925B66B1C}"/>
              </a:ext>
            </a:extLst>
          </p:cNvPr>
          <p:cNvGrpSpPr/>
          <p:nvPr/>
        </p:nvGrpSpPr>
        <p:grpSpPr>
          <a:xfrm>
            <a:off x="6859377" y="1392345"/>
            <a:ext cx="3394762" cy="2392083"/>
            <a:chOff x="6125351" y="4135233"/>
            <a:chExt cx="3394762" cy="2392083"/>
          </a:xfrm>
        </p:grpSpPr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053E158B-1720-B1CF-3B10-AF369AB34D1F}"/>
                </a:ext>
              </a:extLst>
            </p:cNvPr>
            <p:cNvGrpSpPr/>
            <p:nvPr/>
          </p:nvGrpSpPr>
          <p:grpSpPr>
            <a:xfrm>
              <a:off x="6125351" y="4135233"/>
              <a:ext cx="3394762" cy="2392083"/>
              <a:chOff x="186081" y="4189525"/>
              <a:chExt cx="3394762" cy="239208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6" name="Rectangle 35">
                    <a:extLst>
                      <a:ext uri="{FF2B5EF4-FFF2-40B4-BE49-F238E27FC236}">
                        <a16:creationId xmlns:a16="http://schemas.microsoft.com/office/drawing/2014/main" id="{C55A51AF-5358-16CD-0054-82BC26FFC65A}"/>
                      </a:ext>
                    </a:extLst>
                  </p:cNvPr>
                  <p:cNvSpPr/>
                  <p:nvPr/>
                </p:nvSpPr>
                <p:spPr>
                  <a:xfrm>
                    <a:off x="559174" y="4189525"/>
                    <a:ext cx="3021669" cy="239208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m>
                              <m:mPr>
                                <m:mcs>
                                  <m:mc>
                                    <m:mcPr>
                                      <m:count m:val="4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6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−4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       3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4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</m:e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1" smtClean="0">
                                          <a:solidFill>
                                            <a:schemeClr val="bg2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  <m:e/>
                                    <m:e/>
                                  </m:eqArr>
                                </m:e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mr>
                            </m:m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36" name="Rectangle 3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C55A51AF-5358-16CD-0054-82BC26FFC65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9174" y="4189525"/>
                    <a:ext cx="3021669" cy="2392083"/>
                  </a:xfrm>
                  <a:prstGeom prst="rect">
                    <a:avLst/>
                  </a:prstGeom>
                  <a:blipFill rotWithShape="0">
                    <a:blip r:embed="rId5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A8C51FEF-1383-987B-A2D2-3AAFC12AA095}"/>
                  </a:ext>
                </a:extLst>
              </p:cNvPr>
              <p:cNvGrpSpPr/>
              <p:nvPr/>
            </p:nvGrpSpPr>
            <p:grpSpPr>
              <a:xfrm>
                <a:off x="683265" y="4285349"/>
                <a:ext cx="2870546" cy="569273"/>
                <a:chOff x="4140144" y="1849606"/>
                <a:chExt cx="2870546" cy="5692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9" name="Rectangle 38">
                      <a:extLst>
                        <a:ext uri="{FF2B5EF4-FFF2-40B4-BE49-F238E27FC236}">
                          <a16:creationId xmlns:a16="http://schemas.microsoft.com/office/drawing/2014/main" id="{A10C4317-456D-CE8E-EB9E-D6833F2609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0144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39" name="Rectangle 38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A10C4317-456D-CE8E-EB9E-D6833F26090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140144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0" name="Rectangle 39">
                      <a:extLst>
                        <a:ext uri="{FF2B5EF4-FFF2-40B4-BE49-F238E27FC236}">
                          <a16:creationId xmlns:a16="http://schemas.microsoft.com/office/drawing/2014/main" id="{316ECEDC-5777-EF10-626F-EA7D1084C8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8827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0" name="Rectangle 39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316ECEDC-5777-EF10-626F-EA7D1084C85C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858827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1" name="Rectangle 40">
                      <a:extLst>
                        <a:ext uri="{FF2B5EF4-FFF2-40B4-BE49-F238E27FC236}">
                          <a16:creationId xmlns:a16="http://schemas.microsoft.com/office/drawing/2014/main" id="{51050FC3-8F61-2A39-D319-3675A7DEE5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03621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1" name="Rectangle 40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51050FC3-8F61-2A39-D319-3675A7DEE55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703621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8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2" name="Rectangle 41">
                      <a:extLst>
                        <a:ext uri="{FF2B5EF4-FFF2-40B4-BE49-F238E27FC236}">
                          <a16:creationId xmlns:a16="http://schemas.microsoft.com/office/drawing/2014/main" id="{339A66C0-9E0B-8971-8403-6FD8B0DAFB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86440" y="1849606"/>
                      <a:ext cx="524250" cy="56927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𝟑</m:t>
                            </m:r>
                          </m:oMath>
                        </m:oMathPara>
                      </a14:m>
                      <a:endParaRPr lang="en-IN" sz="2800" b="1" dirty="0">
                        <a:solidFill>
                          <a:srgbClr val="D81A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2" name="Rectangle 41">
                      <a:extLst>
                        <a:ext uri="{FF2B5EF4-FFF2-40B4-BE49-F238E27FC236}">
                          <a16:creationId xmlns:a16="http://schemas.microsoft.com/office/drawing/2014/main" xmlns:a14="http://schemas.microsoft.com/office/drawing/2010/main" xmlns="" id="{339A66C0-9E0B-8971-8403-6FD8B0DAFBC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486440" y="1849606"/>
                      <a:ext cx="524250" cy="569273"/>
                    </a:xfrm>
                    <a:prstGeom prst="rect">
                      <a:avLst/>
                    </a:prstGeom>
                    <a:blipFill rotWithShape="0">
                      <a:blip r:embed="rId59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8" name="Rectangle 37">
                    <a:extLst>
                      <a:ext uri="{FF2B5EF4-FFF2-40B4-BE49-F238E27FC236}">
                        <a16:creationId xmlns:a16="http://schemas.microsoft.com/office/drawing/2014/main" id="{C4EB0365-69A9-5B35-C281-C3FCA85C1F21}"/>
                      </a:ext>
                    </a:extLst>
                  </p:cNvPr>
                  <p:cNvSpPr/>
                  <p:nvPr/>
                </p:nvSpPr>
                <p:spPr>
                  <a:xfrm>
                    <a:off x="186081" y="5083738"/>
                    <a:ext cx="524250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8" name="Rectangle 3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C4EB0365-69A9-5B35-C281-C3FCA85C1F2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86081" y="5083738"/>
                    <a:ext cx="524250" cy="711201"/>
                  </a:xfrm>
                  <a:prstGeom prst="rect">
                    <a:avLst/>
                  </a:prstGeom>
                  <a:blipFill rotWithShape="0">
                    <a:blip r:embed="rId6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B667F9B1-E968-8E42-AB72-D40A99122205}"/>
                </a:ext>
              </a:extLst>
            </p:cNvPr>
            <p:cNvGrpSpPr/>
            <p:nvPr/>
          </p:nvGrpSpPr>
          <p:grpSpPr>
            <a:xfrm>
              <a:off x="6622535" y="4799260"/>
              <a:ext cx="2734066" cy="569273"/>
              <a:chOff x="4140144" y="1375869"/>
              <a:chExt cx="273406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4" name="Rectangle 43">
                    <a:extLst>
                      <a:ext uri="{FF2B5EF4-FFF2-40B4-BE49-F238E27FC236}">
                        <a16:creationId xmlns:a16="http://schemas.microsoft.com/office/drawing/2014/main" id="{D8F6C1DB-44EF-7EB9-2A52-72038C845177}"/>
                      </a:ext>
                    </a:extLst>
                  </p:cNvPr>
                  <p:cNvSpPr/>
                  <p:nvPr/>
                </p:nvSpPr>
                <p:spPr>
                  <a:xfrm>
                    <a:off x="4140144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4" name="Rectangle 4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D8F6C1DB-44EF-7EB9-2A52-72038C84517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id="{1BA33FF3-5CCC-AB98-CAB5-6E029852AF38}"/>
                      </a:ext>
                    </a:extLst>
                  </p:cNvPr>
                  <p:cNvSpPr/>
                  <p:nvPr/>
                </p:nvSpPr>
                <p:spPr>
                  <a:xfrm>
                    <a:off x="4858827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1BA33FF3-5CCC-AB98-CAB5-6E029852AF3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827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6" name="Rectangle 45">
                    <a:extLst>
                      <a:ext uri="{FF2B5EF4-FFF2-40B4-BE49-F238E27FC236}">
                        <a16:creationId xmlns:a16="http://schemas.microsoft.com/office/drawing/2014/main" id="{3933FBB7-BE6E-F8C8-B0CD-A23B2ACDF15B}"/>
                      </a:ext>
                    </a:extLst>
                  </p:cNvPr>
                  <p:cNvSpPr/>
                  <p:nvPr/>
                </p:nvSpPr>
                <p:spPr>
                  <a:xfrm>
                    <a:off x="5716009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6" name="Rectangle 4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933FBB7-BE6E-F8C8-B0CD-A23B2ACDF15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6009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7" name="Rectangle 46">
                    <a:extLst>
                      <a:ext uri="{FF2B5EF4-FFF2-40B4-BE49-F238E27FC236}">
                        <a16:creationId xmlns:a16="http://schemas.microsoft.com/office/drawing/2014/main" id="{817EC739-40BB-EB6B-C756-D5FED736DEA4}"/>
                      </a:ext>
                    </a:extLst>
                  </p:cNvPr>
                  <p:cNvSpPr/>
                  <p:nvPr/>
                </p:nvSpPr>
                <p:spPr>
                  <a:xfrm>
                    <a:off x="6349960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7" name="Rectangle 4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817EC739-40BB-EB6B-C756-D5FED736DEA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349960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D4BAB10C-CB67-C27E-F09E-B445BF1EC1B5}"/>
                </a:ext>
              </a:extLst>
            </p:cNvPr>
            <p:cNvGrpSpPr/>
            <p:nvPr/>
          </p:nvGrpSpPr>
          <p:grpSpPr>
            <a:xfrm>
              <a:off x="6622535" y="5339462"/>
              <a:ext cx="2802306" cy="569273"/>
              <a:chOff x="4139880" y="2411366"/>
              <a:chExt cx="280230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id="{389EAECC-7DD4-3BE0-9707-C531CFEAEABE}"/>
                      </a:ext>
                    </a:extLst>
                  </p:cNvPr>
                  <p:cNvSpPr/>
                  <p:nvPr/>
                </p:nvSpPr>
                <p:spPr>
                  <a:xfrm>
                    <a:off x="4139880" y="241136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89EAECC-7DD4-3BE0-9707-C531CFEAEAB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241136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id="{766DEECC-6795-0E2D-842A-1BF66CE7233F}"/>
                      </a:ext>
                    </a:extLst>
                  </p:cNvPr>
                  <p:cNvSpPr/>
                  <p:nvPr/>
                </p:nvSpPr>
                <p:spPr>
                  <a:xfrm>
                    <a:off x="4858563" y="241136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766DEECC-6795-0E2D-842A-1BF66CE7233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563" y="241136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id="{AD3460B5-B958-9747-B09D-1CE00020BCF6}"/>
                      </a:ext>
                    </a:extLst>
                  </p:cNvPr>
                  <p:cNvSpPr/>
                  <p:nvPr/>
                </p:nvSpPr>
                <p:spPr>
                  <a:xfrm>
                    <a:off x="5715745" y="241136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AD3460B5-B958-9747-B09D-1CE00020BCF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5745" y="241136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" name="Rectangle 53">
                    <a:extLst>
                      <a:ext uri="{FF2B5EF4-FFF2-40B4-BE49-F238E27FC236}">
                        <a16:creationId xmlns:a16="http://schemas.microsoft.com/office/drawing/2014/main" id="{ACF28409-B2BB-DE0C-369C-0330575789A6}"/>
                      </a:ext>
                    </a:extLst>
                  </p:cNvPr>
                  <p:cNvSpPr/>
                  <p:nvPr/>
                </p:nvSpPr>
                <p:spPr>
                  <a:xfrm>
                    <a:off x="6295612" y="2411366"/>
                    <a:ext cx="646574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4" name="Rectangle 5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ACF28409-B2BB-DE0C-369C-0330575789A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295612" y="2411366"/>
                    <a:ext cx="646574" cy="569273"/>
                  </a:xfrm>
                  <a:prstGeom prst="rect">
                    <a:avLst/>
                  </a:prstGeom>
                  <a:blipFill rotWithShape="0">
                    <a:blip r:embed="rId6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F9A1711-5876-1882-8DE0-336C6157FB76}"/>
              </a:ext>
            </a:extLst>
          </p:cNvPr>
          <p:cNvGrpSpPr/>
          <p:nvPr/>
        </p:nvGrpSpPr>
        <p:grpSpPr>
          <a:xfrm>
            <a:off x="7356331" y="3155964"/>
            <a:ext cx="2938786" cy="569273"/>
            <a:chOff x="4139880" y="3158063"/>
            <a:chExt cx="2938786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E53EC8A9-4D50-E926-5759-2717CA49D30D}"/>
                    </a:ext>
                  </a:extLst>
                </p:cNvPr>
                <p:cNvSpPr/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53EC8A9-4D50-E926-5759-2717CA49D30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blipFill rotWithShape="0">
                  <a:blip r:embed="rId6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8" name="Rectangle 57">
                  <a:extLst>
                    <a:ext uri="{FF2B5EF4-FFF2-40B4-BE49-F238E27FC236}">
                      <a16:creationId xmlns:a16="http://schemas.microsoft.com/office/drawing/2014/main" id="{D44FCEE5-2441-2B7A-24A1-FAB08B1E7E4D}"/>
                    </a:ext>
                  </a:extLst>
                </p:cNvPr>
                <p:cNvSpPr/>
                <p:nvPr/>
              </p:nvSpPr>
              <p:spPr>
                <a:xfrm>
                  <a:off x="4858563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58" name="Rectangle 5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44FCEE5-2441-2B7A-24A1-FAB08B1E7E4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563" y="3158063"/>
                  <a:ext cx="524250" cy="569273"/>
                </a:xfrm>
                <a:prstGeom prst="rect">
                  <a:avLst/>
                </a:prstGeom>
                <a:blipFill rotWithShape="0">
                  <a:blip r:embed="rId7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DDA79E60-BD19-4191-F64D-A1C13C152E43}"/>
                    </a:ext>
                  </a:extLst>
                </p:cNvPr>
                <p:cNvSpPr/>
                <p:nvPr/>
              </p:nvSpPr>
              <p:spPr>
                <a:xfrm>
                  <a:off x="5715745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DA79E60-BD19-4191-F64D-A1C13C152E4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15745" y="3158063"/>
                  <a:ext cx="524250" cy="569273"/>
                </a:xfrm>
                <a:prstGeom prst="rect">
                  <a:avLst/>
                </a:prstGeom>
                <a:blipFill rotWithShape="0">
                  <a:blip r:embed="rId7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780D3902-BA51-66A6-4032-6C1540A3186F}"/>
                    </a:ext>
                  </a:extLst>
                </p:cNvPr>
                <p:cNvSpPr/>
                <p:nvPr/>
              </p:nvSpPr>
              <p:spPr>
                <a:xfrm>
                  <a:off x="6391148" y="3158063"/>
                  <a:ext cx="687518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780D3902-BA51-66A6-4032-6C1540A3186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91148" y="3158063"/>
                  <a:ext cx="687518" cy="569273"/>
                </a:xfrm>
                <a:prstGeom prst="rect">
                  <a:avLst/>
                </a:prstGeom>
                <a:blipFill rotWithShape="0">
                  <a:blip r:embed="rId7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4" name="Content Placeholder 4">
                <a:extLst>
                  <a:ext uri="{FF2B5EF4-FFF2-40B4-BE49-F238E27FC236}">
                    <a16:creationId xmlns:a16="http://schemas.microsoft.com/office/drawing/2014/main" id="{D46CE915-C9B7-7ADD-2BAA-9D8DC49713D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201846" y="3722445"/>
                <a:ext cx="873481" cy="53504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𝟐𝟑</m:t>
                          </m:r>
                        </m:sub>
                      </m:sSub>
                    </m:oMath>
                  </m:oMathPara>
                </a14:m>
                <a:endParaRPr lang="en-IN" sz="2800" b="1" i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84" name="Content Placeholder 4">
                <a:extLst>
                  <a:ext uri="{FF2B5EF4-FFF2-40B4-BE49-F238E27FC236}">
                    <a16:creationId xmlns:a16="http://schemas.microsoft.com/office/drawing/2014/main" id="{D46CE915-C9B7-7ADD-2BAA-9D8DC49713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1846" y="3722445"/>
                <a:ext cx="873481" cy="535045"/>
              </a:xfrm>
              <a:prstGeom prst="rect">
                <a:avLst/>
              </a:prstGeom>
              <a:blipFill>
                <a:blip r:embed="rId73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7" name="Group 86">
            <a:extLst>
              <a:ext uri="{FF2B5EF4-FFF2-40B4-BE49-F238E27FC236}">
                <a16:creationId xmlns:a16="http://schemas.microsoft.com/office/drawing/2014/main" id="{AA536ED7-001E-BCE8-36C1-4C9CA7F5BAB3}"/>
              </a:ext>
            </a:extLst>
          </p:cNvPr>
          <p:cNvGrpSpPr/>
          <p:nvPr/>
        </p:nvGrpSpPr>
        <p:grpSpPr>
          <a:xfrm>
            <a:off x="7355148" y="2061047"/>
            <a:ext cx="2734066" cy="569273"/>
            <a:chOff x="4140144" y="1375869"/>
            <a:chExt cx="2734066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3" name="Rectangle 92">
                  <a:extLst>
                    <a:ext uri="{FF2B5EF4-FFF2-40B4-BE49-F238E27FC236}">
                      <a16:creationId xmlns:a16="http://schemas.microsoft.com/office/drawing/2014/main" id="{A5D111E7-5A25-FFFC-E9BC-B7B41D5C4F20}"/>
                    </a:ext>
                  </a:extLst>
                </p:cNvPr>
                <p:cNvSpPr/>
                <p:nvPr/>
              </p:nvSpPr>
              <p:spPr>
                <a:xfrm>
                  <a:off x="4140144" y="137586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93" name="Rectangle 9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A5D111E7-5A25-FFFC-E9BC-B7B41D5C4F2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375869"/>
                  <a:ext cx="524250" cy="569273"/>
                </a:xfrm>
                <a:prstGeom prst="rect">
                  <a:avLst/>
                </a:prstGeom>
                <a:blipFill rotWithShape="0">
                  <a:blip r:embed="rId7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4" name="Rectangle 93">
                  <a:extLst>
                    <a:ext uri="{FF2B5EF4-FFF2-40B4-BE49-F238E27FC236}">
                      <a16:creationId xmlns:a16="http://schemas.microsoft.com/office/drawing/2014/main" id="{5115AFD1-A2FA-C2D7-0F75-85231A490C54}"/>
                    </a:ext>
                  </a:extLst>
                </p:cNvPr>
                <p:cNvSpPr/>
                <p:nvPr/>
              </p:nvSpPr>
              <p:spPr>
                <a:xfrm>
                  <a:off x="4858827" y="137586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94" name="Rectangle 9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115AFD1-A2FA-C2D7-0F75-85231A490C5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827" y="1375869"/>
                  <a:ext cx="524250" cy="569273"/>
                </a:xfrm>
                <a:prstGeom prst="rect">
                  <a:avLst/>
                </a:prstGeom>
                <a:blipFill rotWithShape="0">
                  <a:blip r:embed="rId7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" name="Rectangle 94">
                  <a:extLst>
                    <a:ext uri="{FF2B5EF4-FFF2-40B4-BE49-F238E27FC236}">
                      <a16:creationId xmlns:a16="http://schemas.microsoft.com/office/drawing/2014/main" id="{5E66E948-0CB4-6C0A-A304-8CC65C946FE0}"/>
                    </a:ext>
                  </a:extLst>
                </p:cNvPr>
                <p:cNvSpPr/>
                <p:nvPr/>
              </p:nvSpPr>
              <p:spPr>
                <a:xfrm>
                  <a:off x="5716009" y="137586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95" name="Rectangle 9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E66E948-0CB4-6C0A-A304-8CC65C946FE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16009" y="1375869"/>
                  <a:ext cx="524250" cy="569273"/>
                </a:xfrm>
                <a:prstGeom prst="rect">
                  <a:avLst/>
                </a:prstGeom>
                <a:blipFill rotWithShape="0">
                  <a:blip r:embed="rId7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" name="Rectangle 95">
                  <a:extLst>
                    <a:ext uri="{FF2B5EF4-FFF2-40B4-BE49-F238E27FC236}">
                      <a16:creationId xmlns:a16="http://schemas.microsoft.com/office/drawing/2014/main" id="{9CCC24E0-C84D-44A6-1BDA-93FFA70F0671}"/>
                    </a:ext>
                  </a:extLst>
                </p:cNvPr>
                <p:cNvSpPr/>
                <p:nvPr/>
              </p:nvSpPr>
              <p:spPr>
                <a:xfrm>
                  <a:off x="6349960" y="137586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96" name="Rectangle 9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CCC24E0-C84D-44A6-1BDA-93FFA70F067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9960" y="1375869"/>
                  <a:ext cx="524250" cy="569273"/>
                </a:xfrm>
                <a:prstGeom prst="rect">
                  <a:avLst/>
                </a:prstGeom>
                <a:blipFill rotWithShape="0">
                  <a:blip r:embed="rId7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1D0A107D-7909-F93A-51EB-DC3344BB1707}"/>
              </a:ext>
            </a:extLst>
          </p:cNvPr>
          <p:cNvGrpSpPr/>
          <p:nvPr/>
        </p:nvGrpSpPr>
        <p:grpSpPr>
          <a:xfrm>
            <a:off x="7357679" y="2587223"/>
            <a:ext cx="2802306" cy="569273"/>
            <a:chOff x="4139880" y="2411366"/>
            <a:chExt cx="2802306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" name="Rectangle 88">
                  <a:extLst>
                    <a:ext uri="{FF2B5EF4-FFF2-40B4-BE49-F238E27FC236}">
                      <a16:creationId xmlns:a16="http://schemas.microsoft.com/office/drawing/2014/main" id="{7F3A7472-7670-D8BB-E96A-41043C86DF64}"/>
                    </a:ext>
                  </a:extLst>
                </p:cNvPr>
                <p:cNvSpPr/>
                <p:nvPr/>
              </p:nvSpPr>
              <p:spPr>
                <a:xfrm>
                  <a:off x="4139880" y="241136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89" name="Rectangle 8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7F3A7472-7670-D8BB-E96A-41043C86DF6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880" y="2411366"/>
                  <a:ext cx="524250" cy="569273"/>
                </a:xfrm>
                <a:prstGeom prst="rect">
                  <a:avLst/>
                </a:prstGeom>
                <a:blipFill rotWithShape="0">
                  <a:blip r:embed="rId7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" name="Rectangle 89">
                  <a:extLst>
                    <a:ext uri="{FF2B5EF4-FFF2-40B4-BE49-F238E27FC236}">
                      <a16:creationId xmlns:a16="http://schemas.microsoft.com/office/drawing/2014/main" id="{042286B3-4E28-8E3C-5E2F-8115BDBD6839}"/>
                    </a:ext>
                  </a:extLst>
                </p:cNvPr>
                <p:cNvSpPr/>
                <p:nvPr/>
              </p:nvSpPr>
              <p:spPr>
                <a:xfrm>
                  <a:off x="4858563" y="241136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90" name="Rectangle 8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42286B3-4E28-8E3C-5E2F-8115BDBD683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563" y="2411366"/>
                  <a:ext cx="524250" cy="569273"/>
                </a:xfrm>
                <a:prstGeom prst="rect">
                  <a:avLst/>
                </a:prstGeom>
                <a:blipFill rotWithShape="0">
                  <a:blip r:embed="rId7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1" name="Rectangle 90">
                  <a:extLst>
                    <a:ext uri="{FF2B5EF4-FFF2-40B4-BE49-F238E27FC236}">
                      <a16:creationId xmlns:a16="http://schemas.microsoft.com/office/drawing/2014/main" id="{B2A232C7-9461-DD97-EA9F-DE167A9DB3FE}"/>
                    </a:ext>
                  </a:extLst>
                </p:cNvPr>
                <p:cNvSpPr/>
                <p:nvPr/>
              </p:nvSpPr>
              <p:spPr>
                <a:xfrm>
                  <a:off x="5715745" y="241136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91" name="Rectangle 9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B2A232C7-9461-DD97-EA9F-DE167A9DB3F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15745" y="2411366"/>
                  <a:ext cx="524250" cy="569273"/>
                </a:xfrm>
                <a:prstGeom prst="rect">
                  <a:avLst/>
                </a:prstGeom>
                <a:blipFill rotWithShape="0">
                  <a:blip r:embed="rId8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2" name="Rectangle 91">
                  <a:extLst>
                    <a:ext uri="{FF2B5EF4-FFF2-40B4-BE49-F238E27FC236}">
                      <a16:creationId xmlns:a16="http://schemas.microsoft.com/office/drawing/2014/main" id="{EA884F97-6D47-B608-6E71-E1F99F390C71}"/>
                    </a:ext>
                  </a:extLst>
                </p:cNvPr>
                <p:cNvSpPr/>
                <p:nvPr/>
              </p:nvSpPr>
              <p:spPr>
                <a:xfrm>
                  <a:off x="6295612" y="2411366"/>
                  <a:ext cx="646574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92" name="Rectangle 9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A884F97-6D47-B608-6E71-E1F99F390C7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612" y="2411366"/>
                  <a:ext cx="646574" cy="569273"/>
                </a:xfrm>
                <a:prstGeom prst="rect">
                  <a:avLst/>
                </a:prstGeom>
                <a:blipFill rotWithShape="0">
                  <a:blip r:embed="rId8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94C1D2DE-7CC7-FBBC-85CB-4747FB7A8B50}"/>
              </a:ext>
            </a:extLst>
          </p:cNvPr>
          <p:cNvSpPr/>
          <p:nvPr/>
        </p:nvSpPr>
        <p:spPr>
          <a:xfrm>
            <a:off x="5953230" y="881017"/>
            <a:ext cx="64800" cy="5544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p:sp>
        <p:nvSpPr>
          <p:cNvPr id="30" name="Right Brace 29">
            <a:extLst>
              <a:ext uri="{FF2B5EF4-FFF2-40B4-BE49-F238E27FC236}">
                <a16:creationId xmlns:a16="http://schemas.microsoft.com/office/drawing/2014/main" id="{C0900801-7F56-F833-2628-E6A1428B9FC7}"/>
              </a:ext>
            </a:extLst>
          </p:cNvPr>
          <p:cNvSpPr/>
          <p:nvPr/>
        </p:nvSpPr>
        <p:spPr>
          <a:xfrm>
            <a:off x="3581949" y="5461674"/>
            <a:ext cx="264692" cy="1002308"/>
          </a:xfrm>
          <a:prstGeom prst="rightBrace">
            <a:avLst>
              <a:gd name="adj1" fmla="val 38249"/>
              <a:gd name="adj2" fmla="val 48970"/>
            </a:avLst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>
              <a:solidFill>
                <a:srgbClr val="FF0000"/>
              </a:solidFill>
            </a:endParaRPr>
          </a:p>
        </p:txBody>
      </p:sp>
      <p:sp>
        <p:nvSpPr>
          <p:cNvPr id="31" name="Content Placeholder 4">
            <a:extLst>
              <a:ext uri="{FF2B5EF4-FFF2-40B4-BE49-F238E27FC236}">
                <a16:creationId xmlns:a16="http://schemas.microsoft.com/office/drawing/2014/main" id="{4F622360-CB28-C723-A082-BD76F2FD4232}"/>
              </a:ext>
            </a:extLst>
          </p:cNvPr>
          <p:cNvSpPr txBox="1">
            <a:spLocks/>
          </p:cNvSpPr>
          <p:nvPr/>
        </p:nvSpPr>
        <p:spPr>
          <a:xfrm>
            <a:off x="3910977" y="5731318"/>
            <a:ext cx="1857520" cy="41942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indent="0" algn="ctr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  <a:defRPr sz="2800" b="1" i="1">
                <a:solidFill>
                  <a:srgbClr val="FF0000"/>
                </a:solidFill>
                <a:latin typeface="Cambria Math" panose="02040503050406030204" pitchFamily="18" charset="0"/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>
                <a:solidFill>
                  <a:schemeClr val="tx1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GB" b="0" i="0" dirty="0">
                <a:solidFill>
                  <a:srgbClr val="002060"/>
                </a:solidFill>
              </a:rPr>
              <a:t>Same Row</a:t>
            </a:r>
            <a:endParaRPr lang="en-IN" b="0" i="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02926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00"/>
                            </p:stCondLst>
                            <p:childTnLst>
                              <p:par>
                                <p:cTn id="7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7.40741E-7 L -0.00013 0.33565 " pathEditMode="relative" rAng="0" ptsTypes="AA">
                                      <p:cBhvr>
                                        <p:cTn id="101" dur="2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8" y="166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4.81481E-6 L -0.00104 0.49028 " pathEditMode="relative" rAng="0" ptsTypes="AA">
                                      <p:cBhvr>
                                        <p:cTn id="107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5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8" grpId="1" animBg="1"/>
      <p:bldP spid="29" grpId="0" animBg="1"/>
      <p:bldP spid="29" grpId="1" animBg="1"/>
      <p:bldP spid="35" grpId="0"/>
      <p:bldP spid="49" grpId="0"/>
      <p:bldP spid="50" grpId="0"/>
      <p:bldP spid="3" grpId="0" animBg="1"/>
      <p:bldP spid="3" grpId="1" animBg="1"/>
      <p:bldP spid="4" grpId="0" animBg="1"/>
      <p:bldP spid="4" grpId="1" animBg="1"/>
      <p:bldP spid="33" grpId="0"/>
      <p:bldP spid="84" grpId="0"/>
      <p:bldP spid="5" grpId="0" animBg="1"/>
      <p:bldP spid="30" grpId="0" animBg="1"/>
      <p:bldP spid="30" grpId="1" animBg="1"/>
      <p:bldP spid="31" grpId="0"/>
      <p:bldP spid="31" grpId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" name="Group 46">
            <a:extLst>
              <a:ext uri="{FF2B5EF4-FFF2-40B4-BE49-F238E27FC236}">
                <a16:creationId xmlns:a16="http://schemas.microsoft.com/office/drawing/2014/main" id="{912AB528-ACC9-56FD-8F5A-E3ED4EEED4B9}"/>
              </a:ext>
            </a:extLst>
          </p:cNvPr>
          <p:cNvGrpSpPr/>
          <p:nvPr/>
        </p:nvGrpSpPr>
        <p:grpSpPr>
          <a:xfrm>
            <a:off x="134456" y="4153045"/>
            <a:ext cx="3449388" cy="2392083"/>
            <a:chOff x="119263" y="1356260"/>
            <a:chExt cx="3449388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05F4B826-2302-6516-EC4F-E6A0782DBAF6}"/>
                    </a:ext>
                  </a:extLst>
                </p:cNvPr>
                <p:cNvSpPr/>
                <p:nvPr/>
              </p:nvSpPr>
              <p:spPr>
                <a:xfrm>
                  <a:off x="492356" y="1356260"/>
                  <a:ext cx="3021669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−4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       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/>
                                  <m:e/>
                                </m:eqAr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5F4B826-2302-6516-EC4F-E6A0782DBAF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2356" y="1356260"/>
                  <a:ext cx="3021669" cy="2392083"/>
                </a:xfrm>
                <a:prstGeom prst="rect">
                  <a:avLst/>
                </a:prstGeom>
                <a:blipFill rotWithShape="0"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C515F709-B0AD-8144-880C-37111ADF3FF4}"/>
                    </a:ext>
                  </a:extLst>
                </p:cNvPr>
                <p:cNvSpPr/>
                <p:nvPr/>
              </p:nvSpPr>
              <p:spPr>
                <a:xfrm>
                  <a:off x="119263" y="2250473"/>
                  <a:ext cx="524250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C515F709-B0AD-8144-880C-37111ADF3FF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9263" y="2250473"/>
                  <a:ext cx="524250" cy="711201"/>
                </a:xfrm>
                <a:prstGeom prst="rect">
                  <a:avLst/>
                </a:prstGeom>
                <a:blipFill rotWithShape="0"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003AEE2C-7ABF-57ED-C86B-9A4FC83AAA92}"/>
                </a:ext>
              </a:extLst>
            </p:cNvPr>
            <p:cNvGrpSpPr/>
            <p:nvPr/>
          </p:nvGrpSpPr>
          <p:grpSpPr>
            <a:xfrm>
              <a:off x="616217" y="3119879"/>
              <a:ext cx="2952434" cy="569273"/>
              <a:chOff x="4139880" y="3158063"/>
              <a:chExt cx="2952434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" name="Rectangle 60">
                    <a:extLst>
                      <a:ext uri="{FF2B5EF4-FFF2-40B4-BE49-F238E27FC236}">
                        <a16:creationId xmlns:a16="http://schemas.microsoft.com/office/drawing/2014/main" id="{F73E0DED-7A05-8F31-A3D2-8F4871E31927}"/>
                      </a:ext>
                    </a:extLst>
                  </p:cNvPr>
                  <p:cNvSpPr/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1" name="Rectangle 6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73E0DED-7A05-8F31-A3D2-8F4871E3192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" name="Rectangle 61">
                    <a:extLst>
                      <a:ext uri="{FF2B5EF4-FFF2-40B4-BE49-F238E27FC236}">
                        <a16:creationId xmlns:a16="http://schemas.microsoft.com/office/drawing/2014/main" id="{8F59E6A3-40DC-CDB6-8EE9-FFE6F2D48D2E}"/>
                      </a:ext>
                    </a:extLst>
                  </p:cNvPr>
                  <p:cNvSpPr/>
                  <p:nvPr/>
                </p:nvSpPr>
                <p:spPr>
                  <a:xfrm>
                    <a:off x="4872211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2" name="Rectangle 6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8F59E6A3-40DC-CDB6-8EE9-FFE6F2D48D2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72211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" name="Rectangle 62">
                    <a:extLst>
                      <a:ext uri="{FF2B5EF4-FFF2-40B4-BE49-F238E27FC236}">
                        <a16:creationId xmlns:a16="http://schemas.microsoft.com/office/drawing/2014/main" id="{31366F77-F717-4CC9-43DE-C84EB6090959}"/>
                      </a:ext>
                    </a:extLst>
                  </p:cNvPr>
                  <p:cNvSpPr/>
                  <p:nvPr/>
                </p:nvSpPr>
                <p:spPr>
                  <a:xfrm>
                    <a:off x="5729393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3" name="Rectangle 6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1366F77-F717-4CC9-43DE-C84EB609095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29393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" name="Rectangle 63">
                    <a:extLst>
                      <a:ext uri="{FF2B5EF4-FFF2-40B4-BE49-F238E27FC236}">
                        <a16:creationId xmlns:a16="http://schemas.microsoft.com/office/drawing/2014/main" id="{353453FE-835F-6C55-18E2-7F50740C60B1}"/>
                      </a:ext>
                    </a:extLst>
                  </p:cNvPr>
                  <p:cNvSpPr/>
                  <p:nvPr/>
                </p:nvSpPr>
                <p:spPr>
                  <a:xfrm>
                    <a:off x="6404796" y="3158063"/>
                    <a:ext cx="687518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4" name="Rectangle 6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53453FE-835F-6C55-18E2-7F50740C60B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04796" y="3158063"/>
                    <a:ext cx="687518" cy="569273"/>
                  </a:xfrm>
                  <a:prstGeom prst="rect">
                    <a:avLst/>
                  </a:prstGeom>
                  <a:blipFill rotWithShape="0">
                    <a:blip r:embed="rId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25D157B0-96E5-C425-B2FF-9EDC003E0891}"/>
                </a:ext>
              </a:extLst>
            </p:cNvPr>
            <p:cNvGrpSpPr/>
            <p:nvPr/>
          </p:nvGrpSpPr>
          <p:grpSpPr>
            <a:xfrm>
              <a:off x="616183" y="2565462"/>
              <a:ext cx="2747714" cy="569273"/>
              <a:chOff x="4140144" y="1375869"/>
              <a:chExt cx="2747714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7" name="Rectangle 56">
                    <a:extLst>
                      <a:ext uri="{FF2B5EF4-FFF2-40B4-BE49-F238E27FC236}">
                        <a16:creationId xmlns:a16="http://schemas.microsoft.com/office/drawing/2014/main" id="{A2BBDA84-59FB-C07D-F9DC-A27500510245}"/>
                      </a:ext>
                    </a:extLst>
                  </p:cNvPr>
                  <p:cNvSpPr/>
                  <p:nvPr/>
                </p:nvSpPr>
                <p:spPr>
                  <a:xfrm>
                    <a:off x="4140144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7" name="Rectangle 5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A2BBDA84-59FB-C07D-F9DC-A2750051024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" name="Rectangle 57">
                    <a:extLst>
                      <a:ext uri="{FF2B5EF4-FFF2-40B4-BE49-F238E27FC236}">
                        <a16:creationId xmlns:a16="http://schemas.microsoft.com/office/drawing/2014/main" id="{19A05E9B-C212-DD4A-D4DC-355B689C50F3}"/>
                      </a:ext>
                    </a:extLst>
                  </p:cNvPr>
                  <p:cNvSpPr/>
                  <p:nvPr/>
                </p:nvSpPr>
                <p:spPr>
                  <a:xfrm>
                    <a:off x="4858827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8" name="Rectangle 5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19A05E9B-C212-DD4A-D4DC-355B689C50F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827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" name="Rectangle 58">
                    <a:extLst>
                      <a:ext uri="{FF2B5EF4-FFF2-40B4-BE49-F238E27FC236}">
                        <a16:creationId xmlns:a16="http://schemas.microsoft.com/office/drawing/2014/main" id="{51ACF64E-80E2-FEFD-13A9-C65307AD3C14}"/>
                      </a:ext>
                    </a:extLst>
                  </p:cNvPr>
                  <p:cNvSpPr/>
                  <p:nvPr/>
                </p:nvSpPr>
                <p:spPr>
                  <a:xfrm>
                    <a:off x="5716009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9" name="Rectangle 5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51ACF64E-80E2-FEFD-13A9-C65307AD3C1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6009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" name="Rectangle 59">
                    <a:extLst>
                      <a:ext uri="{FF2B5EF4-FFF2-40B4-BE49-F238E27FC236}">
                        <a16:creationId xmlns:a16="http://schemas.microsoft.com/office/drawing/2014/main" id="{ECDC706A-989A-B12C-2D04-50A96C0533B5}"/>
                      </a:ext>
                    </a:extLst>
                  </p:cNvPr>
                  <p:cNvSpPr/>
                  <p:nvPr/>
                </p:nvSpPr>
                <p:spPr>
                  <a:xfrm>
                    <a:off x="6363608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0" name="Rectangle 5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CDC706A-989A-B12C-2D04-50A96C0533B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363608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99084CD1-4835-A09B-31AB-E507453E7451}"/>
                </a:ext>
              </a:extLst>
            </p:cNvPr>
            <p:cNvGrpSpPr/>
            <p:nvPr/>
          </p:nvGrpSpPr>
          <p:grpSpPr>
            <a:xfrm>
              <a:off x="616183" y="2014992"/>
              <a:ext cx="2802306" cy="569273"/>
              <a:chOff x="4139880" y="2411366"/>
              <a:chExt cx="280230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id="{1F6F916B-3DDE-4A60-78B9-6A45924FDAF4}"/>
                      </a:ext>
                    </a:extLst>
                  </p:cNvPr>
                  <p:cNvSpPr/>
                  <p:nvPr/>
                </p:nvSpPr>
                <p:spPr>
                  <a:xfrm>
                    <a:off x="4139880" y="241136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1F6F916B-3DDE-4A60-78B9-6A45924FDAF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241136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" name="Rectangle 53">
                    <a:extLst>
                      <a:ext uri="{FF2B5EF4-FFF2-40B4-BE49-F238E27FC236}">
                        <a16:creationId xmlns:a16="http://schemas.microsoft.com/office/drawing/2014/main" id="{FC80CC2E-B7FB-30C0-19AD-21AB9A52787F}"/>
                      </a:ext>
                    </a:extLst>
                  </p:cNvPr>
                  <p:cNvSpPr/>
                  <p:nvPr/>
                </p:nvSpPr>
                <p:spPr>
                  <a:xfrm>
                    <a:off x="4858563" y="241136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4" name="Rectangle 5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C80CC2E-B7FB-30C0-19AD-21AB9A52787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563" y="241136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id="{3FEC7AA9-0DFC-49AC-6BC0-F42D6FF1E3EF}"/>
                      </a:ext>
                    </a:extLst>
                  </p:cNvPr>
                  <p:cNvSpPr/>
                  <p:nvPr/>
                </p:nvSpPr>
                <p:spPr>
                  <a:xfrm>
                    <a:off x="5715745" y="241136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FEC7AA9-0DFC-49AC-6BC0-F42D6FF1E3E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5745" y="241136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6" name="Rectangle 55">
                    <a:extLst>
                      <a:ext uri="{FF2B5EF4-FFF2-40B4-BE49-F238E27FC236}">
                        <a16:creationId xmlns:a16="http://schemas.microsoft.com/office/drawing/2014/main" id="{DDB86727-156D-83F7-E111-5D75C8D3E65A}"/>
                      </a:ext>
                    </a:extLst>
                  </p:cNvPr>
                  <p:cNvSpPr/>
                  <p:nvPr/>
                </p:nvSpPr>
                <p:spPr>
                  <a:xfrm>
                    <a:off x="6295612" y="2411366"/>
                    <a:ext cx="646574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6" name="Rectangle 5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DDB86727-156D-83F7-E111-5D75C8D3E65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295612" y="2411366"/>
                    <a:ext cx="646574" cy="569273"/>
                  </a:xfrm>
                  <a:prstGeom prst="rect">
                    <a:avLst/>
                  </a:prstGeom>
                  <a:blipFill rotWithShape="0">
                    <a:blip r:embed="rId1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A42CB1C5-4375-F0F8-B5CC-1DFD67E48F0C}"/>
              </a:ext>
            </a:extLst>
          </p:cNvPr>
          <p:cNvGrpSpPr/>
          <p:nvPr/>
        </p:nvGrpSpPr>
        <p:grpSpPr>
          <a:xfrm>
            <a:off x="6896938" y="1356260"/>
            <a:ext cx="3394762" cy="2392083"/>
            <a:chOff x="6896938" y="1356260"/>
            <a:chExt cx="3394762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066999DE-AFC5-7245-9431-28F846152A2A}"/>
                    </a:ext>
                  </a:extLst>
                </p:cNvPr>
                <p:cNvSpPr/>
                <p:nvPr/>
              </p:nvSpPr>
              <p:spPr>
                <a:xfrm>
                  <a:off x="7270031" y="1356260"/>
                  <a:ext cx="3021669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−4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       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/>
                                  <m:e/>
                                </m:eqAr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66999DE-AFC5-7245-9431-28F846152A2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270031" y="1356260"/>
                  <a:ext cx="3021669" cy="2392083"/>
                </a:xfrm>
                <a:prstGeom prst="rect">
                  <a:avLst/>
                </a:prstGeom>
                <a:blipFill rotWithShape="0">
                  <a:blip r:embed="rId1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" name="Rectangle 71">
                  <a:extLst>
                    <a:ext uri="{FF2B5EF4-FFF2-40B4-BE49-F238E27FC236}">
                      <a16:creationId xmlns:a16="http://schemas.microsoft.com/office/drawing/2014/main" id="{7D59E0FA-0A2F-9866-1EDE-86AD0AF0D725}"/>
                    </a:ext>
                  </a:extLst>
                </p:cNvPr>
                <p:cNvSpPr/>
                <p:nvPr/>
              </p:nvSpPr>
              <p:spPr>
                <a:xfrm>
                  <a:off x="6896938" y="2250473"/>
                  <a:ext cx="524250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72" name="Rectangle 7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7D59E0FA-0A2F-9866-1EDE-86AD0AF0D72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96938" y="2250473"/>
                  <a:ext cx="524250" cy="711201"/>
                </a:xfrm>
                <a:prstGeom prst="rect">
                  <a:avLst/>
                </a:prstGeom>
                <a:blipFill rotWithShape="0">
                  <a:blip r:embed="rId1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F9F78A7D-4583-FA73-135F-D2C6F458109F}"/>
                </a:ext>
              </a:extLst>
            </p:cNvPr>
            <p:cNvGrpSpPr/>
            <p:nvPr/>
          </p:nvGrpSpPr>
          <p:grpSpPr>
            <a:xfrm>
              <a:off x="7393892" y="3119879"/>
              <a:ext cx="2897808" cy="569273"/>
              <a:chOff x="4139880" y="3158063"/>
              <a:chExt cx="2897808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C5BAA0C6-6C77-1263-B07D-246B8BE05323}"/>
                      </a:ext>
                    </a:extLst>
                  </p:cNvPr>
                  <p:cNvSpPr/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C5BAA0C6-6C77-1263-B07D-246B8BE0532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5" name="Rectangle 84">
                    <a:extLst>
                      <a:ext uri="{FF2B5EF4-FFF2-40B4-BE49-F238E27FC236}">
                        <a16:creationId xmlns:a16="http://schemas.microsoft.com/office/drawing/2014/main" id="{D442C20E-59A1-DF45-6F6C-828C896E83A8}"/>
                      </a:ext>
                    </a:extLst>
                  </p:cNvPr>
                  <p:cNvSpPr/>
                  <p:nvPr/>
                </p:nvSpPr>
                <p:spPr>
                  <a:xfrm>
                    <a:off x="4858143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5" name="Rectangle 8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D442C20E-59A1-DF45-6F6C-828C896E83A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143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" name="Rectangle 85">
                    <a:extLst>
                      <a:ext uri="{FF2B5EF4-FFF2-40B4-BE49-F238E27FC236}">
                        <a16:creationId xmlns:a16="http://schemas.microsoft.com/office/drawing/2014/main" id="{CEE0EA49-E308-AB5D-5E6E-48DC6DDCE115}"/>
                      </a:ext>
                    </a:extLst>
                  </p:cNvPr>
                  <p:cNvSpPr/>
                  <p:nvPr/>
                </p:nvSpPr>
                <p:spPr>
                  <a:xfrm>
                    <a:off x="5715325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6" name="Rectangle 8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CEE0EA49-E308-AB5D-5E6E-48DC6DDCE11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5325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" name="Rectangle 86">
                    <a:extLst>
                      <a:ext uri="{FF2B5EF4-FFF2-40B4-BE49-F238E27FC236}">
                        <a16:creationId xmlns:a16="http://schemas.microsoft.com/office/drawing/2014/main" id="{DF037ECC-3DDE-4447-698E-E7273CF1D244}"/>
                      </a:ext>
                    </a:extLst>
                  </p:cNvPr>
                  <p:cNvSpPr/>
                  <p:nvPr/>
                </p:nvSpPr>
                <p:spPr>
                  <a:xfrm>
                    <a:off x="6404796" y="3158063"/>
                    <a:ext cx="632892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7" name="Rectangle 8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DF037ECC-3DDE-4447-698E-E7273CF1D24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04796" y="3158063"/>
                    <a:ext cx="632892" cy="569273"/>
                  </a:xfrm>
                  <a:prstGeom prst="rect">
                    <a:avLst/>
                  </a:prstGeom>
                  <a:blipFill rotWithShape="0">
                    <a:blip r:embed="rId2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0E3949A0-23CA-2DA5-1DFC-4DBB49446639}"/>
                </a:ext>
              </a:extLst>
            </p:cNvPr>
            <p:cNvGrpSpPr/>
            <p:nvPr/>
          </p:nvGrpSpPr>
          <p:grpSpPr>
            <a:xfrm>
              <a:off x="7393858" y="2565462"/>
              <a:ext cx="2719578" cy="569273"/>
              <a:chOff x="4140144" y="1375869"/>
              <a:chExt cx="2719578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" name="Rectangle 79">
                    <a:extLst>
                      <a:ext uri="{FF2B5EF4-FFF2-40B4-BE49-F238E27FC236}">
                        <a16:creationId xmlns:a16="http://schemas.microsoft.com/office/drawing/2014/main" id="{E73E0825-2762-3AA3-AC1A-44AED2A62E0C}"/>
                      </a:ext>
                    </a:extLst>
                  </p:cNvPr>
                  <p:cNvSpPr/>
                  <p:nvPr/>
                </p:nvSpPr>
                <p:spPr>
                  <a:xfrm>
                    <a:off x="4140144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0" name="Rectangle 7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73E0825-2762-3AA3-AC1A-44AED2A62E0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1" name="Rectangle 80">
                    <a:extLst>
                      <a:ext uri="{FF2B5EF4-FFF2-40B4-BE49-F238E27FC236}">
                        <a16:creationId xmlns:a16="http://schemas.microsoft.com/office/drawing/2014/main" id="{91D658B0-276F-B201-2D54-468DF9E8AF5A}"/>
                      </a:ext>
                    </a:extLst>
                  </p:cNvPr>
                  <p:cNvSpPr/>
                  <p:nvPr/>
                </p:nvSpPr>
                <p:spPr>
                  <a:xfrm>
                    <a:off x="4858827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1" name="Rectangle 8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91D658B0-276F-B201-2D54-468DF9E8AF5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827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2" name="Rectangle 81">
                    <a:extLst>
                      <a:ext uri="{FF2B5EF4-FFF2-40B4-BE49-F238E27FC236}">
                        <a16:creationId xmlns:a16="http://schemas.microsoft.com/office/drawing/2014/main" id="{B5C3BD6B-3A9F-8653-4181-3374591D92AB}"/>
                      </a:ext>
                    </a:extLst>
                  </p:cNvPr>
                  <p:cNvSpPr/>
                  <p:nvPr/>
                </p:nvSpPr>
                <p:spPr>
                  <a:xfrm>
                    <a:off x="5716009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2" name="Rectangle 8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B5C3BD6B-3A9F-8653-4181-3374591D92A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6009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id="{9A700864-146C-BC94-0F8C-13E6EFE17B74}"/>
                      </a:ext>
                    </a:extLst>
                  </p:cNvPr>
                  <p:cNvSpPr/>
                  <p:nvPr/>
                </p:nvSpPr>
                <p:spPr>
                  <a:xfrm>
                    <a:off x="6335472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9A700864-146C-BC94-0F8C-13E6EFE17B7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335472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74C0C4BA-D137-2107-1B0C-2516F65C7383}"/>
              </a:ext>
            </a:extLst>
          </p:cNvPr>
          <p:cNvGrpSpPr/>
          <p:nvPr/>
        </p:nvGrpSpPr>
        <p:grpSpPr>
          <a:xfrm>
            <a:off x="119263" y="952218"/>
            <a:ext cx="3449388" cy="2392083"/>
            <a:chOff x="119263" y="1356260"/>
            <a:chExt cx="3449388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D6C17476-FDA2-2A3A-DBF5-57C8455C7CD1}"/>
                    </a:ext>
                  </a:extLst>
                </p:cNvPr>
                <p:cNvSpPr/>
                <p:nvPr/>
              </p:nvSpPr>
              <p:spPr>
                <a:xfrm>
                  <a:off x="492356" y="1356260"/>
                  <a:ext cx="3021669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−4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       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/>
                                  <m:e/>
                                </m:eqAr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2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6C17476-FDA2-2A3A-DBF5-57C8455C7CD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2356" y="1356260"/>
                  <a:ext cx="3021669" cy="2392083"/>
                </a:xfrm>
                <a:prstGeom prst="rect">
                  <a:avLst/>
                </a:prstGeom>
                <a:blipFill rotWithShape="0">
                  <a:blip r:embed="rId2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F93E15F4-48BE-F3BF-489A-0D66C0D23831}"/>
                    </a:ext>
                  </a:extLst>
                </p:cNvPr>
                <p:cNvSpPr/>
                <p:nvPr/>
              </p:nvSpPr>
              <p:spPr>
                <a:xfrm>
                  <a:off x="119263" y="2250473"/>
                  <a:ext cx="524250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F93E15F4-48BE-F3BF-489A-0D66C0D2383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9263" y="2250473"/>
                  <a:ext cx="524250" cy="711201"/>
                </a:xfrm>
                <a:prstGeom prst="rect">
                  <a:avLst/>
                </a:prstGeom>
                <a:blipFill rotWithShape="0">
                  <a:blip r:embed="rId2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26452D17-1E4F-1B1A-A7C9-9709874170B4}"/>
                </a:ext>
              </a:extLst>
            </p:cNvPr>
            <p:cNvGrpSpPr/>
            <p:nvPr/>
          </p:nvGrpSpPr>
          <p:grpSpPr>
            <a:xfrm>
              <a:off x="616217" y="3119879"/>
              <a:ext cx="2952434" cy="569273"/>
              <a:chOff x="4139880" y="3158063"/>
              <a:chExt cx="2952434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" name="Rectangle 6">
                    <a:extLst>
                      <a:ext uri="{FF2B5EF4-FFF2-40B4-BE49-F238E27FC236}">
                        <a16:creationId xmlns:a16="http://schemas.microsoft.com/office/drawing/2014/main" id="{C81C49C5-5BCF-65C8-9A07-56478FBEFCE3}"/>
                      </a:ext>
                    </a:extLst>
                  </p:cNvPr>
                  <p:cNvSpPr/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" name="Rectangle 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C81C49C5-5BCF-65C8-9A07-56478FBEFCE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" name="Rectangle 7">
                    <a:extLst>
                      <a:ext uri="{FF2B5EF4-FFF2-40B4-BE49-F238E27FC236}">
                        <a16:creationId xmlns:a16="http://schemas.microsoft.com/office/drawing/2014/main" id="{35DF910D-E4CC-AC20-6C3A-62F910AB9D99}"/>
                      </a:ext>
                    </a:extLst>
                  </p:cNvPr>
                  <p:cNvSpPr/>
                  <p:nvPr/>
                </p:nvSpPr>
                <p:spPr>
                  <a:xfrm>
                    <a:off x="4872211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" name="Rectangle 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35DF910D-E4CC-AC20-6C3A-62F910AB9D9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72211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2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" name="Rectangle 8">
                    <a:extLst>
                      <a:ext uri="{FF2B5EF4-FFF2-40B4-BE49-F238E27FC236}">
                        <a16:creationId xmlns:a16="http://schemas.microsoft.com/office/drawing/2014/main" id="{72EE27FC-2E6D-A6B3-7527-1E97E3C82F5F}"/>
                      </a:ext>
                    </a:extLst>
                  </p:cNvPr>
                  <p:cNvSpPr/>
                  <p:nvPr/>
                </p:nvSpPr>
                <p:spPr>
                  <a:xfrm>
                    <a:off x="5729393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" name="Rectangle 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72EE27FC-2E6D-A6B3-7527-1E97E3C82F5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29393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" name="Rectangle 9">
                    <a:extLst>
                      <a:ext uri="{FF2B5EF4-FFF2-40B4-BE49-F238E27FC236}">
                        <a16:creationId xmlns:a16="http://schemas.microsoft.com/office/drawing/2014/main" id="{25B2B540-1A99-9632-8018-E751EC3C9B21}"/>
                      </a:ext>
                    </a:extLst>
                  </p:cNvPr>
                  <p:cNvSpPr/>
                  <p:nvPr/>
                </p:nvSpPr>
                <p:spPr>
                  <a:xfrm>
                    <a:off x="6404796" y="3158063"/>
                    <a:ext cx="687518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" name="Rectangle 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25B2B540-1A99-9632-8018-E751EC3C9B2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04796" y="3158063"/>
                    <a:ext cx="687518" cy="569273"/>
                  </a:xfrm>
                  <a:prstGeom prst="rect">
                    <a:avLst/>
                  </a:prstGeom>
                  <a:blipFill rotWithShape="0">
                    <a:blip r:embed="rId3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A7F84BBE-3542-8CF3-7CA7-03CD5B705BC6}"/>
                </a:ext>
              </a:extLst>
            </p:cNvPr>
            <p:cNvGrpSpPr/>
            <p:nvPr/>
          </p:nvGrpSpPr>
          <p:grpSpPr>
            <a:xfrm>
              <a:off x="616183" y="2565462"/>
              <a:ext cx="2747714" cy="569273"/>
              <a:chOff x="4140144" y="1375869"/>
              <a:chExt cx="2747714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" name="Rectangle 19">
                    <a:extLst>
                      <a:ext uri="{FF2B5EF4-FFF2-40B4-BE49-F238E27FC236}">
                        <a16:creationId xmlns:a16="http://schemas.microsoft.com/office/drawing/2014/main" id="{1C8964E1-DD73-98A2-48FD-589F22405020}"/>
                      </a:ext>
                    </a:extLst>
                  </p:cNvPr>
                  <p:cNvSpPr/>
                  <p:nvPr/>
                </p:nvSpPr>
                <p:spPr>
                  <a:xfrm>
                    <a:off x="4140144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0" name="Rectangle 1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1C8964E1-DD73-98A2-48FD-589F2240502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" name="Rectangle 20">
                    <a:extLst>
                      <a:ext uri="{FF2B5EF4-FFF2-40B4-BE49-F238E27FC236}">
                        <a16:creationId xmlns:a16="http://schemas.microsoft.com/office/drawing/2014/main" id="{EB9E7939-86DF-FE62-5576-D7E2166FAB57}"/>
                      </a:ext>
                    </a:extLst>
                  </p:cNvPr>
                  <p:cNvSpPr/>
                  <p:nvPr/>
                </p:nvSpPr>
                <p:spPr>
                  <a:xfrm>
                    <a:off x="4858827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1" name="Rectangle 20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B9E7939-86DF-FE62-5576-D7E2166FAB5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827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2" name="Rectangle 21">
                    <a:extLst>
                      <a:ext uri="{FF2B5EF4-FFF2-40B4-BE49-F238E27FC236}">
                        <a16:creationId xmlns:a16="http://schemas.microsoft.com/office/drawing/2014/main" id="{B9BDF899-1DCF-07DB-5DED-8E6FF35BFB0C}"/>
                      </a:ext>
                    </a:extLst>
                  </p:cNvPr>
                  <p:cNvSpPr/>
                  <p:nvPr/>
                </p:nvSpPr>
                <p:spPr>
                  <a:xfrm>
                    <a:off x="5716009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2" name="Rectangle 2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B9BDF899-1DCF-07DB-5DED-8E6FF35BFB0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6009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3" name="Rectangle 22">
                    <a:extLst>
                      <a:ext uri="{FF2B5EF4-FFF2-40B4-BE49-F238E27FC236}">
                        <a16:creationId xmlns:a16="http://schemas.microsoft.com/office/drawing/2014/main" id="{4B6E1C7A-CBC6-B043-1A38-C9E4B1E4431F}"/>
                      </a:ext>
                    </a:extLst>
                  </p:cNvPr>
                  <p:cNvSpPr/>
                  <p:nvPr/>
                </p:nvSpPr>
                <p:spPr>
                  <a:xfrm>
                    <a:off x="6363608" y="137586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3" name="Rectangle 2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4B6E1C7A-CBC6-B043-1A38-C9E4B1E4431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363608" y="137586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5C7A6154-1E4A-56BE-E4CF-EDF005CF717C}"/>
                </a:ext>
              </a:extLst>
            </p:cNvPr>
            <p:cNvGrpSpPr/>
            <p:nvPr/>
          </p:nvGrpSpPr>
          <p:grpSpPr>
            <a:xfrm>
              <a:off x="616183" y="2014992"/>
              <a:ext cx="2802306" cy="569273"/>
              <a:chOff x="4139880" y="2411366"/>
              <a:chExt cx="2802306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" name="Rectangle 24">
                    <a:extLst>
                      <a:ext uri="{FF2B5EF4-FFF2-40B4-BE49-F238E27FC236}">
                        <a16:creationId xmlns:a16="http://schemas.microsoft.com/office/drawing/2014/main" id="{003EF451-816F-6419-37F3-B3DCB8928939}"/>
                      </a:ext>
                    </a:extLst>
                  </p:cNvPr>
                  <p:cNvSpPr/>
                  <p:nvPr/>
                </p:nvSpPr>
                <p:spPr>
                  <a:xfrm>
                    <a:off x="4139880" y="241136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5" name="Rectangle 2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03EF451-816F-6419-37F3-B3DCB892893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241136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" name="Rectangle 25">
                    <a:extLst>
                      <a:ext uri="{FF2B5EF4-FFF2-40B4-BE49-F238E27FC236}">
                        <a16:creationId xmlns:a16="http://schemas.microsoft.com/office/drawing/2014/main" id="{D75AF8C4-810E-CAF3-D4B6-52E513EB42DA}"/>
                      </a:ext>
                    </a:extLst>
                  </p:cNvPr>
                  <p:cNvSpPr/>
                  <p:nvPr/>
                </p:nvSpPr>
                <p:spPr>
                  <a:xfrm>
                    <a:off x="4858563" y="241136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6" name="Rectangle 2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D75AF8C4-810E-CAF3-D4B6-52E513EB42D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8563" y="241136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id="{F76D21D7-6682-3C45-6D19-2F8A7524DBCD}"/>
                      </a:ext>
                    </a:extLst>
                  </p:cNvPr>
                  <p:cNvSpPr/>
                  <p:nvPr/>
                </p:nvSpPr>
                <p:spPr>
                  <a:xfrm>
                    <a:off x="5715745" y="2411366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76D21D7-6682-3C45-6D19-2F8A7524DBC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15745" y="2411366"/>
                    <a:ext cx="524250" cy="569273"/>
                  </a:xfrm>
                  <a:prstGeom prst="rect">
                    <a:avLst/>
                  </a:prstGeom>
                  <a:blipFill rotWithShape="0">
                    <a:blip r:embed="rId3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id="{494839B2-7DDC-83A5-4CDB-51504FF628AB}"/>
                      </a:ext>
                    </a:extLst>
                  </p:cNvPr>
                  <p:cNvSpPr/>
                  <p:nvPr/>
                </p:nvSpPr>
                <p:spPr>
                  <a:xfrm>
                    <a:off x="6295612" y="2411366"/>
                    <a:ext cx="646574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chemeClr val="accent4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accent4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494839B2-7DDC-83A5-4CDB-51504FF628A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295612" y="2411366"/>
                    <a:ext cx="646574" cy="569273"/>
                  </a:xfrm>
                  <a:prstGeom prst="rect">
                    <a:avLst/>
                  </a:prstGeom>
                  <a:blipFill rotWithShape="0">
                    <a:blip r:embed="rId3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B13BF149-0262-E26A-47E1-BC0497C270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Method:3 </a:t>
            </a:r>
            <a:r>
              <a:rPr lang="en-IN" dirty="0">
                <a:latin typeface="Cambria Math" panose="02040503050406030204" pitchFamily="18" charset="0"/>
                <a:ea typeface="Cambria Math" panose="02040503050406030204" pitchFamily="18" charset="0"/>
              </a:rPr>
              <a:t>⇝</a:t>
            </a:r>
            <a:r>
              <a:rPr lang="en-IN" dirty="0"/>
              <a:t> Example:6(Continue)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8F59175-D8D9-5837-71D0-18110CA5F15A}"/>
              </a:ext>
            </a:extLst>
          </p:cNvPr>
          <p:cNvGrpSpPr/>
          <p:nvPr/>
        </p:nvGrpSpPr>
        <p:grpSpPr>
          <a:xfrm>
            <a:off x="616447" y="1048042"/>
            <a:ext cx="2870546" cy="569273"/>
            <a:chOff x="4140144" y="1849606"/>
            <a:chExt cx="2870546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F5385626-DFD5-4FB1-A569-936A2B2CD8C3}"/>
                    </a:ext>
                  </a:extLst>
                </p:cNvPr>
                <p:cNvSpPr/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F5385626-DFD5-4FB1-A569-936A2B2CD8C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blipFill rotWithShape="0">
                  <a:blip r:embed="rId4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509738E3-AB48-71DD-F89C-C855133B1B8C}"/>
                    </a:ext>
                  </a:extLst>
                </p:cNvPr>
                <p:cNvSpPr/>
                <p:nvPr/>
              </p:nvSpPr>
              <p:spPr>
                <a:xfrm>
                  <a:off x="4858827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09738E3-AB48-71DD-F89C-C855133B1B8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827" y="1849606"/>
                  <a:ext cx="524250" cy="569273"/>
                </a:xfrm>
                <a:prstGeom prst="rect">
                  <a:avLst/>
                </a:prstGeom>
                <a:blipFill rotWithShape="0">
                  <a:blip r:embed="rId4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337F8540-74A4-B666-37DE-BD832EA5FB2F}"/>
                    </a:ext>
                  </a:extLst>
                </p:cNvPr>
                <p:cNvSpPr/>
                <p:nvPr/>
              </p:nvSpPr>
              <p:spPr>
                <a:xfrm>
                  <a:off x="5703621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37F8540-74A4-B666-37DE-BD832EA5FB2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03621" y="1849606"/>
                  <a:ext cx="524250" cy="569273"/>
                </a:xfrm>
                <a:prstGeom prst="rect">
                  <a:avLst/>
                </a:prstGeom>
                <a:blipFill rotWithShape="0">
                  <a:blip r:embed="rId4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4A29342C-7896-474C-4B28-22A6533914F7}"/>
                    </a:ext>
                  </a:extLst>
                </p:cNvPr>
                <p:cNvSpPr/>
                <p:nvPr/>
              </p:nvSpPr>
              <p:spPr>
                <a:xfrm>
                  <a:off x="6486440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4A29342C-7896-474C-4B28-22A6533914F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86440" y="1849606"/>
                  <a:ext cx="524250" cy="569273"/>
                </a:xfrm>
                <a:prstGeom prst="rect">
                  <a:avLst/>
                </a:prstGeom>
                <a:blipFill rotWithShape="0">
                  <a:blip r:embed="rId4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2C122D8E-CC64-54A3-5DCB-7DE70F5DD6D4}"/>
              </a:ext>
            </a:extLst>
          </p:cNvPr>
          <p:cNvSpPr/>
          <p:nvPr/>
        </p:nvSpPr>
        <p:spPr>
          <a:xfrm>
            <a:off x="1356381" y="1718728"/>
            <a:ext cx="382391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48485B41-CD37-5E3B-6F8D-9CDB66E39D0A}"/>
              </a:ext>
            </a:extLst>
          </p:cNvPr>
          <p:cNvSpPr/>
          <p:nvPr/>
        </p:nvSpPr>
        <p:spPr>
          <a:xfrm>
            <a:off x="1350730" y="1159207"/>
            <a:ext cx="382391" cy="36174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Content Placeholder 4">
                <a:extLst>
                  <a:ext uri="{FF2B5EF4-FFF2-40B4-BE49-F238E27FC236}">
                    <a16:creationId xmlns:a16="http://schemas.microsoft.com/office/drawing/2014/main" id="{EBF5F02F-6E7C-71BB-FB7D-72D753D99BD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55217" y="3518308"/>
                <a:ext cx="1724707" cy="53504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indent="0"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  <a:defRPr sz="2800" b="1" i="1">
                    <a:solidFill>
                      <a:srgbClr val="FF0000"/>
                    </a:solidFill>
                    <a:latin typeface="Cambria Math" panose="02040503050406030204" pitchFamily="18" charset="0"/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>
                    <a:solidFill>
                      <a:schemeClr val="tx1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𝟐𝟏</m:t>
                          </m:r>
                        </m:sub>
                      </m:sSub>
                      <m:r>
                        <a:rPr lang="en-IN">
                          <a:latin typeface="Cambria Math" panose="02040503050406030204" pitchFamily="18" charset="0"/>
                        </a:rPr>
                        <m:t>(−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1" name="Content Placeholder 4">
                <a:extLst>
                  <a:ext uri="{FF2B5EF4-FFF2-40B4-BE49-F238E27FC236}">
                    <a16:creationId xmlns:a16="http://schemas.microsoft.com/office/drawing/2014/main" id="{EBF5F02F-6E7C-71BB-FB7D-72D753D99B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5217" y="3518308"/>
                <a:ext cx="1724707" cy="535045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5" name="Group 64">
            <a:extLst>
              <a:ext uri="{FF2B5EF4-FFF2-40B4-BE49-F238E27FC236}">
                <a16:creationId xmlns:a16="http://schemas.microsoft.com/office/drawing/2014/main" id="{35CFF7EA-A5C0-6BBA-3DAF-0C8B3D7D164A}"/>
              </a:ext>
            </a:extLst>
          </p:cNvPr>
          <p:cNvGrpSpPr/>
          <p:nvPr/>
        </p:nvGrpSpPr>
        <p:grpSpPr>
          <a:xfrm>
            <a:off x="629831" y="4246999"/>
            <a:ext cx="2870546" cy="569273"/>
            <a:chOff x="4140144" y="1849606"/>
            <a:chExt cx="2870546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DDC3FAA8-DE4A-A2FC-4AC6-574D1F7DCE45}"/>
                    </a:ext>
                  </a:extLst>
                </p:cNvPr>
                <p:cNvSpPr/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DC3FAA8-DE4A-A2FC-4AC6-574D1F7DCE4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blipFill rotWithShape="0">
                  <a:blip r:embed="rId4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" name="Rectangle 66">
                  <a:extLst>
                    <a:ext uri="{FF2B5EF4-FFF2-40B4-BE49-F238E27FC236}">
                      <a16:creationId xmlns:a16="http://schemas.microsoft.com/office/drawing/2014/main" id="{7486F06B-76DC-054A-BEBF-FAF1523CD0D7}"/>
                    </a:ext>
                  </a:extLst>
                </p:cNvPr>
                <p:cNvSpPr/>
                <p:nvPr/>
              </p:nvSpPr>
              <p:spPr>
                <a:xfrm>
                  <a:off x="4858827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67" name="Rectangle 6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7486F06B-76DC-054A-BEBF-FAF1523CD0D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827" y="1849606"/>
                  <a:ext cx="524250" cy="569273"/>
                </a:xfrm>
                <a:prstGeom prst="rect">
                  <a:avLst/>
                </a:prstGeom>
                <a:blipFill rotWithShape="0">
                  <a:blip r:embed="rId4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Rectangle 67">
                  <a:extLst>
                    <a:ext uri="{FF2B5EF4-FFF2-40B4-BE49-F238E27FC236}">
                      <a16:creationId xmlns:a16="http://schemas.microsoft.com/office/drawing/2014/main" id="{55AA7BCB-6704-F5AE-B8D6-D72F97BBB82E}"/>
                    </a:ext>
                  </a:extLst>
                </p:cNvPr>
                <p:cNvSpPr/>
                <p:nvPr/>
              </p:nvSpPr>
              <p:spPr>
                <a:xfrm>
                  <a:off x="5605145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68" name="Rectangle 6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5AA7BCB-6704-F5AE-B8D6-D72F97BBB82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05145" y="1849606"/>
                  <a:ext cx="524250" cy="569273"/>
                </a:xfrm>
                <a:prstGeom prst="rect">
                  <a:avLst/>
                </a:prstGeom>
                <a:blipFill rotWithShape="0">
                  <a:blip r:embed="rId4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9" name="Rectangle 68">
                  <a:extLst>
                    <a:ext uri="{FF2B5EF4-FFF2-40B4-BE49-F238E27FC236}">
                      <a16:creationId xmlns:a16="http://schemas.microsoft.com/office/drawing/2014/main" id="{60CE5116-6264-94F6-1639-E934780E5EF6}"/>
                    </a:ext>
                  </a:extLst>
                </p:cNvPr>
                <p:cNvSpPr/>
                <p:nvPr/>
              </p:nvSpPr>
              <p:spPr>
                <a:xfrm>
                  <a:off x="6486440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𝟓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69" name="Rectangle 68">
                  <a:extLst>
                    <a:ext uri="{FF2B5EF4-FFF2-40B4-BE49-F238E27FC236}">
                      <a16:creationId xmlns:a16="http://schemas.microsoft.com/office/drawing/2014/main" id="{60CE5116-6264-94F6-1639-E934780E5EF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86440" y="1849606"/>
                  <a:ext cx="524250" cy="569273"/>
                </a:xfrm>
                <a:prstGeom prst="rect">
                  <a:avLst/>
                </a:prstGeom>
                <a:blipFill>
                  <a:blip r:embed="rId5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21CE1C42-0BBB-C176-F130-A6251C73EB1B}"/>
              </a:ext>
            </a:extLst>
          </p:cNvPr>
          <p:cNvGrpSpPr/>
          <p:nvPr/>
        </p:nvGrpSpPr>
        <p:grpSpPr>
          <a:xfrm>
            <a:off x="7392313" y="2014991"/>
            <a:ext cx="2844508" cy="569273"/>
            <a:chOff x="4139880" y="2411366"/>
            <a:chExt cx="2844508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35BEC3D5-6F38-E072-8EDB-07E891110A70}"/>
                    </a:ext>
                  </a:extLst>
                </p:cNvPr>
                <p:cNvSpPr/>
                <p:nvPr/>
              </p:nvSpPr>
              <p:spPr>
                <a:xfrm>
                  <a:off x="4139880" y="241136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5BEC3D5-6F38-E072-8EDB-07E891110A7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880" y="2411366"/>
                  <a:ext cx="524250" cy="569273"/>
                </a:xfrm>
                <a:prstGeom prst="rect">
                  <a:avLst/>
                </a:prstGeom>
                <a:blipFill rotWithShape="0">
                  <a:blip r:embed="rId5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id="{3E708BAF-1A5B-1CAA-170C-095566437A2C}"/>
                    </a:ext>
                  </a:extLst>
                </p:cNvPr>
                <p:cNvSpPr/>
                <p:nvPr/>
              </p:nvSpPr>
              <p:spPr>
                <a:xfrm>
                  <a:off x="4858563" y="241136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E708BAF-1A5B-1CAA-170C-095566437A2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563" y="2411366"/>
                  <a:ext cx="524250" cy="569273"/>
                </a:xfrm>
                <a:prstGeom prst="rect">
                  <a:avLst/>
                </a:prstGeom>
                <a:blipFill rotWithShape="0">
                  <a:blip r:embed="rId5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id="{088695FF-FE8F-BB34-9F17-47079CE90747}"/>
                    </a:ext>
                  </a:extLst>
                </p:cNvPr>
                <p:cNvSpPr/>
                <p:nvPr/>
              </p:nvSpPr>
              <p:spPr>
                <a:xfrm>
                  <a:off x="5715745" y="241136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88695FF-FE8F-BB34-9F17-47079CE9074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15745" y="2411366"/>
                  <a:ext cx="524250" cy="569273"/>
                </a:xfrm>
                <a:prstGeom prst="rect">
                  <a:avLst/>
                </a:prstGeom>
                <a:blipFill rotWithShape="0">
                  <a:blip r:embed="rId5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" name="Rectangle 78">
                  <a:extLst>
                    <a:ext uri="{FF2B5EF4-FFF2-40B4-BE49-F238E27FC236}">
                      <a16:creationId xmlns:a16="http://schemas.microsoft.com/office/drawing/2014/main" id="{9B5E08F4-C89B-3321-9778-2CFF065A79A0}"/>
                    </a:ext>
                  </a:extLst>
                </p:cNvPr>
                <p:cNvSpPr/>
                <p:nvPr/>
              </p:nvSpPr>
              <p:spPr>
                <a:xfrm>
                  <a:off x="6470618" y="2411366"/>
                  <a:ext cx="51377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accent4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chemeClr val="accent4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9" name="Rectangle 78">
                  <a:extLst>
                    <a:ext uri="{FF2B5EF4-FFF2-40B4-BE49-F238E27FC236}">
                      <a16:creationId xmlns:a16="http://schemas.microsoft.com/office/drawing/2014/main" id="{9B5E08F4-C89B-3321-9778-2CFF065A79A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70618" y="2411366"/>
                  <a:ext cx="513770" cy="569273"/>
                </a:xfrm>
                <a:prstGeom prst="rect">
                  <a:avLst/>
                </a:prstGeom>
                <a:blipFill>
                  <a:blip r:embed="rId5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1EC95BE7-53F1-4FD5-FDF7-A86ADD5220B6}"/>
              </a:ext>
            </a:extLst>
          </p:cNvPr>
          <p:cNvGrpSpPr/>
          <p:nvPr/>
        </p:nvGrpSpPr>
        <p:grpSpPr>
          <a:xfrm>
            <a:off x="7392313" y="1448897"/>
            <a:ext cx="2879899" cy="569273"/>
            <a:chOff x="4140144" y="1849606"/>
            <a:chExt cx="2879899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" name="Rectangle 88">
                  <a:extLst>
                    <a:ext uri="{FF2B5EF4-FFF2-40B4-BE49-F238E27FC236}">
                      <a16:creationId xmlns:a16="http://schemas.microsoft.com/office/drawing/2014/main" id="{FB4A760F-203E-512D-0AEF-DBA152B80905}"/>
                    </a:ext>
                  </a:extLst>
                </p:cNvPr>
                <p:cNvSpPr/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89" name="Rectangle 8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FB4A760F-203E-512D-0AEF-DBA152B8090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blipFill rotWithShape="0">
                  <a:blip r:embed="rId5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" name="Rectangle 89">
                  <a:extLst>
                    <a:ext uri="{FF2B5EF4-FFF2-40B4-BE49-F238E27FC236}">
                      <a16:creationId xmlns:a16="http://schemas.microsoft.com/office/drawing/2014/main" id="{E937FC78-5777-88C6-52F9-5F32D0A12290}"/>
                    </a:ext>
                  </a:extLst>
                </p:cNvPr>
                <p:cNvSpPr/>
                <p:nvPr/>
              </p:nvSpPr>
              <p:spPr>
                <a:xfrm>
                  <a:off x="4858827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90" name="Rectangle 8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937FC78-5777-88C6-52F9-5F32D0A1229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827" y="1849606"/>
                  <a:ext cx="524250" cy="569273"/>
                </a:xfrm>
                <a:prstGeom prst="rect">
                  <a:avLst/>
                </a:prstGeom>
                <a:blipFill rotWithShape="0">
                  <a:blip r:embed="rId5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1" name="Rectangle 90">
                  <a:extLst>
                    <a:ext uri="{FF2B5EF4-FFF2-40B4-BE49-F238E27FC236}">
                      <a16:creationId xmlns:a16="http://schemas.microsoft.com/office/drawing/2014/main" id="{348A4FEE-AD69-5E2A-346A-3E7BBAA4EA82}"/>
                    </a:ext>
                  </a:extLst>
                </p:cNvPr>
                <p:cNvSpPr/>
                <p:nvPr/>
              </p:nvSpPr>
              <p:spPr>
                <a:xfrm>
                  <a:off x="5703621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91" name="Rectangle 9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48A4FEE-AD69-5E2A-346A-3E7BBAA4EA8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03621" y="1849606"/>
                  <a:ext cx="524250" cy="569273"/>
                </a:xfrm>
                <a:prstGeom prst="rect">
                  <a:avLst/>
                </a:prstGeom>
                <a:blipFill rotWithShape="0">
                  <a:blip r:embed="rId5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2" name="Rectangle 91">
                  <a:extLst>
                    <a:ext uri="{FF2B5EF4-FFF2-40B4-BE49-F238E27FC236}">
                      <a16:creationId xmlns:a16="http://schemas.microsoft.com/office/drawing/2014/main" id="{17C89464-D574-6DAB-2148-B9EB91E5D670}"/>
                    </a:ext>
                  </a:extLst>
                </p:cNvPr>
                <p:cNvSpPr/>
                <p:nvPr/>
              </p:nvSpPr>
              <p:spPr>
                <a:xfrm>
                  <a:off x="6416102" y="1849606"/>
                  <a:ext cx="603941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92" name="Rectangle 91">
                  <a:extLst>
                    <a:ext uri="{FF2B5EF4-FFF2-40B4-BE49-F238E27FC236}">
                      <a16:creationId xmlns:a16="http://schemas.microsoft.com/office/drawing/2014/main" id="{17C89464-D574-6DAB-2148-B9EB91E5D67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16102" y="1849606"/>
                  <a:ext cx="603941" cy="569273"/>
                </a:xfrm>
                <a:prstGeom prst="rect">
                  <a:avLst/>
                </a:prstGeom>
                <a:blipFill>
                  <a:blip r:embed="rId5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93" name="Content Placeholder 4">
                <a:extLst>
                  <a:ext uri="{FF2B5EF4-FFF2-40B4-BE49-F238E27FC236}">
                    <a16:creationId xmlns:a16="http://schemas.microsoft.com/office/drawing/2014/main" id="{A94B5ED0-9E77-CBB5-EFCD-9BC088BB614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323520" y="858845"/>
                <a:ext cx="1574951" cy="53504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indent="0"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  <a:defRPr sz="2800" b="1" i="1">
                    <a:solidFill>
                      <a:srgbClr val="FF0000"/>
                    </a:solidFill>
                    <a:latin typeface="Cambria Math" panose="02040503050406030204" pitchFamily="18" charset="0"/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>
                    <a:solidFill>
                      <a:schemeClr val="tx1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𝟑𝟐</m:t>
                          </m:r>
                        </m:sub>
                      </m:sSub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𝟏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93" name="Content Placeholder 4">
                <a:extLst>
                  <a:ext uri="{FF2B5EF4-FFF2-40B4-BE49-F238E27FC236}">
                    <a16:creationId xmlns:a16="http://schemas.microsoft.com/office/drawing/2014/main" id="{A94B5ED0-9E77-CBB5-EFCD-9BC088BB61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3520" y="858845"/>
                <a:ext cx="1574951" cy="535045"/>
              </a:xfrm>
              <a:prstGeom prst="rect">
                <a:avLst/>
              </a:prstGeom>
              <a:blipFill>
                <a:blip r:embed="rId59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Content Placeholder 4">
                <a:extLst>
                  <a:ext uri="{FF2B5EF4-FFF2-40B4-BE49-F238E27FC236}">
                    <a16:creationId xmlns:a16="http://schemas.microsoft.com/office/drawing/2014/main" id="{2B0C1A57-D4FA-DF50-B43A-067DC238CF1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807108" y="857571"/>
                <a:ext cx="1480497" cy="53504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indent="0"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  <a:defRPr sz="2800" b="1" i="1">
                    <a:solidFill>
                      <a:srgbClr val="FF0000"/>
                    </a:solidFill>
                    <a:latin typeface="Cambria Math" panose="02040503050406030204" pitchFamily="18" charset="0"/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>
                    <a:solidFill>
                      <a:schemeClr val="tx1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𝟑𝟏</m:t>
                          </m:r>
                        </m:sub>
                      </m:sSub>
                      <m:r>
                        <a:rPr lang="en-IN"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𝟏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94" name="Content Placeholder 4">
                <a:extLst>
                  <a:ext uri="{FF2B5EF4-FFF2-40B4-BE49-F238E27FC236}">
                    <a16:creationId xmlns:a16="http://schemas.microsoft.com/office/drawing/2014/main" id="{2B0C1A57-D4FA-DF50-B43A-067DC238CF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07108" y="857571"/>
                <a:ext cx="1480497" cy="535045"/>
              </a:xfrm>
              <a:prstGeom prst="rect">
                <a:avLst/>
              </a:prstGeom>
              <a:blipFill>
                <a:blip r:embed="rId60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F3B2662B-1FB0-1A36-3A79-5818BF0FD8E2}"/>
              </a:ext>
            </a:extLst>
          </p:cNvPr>
          <p:cNvSpPr/>
          <p:nvPr/>
        </p:nvSpPr>
        <p:spPr>
          <a:xfrm>
            <a:off x="2233723" y="5481634"/>
            <a:ext cx="382391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47EBFFE4-8B75-B581-7911-CE1B06F3E35B}"/>
              </a:ext>
            </a:extLst>
          </p:cNvPr>
          <p:cNvSpPr/>
          <p:nvPr/>
        </p:nvSpPr>
        <p:spPr>
          <a:xfrm>
            <a:off x="2231818" y="4936566"/>
            <a:ext cx="382391" cy="36174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19409439-1B40-1BDE-F09A-51066CE0D8A5}"/>
              </a:ext>
            </a:extLst>
          </p:cNvPr>
          <p:cNvSpPr/>
          <p:nvPr/>
        </p:nvSpPr>
        <p:spPr>
          <a:xfrm>
            <a:off x="1982423" y="4367713"/>
            <a:ext cx="618851" cy="36174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731C170F-6020-F34E-EFF2-4046D66DC4A2}"/>
              </a:ext>
            </a:extLst>
          </p:cNvPr>
          <p:cNvSpPr/>
          <p:nvPr/>
        </p:nvSpPr>
        <p:spPr>
          <a:xfrm>
            <a:off x="5748510" y="881017"/>
            <a:ext cx="64800" cy="5544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D685596D-CEF7-C450-1A07-0C59FC99C8AB}"/>
              </a:ext>
            </a:extLst>
          </p:cNvPr>
          <p:cNvGrpSpPr/>
          <p:nvPr/>
        </p:nvGrpSpPr>
        <p:grpSpPr>
          <a:xfrm>
            <a:off x="7447159" y="4063332"/>
            <a:ext cx="3871608" cy="2191553"/>
            <a:chOff x="7971930" y="3782403"/>
            <a:chExt cx="3453607" cy="2025782"/>
          </a:xfrm>
        </p:grpSpPr>
        <p:sp>
          <p:nvSpPr>
            <p:cNvPr id="34" name="Speech Bubble: Oval 33">
              <a:extLst>
                <a:ext uri="{FF2B5EF4-FFF2-40B4-BE49-F238E27FC236}">
                  <a16:creationId xmlns:a16="http://schemas.microsoft.com/office/drawing/2014/main" id="{28580BF4-E60A-D0B5-A80F-150A5A5DC193}"/>
                </a:ext>
              </a:extLst>
            </p:cNvPr>
            <p:cNvSpPr/>
            <p:nvPr/>
          </p:nvSpPr>
          <p:spPr>
            <a:xfrm>
              <a:off x="7971930" y="3782403"/>
              <a:ext cx="3453607" cy="2025782"/>
            </a:xfrm>
            <a:prstGeom prst="wedgeEllipseCallout">
              <a:avLst>
                <a:gd name="adj1" fmla="val -20244"/>
                <a:gd name="adj2" fmla="val -65633"/>
              </a:avLst>
            </a:prstGeom>
            <a:solidFill>
              <a:schemeClr val="accent5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" name="Content Placeholder 4">
                  <a:extLst>
                    <a:ext uri="{FF2B5EF4-FFF2-40B4-BE49-F238E27FC236}">
                      <a16:creationId xmlns:a16="http://schemas.microsoft.com/office/drawing/2014/main" id="{254DFD8F-0AC5-F487-3874-353A2C615042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8521971" y="4215047"/>
                  <a:ext cx="2344621" cy="1406380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ctr">
                    <a:buNone/>
                  </a:pPr>
                  <a:r>
                    <a:rPr lang="en-IN" sz="2800" dirty="0">
                      <a:solidFill>
                        <a:srgbClr val="002060"/>
                      </a:solidFill>
                    </a:rPr>
                    <a:t>Which is reduced row</a:t>
                  </a:r>
                </a:p>
                <a:p>
                  <a:pPr marL="0" indent="0" algn="ctr">
                    <a:buNone/>
                  </a:pPr>
                  <a:r>
                    <a:rPr lang="en-IN" sz="2800" dirty="0">
                      <a:solidFill>
                        <a:srgbClr val="002060"/>
                      </a:solidFill>
                    </a:rPr>
                    <a:t>echelon form </a:t>
                  </a:r>
                </a:p>
                <a:p>
                  <a:pPr marL="0" indent="0" algn="ctr">
                    <a:buNone/>
                  </a:pPr>
                  <a:r>
                    <a:rPr lang="en-IN" sz="2800" dirty="0">
                      <a:solidFill>
                        <a:srgbClr val="002060"/>
                      </a:solidFill>
                    </a:rPr>
                    <a:t>of matrix </a:t>
                  </a: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. </a:t>
                  </a:r>
                </a:p>
              </p:txBody>
            </p:sp>
          </mc:Choice>
          <mc:Fallback xmlns="">
            <p:sp>
              <p:nvSpPr>
                <p:cNvPr id="35" name="Content Placeholder 4">
                  <a:extLst>
                    <a:ext uri="{FF2B5EF4-FFF2-40B4-BE49-F238E27FC236}">
                      <a16:creationId xmlns:a16="http://schemas.microsoft.com/office/drawing/2014/main" id="{254DFD8F-0AC5-F487-3874-353A2C6150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521971" y="4215047"/>
                  <a:ext cx="2344621" cy="1406380"/>
                </a:xfrm>
                <a:prstGeom prst="rect">
                  <a:avLst/>
                </a:prstGeom>
                <a:blipFill>
                  <a:blip r:embed="rId61"/>
                  <a:stretch>
                    <a:fillRect l="-3944" t="-18800" r="-6729" b="-23200"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27334040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7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9" grpId="1" animBg="1"/>
      <p:bldP spid="30" grpId="0" animBg="1"/>
      <p:bldP spid="30" grpId="1" animBg="1"/>
      <p:bldP spid="31" grpId="0"/>
      <p:bldP spid="93" grpId="0"/>
      <p:bldP spid="94" grpId="0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32" grpId="0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306231-A283-46A9-B05C-640F7A5411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3802"/>
            <a:ext cx="12192000" cy="711200"/>
          </a:xfrm>
        </p:spPr>
        <p:txBody>
          <a:bodyPr>
            <a:normAutofit fontScale="90000"/>
          </a:bodyPr>
          <a:lstStyle/>
          <a:p>
            <a:r>
              <a:rPr lang="en-IN" sz="3800" dirty="0"/>
              <a:t>Difference between Row - Echelon and Reduced Row - Echelon Form</a:t>
            </a:r>
          </a:p>
        </p:txBody>
      </p:sp>
      <p:sp>
        <p:nvSpPr>
          <p:cNvPr id="16" name="Content Placeholder 4">
            <a:extLst>
              <a:ext uri="{FF2B5EF4-FFF2-40B4-BE49-F238E27FC236}">
                <a16:creationId xmlns:a16="http://schemas.microsoft.com/office/drawing/2014/main" id="{DD9277B7-1CA6-42D2-8B3F-E4D51C186327}"/>
              </a:ext>
            </a:extLst>
          </p:cNvPr>
          <p:cNvSpPr txBox="1">
            <a:spLocks/>
          </p:cNvSpPr>
          <p:nvPr/>
        </p:nvSpPr>
        <p:spPr>
          <a:xfrm>
            <a:off x="5913386" y="1945031"/>
            <a:ext cx="5632658" cy="50392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IN" sz="2800" dirty="0">
                <a:solidFill>
                  <a:srgbClr val="002060"/>
                </a:solidFill>
              </a:rPr>
              <a:t>The leading entries must be </a:t>
            </a:r>
            <a:r>
              <a:rPr lang="en-IN" sz="2800" b="1" dirty="0">
                <a:solidFill>
                  <a:srgbClr val="FF0000"/>
                </a:solidFill>
              </a:rPr>
              <a:t>1</a:t>
            </a:r>
            <a:r>
              <a:rPr lang="en-IN" sz="2800" dirty="0">
                <a:solidFill>
                  <a:srgbClr val="002060"/>
                </a:solidFill>
              </a:rPr>
              <a:t>(</a:t>
            </a:r>
            <a:r>
              <a:rPr lang="en-IN" sz="2800" b="1" dirty="0">
                <a:solidFill>
                  <a:srgbClr val="FF0000"/>
                </a:solidFill>
              </a:rPr>
              <a:t>one</a:t>
            </a:r>
            <a:r>
              <a:rPr lang="en-IN" sz="2800" dirty="0">
                <a:solidFill>
                  <a:srgbClr val="002060"/>
                </a:solidFill>
              </a:rPr>
              <a:t>). </a:t>
            </a:r>
          </a:p>
        </p:txBody>
      </p:sp>
      <p:sp>
        <p:nvSpPr>
          <p:cNvPr id="17" name="Content Placeholder 4">
            <a:extLst>
              <a:ext uri="{FF2B5EF4-FFF2-40B4-BE49-F238E27FC236}">
                <a16:creationId xmlns:a16="http://schemas.microsoft.com/office/drawing/2014/main" id="{CC2C89A3-5E22-4A71-A55B-D0837710202D}"/>
              </a:ext>
            </a:extLst>
          </p:cNvPr>
          <p:cNvSpPr txBox="1">
            <a:spLocks/>
          </p:cNvSpPr>
          <p:nvPr/>
        </p:nvSpPr>
        <p:spPr>
          <a:xfrm>
            <a:off x="307232" y="1926897"/>
            <a:ext cx="5632658" cy="50392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IN" sz="2800" dirty="0">
                <a:solidFill>
                  <a:srgbClr val="002060"/>
                </a:solidFill>
              </a:rPr>
              <a:t> The leading entries can be anything.</a:t>
            </a:r>
          </a:p>
        </p:txBody>
      </p:sp>
      <p:sp>
        <p:nvSpPr>
          <p:cNvPr id="18" name="Content Placeholder 4">
            <a:extLst>
              <a:ext uri="{FF2B5EF4-FFF2-40B4-BE49-F238E27FC236}">
                <a16:creationId xmlns:a16="http://schemas.microsoft.com/office/drawing/2014/main" id="{A852726E-5EE5-4A20-BFDB-F3266D473AEE}"/>
              </a:ext>
            </a:extLst>
          </p:cNvPr>
          <p:cNvSpPr txBox="1">
            <a:spLocks/>
          </p:cNvSpPr>
          <p:nvPr/>
        </p:nvSpPr>
        <p:spPr>
          <a:xfrm>
            <a:off x="60588" y="2523654"/>
            <a:ext cx="5963728" cy="69169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IN" sz="2800" dirty="0">
                <a:solidFill>
                  <a:srgbClr val="002060"/>
                </a:solidFill>
              </a:rPr>
              <a:t> Make all the entries zero </a:t>
            </a:r>
            <a:r>
              <a:rPr lang="en-IN" sz="2800" b="1" dirty="0">
                <a:solidFill>
                  <a:srgbClr val="FF0000"/>
                </a:solidFill>
              </a:rPr>
              <a:t>below</a:t>
            </a:r>
            <a:r>
              <a:rPr lang="en-IN" sz="2800" dirty="0">
                <a:solidFill>
                  <a:srgbClr val="002060"/>
                </a:solidFill>
              </a:rPr>
              <a:t> the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2034642-8F47-49AF-9A9A-C0556CDE3A8C}"/>
              </a:ext>
            </a:extLst>
          </p:cNvPr>
          <p:cNvSpPr txBox="1"/>
          <p:nvPr/>
        </p:nvSpPr>
        <p:spPr>
          <a:xfrm>
            <a:off x="692063" y="3197675"/>
            <a:ext cx="427862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leading element of each row.</a:t>
            </a:r>
            <a:endParaRPr lang="en-IN" sz="2800" dirty="0"/>
          </a:p>
        </p:txBody>
      </p:sp>
      <p:sp>
        <p:nvSpPr>
          <p:cNvPr id="21" name="Content Placeholder 4">
            <a:extLst>
              <a:ext uri="{FF2B5EF4-FFF2-40B4-BE49-F238E27FC236}">
                <a16:creationId xmlns:a16="http://schemas.microsoft.com/office/drawing/2014/main" id="{80D978B6-FE00-43B3-A122-64850E722864}"/>
              </a:ext>
            </a:extLst>
          </p:cNvPr>
          <p:cNvSpPr txBox="1">
            <a:spLocks/>
          </p:cNvSpPr>
          <p:nvPr/>
        </p:nvSpPr>
        <p:spPr>
          <a:xfrm>
            <a:off x="5768638" y="2513186"/>
            <a:ext cx="5963728" cy="69169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IN" sz="2800" dirty="0">
                <a:solidFill>
                  <a:srgbClr val="002060"/>
                </a:solidFill>
              </a:rPr>
              <a:t> Make all the entries zero </a:t>
            </a:r>
            <a:r>
              <a:rPr lang="en-IN" sz="2800" b="1" dirty="0">
                <a:solidFill>
                  <a:srgbClr val="FF0000"/>
                </a:solidFill>
              </a:rPr>
              <a:t>below</a:t>
            </a:r>
            <a:r>
              <a:rPr lang="en-IN" sz="2800" dirty="0">
                <a:solidFill>
                  <a:srgbClr val="002060"/>
                </a:solidFill>
              </a:rPr>
              <a:t> and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628C59A-AB6C-44E8-9510-B6F8F7F1222F}"/>
              </a:ext>
            </a:extLst>
          </p:cNvPr>
          <p:cNvSpPr txBox="1"/>
          <p:nvPr/>
        </p:nvSpPr>
        <p:spPr>
          <a:xfrm>
            <a:off x="6278941" y="3176360"/>
            <a:ext cx="528562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 </a:t>
            </a:r>
            <a:r>
              <a:rPr lang="en-IN" sz="2800" b="1" dirty="0">
                <a:solidFill>
                  <a:srgbClr val="FF0000"/>
                </a:solidFill>
              </a:rPr>
              <a:t>above</a:t>
            </a:r>
            <a:r>
              <a:rPr lang="en-IN" sz="2800" dirty="0">
                <a:solidFill>
                  <a:srgbClr val="002060"/>
                </a:solidFill>
              </a:rPr>
              <a:t> leading element of each row.</a:t>
            </a:r>
            <a:endParaRPr lang="en-IN" sz="2800" dirty="0"/>
          </a:p>
        </p:txBody>
      </p:sp>
      <p:sp>
        <p:nvSpPr>
          <p:cNvPr id="23" name="Content Placeholder 4">
            <a:extLst>
              <a:ext uri="{FF2B5EF4-FFF2-40B4-BE49-F238E27FC236}">
                <a16:creationId xmlns:a16="http://schemas.microsoft.com/office/drawing/2014/main" id="{437C9B84-EB96-4317-990F-47B0E7991DE4}"/>
              </a:ext>
            </a:extLst>
          </p:cNvPr>
          <p:cNvSpPr txBox="1">
            <a:spLocks/>
          </p:cNvSpPr>
          <p:nvPr/>
        </p:nvSpPr>
        <p:spPr>
          <a:xfrm>
            <a:off x="33344" y="3758406"/>
            <a:ext cx="5659903" cy="69169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IN" sz="2800" dirty="0">
                <a:solidFill>
                  <a:srgbClr val="002060"/>
                </a:solidFill>
              </a:rPr>
              <a:t> Row echelon form is </a:t>
            </a:r>
            <a:r>
              <a:rPr lang="en-IN" sz="2800" b="1" dirty="0">
                <a:solidFill>
                  <a:srgbClr val="FF0000"/>
                </a:solidFill>
              </a:rPr>
              <a:t>not unique</a:t>
            </a:r>
            <a:r>
              <a:rPr lang="en-IN" sz="2800" dirty="0">
                <a:solidFill>
                  <a:srgbClr val="002060"/>
                </a:solidFill>
              </a:rPr>
              <a:t>.</a:t>
            </a:r>
            <a:endParaRPr lang="en-IN" sz="2800" dirty="0">
              <a:solidFill>
                <a:srgbClr val="FF0000"/>
              </a:solidFill>
            </a:endParaRPr>
          </a:p>
        </p:txBody>
      </p:sp>
      <p:sp>
        <p:nvSpPr>
          <p:cNvPr id="24" name="Content Placeholder 4">
            <a:extLst>
              <a:ext uri="{FF2B5EF4-FFF2-40B4-BE49-F238E27FC236}">
                <a16:creationId xmlns:a16="http://schemas.microsoft.com/office/drawing/2014/main" id="{375ED164-9C9C-4F15-AC1F-E028473AD939}"/>
              </a:ext>
            </a:extLst>
          </p:cNvPr>
          <p:cNvSpPr txBox="1">
            <a:spLocks/>
          </p:cNvSpPr>
          <p:nvPr/>
        </p:nvSpPr>
        <p:spPr>
          <a:xfrm>
            <a:off x="5939890" y="3774471"/>
            <a:ext cx="5963728" cy="69169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IN" sz="2800" dirty="0">
                <a:solidFill>
                  <a:srgbClr val="002060"/>
                </a:solidFill>
              </a:rPr>
              <a:t> Reduced Row echelon form is </a:t>
            </a:r>
            <a:r>
              <a:rPr lang="en-IN" sz="2800" b="1" dirty="0">
                <a:solidFill>
                  <a:srgbClr val="FF0000"/>
                </a:solidFill>
              </a:rPr>
              <a:t>unique</a:t>
            </a:r>
            <a:r>
              <a:rPr lang="en-IN" sz="2800" dirty="0">
                <a:solidFill>
                  <a:srgbClr val="002060"/>
                </a:solidFill>
              </a:rPr>
              <a:t>.</a:t>
            </a:r>
            <a:endParaRPr lang="en-IN" sz="2800" dirty="0">
              <a:solidFill>
                <a:srgbClr val="FF0000"/>
              </a:solidFill>
            </a:endParaRP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B4D309CF-FA31-46D9-B5D3-C1D2E22E79BC}"/>
              </a:ext>
            </a:extLst>
          </p:cNvPr>
          <p:cNvSpPr/>
          <p:nvPr/>
        </p:nvSpPr>
        <p:spPr>
          <a:xfrm>
            <a:off x="1447607" y="1055541"/>
            <a:ext cx="3052474" cy="539851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Row - Echelon Form</a:t>
            </a:r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855F6E79-20A8-4301-A409-778AC5FD2A3C}"/>
              </a:ext>
            </a:extLst>
          </p:cNvPr>
          <p:cNvSpPr/>
          <p:nvPr/>
        </p:nvSpPr>
        <p:spPr>
          <a:xfrm>
            <a:off x="6278941" y="1050801"/>
            <a:ext cx="4321838" cy="539851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Reduced Row - Echelon Form</a:t>
            </a:r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F2D5E3B6-4118-456F-B749-2F50D28ABB5C}"/>
              </a:ext>
            </a:extLst>
          </p:cNvPr>
          <p:cNvSpPr/>
          <p:nvPr/>
        </p:nvSpPr>
        <p:spPr>
          <a:xfrm>
            <a:off x="5888176" y="1870301"/>
            <a:ext cx="64800" cy="2549408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211181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7" grpId="0"/>
      <p:bldP spid="18" grpId="0"/>
      <p:bldP spid="20" grpId="0"/>
      <p:bldP spid="21" grpId="0"/>
      <p:bldP spid="22" grpId="0"/>
      <p:bldP spid="23" grpId="0"/>
      <p:bldP spid="24" grpId="0"/>
      <p:bldP spid="19" grpId="0" animBg="1"/>
      <p:bldP spid="25" grpId="0" animBg="1"/>
      <p:bldP spid="26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A2334C6F-C87F-67F0-422F-3D80AB5819D7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Method:3 </a:t>
                </a:r>
                <a14:m>
                  <m:oMath xmlns:m="http://schemas.openxmlformats.org/officeDocument/2006/math">
                    <m:r>
                      <a:rPr lang="en-IN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Example:10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A2334C6F-C87F-67F0-422F-3D80AB5819D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 3">
            <a:extLst>
              <a:ext uri="{FF2B5EF4-FFF2-40B4-BE49-F238E27FC236}">
                <a16:creationId xmlns:a16="http://schemas.microsoft.com/office/drawing/2014/main" id="{D313BDCC-C562-0767-1BDC-A7784EDFFE23}"/>
              </a:ext>
            </a:extLst>
          </p:cNvPr>
          <p:cNvSpPr/>
          <p:nvPr/>
        </p:nvSpPr>
        <p:spPr>
          <a:xfrm>
            <a:off x="1923656" y="776445"/>
            <a:ext cx="10058557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Determine whether the following matrices are row-echelon form OR 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22F7DBA-1EBD-E767-B1BB-A0A7C742F787}"/>
              </a:ext>
            </a:extLst>
          </p:cNvPr>
          <p:cNvSpPr/>
          <p:nvPr/>
        </p:nvSpPr>
        <p:spPr>
          <a:xfrm>
            <a:off x="1923657" y="1339731"/>
            <a:ext cx="9732189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reduced row-echelon form OR both OR none.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2693D27B-1D67-62A6-75D3-C5AA2347C0A3}"/>
              </a:ext>
            </a:extLst>
          </p:cNvPr>
          <p:cNvSpPr/>
          <p:nvPr/>
        </p:nvSpPr>
        <p:spPr>
          <a:xfrm>
            <a:off x="209786" y="803298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E5711EE3-4D28-3F05-402C-F751E28FB7C8}"/>
                  </a:ext>
                </a:extLst>
              </p:cNvPr>
              <p:cNvSpPr/>
              <p:nvPr/>
            </p:nvSpPr>
            <p:spPr>
              <a:xfrm>
                <a:off x="209786" y="1936221"/>
                <a:ext cx="2661991" cy="152957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E5711EE3-4D28-3F05-402C-F751E28FB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786" y="1936221"/>
                <a:ext cx="2661991" cy="1529570"/>
              </a:xfrm>
              <a:prstGeom prst="rect">
                <a:avLst/>
              </a:prstGeom>
              <a:blipFill rotWithShape="0"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ectangle: Rounded Corners 18">
            <a:extLst>
              <a:ext uri="{FF2B5EF4-FFF2-40B4-BE49-F238E27FC236}">
                <a16:creationId xmlns:a16="http://schemas.microsoft.com/office/drawing/2014/main" id="{C080EED3-7B7F-ED68-05AE-A30A831C534C}"/>
              </a:ext>
            </a:extLst>
          </p:cNvPr>
          <p:cNvSpPr/>
          <p:nvPr/>
        </p:nvSpPr>
        <p:spPr>
          <a:xfrm>
            <a:off x="1381270" y="4062841"/>
            <a:ext cx="9116112" cy="55213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C00000"/>
                </a:solidFill>
              </a:rPr>
              <a:t>Reduced Row-Echelon Form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AFE26B6-EF42-649A-4CBF-0ED7FE8FDDC2}"/>
              </a:ext>
            </a:extLst>
          </p:cNvPr>
          <p:cNvGrpSpPr/>
          <p:nvPr/>
        </p:nvGrpSpPr>
        <p:grpSpPr>
          <a:xfrm>
            <a:off x="1381269" y="5225505"/>
            <a:ext cx="9116112" cy="1291339"/>
            <a:chOff x="371334" y="5125762"/>
            <a:chExt cx="9116112" cy="1291339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10" name="Rectangle: Rounded Corners 18">
              <a:extLst>
                <a:ext uri="{FF2B5EF4-FFF2-40B4-BE49-F238E27FC236}">
                  <a16:creationId xmlns:a16="http://schemas.microsoft.com/office/drawing/2014/main" id="{210A9774-77C3-B100-D656-24138E89F7FA}"/>
                </a:ext>
              </a:extLst>
            </p:cNvPr>
            <p:cNvSpPr/>
            <p:nvPr/>
          </p:nvSpPr>
          <p:spPr>
            <a:xfrm>
              <a:off x="371334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row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at the bottom</a:t>
              </a:r>
            </a:p>
          </p:txBody>
        </p:sp>
        <p:sp>
          <p:nvSpPr>
            <p:cNvPr id="11" name="Rectangle: Rounded Corners 18">
              <a:extLst>
                <a:ext uri="{FF2B5EF4-FFF2-40B4-BE49-F238E27FC236}">
                  <a16:creationId xmlns:a16="http://schemas.microsoft.com/office/drawing/2014/main" id="{74535A28-0DB9-92D2-8FF9-F9CA0B4CC57C}"/>
                </a:ext>
              </a:extLst>
            </p:cNvPr>
            <p:cNvSpPr/>
            <p:nvPr/>
          </p:nvSpPr>
          <p:spPr>
            <a:xfrm>
              <a:off x="2200362" y="512579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Decreasing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Order</a:t>
              </a:r>
            </a:p>
          </p:txBody>
        </p:sp>
        <p:sp>
          <p:nvSpPr>
            <p:cNvPr id="12" name="Rectangle: Rounded Corners 18">
              <a:extLst>
                <a:ext uri="{FF2B5EF4-FFF2-40B4-BE49-F238E27FC236}">
                  <a16:creationId xmlns:a16="http://schemas.microsoft.com/office/drawing/2014/main" id="{5408BF87-FBB6-4C0D-0EF6-98F982C6C960}"/>
                </a:ext>
              </a:extLst>
            </p:cNvPr>
            <p:cNvSpPr/>
            <p:nvPr/>
          </p:nvSpPr>
          <p:spPr>
            <a:xfrm>
              <a:off x="4029390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below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3" name="Rectangle: Rounded Corners 18">
              <a:extLst>
                <a:ext uri="{FF2B5EF4-FFF2-40B4-BE49-F238E27FC236}">
                  <a16:creationId xmlns:a16="http://schemas.microsoft.com/office/drawing/2014/main" id="{6D582B31-3CD2-37E5-EB0A-CCD19AE04F08}"/>
                </a:ext>
              </a:extLst>
            </p:cNvPr>
            <p:cNvSpPr/>
            <p:nvPr/>
          </p:nvSpPr>
          <p:spPr>
            <a:xfrm>
              <a:off x="585841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1</a:t>
              </a:r>
            </a:p>
          </p:txBody>
        </p:sp>
        <p:sp>
          <p:nvSpPr>
            <p:cNvPr id="14" name="Rectangle: Rounded Corners 18">
              <a:extLst>
                <a:ext uri="{FF2B5EF4-FFF2-40B4-BE49-F238E27FC236}">
                  <a16:creationId xmlns:a16="http://schemas.microsoft.com/office/drawing/2014/main" id="{891356EA-6748-0BA2-78F7-222FB63E53FD}"/>
                </a:ext>
              </a:extLst>
            </p:cNvPr>
            <p:cNvSpPr/>
            <p:nvPr/>
          </p:nvSpPr>
          <p:spPr>
            <a:xfrm>
              <a:off x="7687446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above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5" name="Rectangle: Rounded Corners 18">
              <a:extLst>
                <a:ext uri="{FF2B5EF4-FFF2-40B4-BE49-F238E27FC236}">
                  <a16:creationId xmlns:a16="http://schemas.microsoft.com/office/drawing/2014/main" id="{1FB4804C-84ED-4DC1-3EEF-0F92FA5C671D}"/>
                </a:ext>
              </a:extLst>
            </p:cNvPr>
            <p:cNvSpPr/>
            <p:nvPr/>
          </p:nvSpPr>
          <p:spPr>
            <a:xfrm>
              <a:off x="371334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6" name="Rectangle: Rounded Corners 18">
              <a:extLst>
                <a:ext uri="{FF2B5EF4-FFF2-40B4-BE49-F238E27FC236}">
                  <a16:creationId xmlns:a16="http://schemas.microsoft.com/office/drawing/2014/main" id="{14B6A01B-C645-0C7B-74E1-EDCFFB5A483E}"/>
                </a:ext>
              </a:extLst>
            </p:cNvPr>
            <p:cNvSpPr/>
            <p:nvPr/>
          </p:nvSpPr>
          <p:spPr>
            <a:xfrm>
              <a:off x="2200362" y="587710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7" name="Rectangle: Rounded Corners 18">
              <a:extLst>
                <a:ext uri="{FF2B5EF4-FFF2-40B4-BE49-F238E27FC236}">
                  <a16:creationId xmlns:a16="http://schemas.microsoft.com/office/drawing/2014/main" id="{E6E85128-BAEC-001D-9331-262D6245E154}"/>
                </a:ext>
              </a:extLst>
            </p:cNvPr>
            <p:cNvSpPr/>
            <p:nvPr/>
          </p:nvSpPr>
          <p:spPr>
            <a:xfrm>
              <a:off x="4029390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8" name="Rectangle: Rounded Corners 18">
              <a:extLst>
                <a:ext uri="{FF2B5EF4-FFF2-40B4-BE49-F238E27FC236}">
                  <a16:creationId xmlns:a16="http://schemas.microsoft.com/office/drawing/2014/main" id="{C207ECF8-4EAF-47E5-4B6F-AEA3844FC652}"/>
                </a:ext>
              </a:extLst>
            </p:cNvPr>
            <p:cNvSpPr/>
            <p:nvPr/>
          </p:nvSpPr>
          <p:spPr>
            <a:xfrm>
              <a:off x="585841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9" name="Rectangle: Rounded Corners 18">
              <a:extLst>
                <a:ext uri="{FF2B5EF4-FFF2-40B4-BE49-F238E27FC236}">
                  <a16:creationId xmlns:a16="http://schemas.microsoft.com/office/drawing/2014/main" id="{C877794A-6D77-7704-0FA8-AD33058E6496}"/>
                </a:ext>
              </a:extLst>
            </p:cNvPr>
            <p:cNvSpPr/>
            <p:nvPr/>
          </p:nvSpPr>
          <p:spPr>
            <a:xfrm>
              <a:off x="7687446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Rectangle: Rounded Corners 18">
            <a:extLst>
              <a:ext uri="{FF2B5EF4-FFF2-40B4-BE49-F238E27FC236}">
                <a16:creationId xmlns:a16="http://schemas.microsoft.com/office/drawing/2014/main" id="{132253A3-E322-566F-5388-AF560399A724}"/>
              </a:ext>
            </a:extLst>
          </p:cNvPr>
          <p:cNvSpPr/>
          <p:nvPr/>
        </p:nvSpPr>
        <p:spPr>
          <a:xfrm>
            <a:off x="1381269" y="4648192"/>
            <a:ext cx="5458056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Row-Echelon Form</a:t>
            </a:r>
          </a:p>
        </p:txBody>
      </p:sp>
      <p:sp>
        <p:nvSpPr>
          <p:cNvPr id="21" name="Rectangle: Rounded Corners 18">
            <a:extLst>
              <a:ext uri="{FF2B5EF4-FFF2-40B4-BE49-F238E27FC236}">
                <a16:creationId xmlns:a16="http://schemas.microsoft.com/office/drawing/2014/main" id="{E7744341-827F-1633-7A4A-07586FC126CA}"/>
              </a:ext>
            </a:extLst>
          </p:cNvPr>
          <p:cNvSpPr/>
          <p:nvPr/>
        </p:nvSpPr>
        <p:spPr>
          <a:xfrm>
            <a:off x="6868353" y="4648192"/>
            <a:ext cx="3629028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Reduced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9E920AD-778B-5D2D-042A-8312691A9E8A}"/>
              </a:ext>
            </a:extLst>
          </p:cNvPr>
          <p:cNvGrpSpPr/>
          <p:nvPr/>
        </p:nvGrpSpPr>
        <p:grpSpPr>
          <a:xfrm>
            <a:off x="2036959" y="6052287"/>
            <a:ext cx="488621" cy="360000"/>
            <a:chOff x="1669773" y="3763507"/>
            <a:chExt cx="432000" cy="360000"/>
          </a:xfrm>
          <a:solidFill>
            <a:schemeClr val="accent5">
              <a:lumMod val="20000"/>
              <a:lumOff val="80000"/>
            </a:schemeClr>
          </a:solidFill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A47EDAC1-E43D-AD27-E42E-F42703D80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8014525F-D561-3AAA-D5C8-7145AD52FC9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6AE620E1-3306-9A00-3407-BD1396A71812}"/>
              </a:ext>
            </a:extLst>
          </p:cNvPr>
          <p:cNvSpPr/>
          <p:nvPr/>
        </p:nvSpPr>
        <p:spPr>
          <a:xfrm>
            <a:off x="5478477" y="2013171"/>
            <a:ext cx="1105603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0" i="0" dirty="0">
                <a:solidFill>
                  <a:srgbClr val="002060"/>
                </a:solidFill>
                <a:latin typeface="+mj-lt"/>
              </a:rPr>
              <a:t>None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F6DCE511-CB1B-8ADD-238A-A0C7839BBC26}"/>
              </a:ext>
            </a:extLst>
          </p:cNvPr>
          <p:cNvSpPr/>
          <p:nvPr/>
        </p:nvSpPr>
        <p:spPr>
          <a:xfrm>
            <a:off x="3994096" y="2013172"/>
            <a:ext cx="1406411" cy="46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Answer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FCD37003-ED7B-D24E-0BE4-B4DBA7564483}"/>
              </a:ext>
            </a:extLst>
          </p:cNvPr>
          <p:cNvSpPr/>
          <p:nvPr/>
        </p:nvSpPr>
        <p:spPr>
          <a:xfrm>
            <a:off x="4000722" y="2623697"/>
            <a:ext cx="1404000" cy="46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Reason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B9A780C1-A0F3-BA86-9776-62AE249ECD52}"/>
              </a:ext>
            </a:extLst>
          </p:cNvPr>
          <p:cNvSpPr/>
          <p:nvPr/>
        </p:nvSpPr>
        <p:spPr>
          <a:xfrm>
            <a:off x="5501359" y="2633242"/>
            <a:ext cx="5886214" cy="57678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In given matrix zero row is not at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4B152A4F-4DE4-0D6F-19E9-65201EC9FF78}"/>
              </a:ext>
            </a:extLst>
          </p:cNvPr>
          <p:cNvSpPr/>
          <p:nvPr/>
        </p:nvSpPr>
        <p:spPr>
          <a:xfrm>
            <a:off x="5501359" y="3177400"/>
            <a:ext cx="3771330" cy="57678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the bottom of the matrix.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391A3C44-3F9B-2526-93F6-9FA24675229C}"/>
              </a:ext>
            </a:extLst>
          </p:cNvPr>
          <p:cNvSpPr/>
          <p:nvPr/>
        </p:nvSpPr>
        <p:spPr>
          <a:xfrm>
            <a:off x="1130519" y="2389455"/>
            <a:ext cx="1490089" cy="36174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832056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20" grpId="0" animBg="1"/>
      <p:bldP spid="21" grpId="0" animBg="1"/>
      <p:bldP spid="33" grpId="0"/>
      <p:bldP spid="35" grpId="0" animBg="1"/>
      <p:bldP spid="36" grpId="0" animBg="1"/>
      <p:bldP spid="37" grpId="0"/>
      <p:bldP spid="38" grpId="0"/>
      <p:bldP spid="3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334C6F-C87F-67F0-422F-3D80AB581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Method:3 </a:t>
            </a:r>
            <a:r>
              <a:rPr lang="en-IN" dirty="0">
                <a:latin typeface="Cambria Math" panose="02040503050406030204" pitchFamily="18" charset="0"/>
                <a:ea typeface="Cambria Math" panose="02040503050406030204" pitchFamily="18" charset="0"/>
              </a:rPr>
              <a:t>⇝</a:t>
            </a:r>
            <a:r>
              <a:rPr lang="en-IN" dirty="0"/>
              <a:t> Example:10(Continue)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E5711EE3-4D28-3F05-402C-F751E28FB7C8}"/>
                  </a:ext>
                </a:extLst>
              </p:cNvPr>
              <p:cNvSpPr/>
              <p:nvPr/>
            </p:nvSpPr>
            <p:spPr>
              <a:xfrm>
                <a:off x="155193" y="1936221"/>
                <a:ext cx="3297689" cy="133796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E5711EE3-4D28-3F05-402C-F751E28FB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5193" y="1936221"/>
                <a:ext cx="3297689" cy="1337968"/>
              </a:xfrm>
              <a:prstGeom prst="rect">
                <a:avLst/>
              </a:prstGeom>
              <a:blipFill rotWithShape="0"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ectangle: Rounded Corners 18">
            <a:extLst>
              <a:ext uri="{FF2B5EF4-FFF2-40B4-BE49-F238E27FC236}">
                <a16:creationId xmlns:a16="http://schemas.microsoft.com/office/drawing/2014/main" id="{C080EED3-7B7F-ED68-05AE-A30A831C534C}"/>
              </a:ext>
            </a:extLst>
          </p:cNvPr>
          <p:cNvSpPr/>
          <p:nvPr/>
        </p:nvSpPr>
        <p:spPr>
          <a:xfrm>
            <a:off x="1381270" y="4062841"/>
            <a:ext cx="9102463" cy="55213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C00000"/>
                </a:solidFill>
              </a:rPr>
              <a:t>Reduced Row-Echelon Form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AFE26B6-EF42-649A-4CBF-0ED7FE8FDDC2}"/>
              </a:ext>
            </a:extLst>
          </p:cNvPr>
          <p:cNvGrpSpPr/>
          <p:nvPr/>
        </p:nvGrpSpPr>
        <p:grpSpPr>
          <a:xfrm>
            <a:off x="1381269" y="5225505"/>
            <a:ext cx="9102464" cy="1291339"/>
            <a:chOff x="371334" y="5125762"/>
            <a:chExt cx="9102464" cy="1291339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10" name="Rectangle: Rounded Corners 18">
              <a:extLst>
                <a:ext uri="{FF2B5EF4-FFF2-40B4-BE49-F238E27FC236}">
                  <a16:creationId xmlns:a16="http://schemas.microsoft.com/office/drawing/2014/main" id="{210A9774-77C3-B100-D656-24138E89F7FA}"/>
                </a:ext>
              </a:extLst>
            </p:cNvPr>
            <p:cNvSpPr/>
            <p:nvPr/>
          </p:nvSpPr>
          <p:spPr>
            <a:xfrm>
              <a:off x="371334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row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at the bottom</a:t>
              </a:r>
            </a:p>
          </p:txBody>
        </p:sp>
        <p:sp>
          <p:nvSpPr>
            <p:cNvPr id="11" name="Rectangle: Rounded Corners 18">
              <a:extLst>
                <a:ext uri="{FF2B5EF4-FFF2-40B4-BE49-F238E27FC236}">
                  <a16:creationId xmlns:a16="http://schemas.microsoft.com/office/drawing/2014/main" id="{74535A28-0DB9-92D2-8FF9-F9CA0B4CC57C}"/>
                </a:ext>
              </a:extLst>
            </p:cNvPr>
            <p:cNvSpPr/>
            <p:nvPr/>
          </p:nvSpPr>
          <p:spPr>
            <a:xfrm>
              <a:off x="2200362" y="512579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Decreasing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Order</a:t>
              </a:r>
            </a:p>
          </p:txBody>
        </p:sp>
        <p:sp>
          <p:nvSpPr>
            <p:cNvPr id="12" name="Rectangle: Rounded Corners 18">
              <a:extLst>
                <a:ext uri="{FF2B5EF4-FFF2-40B4-BE49-F238E27FC236}">
                  <a16:creationId xmlns:a16="http://schemas.microsoft.com/office/drawing/2014/main" id="{5408BF87-FBB6-4C0D-0EF6-98F982C6C960}"/>
                </a:ext>
              </a:extLst>
            </p:cNvPr>
            <p:cNvSpPr/>
            <p:nvPr/>
          </p:nvSpPr>
          <p:spPr>
            <a:xfrm>
              <a:off x="4029390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below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3" name="Rectangle: Rounded Corners 18">
              <a:extLst>
                <a:ext uri="{FF2B5EF4-FFF2-40B4-BE49-F238E27FC236}">
                  <a16:creationId xmlns:a16="http://schemas.microsoft.com/office/drawing/2014/main" id="{6D582B31-3CD2-37E5-EB0A-CCD19AE04F08}"/>
                </a:ext>
              </a:extLst>
            </p:cNvPr>
            <p:cNvSpPr/>
            <p:nvPr/>
          </p:nvSpPr>
          <p:spPr>
            <a:xfrm>
              <a:off x="585841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1</a:t>
              </a:r>
            </a:p>
          </p:txBody>
        </p:sp>
        <p:sp>
          <p:nvSpPr>
            <p:cNvPr id="14" name="Rectangle: Rounded Corners 18">
              <a:extLst>
                <a:ext uri="{FF2B5EF4-FFF2-40B4-BE49-F238E27FC236}">
                  <a16:creationId xmlns:a16="http://schemas.microsoft.com/office/drawing/2014/main" id="{891356EA-6748-0BA2-78F7-222FB63E53FD}"/>
                </a:ext>
              </a:extLst>
            </p:cNvPr>
            <p:cNvSpPr/>
            <p:nvPr/>
          </p:nvSpPr>
          <p:spPr>
            <a:xfrm>
              <a:off x="767379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above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5" name="Rectangle: Rounded Corners 18">
              <a:extLst>
                <a:ext uri="{FF2B5EF4-FFF2-40B4-BE49-F238E27FC236}">
                  <a16:creationId xmlns:a16="http://schemas.microsoft.com/office/drawing/2014/main" id="{1FB4804C-84ED-4DC1-3EEF-0F92FA5C671D}"/>
                </a:ext>
              </a:extLst>
            </p:cNvPr>
            <p:cNvSpPr/>
            <p:nvPr/>
          </p:nvSpPr>
          <p:spPr>
            <a:xfrm>
              <a:off x="371334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6" name="Rectangle: Rounded Corners 18">
              <a:extLst>
                <a:ext uri="{FF2B5EF4-FFF2-40B4-BE49-F238E27FC236}">
                  <a16:creationId xmlns:a16="http://schemas.microsoft.com/office/drawing/2014/main" id="{14B6A01B-C645-0C7B-74E1-EDCFFB5A483E}"/>
                </a:ext>
              </a:extLst>
            </p:cNvPr>
            <p:cNvSpPr/>
            <p:nvPr/>
          </p:nvSpPr>
          <p:spPr>
            <a:xfrm>
              <a:off x="2200362" y="587710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7" name="Rectangle: Rounded Corners 18">
              <a:extLst>
                <a:ext uri="{FF2B5EF4-FFF2-40B4-BE49-F238E27FC236}">
                  <a16:creationId xmlns:a16="http://schemas.microsoft.com/office/drawing/2014/main" id="{E6E85128-BAEC-001D-9331-262D6245E154}"/>
                </a:ext>
              </a:extLst>
            </p:cNvPr>
            <p:cNvSpPr/>
            <p:nvPr/>
          </p:nvSpPr>
          <p:spPr>
            <a:xfrm>
              <a:off x="4029390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8" name="Rectangle: Rounded Corners 18">
              <a:extLst>
                <a:ext uri="{FF2B5EF4-FFF2-40B4-BE49-F238E27FC236}">
                  <a16:creationId xmlns:a16="http://schemas.microsoft.com/office/drawing/2014/main" id="{C207ECF8-4EAF-47E5-4B6F-AEA3844FC652}"/>
                </a:ext>
              </a:extLst>
            </p:cNvPr>
            <p:cNvSpPr/>
            <p:nvPr/>
          </p:nvSpPr>
          <p:spPr>
            <a:xfrm>
              <a:off x="585841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9" name="Rectangle: Rounded Corners 18">
              <a:extLst>
                <a:ext uri="{FF2B5EF4-FFF2-40B4-BE49-F238E27FC236}">
                  <a16:creationId xmlns:a16="http://schemas.microsoft.com/office/drawing/2014/main" id="{C877794A-6D77-7704-0FA8-AD33058E6496}"/>
                </a:ext>
              </a:extLst>
            </p:cNvPr>
            <p:cNvSpPr/>
            <p:nvPr/>
          </p:nvSpPr>
          <p:spPr>
            <a:xfrm>
              <a:off x="767379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Rectangle: Rounded Corners 18">
            <a:extLst>
              <a:ext uri="{FF2B5EF4-FFF2-40B4-BE49-F238E27FC236}">
                <a16:creationId xmlns:a16="http://schemas.microsoft.com/office/drawing/2014/main" id="{132253A3-E322-566F-5388-AF560399A724}"/>
              </a:ext>
            </a:extLst>
          </p:cNvPr>
          <p:cNvSpPr/>
          <p:nvPr/>
        </p:nvSpPr>
        <p:spPr>
          <a:xfrm>
            <a:off x="1381269" y="4648192"/>
            <a:ext cx="5458056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Row-Echelon Form</a:t>
            </a:r>
          </a:p>
        </p:txBody>
      </p:sp>
      <p:sp>
        <p:nvSpPr>
          <p:cNvPr id="21" name="Rectangle: Rounded Corners 18">
            <a:extLst>
              <a:ext uri="{FF2B5EF4-FFF2-40B4-BE49-F238E27FC236}">
                <a16:creationId xmlns:a16="http://schemas.microsoft.com/office/drawing/2014/main" id="{E7744341-827F-1633-7A4A-07586FC126CA}"/>
              </a:ext>
            </a:extLst>
          </p:cNvPr>
          <p:cNvSpPr/>
          <p:nvPr/>
        </p:nvSpPr>
        <p:spPr>
          <a:xfrm>
            <a:off x="6868353" y="4648192"/>
            <a:ext cx="3615380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Reduced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9E920AD-778B-5D2D-042A-8312691A9E8A}"/>
              </a:ext>
            </a:extLst>
          </p:cNvPr>
          <p:cNvGrpSpPr/>
          <p:nvPr/>
        </p:nvGrpSpPr>
        <p:grpSpPr>
          <a:xfrm>
            <a:off x="3865986" y="6081555"/>
            <a:ext cx="488621" cy="360000"/>
            <a:chOff x="1669773" y="3763507"/>
            <a:chExt cx="432000" cy="360000"/>
          </a:xfrm>
          <a:solidFill>
            <a:schemeClr val="accent5">
              <a:lumMod val="20000"/>
              <a:lumOff val="80000"/>
            </a:schemeClr>
          </a:solidFill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A47EDAC1-E43D-AD27-E42E-F42703D80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8014525F-D561-3AAA-D5C8-7145AD52FC9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9D5C85EE-1A7D-F2EB-0068-05C56FD35E98}"/>
              </a:ext>
            </a:extLst>
          </p:cNvPr>
          <p:cNvCxnSpPr>
            <a:cxnSpLocks/>
          </p:cNvCxnSpPr>
          <p:nvPr/>
        </p:nvCxnSpPr>
        <p:spPr>
          <a:xfrm>
            <a:off x="1858630" y="6246814"/>
            <a:ext cx="77363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 32">
            <a:extLst>
              <a:ext uri="{FF2B5EF4-FFF2-40B4-BE49-F238E27FC236}">
                <a16:creationId xmlns:a16="http://schemas.microsoft.com/office/drawing/2014/main" id="{6AE620E1-3306-9A00-3407-BD1396A71812}"/>
              </a:ext>
            </a:extLst>
          </p:cNvPr>
          <p:cNvSpPr/>
          <p:nvPr/>
        </p:nvSpPr>
        <p:spPr>
          <a:xfrm>
            <a:off x="5478477" y="2013171"/>
            <a:ext cx="1105603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0" i="0" dirty="0">
                <a:solidFill>
                  <a:srgbClr val="002060"/>
                </a:solidFill>
                <a:latin typeface="+mj-lt"/>
              </a:rPr>
              <a:t>None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F6DCE511-CB1B-8ADD-238A-A0C7839BBC26}"/>
              </a:ext>
            </a:extLst>
          </p:cNvPr>
          <p:cNvSpPr/>
          <p:nvPr/>
        </p:nvSpPr>
        <p:spPr>
          <a:xfrm>
            <a:off x="3994096" y="2013172"/>
            <a:ext cx="1406411" cy="445316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Answer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FCD37003-ED7B-D24E-0BE4-B4DBA7564483}"/>
              </a:ext>
            </a:extLst>
          </p:cNvPr>
          <p:cNvSpPr/>
          <p:nvPr/>
        </p:nvSpPr>
        <p:spPr>
          <a:xfrm>
            <a:off x="4000723" y="2623697"/>
            <a:ext cx="1406411" cy="46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Reason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B9A780C1-A0F3-BA86-9776-62AE249ECD52}"/>
                  </a:ext>
                </a:extLst>
              </p:cNvPr>
              <p:cNvSpPr/>
              <p:nvPr/>
            </p:nvSpPr>
            <p:spPr>
              <a:xfrm>
                <a:off x="5487710" y="2647878"/>
                <a:ext cx="6690642" cy="5767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Rows of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are not in decreasing order.</a:t>
                </a: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B9A780C1-A0F3-BA86-9776-62AE249ECD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87710" y="2647878"/>
                <a:ext cx="6690642" cy="576782"/>
              </a:xfrm>
              <a:prstGeom prst="rect">
                <a:avLst/>
              </a:prstGeom>
              <a:blipFill rotWithShape="0">
                <a:blip r:embed="rId4"/>
                <a:stretch>
                  <a:fillRect l="-1821" t="-10526" b="-1894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3ED4011A-767D-846A-145D-D0A12A5A9D94}"/>
              </a:ext>
            </a:extLst>
          </p:cNvPr>
          <p:cNvSpPr/>
          <p:nvPr/>
        </p:nvSpPr>
        <p:spPr>
          <a:xfrm>
            <a:off x="209786" y="803298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5A5FB0D-14F9-4640-AC14-030B5612C747}"/>
              </a:ext>
            </a:extLst>
          </p:cNvPr>
          <p:cNvSpPr/>
          <p:nvPr/>
        </p:nvSpPr>
        <p:spPr>
          <a:xfrm>
            <a:off x="1923656" y="776445"/>
            <a:ext cx="10058557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Determine whether the following matrices are row-echelon form OR 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D9D5698D-4A41-4F71-9E3D-2C2D7D57A237}"/>
              </a:ext>
            </a:extLst>
          </p:cNvPr>
          <p:cNvSpPr/>
          <p:nvPr/>
        </p:nvSpPr>
        <p:spPr>
          <a:xfrm>
            <a:off x="1923657" y="1339731"/>
            <a:ext cx="9732189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reduced row-echelon form OR both OR none.</a:t>
            </a:r>
          </a:p>
        </p:txBody>
      </p:sp>
    </p:spTree>
    <p:extLst>
      <p:ext uri="{BB962C8B-B14F-4D97-AF65-F5344CB8AC3E}">
        <p14:creationId xmlns:p14="http://schemas.microsoft.com/office/powerpoint/2010/main" val="56267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7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334C6F-C87F-67F0-422F-3D80AB581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Method:3 </a:t>
            </a:r>
            <a:r>
              <a:rPr lang="en-IN" dirty="0">
                <a:latin typeface="Cambria Math" panose="02040503050406030204" pitchFamily="18" charset="0"/>
                <a:ea typeface="Cambria Math" panose="02040503050406030204" pitchFamily="18" charset="0"/>
              </a:rPr>
              <a:t>⇝</a:t>
            </a:r>
            <a:r>
              <a:rPr lang="en-IN" dirty="0"/>
              <a:t> Example:10(Continue)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E5711EE3-4D28-3F05-402C-F751E28FB7C8}"/>
                  </a:ext>
                </a:extLst>
              </p:cNvPr>
              <p:cNvSpPr/>
              <p:nvPr/>
            </p:nvSpPr>
            <p:spPr>
              <a:xfrm>
                <a:off x="209787" y="1936221"/>
                <a:ext cx="2069390" cy="152957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E5711EE3-4D28-3F05-402C-F751E28FB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787" y="1936221"/>
                <a:ext cx="2069390" cy="1529570"/>
              </a:xfrm>
              <a:prstGeom prst="rect">
                <a:avLst/>
              </a:prstGeom>
              <a:blipFill rotWithShape="0"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ectangle: Rounded Corners 18">
            <a:extLst>
              <a:ext uri="{FF2B5EF4-FFF2-40B4-BE49-F238E27FC236}">
                <a16:creationId xmlns:a16="http://schemas.microsoft.com/office/drawing/2014/main" id="{C080EED3-7B7F-ED68-05AE-A30A831C534C}"/>
              </a:ext>
            </a:extLst>
          </p:cNvPr>
          <p:cNvSpPr/>
          <p:nvPr/>
        </p:nvSpPr>
        <p:spPr>
          <a:xfrm>
            <a:off x="1381270" y="4062841"/>
            <a:ext cx="9102463" cy="55213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C00000"/>
                </a:solidFill>
              </a:rPr>
              <a:t>Reduced Row-Echelon Form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AFE26B6-EF42-649A-4CBF-0ED7FE8FDDC2}"/>
              </a:ext>
            </a:extLst>
          </p:cNvPr>
          <p:cNvGrpSpPr/>
          <p:nvPr/>
        </p:nvGrpSpPr>
        <p:grpSpPr>
          <a:xfrm>
            <a:off x="1381269" y="5225505"/>
            <a:ext cx="9102464" cy="1291339"/>
            <a:chOff x="371334" y="5125762"/>
            <a:chExt cx="9102464" cy="1291339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10" name="Rectangle: Rounded Corners 18">
              <a:extLst>
                <a:ext uri="{FF2B5EF4-FFF2-40B4-BE49-F238E27FC236}">
                  <a16:creationId xmlns:a16="http://schemas.microsoft.com/office/drawing/2014/main" id="{210A9774-77C3-B100-D656-24138E89F7FA}"/>
                </a:ext>
              </a:extLst>
            </p:cNvPr>
            <p:cNvSpPr/>
            <p:nvPr/>
          </p:nvSpPr>
          <p:spPr>
            <a:xfrm>
              <a:off x="371334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row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at the bottom</a:t>
              </a:r>
            </a:p>
          </p:txBody>
        </p:sp>
        <p:sp>
          <p:nvSpPr>
            <p:cNvPr id="11" name="Rectangle: Rounded Corners 18">
              <a:extLst>
                <a:ext uri="{FF2B5EF4-FFF2-40B4-BE49-F238E27FC236}">
                  <a16:creationId xmlns:a16="http://schemas.microsoft.com/office/drawing/2014/main" id="{74535A28-0DB9-92D2-8FF9-F9CA0B4CC57C}"/>
                </a:ext>
              </a:extLst>
            </p:cNvPr>
            <p:cNvSpPr/>
            <p:nvPr/>
          </p:nvSpPr>
          <p:spPr>
            <a:xfrm>
              <a:off x="2200362" y="512579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Decreasing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Order</a:t>
              </a:r>
            </a:p>
          </p:txBody>
        </p:sp>
        <p:sp>
          <p:nvSpPr>
            <p:cNvPr id="12" name="Rectangle: Rounded Corners 18">
              <a:extLst>
                <a:ext uri="{FF2B5EF4-FFF2-40B4-BE49-F238E27FC236}">
                  <a16:creationId xmlns:a16="http://schemas.microsoft.com/office/drawing/2014/main" id="{5408BF87-FBB6-4C0D-0EF6-98F982C6C960}"/>
                </a:ext>
              </a:extLst>
            </p:cNvPr>
            <p:cNvSpPr/>
            <p:nvPr/>
          </p:nvSpPr>
          <p:spPr>
            <a:xfrm>
              <a:off x="4029390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below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3" name="Rectangle: Rounded Corners 18">
              <a:extLst>
                <a:ext uri="{FF2B5EF4-FFF2-40B4-BE49-F238E27FC236}">
                  <a16:creationId xmlns:a16="http://schemas.microsoft.com/office/drawing/2014/main" id="{6D582B31-3CD2-37E5-EB0A-CCD19AE04F08}"/>
                </a:ext>
              </a:extLst>
            </p:cNvPr>
            <p:cNvSpPr/>
            <p:nvPr/>
          </p:nvSpPr>
          <p:spPr>
            <a:xfrm>
              <a:off x="585841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1</a:t>
              </a:r>
            </a:p>
          </p:txBody>
        </p:sp>
        <p:sp>
          <p:nvSpPr>
            <p:cNvPr id="14" name="Rectangle: Rounded Corners 18">
              <a:extLst>
                <a:ext uri="{FF2B5EF4-FFF2-40B4-BE49-F238E27FC236}">
                  <a16:creationId xmlns:a16="http://schemas.microsoft.com/office/drawing/2014/main" id="{891356EA-6748-0BA2-78F7-222FB63E53FD}"/>
                </a:ext>
              </a:extLst>
            </p:cNvPr>
            <p:cNvSpPr/>
            <p:nvPr/>
          </p:nvSpPr>
          <p:spPr>
            <a:xfrm>
              <a:off x="767379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above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5" name="Rectangle: Rounded Corners 18">
              <a:extLst>
                <a:ext uri="{FF2B5EF4-FFF2-40B4-BE49-F238E27FC236}">
                  <a16:creationId xmlns:a16="http://schemas.microsoft.com/office/drawing/2014/main" id="{1FB4804C-84ED-4DC1-3EEF-0F92FA5C671D}"/>
                </a:ext>
              </a:extLst>
            </p:cNvPr>
            <p:cNvSpPr/>
            <p:nvPr/>
          </p:nvSpPr>
          <p:spPr>
            <a:xfrm>
              <a:off x="371334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6" name="Rectangle: Rounded Corners 18">
              <a:extLst>
                <a:ext uri="{FF2B5EF4-FFF2-40B4-BE49-F238E27FC236}">
                  <a16:creationId xmlns:a16="http://schemas.microsoft.com/office/drawing/2014/main" id="{14B6A01B-C645-0C7B-74E1-EDCFFB5A483E}"/>
                </a:ext>
              </a:extLst>
            </p:cNvPr>
            <p:cNvSpPr/>
            <p:nvPr/>
          </p:nvSpPr>
          <p:spPr>
            <a:xfrm>
              <a:off x="2200362" y="587710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7" name="Rectangle: Rounded Corners 18">
              <a:extLst>
                <a:ext uri="{FF2B5EF4-FFF2-40B4-BE49-F238E27FC236}">
                  <a16:creationId xmlns:a16="http://schemas.microsoft.com/office/drawing/2014/main" id="{E6E85128-BAEC-001D-9331-262D6245E154}"/>
                </a:ext>
              </a:extLst>
            </p:cNvPr>
            <p:cNvSpPr/>
            <p:nvPr/>
          </p:nvSpPr>
          <p:spPr>
            <a:xfrm>
              <a:off x="4029390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8" name="Rectangle: Rounded Corners 18">
              <a:extLst>
                <a:ext uri="{FF2B5EF4-FFF2-40B4-BE49-F238E27FC236}">
                  <a16:creationId xmlns:a16="http://schemas.microsoft.com/office/drawing/2014/main" id="{C207ECF8-4EAF-47E5-4B6F-AEA3844FC652}"/>
                </a:ext>
              </a:extLst>
            </p:cNvPr>
            <p:cNvSpPr/>
            <p:nvPr/>
          </p:nvSpPr>
          <p:spPr>
            <a:xfrm>
              <a:off x="585841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9" name="Rectangle: Rounded Corners 18">
              <a:extLst>
                <a:ext uri="{FF2B5EF4-FFF2-40B4-BE49-F238E27FC236}">
                  <a16:creationId xmlns:a16="http://schemas.microsoft.com/office/drawing/2014/main" id="{C877794A-6D77-7704-0FA8-AD33058E6496}"/>
                </a:ext>
              </a:extLst>
            </p:cNvPr>
            <p:cNvSpPr/>
            <p:nvPr/>
          </p:nvSpPr>
          <p:spPr>
            <a:xfrm>
              <a:off x="767379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Rectangle: Rounded Corners 18">
            <a:extLst>
              <a:ext uri="{FF2B5EF4-FFF2-40B4-BE49-F238E27FC236}">
                <a16:creationId xmlns:a16="http://schemas.microsoft.com/office/drawing/2014/main" id="{132253A3-E322-566F-5388-AF560399A724}"/>
              </a:ext>
            </a:extLst>
          </p:cNvPr>
          <p:cNvSpPr/>
          <p:nvPr/>
        </p:nvSpPr>
        <p:spPr>
          <a:xfrm>
            <a:off x="1381269" y="4648192"/>
            <a:ext cx="5458056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Row-Echelon Form</a:t>
            </a:r>
          </a:p>
        </p:txBody>
      </p:sp>
      <p:sp>
        <p:nvSpPr>
          <p:cNvPr id="21" name="Rectangle: Rounded Corners 18">
            <a:extLst>
              <a:ext uri="{FF2B5EF4-FFF2-40B4-BE49-F238E27FC236}">
                <a16:creationId xmlns:a16="http://schemas.microsoft.com/office/drawing/2014/main" id="{E7744341-827F-1633-7A4A-07586FC126CA}"/>
              </a:ext>
            </a:extLst>
          </p:cNvPr>
          <p:cNvSpPr/>
          <p:nvPr/>
        </p:nvSpPr>
        <p:spPr>
          <a:xfrm>
            <a:off x="6868353" y="4648192"/>
            <a:ext cx="3615380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Reduced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9E920AD-778B-5D2D-042A-8312691A9E8A}"/>
              </a:ext>
            </a:extLst>
          </p:cNvPr>
          <p:cNvGrpSpPr/>
          <p:nvPr/>
        </p:nvGrpSpPr>
        <p:grpSpPr>
          <a:xfrm>
            <a:off x="5688190" y="6066814"/>
            <a:ext cx="488621" cy="360000"/>
            <a:chOff x="1669773" y="3763507"/>
            <a:chExt cx="432000" cy="360000"/>
          </a:xfrm>
          <a:solidFill>
            <a:schemeClr val="accent5">
              <a:lumMod val="20000"/>
              <a:lumOff val="80000"/>
            </a:schemeClr>
          </a:solidFill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A47EDAC1-E43D-AD27-E42E-F42703D80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8014525F-D561-3AAA-D5C8-7145AD52FC9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3A1CD86-0FA7-5937-0321-5D73FD55371E}"/>
              </a:ext>
            </a:extLst>
          </p:cNvPr>
          <p:cNvGrpSpPr/>
          <p:nvPr/>
        </p:nvGrpSpPr>
        <p:grpSpPr>
          <a:xfrm>
            <a:off x="3765548" y="6066814"/>
            <a:ext cx="689498" cy="344557"/>
            <a:chOff x="1550504" y="4399721"/>
            <a:chExt cx="609600" cy="344557"/>
          </a:xfrm>
        </p:grpSpPr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99BBF93-D19C-68C8-B9CB-35DDCE8F9923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BEB8E92-7275-E70F-28B7-C55A16690E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9D5C85EE-1A7D-F2EB-0068-05C56FD35E98}"/>
              </a:ext>
            </a:extLst>
          </p:cNvPr>
          <p:cNvCxnSpPr>
            <a:cxnSpLocks/>
          </p:cNvCxnSpPr>
          <p:nvPr/>
        </p:nvCxnSpPr>
        <p:spPr>
          <a:xfrm>
            <a:off x="1858630" y="6246814"/>
            <a:ext cx="77363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 32">
            <a:extLst>
              <a:ext uri="{FF2B5EF4-FFF2-40B4-BE49-F238E27FC236}">
                <a16:creationId xmlns:a16="http://schemas.microsoft.com/office/drawing/2014/main" id="{6AE620E1-3306-9A00-3407-BD1396A71812}"/>
              </a:ext>
            </a:extLst>
          </p:cNvPr>
          <p:cNvSpPr/>
          <p:nvPr/>
        </p:nvSpPr>
        <p:spPr>
          <a:xfrm>
            <a:off x="5478477" y="2013171"/>
            <a:ext cx="1105603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0" i="0" dirty="0">
                <a:solidFill>
                  <a:srgbClr val="002060"/>
                </a:solidFill>
                <a:latin typeface="+mj-lt"/>
              </a:rPr>
              <a:t>None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F6DCE511-CB1B-8ADD-238A-A0C7839BBC26}"/>
              </a:ext>
            </a:extLst>
          </p:cNvPr>
          <p:cNvSpPr/>
          <p:nvPr/>
        </p:nvSpPr>
        <p:spPr>
          <a:xfrm>
            <a:off x="3994096" y="2013172"/>
            <a:ext cx="1406411" cy="445316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Answer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FCD37003-ED7B-D24E-0BE4-B4DBA7564483}"/>
              </a:ext>
            </a:extLst>
          </p:cNvPr>
          <p:cNvSpPr/>
          <p:nvPr/>
        </p:nvSpPr>
        <p:spPr>
          <a:xfrm>
            <a:off x="4000723" y="2623697"/>
            <a:ext cx="1406411" cy="46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>
                <a:solidFill>
                  <a:srgbClr val="002060"/>
                </a:solidFill>
              </a:rPr>
              <a:t>Reason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B9A780C1-A0F3-BA86-9776-62AE249ECD52}"/>
              </a:ext>
            </a:extLst>
          </p:cNvPr>
          <p:cNvSpPr/>
          <p:nvPr/>
        </p:nvSpPr>
        <p:spPr>
          <a:xfrm>
            <a:off x="5501358" y="2647878"/>
            <a:ext cx="6690642" cy="57678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There is no zero below the leading entry of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279CF463-DD2D-2152-9521-8DD3C98F4BCC}"/>
              </a:ext>
            </a:extLst>
          </p:cNvPr>
          <p:cNvSpPr/>
          <p:nvPr/>
        </p:nvSpPr>
        <p:spPr>
          <a:xfrm>
            <a:off x="1110185" y="1964215"/>
            <a:ext cx="347628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2" name="Arrow: Up 21">
            <a:extLst>
              <a:ext uri="{FF2B5EF4-FFF2-40B4-BE49-F238E27FC236}">
                <a16:creationId xmlns:a16="http://schemas.microsoft.com/office/drawing/2014/main" id="{F7BCF722-81AC-B262-9734-9DA7FCB835C3}"/>
              </a:ext>
            </a:extLst>
          </p:cNvPr>
          <p:cNvSpPr/>
          <p:nvPr/>
        </p:nvSpPr>
        <p:spPr>
          <a:xfrm flipV="1">
            <a:off x="1043477" y="2324843"/>
            <a:ext cx="509179" cy="909106"/>
          </a:xfrm>
          <a:prstGeom prst="upArrow">
            <a:avLst>
              <a:gd name="adj1" fmla="val 45763"/>
              <a:gd name="adj2" fmla="val 58220"/>
            </a:avLst>
          </a:prstGeom>
          <a:noFill/>
          <a:ln w="28575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80FAD913-1BEC-6E73-A536-0B88CD134437}"/>
              </a:ext>
            </a:extLst>
          </p:cNvPr>
          <p:cNvSpPr/>
          <p:nvPr/>
        </p:nvSpPr>
        <p:spPr>
          <a:xfrm>
            <a:off x="1657913" y="2808492"/>
            <a:ext cx="382391" cy="361741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120489CC-45CC-BC4F-B745-6A9FF7583B89}"/>
              </a:ext>
            </a:extLst>
          </p:cNvPr>
          <p:cNvSpPr/>
          <p:nvPr/>
        </p:nvSpPr>
        <p:spPr>
          <a:xfrm>
            <a:off x="1646880" y="2383287"/>
            <a:ext cx="382391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D5A0629-D004-3A6A-55FC-5B26204B585D}"/>
                  </a:ext>
                </a:extLst>
              </p:cNvPr>
              <p:cNvSpPr/>
              <p:nvPr/>
            </p:nvSpPr>
            <p:spPr>
              <a:xfrm>
                <a:off x="5515006" y="3183716"/>
                <a:ext cx="1499943" cy="5767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sSup>
                      <m:sSup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nd</m:t>
                        </m:r>
                      </m:sup>
                    </m:sSup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row.</a:t>
                </a: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4D5A0629-D004-3A6A-55FC-5B26204B58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5006" y="3183716"/>
                <a:ext cx="1499943" cy="576782"/>
              </a:xfrm>
              <a:prstGeom prst="rect">
                <a:avLst/>
              </a:prstGeom>
              <a:blipFill rotWithShape="0">
                <a:blip r:embed="rId4"/>
                <a:stretch>
                  <a:fillRect t="-6316" r="-2033" b="-231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72D80CE2-99E1-4108-8496-A03BF6F749E0}"/>
              </a:ext>
            </a:extLst>
          </p:cNvPr>
          <p:cNvSpPr/>
          <p:nvPr/>
        </p:nvSpPr>
        <p:spPr>
          <a:xfrm>
            <a:off x="209786" y="803298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4D5366A9-AFB6-47F3-A4C2-D2311F838D73}"/>
              </a:ext>
            </a:extLst>
          </p:cNvPr>
          <p:cNvSpPr/>
          <p:nvPr/>
        </p:nvSpPr>
        <p:spPr>
          <a:xfrm>
            <a:off x="1923656" y="776445"/>
            <a:ext cx="10058557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Determine whether the following matrices are row-echelon form OR 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E7940112-6815-490F-A590-C07DB626F8EE}"/>
              </a:ext>
            </a:extLst>
          </p:cNvPr>
          <p:cNvSpPr/>
          <p:nvPr/>
        </p:nvSpPr>
        <p:spPr>
          <a:xfrm>
            <a:off x="1923657" y="1339731"/>
            <a:ext cx="9732189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reduced row-echelon form OR both OR none.</a:t>
            </a:r>
          </a:p>
        </p:txBody>
      </p:sp>
    </p:spTree>
    <p:extLst>
      <p:ext uri="{BB962C8B-B14F-4D97-AF65-F5344CB8AC3E}">
        <p14:creationId xmlns:p14="http://schemas.microsoft.com/office/powerpoint/2010/main" val="40723966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7" grpId="0"/>
      <p:bldP spid="3" grpId="0" animBg="1"/>
      <p:bldP spid="3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334C6F-C87F-67F0-422F-3D80AB581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Method:3 </a:t>
            </a:r>
            <a:r>
              <a:rPr lang="en-IN" dirty="0">
                <a:latin typeface="Cambria Math" panose="02040503050406030204" pitchFamily="18" charset="0"/>
                <a:ea typeface="Cambria Math" panose="02040503050406030204" pitchFamily="18" charset="0"/>
              </a:rPr>
              <a:t>⇝</a:t>
            </a:r>
            <a:r>
              <a:rPr lang="en-IN" dirty="0"/>
              <a:t> Example:10(Continue)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E5711EE3-4D28-3F05-402C-F751E28FB7C8}"/>
                  </a:ext>
                </a:extLst>
              </p:cNvPr>
              <p:cNvSpPr/>
              <p:nvPr/>
            </p:nvSpPr>
            <p:spPr>
              <a:xfrm>
                <a:off x="209786" y="1936221"/>
                <a:ext cx="2287753" cy="152957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D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E5711EE3-4D28-3F05-402C-F751E28FB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786" y="1936221"/>
                <a:ext cx="2287753" cy="1529570"/>
              </a:xfrm>
              <a:prstGeom prst="rect">
                <a:avLst/>
              </a:prstGeom>
              <a:blipFill rotWithShape="0"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ectangle: Rounded Corners 18">
            <a:extLst>
              <a:ext uri="{FF2B5EF4-FFF2-40B4-BE49-F238E27FC236}">
                <a16:creationId xmlns:a16="http://schemas.microsoft.com/office/drawing/2014/main" id="{C080EED3-7B7F-ED68-05AE-A30A831C534C}"/>
              </a:ext>
            </a:extLst>
          </p:cNvPr>
          <p:cNvSpPr/>
          <p:nvPr/>
        </p:nvSpPr>
        <p:spPr>
          <a:xfrm>
            <a:off x="1381270" y="4062841"/>
            <a:ext cx="9102463" cy="55213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C00000"/>
                </a:solidFill>
              </a:rPr>
              <a:t>Reduced Row-Echelon Form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AFE26B6-EF42-649A-4CBF-0ED7FE8FDDC2}"/>
              </a:ext>
            </a:extLst>
          </p:cNvPr>
          <p:cNvGrpSpPr/>
          <p:nvPr/>
        </p:nvGrpSpPr>
        <p:grpSpPr>
          <a:xfrm>
            <a:off x="1381269" y="5225505"/>
            <a:ext cx="9102464" cy="1291339"/>
            <a:chOff x="371334" y="5125762"/>
            <a:chExt cx="9102464" cy="1291339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10" name="Rectangle: Rounded Corners 18">
              <a:extLst>
                <a:ext uri="{FF2B5EF4-FFF2-40B4-BE49-F238E27FC236}">
                  <a16:creationId xmlns:a16="http://schemas.microsoft.com/office/drawing/2014/main" id="{210A9774-77C3-B100-D656-24138E89F7FA}"/>
                </a:ext>
              </a:extLst>
            </p:cNvPr>
            <p:cNvSpPr/>
            <p:nvPr/>
          </p:nvSpPr>
          <p:spPr>
            <a:xfrm>
              <a:off x="371334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row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at the bottom</a:t>
              </a:r>
            </a:p>
          </p:txBody>
        </p:sp>
        <p:sp>
          <p:nvSpPr>
            <p:cNvPr id="11" name="Rectangle: Rounded Corners 18">
              <a:extLst>
                <a:ext uri="{FF2B5EF4-FFF2-40B4-BE49-F238E27FC236}">
                  <a16:creationId xmlns:a16="http://schemas.microsoft.com/office/drawing/2014/main" id="{74535A28-0DB9-92D2-8FF9-F9CA0B4CC57C}"/>
                </a:ext>
              </a:extLst>
            </p:cNvPr>
            <p:cNvSpPr/>
            <p:nvPr/>
          </p:nvSpPr>
          <p:spPr>
            <a:xfrm>
              <a:off x="2200362" y="512579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Decreasing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Order</a:t>
              </a:r>
            </a:p>
          </p:txBody>
        </p:sp>
        <p:sp>
          <p:nvSpPr>
            <p:cNvPr id="12" name="Rectangle: Rounded Corners 18">
              <a:extLst>
                <a:ext uri="{FF2B5EF4-FFF2-40B4-BE49-F238E27FC236}">
                  <a16:creationId xmlns:a16="http://schemas.microsoft.com/office/drawing/2014/main" id="{5408BF87-FBB6-4C0D-0EF6-98F982C6C960}"/>
                </a:ext>
              </a:extLst>
            </p:cNvPr>
            <p:cNvSpPr/>
            <p:nvPr/>
          </p:nvSpPr>
          <p:spPr>
            <a:xfrm>
              <a:off x="4029390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below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3" name="Rectangle: Rounded Corners 18">
              <a:extLst>
                <a:ext uri="{FF2B5EF4-FFF2-40B4-BE49-F238E27FC236}">
                  <a16:creationId xmlns:a16="http://schemas.microsoft.com/office/drawing/2014/main" id="{6D582B31-3CD2-37E5-EB0A-CCD19AE04F08}"/>
                </a:ext>
              </a:extLst>
            </p:cNvPr>
            <p:cNvSpPr/>
            <p:nvPr/>
          </p:nvSpPr>
          <p:spPr>
            <a:xfrm>
              <a:off x="585841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1</a:t>
              </a:r>
            </a:p>
          </p:txBody>
        </p:sp>
        <p:sp>
          <p:nvSpPr>
            <p:cNvPr id="14" name="Rectangle: Rounded Corners 18">
              <a:extLst>
                <a:ext uri="{FF2B5EF4-FFF2-40B4-BE49-F238E27FC236}">
                  <a16:creationId xmlns:a16="http://schemas.microsoft.com/office/drawing/2014/main" id="{891356EA-6748-0BA2-78F7-222FB63E53FD}"/>
                </a:ext>
              </a:extLst>
            </p:cNvPr>
            <p:cNvSpPr/>
            <p:nvPr/>
          </p:nvSpPr>
          <p:spPr>
            <a:xfrm>
              <a:off x="767379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above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5" name="Rectangle: Rounded Corners 18">
              <a:extLst>
                <a:ext uri="{FF2B5EF4-FFF2-40B4-BE49-F238E27FC236}">
                  <a16:creationId xmlns:a16="http://schemas.microsoft.com/office/drawing/2014/main" id="{1FB4804C-84ED-4DC1-3EEF-0F92FA5C671D}"/>
                </a:ext>
              </a:extLst>
            </p:cNvPr>
            <p:cNvSpPr/>
            <p:nvPr/>
          </p:nvSpPr>
          <p:spPr>
            <a:xfrm>
              <a:off x="371334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6" name="Rectangle: Rounded Corners 18">
              <a:extLst>
                <a:ext uri="{FF2B5EF4-FFF2-40B4-BE49-F238E27FC236}">
                  <a16:creationId xmlns:a16="http://schemas.microsoft.com/office/drawing/2014/main" id="{14B6A01B-C645-0C7B-74E1-EDCFFB5A483E}"/>
                </a:ext>
              </a:extLst>
            </p:cNvPr>
            <p:cNvSpPr/>
            <p:nvPr/>
          </p:nvSpPr>
          <p:spPr>
            <a:xfrm>
              <a:off x="2200362" y="587710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7" name="Rectangle: Rounded Corners 18">
              <a:extLst>
                <a:ext uri="{FF2B5EF4-FFF2-40B4-BE49-F238E27FC236}">
                  <a16:creationId xmlns:a16="http://schemas.microsoft.com/office/drawing/2014/main" id="{E6E85128-BAEC-001D-9331-262D6245E154}"/>
                </a:ext>
              </a:extLst>
            </p:cNvPr>
            <p:cNvSpPr/>
            <p:nvPr/>
          </p:nvSpPr>
          <p:spPr>
            <a:xfrm>
              <a:off x="4029390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8" name="Rectangle: Rounded Corners 18">
              <a:extLst>
                <a:ext uri="{FF2B5EF4-FFF2-40B4-BE49-F238E27FC236}">
                  <a16:creationId xmlns:a16="http://schemas.microsoft.com/office/drawing/2014/main" id="{C207ECF8-4EAF-47E5-4B6F-AEA3844FC652}"/>
                </a:ext>
              </a:extLst>
            </p:cNvPr>
            <p:cNvSpPr/>
            <p:nvPr/>
          </p:nvSpPr>
          <p:spPr>
            <a:xfrm>
              <a:off x="585841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9" name="Rectangle: Rounded Corners 18">
              <a:extLst>
                <a:ext uri="{FF2B5EF4-FFF2-40B4-BE49-F238E27FC236}">
                  <a16:creationId xmlns:a16="http://schemas.microsoft.com/office/drawing/2014/main" id="{C877794A-6D77-7704-0FA8-AD33058E6496}"/>
                </a:ext>
              </a:extLst>
            </p:cNvPr>
            <p:cNvSpPr/>
            <p:nvPr/>
          </p:nvSpPr>
          <p:spPr>
            <a:xfrm>
              <a:off x="767379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Rectangle: Rounded Corners 18">
            <a:extLst>
              <a:ext uri="{FF2B5EF4-FFF2-40B4-BE49-F238E27FC236}">
                <a16:creationId xmlns:a16="http://schemas.microsoft.com/office/drawing/2014/main" id="{132253A3-E322-566F-5388-AF560399A724}"/>
              </a:ext>
            </a:extLst>
          </p:cNvPr>
          <p:cNvSpPr/>
          <p:nvPr/>
        </p:nvSpPr>
        <p:spPr>
          <a:xfrm>
            <a:off x="1381269" y="4648192"/>
            <a:ext cx="5458056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Row-Echelon Form</a:t>
            </a:r>
          </a:p>
        </p:txBody>
      </p:sp>
      <p:sp>
        <p:nvSpPr>
          <p:cNvPr id="21" name="Rectangle: Rounded Corners 18">
            <a:extLst>
              <a:ext uri="{FF2B5EF4-FFF2-40B4-BE49-F238E27FC236}">
                <a16:creationId xmlns:a16="http://schemas.microsoft.com/office/drawing/2014/main" id="{E7744341-827F-1633-7A4A-07586FC126CA}"/>
              </a:ext>
            </a:extLst>
          </p:cNvPr>
          <p:cNvSpPr/>
          <p:nvPr/>
        </p:nvSpPr>
        <p:spPr>
          <a:xfrm>
            <a:off x="6868353" y="4648192"/>
            <a:ext cx="3615380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Reduced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9E920AD-778B-5D2D-042A-8312691A9E8A}"/>
              </a:ext>
            </a:extLst>
          </p:cNvPr>
          <p:cNvGrpSpPr/>
          <p:nvPr/>
        </p:nvGrpSpPr>
        <p:grpSpPr>
          <a:xfrm>
            <a:off x="7524042" y="6039332"/>
            <a:ext cx="488621" cy="360000"/>
            <a:chOff x="1669773" y="3763507"/>
            <a:chExt cx="432000" cy="360000"/>
          </a:xfrm>
          <a:solidFill>
            <a:schemeClr val="accent5">
              <a:lumMod val="20000"/>
              <a:lumOff val="80000"/>
            </a:schemeClr>
          </a:solidFill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A47EDAC1-E43D-AD27-E42E-F42703D80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8014525F-D561-3AAA-D5C8-7145AD52FC9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3A1CD86-0FA7-5937-0321-5D73FD55371E}"/>
              </a:ext>
            </a:extLst>
          </p:cNvPr>
          <p:cNvGrpSpPr/>
          <p:nvPr/>
        </p:nvGrpSpPr>
        <p:grpSpPr>
          <a:xfrm>
            <a:off x="3765548" y="6066814"/>
            <a:ext cx="689498" cy="344557"/>
            <a:chOff x="1550504" y="4399721"/>
            <a:chExt cx="609600" cy="344557"/>
          </a:xfrm>
        </p:grpSpPr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99BBF93-D19C-68C8-B9CB-35DDCE8F9923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BEB8E92-7275-E70F-28B7-C55A16690E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6AE620E1-3306-9A00-3407-BD1396A71812}"/>
              </a:ext>
            </a:extLst>
          </p:cNvPr>
          <p:cNvSpPr/>
          <p:nvPr/>
        </p:nvSpPr>
        <p:spPr>
          <a:xfrm>
            <a:off x="5478477" y="2013171"/>
            <a:ext cx="3205256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0" i="0" dirty="0">
                <a:solidFill>
                  <a:srgbClr val="002060"/>
                </a:solidFill>
                <a:latin typeface="+mj-lt"/>
              </a:rPr>
              <a:t>Row - echelon form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F6DCE511-CB1B-8ADD-238A-A0C7839BBC26}"/>
              </a:ext>
            </a:extLst>
          </p:cNvPr>
          <p:cNvSpPr/>
          <p:nvPr/>
        </p:nvSpPr>
        <p:spPr>
          <a:xfrm>
            <a:off x="3994096" y="2013172"/>
            <a:ext cx="1406411" cy="445316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Answer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FCD37003-ED7B-D24E-0BE4-B4DBA7564483}"/>
              </a:ext>
            </a:extLst>
          </p:cNvPr>
          <p:cNvSpPr/>
          <p:nvPr/>
        </p:nvSpPr>
        <p:spPr>
          <a:xfrm>
            <a:off x="4000723" y="2623697"/>
            <a:ext cx="1406411" cy="46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Reason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B9A780C1-A0F3-BA86-9776-62AE249ECD52}"/>
              </a:ext>
            </a:extLst>
          </p:cNvPr>
          <p:cNvSpPr/>
          <p:nvPr/>
        </p:nvSpPr>
        <p:spPr>
          <a:xfrm>
            <a:off x="5501358" y="2647878"/>
            <a:ext cx="6690642" cy="57678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Not reduced row-echelon form because the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279CF463-DD2D-2152-9521-8DD3C98F4BCC}"/>
              </a:ext>
            </a:extLst>
          </p:cNvPr>
          <p:cNvSpPr/>
          <p:nvPr/>
        </p:nvSpPr>
        <p:spPr>
          <a:xfrm>
            <a:off x="1795126" y="1971845"/>
            <a:ext cx="347628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2" name="Arrow: Up 21">
            <a:extLst>
              <a:ext uri="{FF2B5EF4-FFF2-40B4-BE49-F238E27FC236}">
                <a16:creationId xmlns:a16="http://schemas.microsoft.com/office/drawing/2014/main" id="{F7BCF722-81AC-B262-9734-9DA7FCB835C3}"/>
              </a:ext>
            </a:extLst>
          </p:cNvPr>
          <p:cNvSpPr/>
          <p:nvPr/>
        </p:nvSpPr>
        <p:spPr>
          <a:xfrm flipV="1">
            <a:off x="1692324" y="2346121"/>
            <a:ext cx="572570" cy="909106"/>
          </a:xfrm>
          <a:prstGeom prst="upArrow">
            <a:avLst>
              <a:gd name="adj1" fmla="val 45763"/>
              <a:gd name="adj2" fmla="val 58220"/>
            </a:avLst>
          </a:prstGeom>
          <a:noFill/>
          <a:ln w="28575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32A5B4E1-6DA3-E448-5DFA-DCCC90799618}"/>
              </a:ext>
            </a:extLst>
          </p:cNvPr>
          <p:cNvGrpSpPr/>
          <p:nvPr/>
        </p:nvGrpSpPr>
        <p:grpSpPr>
          <a:xfrm>
            <a:off x="1936520" y="6057109"/>
            <a:ext cx="689498" cy="344557"/>
            <a:chOff x="1550504" y="4399721"/>
            <a:chExt cx="609600" cy="344557"/>
          </a:xfrm>
        </p:grpSpPr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E868A430-0390-B055-5529-EF00513F0E2B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AA11900E-1A86-DEA3-852D-22335F15EF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4FAAA65-0770-59F5-F984-A0F9006807D0}"/>
              </a:ext>
            </a:extLst>
          </p:cNvPr>
          <p:cNvGrpSpPr/>
          <p:nvPr/>
        </p:nvGrpSpPr>
        <p:grpSpPr>
          <a:xfrm>
            <a:off x="5587752" y="6081555"/>
            <a:ext cx="689498" cy="344557"/>
            <a:chOff x="1550504" y="4399721"/>
            <a:chExt cx="609600" cy="344557"/>
          </a:xfrm>
        </p:grpSpPr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B3E37A6D-8FF1-84C5-358A-87E64053A1BC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11DF3C16-4DF4-B88C-E4EF-2C68E400EF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D455BB4-0DCF-F9FF-E159-7541003B027A}"/>
                  </a:ext>
                </a:extLst>
              </p:cNvPr>
              <p:cNvSpPr/>
              <p:nvPr/>
            </p:nvSpPr>
            <p:spPr>
              <a:xfrm>
                <a:off x="5501358" y="3224660"/>
                <a:ext cx="4857293" cy="5767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leading entry of first row is not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1.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BD455BB4-0DCF-F9FF-E159-7541003B027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01358" y="3224660"/>
                <a:ext cx="4857293" cy="576782"/>
              </a:xfrm>
              <a:prstGeom prst="rect">
                <a:avLst/>
              </a:prstGeom>
              <a:blipFill rotWithShape="0">
                <a:blip r:embed="rId4"/>
                <a:stretch>
                  <a:fillRect l="-2509" t="-11579" b="-1894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BCF50B1C-D7F9-DBB0-078A-9B515AA80DBD}"/>
              </a:ext>
            </a:extLst>
          </p:cNvPr>
          <p:cNvSpPr/>
          <p:nvPr/>
        </p:nvSpPr>
        <p:spPr>
          <a:xfrm>
            <a:off x="209786" y="803298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94A90FE9-F39F-45FE-9637-9FDC7A339079}"/>
              </a:ext>
            </a:extLst>
          </p:cNvPr>
          <p:cNvSpPr/>
          <p:nvPr/>
        </p:nvSpPr>
        <p:spPr>
          <a:xfrm>
            <a:off x="1923656" y="776445"/>
            <a:ext cx="10058557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Determine whether the following matrices are row-echelon form OR 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C6CC3DA0-B646-4237-961D-1343B0B42198}"/>
              </a:ext>
            </a:extLst>
          </p:cNvPr>
          <p:cNvSpPr/>
          <p:nvPr/>
        </p:nvSpPr>
        <p:spPr>
          <a:xfrm>
            <a:off x="1923657" y="1339731"/>
            <a:ext cx="9732189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reduced row-echelon form OR both OR none.</a:t>
            </a:r>
          </a:p>
        </p:txBody>
      </p:sp>
    </p:spTree>
    <p:extLst>
      <p:ext uri="{BB962C8B-B14F-4D97-AF65-F5344CB8AC3E}">
        <p14:creationId xmlns:p14="http://schemas.microsoft.com/office/powerpoint/2010/main" val="42909182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7" grpId="0"/>
      <p:bldP spid="3" grpId="0" animBg="1"/>
      <p:bldP spid="3" grpId="1" animBg="1"/>
      <p:bldP spid="22" grpId="0" animBg="1"/>
      <p:bldP spid="22" grpId="1" animBg="1"/>
      <p:bldP spid="42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334C6F-C87F-67F0-422F-3D80AB581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Method:3 </a:t>
            </a:r>
            <a:r>
              <a:rPr lang="en-IN" dirty="0">
                <a:latin typeface="Cambria Math" panose="02040503050406030204" pitchFamily="18" charset="0"/>
                <a:ea typeface="Cambria Math" panose="02040503050406030204" pitchFamily="18" charset="0"/>
              </a:rPr>
              <a:t>⇝</a:t>
            </a:r>
            <a:r>
              <a:rPr lang="en-IN" dirty="0"/>
              <a:t> Example:10(Continue)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E5711EE3-4D28-3F05-402C-F751E28FB7C8}"/>
                  </a:ext>
                </a:extLst>
              </p:cNvPr>
              <p:cNvSpPr/>
              <p:nvPr/>
            </p:nvSpPr>
            <p:spPr>
              <a:xfrm>
                <a:off x="141546" y="1936221"/>
                <a:ext cx="3458223" cy="152957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E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E5711EE3-4D28-3F05-402C-F751E28FB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1546" y="1936221"/>
                <a:ext cx="3458223" cy="1529570"/>
              </a:xfrm>
              <a:prstGeom prst="rect">
                <a:avLst/>
              </a:prstGeom>
              <a:blipFill rotWithShape="0"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ectangle: Rounded Corners 18">
            <a:extLst>
              <a:ext uri="{FF2B5EF4-FFF2-40B4-BE49-F238E27FC236}">
                <a16:creationId xmlns:a16="http://schemas.microsoft.com/office/drawing/2014/main" id="{C080EED3-7B7F-ED68-05AE-A30A831C534C}"/>
              </a:ext>
            </a:extLst>
          </p:cNvPr>
          <p:cNvSpPr/>
          <p:nvPr/>
        </p:nvSpPr>
        <p:spPr>
          <a:xfrm>
            <a:off x="1381270" y="4062841"/>
            <a:ext cx="9102463" cy="55213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C00000"/>
                </a:solidFill>
              </a:rPr>
              <a:t>Reduced Row-Echelon Form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AFE26B6-EF42-649A-4CBF-0ED7FE8FDDC2}"/>
              </a:ext>
            </a:extLst>
          </p:cNvPr>
          <p:cNvGrpSpPr/>
          <p:nvPr/>
        </p:nvGrpSpPr>
        <p:grpSpPr>
          <a:xfrm>
            <a:off x="1381269" y="5225505"/>
            <a:ext cx="9102464" cy="1291339"/>
            <a:chOff x="371334" y="5125762"/>
            <a:chExt cx="9102464" cy="1291339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10" name="Rectangle: Rounded Corners 18">
              <a:extLst>
                <a:ext uri="{FF2B5EF4-FFF2-40B4-BE49-F238E27FC236}">
                  <a16:creationId xmlns:a16="http://schemas.microsoft.com/office/drawing/2014/main" id="{210A9774-77C3-B100-D656-24138E89F7FA}"/>
                </a:ext>
              </a:extLst>
            </p:cNvPr>
            <p:cNvSpPr/>
            <p:nvPr/>
          </p:nvSpPr>
          <p:spPr>
            <a:xfrm>
              <a:off x="371334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row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at the bottom</a:t>
              </a:r>
            </a:p>
          </p:txBody>
        </p:sp>
        <p:sp>
          <p:nvSpPr>
            <p:cNvPr id="11" name="Rectangle: Rounded Corners 18">
              <a:extLst>
                <a:ext uri="{FF2B5EF4-FFF2-40B4-BE49-F238E27FC236}">
                  <a16:creationId xmlns:a16="http://schemas.microsoft.com/office/drawing/2014/main" id="{74535A28-0DB9-92D2-8FF9-F9CA0B4CC57C}"/>
                </a:ext>
              </a:extLst>
            </p:cNvPr>
            <p:cNvSpPr/>
            <p:nvPr/>
          </p:nvSpPr>
          <p:spPr>
            <a:xfrm>
              <a:off x="2200362" y="512579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Decreasing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Order</a:t>
              </a:r>
            </a:p>
          </p:txBody>
        </p:sp>
        <p:sp>
          <p:nvSpPr>
            <p:cNvPr id="12" name="Rectangle: Rounded Corners 18">
              <a:extLst>
                <a:ext uri="{FF2B5EF4-FFF2-40B4-BE49-F238E27FC236}">
                  <a16:creationId xmlns:a16="http://schemas.microsoft.com/office/drawing/2014/main" id="{5408BF87-FBB6-4C0D-0EF6-98F982C6C960}"/>
                </a:ext>
              </a:extLst>
            </p:cNvPr>
            <p:cNvSpPr/>
            <p:nvPr/>
          </p:nvSpPr>
          <p:spPr>
            <a:xfrm>
              <a:off x="4029390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below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3" name="Rectangle: Rounded Corners 18">
              <a:extLst>
                <a:ext uri="{FF2B5EF4-FFF2-40B4-BE49-F238E27FC236}">
                  <a16:creationId xmlns:a16="http://schemas.microsoft.com/office/drawing/2014/main" id="{6D582B31-3CD2-37E5-EB0A-CCD19AE04F08}"/>
                </a:ext>
              </a:extLst>
            </p:cNvPr>
            <p:cNvSpPr/>
            <p:nvPr/>
          </p:nvSpPr>
          <p:spPr>
            <a:xfrm>
              <a:off x="585841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1</a:t>
              </a:r>
            </a:p>
          </p:txBody>
        </p:sp>
        <p:sp>
          <p:nvSpPr>
            <p:cNvPr id="14" name="Rectangle: Rounded Corners 18">
              <a:extLst>
                <a:ext uri="{FF2B5EF4-FFF2-40B4-BE49-F238E27FC236}">
                  <a16:creationId xmlns:a16="http://schemas.microsoft.com/office/drawing/2014/main" id="{891356EA-6748-0BA2-78F7-222FB63E53FD}"/>
                </a:ext>
              </a:extLst>
            </p:cNvPr>
            <p:cNvSpPr/>
            <p:nvPr/>
          </p:nvSpPr>
          <p:spPr>
            <a:xfrm>
              <a:off x="767379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above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5" name="Rectangle: Rounded Corners 18">
              <a:extLst>
                <a:ext uri="{FF2B5EF4-FFF2-40B4-BE49-F238E27FC236}">
                  <a16:creationId xmlns:a16="http://schemas.microsoft.com/office/drawing/2014/main" id="{1FB4804C-84ED-4DC1-3EEF-0F92FA5C671D}"/>
                </a:ext>
              </a:extLst>
            </p:cNvPr>
            <p:cNvSpPr/>
            <p:nvPr/>
          </p:nvSpPr>
          <p:spPr>
            <a:xfrm>
              <a:off x="371334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6" name="Rectangle: Rounded Corners 18">
              <a:extLst>
                <a:ext uri="{FF2B5EF4-FFF2-40B4-BE49-F238E27FC236}">
                  <a16:creationId xmlns:a16="http://schemas.microsoft.com/office/drawing/2014/main" id="{14B6A01B-C645-0C7B-74E1-EDCFFB5A483E}"/>
                </a:ext>
              </a:extLst>
            </p:cNvPr>
            <p:cNvSpPr/>
            <p:nvPr/>
          </p:nvSpPr>
          <p:spPr>
            <a:xfrm>
              <a:off x="2200362" y="587710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7" name="Rectangle: Rounded Corners 18">
              <a:extLst>
                <a:ext uri="{FF2B5EF4-FFF2-40B4-BE49-F238E27FC236}">
                  <a16:creationId xmlns:a16="http://schemas.microsoft.com/office/drawing/2014/main" id="{E6E85128-BAEC-001D-9331-262D6245E154}"/>
                </a:ext>
              </a:extLst>
            </p:cNvPr>
            <p:cNvSpPr/>
            <p:nvPr/>
          </p:nvSpPr>
          <p:spPr>
            <a:xfrm>
              <a:off x="4029390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8" name="Rectangle: Rounded Corners 18">
              <a:extLst>
                <a:ext uri="{FF2B5EF4-FFF2-40B4-BE49-F238E27FC236}">
                  <a16:creationId xmlns:a16="http://schemas.microsoft.com/office/drawing/2014/main" id="{C207ECF8-4EAF-47E5-4B6F-AEA3844FC652}"/>
                </a:ext>
              </a:extLst>
            </p:cNvPr>
            <p:cNvSpPr/>
            <p:nvPr/>
          </p:nvSpPr>
          <p:spPr>
            <a:xfrm>
              <a:off x="585841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9" name="Rectangle: Rounded Corners 18">
              <a:extLst>
                <a:ext uri="{FF2B5EF4-FFF2-40B4-BE49-F238E27FC236}">
                  <a16:creationId xmlns:a16="http://schemas.microsoft.com/office/drawing/2014/main" id="{C877794A-6D77-7704-0FA8-AD33058E6496}"/>
                </a:ext>
              </a:extLst>
            </p:cNvPr>
            <p:cNvSpPr/>
            <p:nvPr/>
          </p:nvSpPr>
          <p:spPr>
            <a:xfrm>
              <a:off x="767379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Rectangle: Rounded Corners 18">
            <a:extLst>
              <a:ext uri="{FF2B5EF4-FFF2-40B4-BE49-F238E27FC236}">
                <a16:creationId xmlns:a16="http://schemas.microsoft.com/office/drawing/2014/main" id="{132253A3-E322-566F-5388-AF560399A724}"/>
              </a:ext>
            </a:extLst>
          </p:cNvPr>
          <p:cNvSpPr/>
          <p:nvPr/>
        </p:nvSpPr>
        <p:spPr>
          <a:xfrm>
            <a:off x="1381269" y="4648192"/>
            <a:ext cx="5458056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Row-Echelon Form</a:t>
            </a:r>
          </a:p>
        </p:txBody>
      </p:sp>
      <p:sp>
        <p:nvSpPr>
          <p:cNvPr id="21" name="Rectangle: Rounded Corners 18">
            <a:extLst>
              <a:ext uri="{FF2B5EF4-FFF2-40B4-BE49-F238E27FC236}">
                <a16:creationId xmlns:a16="http://schemas.microsoft.com/office/drawing/2014/main" id="{E7744341-827F-1633-7A4A-07586FC126CA}"/>
              </a:ext>
            </a:extLst>
          </p:cNvPr>
          <p:cNvSpPr/>
          <p:nvPr/>
        </p:nvSpPr>
        <p:spPr>
          <a:xfrm>
            <a:off x="6868353" y="4648192"/>
            <a:ext cx="3615380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Reduced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9E920AD-778B-5D2D-042A-8312691A9E8A}"/>
              </a:ext>
            </a:extLst>
          </p:cNvPr>
          <p:cNvGrpSpPr/>
          <p:nvPr/>
        </p:nvGrpSpPr>
        <p:grpSpPr>
          <a:xfrm>
            <a:off x="7554067" y="6066814"/>
            <a:ext cx="488621" cy="360000"/>
            <a:chOff x="1669773" y="3763507"/>
            <a:chExt cx="432000" cy="360000"/>
          </a:xfrm>
          <a:solidFill>
            <a:schemeClr val="accent5">
              <a:lumMod val="20000"/>
              <a:lumOff val="80000"/>
            </a:schemeClr>
          </a:solidFill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A47EDAC1-E43D-AD27-E42E-F42703D80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8014525F-D561-3AAA-D5C8-7145AD52FC9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3A1CD86-0FA7-5937-0321-5D73FD55371E}"/>
              </a:ext>
            </a:extLst>
          </p:cNvPr>
          <p:cNvGrpSpPr/>
          <p:nvPr/>
        </p:nvGrpSpPr>
        <p:grpSpPr>
          <a:xfrm>
            <a:off x="3765548" y="6066814"/>
            <a:ext cx="689498" cy="344557"/>
            <a:chOff x="1550504" y="4399721"/>
            <a:chExt cx="609600" cy="344557"/>
          </a:xfrm>
        </p:grpSpPr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99BBF93-D19C-68C8-B9CB-35DDCE8F9923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BEB8E92-7275-E70F-28B7-C55A16690E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6AE620E1-3306-9A00-3407-BD1396A71812}"/>
              </a:ext>
            </a:extLst>
          </p:cNvPr>
          <p:cNvSpPr/>
          <p:nvPr/>
        </p:nvSpPr>
        <p:spPr>
          <a:xfrm>
            <a:off x="5478477" y="2013171"/>
            <a:ext cx="3028525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0" i="0" dirty="0">
                <a:solidFill>
                  <a:srgbClr val="002060"/>
                </a:solidFill>
                <a:latin typeface="+mj-lt"/>
              </a:rPr>
              <a:t>Row - echelon form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F6DCE511-CB1B-8ADD-238A-A0C7839BBC26}"/>
              </a:ext>
            </a:extLst>
          </p:cNvPr>
          <p:cNvSpPr/>
          <p:nvPr/>
        </p:nvSpPr>
        <p:spPr>
          <a:xfrm>
            <a:off x="3994096" y="2013172"/>
            <a:ext cx="1406411" cy="445316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Answer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FCD37003-ED7B-D24E-0BE4-B4DBA7564483}"/>
              </a:ext>
            </a:extLst>
          </p:cNvPr>
          <p:cNvSpPr/>
          <p:nvPr/>
        </p:nvSpPr>
        <p:spPr>
          <a:xfrm>
            <a:off x="4000723" y="2623697"/>
            <a:ext cx="1406411" cy="46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Reason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B9A780C1-A0F3-BA86-9776-62AE249ECD52}"/>
              </a:ext>
            </a:extLst>
          </p:cNvPr>
          <p:cNvSpPr/>
          <p:nvPr/>
        </p:nvSpPr>
        <p:spPr>
          <a:xfrm>
            <a:off x="5501358" y="2647878"/>
            <a:ext cx="6132624" cy="57678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Not reduced row-echelon form because</a:t>
            </a: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4FAAA65-0770-59F5-F984-A0F9006807D0}"/>
              </a:ext>
            </a:extLst>
          </p:cNvPr>
          <p:cNvGrpSpPr/>
          <p:nvPr/>
        </p:nvGrpSpPr>
        <p:grpSpPr>
          <a:xfrm>
            <a:off x="5587752" y="6081555"/>
            <a:ext cx="689498" cy="344557"/>
            <a:chOff x="1550504" y="4399721"/>
            <a:chExt cx="609600" cy="344557"/>
          </a:xfrm>
        </p:grpSpPr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B3E37A6D-8FF1-84C5-358A-87E64053A1BC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11DF3C16-4DF4-B88C-E4EF-2C68E400EF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id="{BD455BB4-0DCF-F9FF-E159-7541003B027A}"/>
              </a:ext>
            </a:extLst>
          </p:cNvPr>
          <p:cNvSpPr/>
          <p:nvPr/>
        </p:nvSpPr>
        <p:spPr>
          <a:xfrm>
            <a:off x="5501358" y="3071253"/>
            <a:ext cx="6690642" cy="57678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leading entry of first row is not 1.</a:t>
            </a:r>
          </a:p>
          <a:p>
            <a:endParaRPr lang="en-IN" sz="2800" dirty="0">
              <a:solidFill>
                <a:srgbClr val="002060"/>
              </a:solidFill>
            </a:endParaRP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50AA88A6-7DAF-5C69-1E48-A19AF07422FC}"/>
              </a:ext>
            </a:extLst>
          </p:cNvPr>
          <p:cNvCxnSpPr>
            <a:cxnSpLocks/>
          </p:cNvCxnSpPr>
          <p:nvPr/>
        </p:nvCxnSpPr>
        <p:spPr>
          <a:xfrm>
            <a:off x="1858630" y="6246814"/>
            <a:ext cx="77363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2B3B3500-64A6-2676-AAFC-8108EA2A7B78}"/>
              </a:ext>
            </a:extLst>
          </p:cNvPr>
          <p:cNvSpPr/>
          <p:nvPr/>
        </p:nvSpPr>
        <p:spPr>
          <a:xfrm>
            <a:off x="1028297" y="1977863"/>
            <a:ext cx="347628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7E7F7A18-22F0-B0A0-1934-A93F3F84F95D}"/>
              </a:ext>
            </a:extLst>
          </p:cNvPr>
          <p:cNvSpPr/>
          <p:nvPr/>
        </p:nvSpPr>
        <p:spPr>
          <a:xfrm>
            <a:off x="2402812" y="2398822"/>
            <a:ext cx="347628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338F355D-56B2-979E-C11E-D8508BA88C2E}"/>
              </a:ext>
            </a:extLst>
          </p:cNvPr>
          <p:cNvSpPr/>
          <p:nvPr/>
        </p:nvSpPr>
        <p:spPr>
          <a:xfrm>
            <a:off x="2952863" y="2798819"/>
            <a:ext cx="347628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8EF7347A-102A-EE80-E3A6-526F25761A47}"/>
              </a:ext>
            </a:extLst>
          </p:cNvPr>
          <p:cNvSpPr/>
          <p:nvPr/>
        </p:nvSpPr>
        <p:spPr>
          <a:xfrm>
            <a:off x="209786" y="803298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D6E39D8B-0751-4D4B-8628-FEB677C00387}"/>
              </a:ext>
            </a:extLst>
          </p:cNvPr>
          <p:cNvSpPr/>
          <p:nvPr/>
        </p:nvSpPr>
        <p:spPr>
          <a:xfrm>
            <a:off x="1923656" y="776445"/>
            <a:ext cx="10058557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Determine whether the following matrices are row-echelon form OR 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89BDF237-6FFB-4513-8463-148A74B16437}"/>
              </a:ext>
            </a:extLst>
          </p:cNvPr>
          <p:cNvSpPr/>
          <p:nvPr/>
        </p:nvSpPr>
        <p:spPr>
          <a:xfrm>
            <a:off x="1923657" y="1339731"/>
            <a:ext cx="9732189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reduced row-echelon form OR both OR none.</a:t>
            </a:r>
          </a:p>
        </p:txBody>
      </p:sp>
    </p:spTree>
    <p:extLst>
      <p:ext uri="{BB962C8B-B14F-4D97-AF65-F5344CB8AC3E}">
        <p14:creationId xmlns:p14="http://schemas.microsoft.com/office/powerpoint/2010/main" val="26423895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7" grpId="0"/>
      <p:bldP spid="42" grpId="0"/>
      <p:bldP spid="24" grpId="0" animBg="1"/>
      <p:bldP spid="24" grpId="1" animBg="1"/>
      <p:bldP spid="48" grpId="0" animBg="1"/>
      <p:bldP spid="48" grpId="1" animBg="1"/>
      <p:bldP spid="49" grpId="0" animBg="1"/>
      <p:bldP spid="49" grpId="1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334C6F-C87F-67F0-422F-3D80AB581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Method:3 </a:t>
            </a:r>
            <a:r>
              <a:rPr lang="en-IN" dirty="0">
                <a:latin typeface="Cambria Math" panose="02040503050406030204" pitchFamily="18" charset="0"/>
                <a:ea typeface="Cambria Math" panose="02040503050406030204" pitchFamily="18" charset="0"/>
              </a:rPr>
              <a:t>⇝</a:t>
            </a:r>
            <a:r>
              <a:rPr lang="en-IN" dirty="0"/>
              <a:t> Example:10(Continue)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E5711EE3-4D28-3F05-402C-F751E28FB7C8}"/>
                  </a:ext>
                </a:extLst>
              </p:cNvPr>
              <p:cNvSpPr/>
              <p:nvPr/>
            </p:nvSpPr>
            <p:spPr>
              <a:xfrm>
                <a:off x="141546" y="1936221"/>
                <a:ext cx="3458223" cy="152957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E5711EE3-4D28-3F05-402C-F751E28FB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1546" y="1936221"/>
                <a:ext cx="3458223" cy="1529570"/>
              </a:xfrm>
              <a:prstGeom prst="rect">
                <a:avLst/>
              </a:prstGeom>
              <a:blipFill rotWithShape="0"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ectangle: Rounded Corners 18">
            <a:extLst>
              <a:ext uri="{FF2B5EF4-FFF2-40B4-BE49-F238E27FC236}">
                <a16:creationId xmlns:a16="http://schemas.microsoft.com/office/drawing/2014/main" id="{C080EED3-7B7F-ED68-05AE-A30A831C534C}"/>
              </a:ext>
            </a:extLst>
          </p:cNvPr>
          <p:cNvSpPr/>
          <p:nvPr/>
        </p:nvSpPr>
        <p:spPr>
          <a:xfrm>
            <a:off x="1381270" y="4062841"/>
            <a:ext cx="9102463" cy="55213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C00000"/>
                </a:solidFill>
              </a:rPr>
              <a:t>Reduced Row-Echelon Form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AFE26B6-EF42-649A-4CBF-0ED7FE8FDDC2}"/>
              </a:ext>
            </a:extLst>
          </p:cNvPr>
          <p:cNvGrpSpPr/>
          <p:nvPr/>
        </p:nvGrpSpPr>
        <p:grpSpPr>
          <a:xfrm>
            <a:off x="1381269" y="5225505"/>
            <a:ext cx="9102464" cy="1291339"/>
            <a:chOff x="371334" y="5125762"/>
            <a:chExt cx="9102464" cy="1291339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10" name="Rectangle: Rounded Corners 18">
              <a:extLst>
                <a:ext uri="{FF2B5EF4-FFF2-40B4-BE49-F238E27FC236}">
                  <a16:creationId xmlns:a16="http://schemas.microsoft.com/office/drawing/2014/main" id="{210A9774-77C3-B100-D656-24138E89F7FA}"/>
                </a:ext>
              </a:extLst>
            </p:cNvPr>
            <p:cNvSpPr/>
            <p:nvPr/>
          </p:nvSpPr>
          <p:spPr>
            <a:xfrm>
              <a:off x="371334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row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at the bottom</a:t>
              </a:r>
            </a:p>
          </p:txBody>
        </p:sp>
        <p:sp>
          <p:nvSpPr>
            <p:cNvPr id="11" name="Rectangle: Rounded Corners 18">
              <a:extLst>
                <a:ext uri="{FF2B5EF4-FFF2-40B4-BE49-F238E27FC236}">
                  <a16:creationId xmlns:a16="http://schemas.microsoft.com/office/drawing/2014/main" id="{74535A28-0DB9-92D2-8FF9-F9CA0B4CC57C}"/>
                </a:ext>
              </a:extLst>
            </p:cNvPr>
            <p:cNvSpPr/>
            <p:nvPr/>
          </p:nvSpPr>
          <p:spPr>
            <a:xfrm>
              <a:off x="2200362" y="512579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Decreasing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Order</a:t>
              </a:r>
            </a:p>
          </p:txBody>
        </p:sp>
        <p:sp>
          <p:nvSpPr>
            <p:cNvPr id="12" name="Rectangle: Rounded Corners 18">
              <a:extLst>
                <a:ext uri="{FF2B5EF4-FFF2-40B4-BE49-F238E27FC236}">
                  <a16:creationId xmlns:a16="http://schemas.microsoft.com/office/drawing/2014/main" id="{5408BF87-FBB6-4C0D-0EF6-98F982C6C960}"/>
                </a:ext>
              </a:extLst>
            </p:cNvPr>
            <p:cNvSpPr/>
            <p:nvPr/>
          </p:nvSpPr>
          <p:spPr>
            <a:xfrm>
              <a:off x="4029390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below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3" name="Rectangle: Rounded Corners 18">
              <a:extLst>
                <a:ext uri="{FF2B5EF4-FFF2-40B4-BE49-F238E27FC236}">
                  <a16:creationId xmlns:a16="http://schemas.microsoft.com/office/drawing/2014/main" id="{6D582B31-3CD2-37E5-EB0A-CCD19AE04F08}"/>
                </a:ext>
              </a:extLst>
            </p:cNvPr>
            <p:cNvSpPr/>
            <p:nvPr/>
          </p:nvSpPr>
          <p:spPr>
            <a:xfrm>
              <a:off x="585841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1</a:t>
              </a:r>
            </a:p>
          </p:txBody>
        </p:sp>
        <p:sp>
          <p:nvSpPr>
            <p:cNvPr id="14" name="Rectangle: Rounded Corners 18">
              <a:extLst>
                <a:ext uri="{FF2B5EF4-FFF2-40B4-BE49-F238E27FC236}">
                  <a16:creationId xmlns:a16="http://schemas.microsoft.com/office/drawing/2014/main" id="{891356EA-6748-0BA2-78F7-222FB63E53FD}"/>
                </a:ext>
              </a:extLst>
            </p:cNvPr>
            <p:cNvSpPr/>
            <p:nvPr/>
          </p:nvSpPr>
          <p:spPr>
            <a:xfrm>
              <a:off x="767379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above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5" name="Rectangle: Rounded Corners 18">
              <a:extLst>
                <a:ext uri="{FF2B5EF4-FFF2-40B4-BE49-F238E27FC236}">
                  <a16:creationId xmlns:a16="http://schemas.microsoft.com/office/drawing/2014/main" id="{1FB4804C-84ED-4DC1-3EEF-0F92FA5C671D}"/>
                </a:ext>
              </a:extLst>
            </p:cNvPr>
            <p:cNvSpPr/>
            <p:nvPr/>
          </p:nvSpPr>
          <p:spPr>
            <a:xfrm>
              <a:off x="371334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6" name="Rectangle: Rounded Corners 18">
              <a:extLst>
                <a:ext uri="{FF2B5EF4-FFF2-40B4-BE49-F238E27FC236}">
                  <a16:creationId xmlns:a16="http://schemas.microsoft.com/office/drawing/2014/main" id="{14B6A01B-C645-0C7B-74E1-EDCFFB5A483E}"/>
                </a:ext>
              </a:extLst>
            </p:cNvPr>
            <p:cNvSpPr/>
            <p:nvPr/>
          </p:nvSpPr>
          <p:spPr>
            <a:xfrm>
              <a:off x="2200362" y="587710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7" name="Rectangle: Rounded Corners 18">
              <a:extLst>
                <a:ext uri="{FF2B5EF4-FFF2-40B4-BE49-F238E27FC236}">
                  <a16:creationId xmlns:a16="http://schemas.microsoft.com/office/drawing/2014/main" id="{E6E85128-BAEC-001D-9331-262D6245E154}"/>
                </a:ext>
              </a:extLst>
            </p:cNvPr>
            <p:cNvSpPr/>
            <p:nvPr/>
          </p:nvSpPr>
          <p:spPr>
            <a:xfrm>
              <a:off x="4029390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8" name="Rectangle: Rounded Corners 18">
              <a:extLst>
                <a:ext uri="{FF2B5EF4-FFF2-40B4-BE49-F238E27FC236}">
                  <a16:creationId xmlns:a16="http://schemas.microsoft.com/office/drawing/2014/main" id="{C207ECF8-4EAF-47E5-4B6F-AEA3844FC652}"/>
                </a:ext>
              </a:extLst>
            </p:cNvPr>
            <p:cNvSpPr/>
            <p:nvPr/>
          </p:nvSpPr>
          <p:spPr>
            <a:xfrm>
              <a:off x="585841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9" name="Rectangle: Rounded Corners 18">
              <a:extLst>
                <a:ext uri="{FF2B5EF4-FFF2-40B4-BE49-F238E27FC236}">
                  <a16:creationId xmlns:a16="http://schemas.microsoft.com/office/drawing/2014/main" id="{C877794A-6D77-7704-0FA8-AD33058E6496}"/>
                </a:ext>
              </a:extLst>
            </p:cNvPr>
            <p:cNvSpPr/>
            <p:nvPr/>
          </p:nvSpPr>
          <p:spPr>
            <a:xfrm>
              <a:off x="767379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Rectangle: Rounded Corners 18">
            <a:extLst>
              <a:ext uri="{FF2B5EF4-FFF2-40B4-BE49-F238E27FC236}">
                <a16:creationId xmlns:a16="http://schemas.microsoft.com/office/drawing/2014/main" id="{132253A3-E322-566F-5388-AF560399A724}"/>
              </a:ext>
            </a:extLst>
          </p:cNvPr>
          <p:cNvSpPr/>
          <p:nvPr/>
        </p:nvSpPr>
        <p:spPr>
          <a:xfrm>
            <a:off x="1381269" y="4648192"/>
            <a:ext cx="5458056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Row-Echelon Form</a:t>
            </a:r>
          </a:p>
        </p:txBody>
      </p:sp>
      <p:sp>
        <p:nvSpPr>
          <p:cNvPr id="21" name="Rectangle: Rounded Corners 18">
            <a:extLst>
              <a:ext uri="{FF2B5EF4-FFF2-40B4-BE49-F238E27FC236}">
                <a16:creationId xmlns:a16="http://schemas.microsoft.com/office/drawing/2014/main" id="{E7744341-827F-1633-7A4A-07586FC126CA}"/>
              </a:ext>
            </a:extLst>
          </p:cNvPr>
          <p:cNvSpPr/>
          <p:nvPr/>
        </p:nvSpPr>
        <p:spPr>
          <a:xfrm>
            <a:off x="6868353" y="4648192"/>
            <a:ext cx="3615380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Reduced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9E920AD-778B-5D2D-042A-8312691A9E8A}"/>
              </a:ext>
            </a:extLst>
          </p:cNvPr>
          <p:cNvGrpSpPr/>
          <p:nvPr/>
        </p:nvGrpSpPr>
        <p:grpSpPr>
          <a:xfrm>
            <a:off x="9335555" y="6067907"/>
            <a:ext cx="488621" cy="360000"/>
            <a:chOff x="1669773" y="3763507"/>
            <a:chExt cx="432000" cy="360000"/>
          </a:xfrm>
          <a:solidFill>
            <a:schemeClr val="accent5">
              <a:lumMod val="20000"/>
              <a:lumOff val="80000"/>
            </a:schemeClr>
          </a:solidFill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A47EDAC1-E43D-AD27-E42E-F42703D80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8014525F-D561-3AAA-D5C8-7145AD52FC9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3A1CD86-0FA7-5937-0321-5D73FD55371E}"/>
              </a:ext>
            </a:extLst>
          </p:cNvPr>
          <p:cNvGrpSpPr/>
          <p:nvPr/>
        </p:nvGrpSpPr>
        <p:grpSpPr>
          <a:xfrm>
            <a:off x="3765548" y="6066814"/>
            <a:ext cx="689498" cy="344557"/>
            <a:chOff x="1550504" y="4399721"/>
            <a:chExt cx="609600" cy="344557"/>
          </a:xfrm>
        </p:grpSpPr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99BBF93-D19C-68C8-B9CB-35DDCE8F9923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BEB8E92-7275-E70F-28B7-C55A16690E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6AE620E1-3306-9A00-3407-BD1396A71812}"/>
              </a:ext>
            </a:extLst>
          </p:cNvPr>
          <p:cNvSpPr/>
          <p:nvPr/>
        </p:nvSpPr>
        <p:spPr>
          <a:xfrm>
            <a:off x="5492125" y="2013171"/>
            <a:ext cx="3191608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0" i="0" dirty="0">
                <a:solidFill>
                  <a:srgbClr val="002060"/>
                </a:solidFill>
                <a:latin typeface="+mj-lt"/>
              </a:rPr>
              <a:t>Row - echelon form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F6DCE511-CB1B-8ADD-238A-A0C7839BBC26}"/>
              </a:ext>
            </a:extLst>
          </p:cNvPr>
          <p:cNvSpPr/>
          <p:nvPr/>
        </p:nvSpPr>
        <p:spPr>
          <a:xfrm>
            <a:off x="3994096" y="2013172"/>
            <a:ext cx="1406411" cy="445316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Answer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FCD37003-ED7B-D24E-0BE4-B4DBA7564483}"/>
              </a:ext>
            </a:extLst>
          </p:cNvPr>
          <p:cNvSpPr/>
          <p:nvPr/>
        </p:nvSpPr>
        <p:spPr>
          <a:xfrm>
            <a:off x="4000723" y="2623697"/>
            <a:ext cx="1406411" cy="46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Reason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B9A780C1-A0F3-BA86-9776-62AE249ECD52}"/>
              </a:ext>
            </a:extLst>
          </p:cNvPr>
          <p:cNvSpPr/>
          <p:nvPr/>
        </p:nvSpPr>
        <p:spPr>
          <a:xfrm>
            <a:off x="5501358" y="2647878"/>
            <a:ext cx="5886215" cy="57678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Not reduced row-echelon form because</a:t>
            </a: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4FAAA65-0770-59F5-F984-A0F9006807D0}"/>
              </a:ext>
            </a:extLst>
          </p:cNvPr>
          <p:cNvGrpSpPr/>
          <p:nvPr/>
        </p:nvGrpSpPr>
        <p:grpSpPr>
          <a:xfrm>
            <a:off x="5587752" y="6081555"/>
            <a:ext cx="689498" cy="344557"/>
            <a:chOff x="1550504" y="4399721"/>
            <a:chExt cx="609600" cy="344557"/>
          </a:xfrm>
        </p:grpSpPr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B3E37A6D-8FF1-84C5-358A-87E64053A1BC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11DF3C16-4DF4-B88C-E4EF-2C68E400EF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2B3B3500-64A6-2676-AAFC-8108EA2A7B78}"/>
              </a:ext>
            </a:extLst>
          </p:cNvPr>
          <p:cNvSpPr/>
          <p:nvPr/>
        </p:nvSpPr>
        <p:spPr>
          <a:xfrm>
            <a:off x="1041945" y="1977863"/>
            <a:ext cx="347628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338F355D-56B2-979E-C11E-D8508BA88C2E}"/>
              </a:ext>
            </a:extLst>
          </p:cNvPr>
          <p:cNvSpPr/>
          <p:nvPr/>
        </p:nvSpPr>
        <p:spPr>
          <a:xfrm>
            <a:off x="1589677" y="2393200"/>
            <a:ext cx="347628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8214E1C-86E1-9F15-87E5-7737FF4C7FA0}"/>
              </a:ext>
            </a:extLst>
          </p:cNvPr>
          <p:cNvGrpSpPr/>
          <p:nvPr/>
        </p:nvGrpSpPr>
        <p:grpSpPr>
          <a:xfrm>
            <a:off x="1936520" y="6067025"/>
            <a:ext cx="689498" cy="344557"/>
            <a:chOff x="1550504" y="4399721"/>
            <a:chExt cx="609600" cy="344557"/>
          </a:xfrm>
        </p:grpSpPr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F75704B3-8236-CB3C-3D60-9E531B8EE114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5078D205-0779-557B-79A0-38DB91F468F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72ABC7B8-49D9-F7AB-5B35-3A93F908451A}"/>
              </a:ext>
            </a:extLst>
          </p:cNvPr>
          <p:cNvGrpSpPr/>
          <p:nvPr/>
        </p:nvGrpSpPr>
        <p:grpSpPr>
          <a:xfrm>
            <a:off x="7423604" y="6051371"/>
            <a:ext cx="689498" cy="344557"/>
            <a:chOff x="1550504" y="4399721"/>
            <a:chExt cx="609600" cy="344557"/>
          </a:xfrm>
        </p:grpSpPr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54371668-E438-F955-CDA6-468172593695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8AD74B87-1169-D6BE-A1EE-D35843751CB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Arrow: Up 42">
            <a:extLst>
              <a:ext uri="{FF2B5EF4-FFF2-40B4-BE49-F238E27FC236}">
                <a16:creationId xmlns:a16="http://schemas.microsoft.com/office/drawing/2014/main" id="{0B2E6792-6B04-00A2-B41C-500A3CA196FF}"/>
              </a:ext>
            </a:extLst>
          </p:cNvPr>
          <p:cNvSpPr/>
          <p:nvPr/>
        </p:nvSpPr>
        <p:spPr>
          <a:xfrm>
            <a:off x="1476896" y="1892746"/>
            <a:ext cx="572570" cy="487801"/>
          </a:xfrm>
          <a:prstGeom prst="upArrow">
            <a:avLst>
              <a:gd name="adj1" fmla="val 45763"/>
              <a:gd name="adj2" fmla="val 58220"/>
            </a:avLst>
          </a:prstGeom>
          <a:noFill/>
          <a:ln w="28575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90B1FBBC-D718-BEF2-6FF3-E3605C0C328A}"/>
              </a:ext>
            </a:extLst>
          </p:cNvPr>
          <p:cNvSpPr/>
          <p:nvPr/>
        </p:nvSpPr>
        <p:spPr>
          <a:xfrm>
            <a:off x="5501358" y="3071253"/>
            <a:ext cx="6235717" cy="57678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there is no zero above the leading entry of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29DA479-138E-B60B-5F70-6E111DA6081E}"/>
              </a:ext>
            </a:extLst>
          </p:cNvPr>
          <p:cNvSpPr/>
          <p:nvPr/>
        </p:nvSpPr>
        <p:spPr>
          <a:xfrm>
            <a:off x="5501358" y="3534312"/>
            <a:ext cx="2387774" cy="57678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second row.</a:t>
            </a:r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E879482F-000C-592D-1EB1-95D099A1E96E}"/>
              </a:ext>
            </a:extLst>
          </p:cNvPr>
          <p:cNvSpPr/>
          <p:nvPr/>
        </p:nvSpPr>
        <p:spPr>
          <a:xfrm>
            <a:off x="209786" y="803298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F99D5FD0-1844-41F9-A07A-F3000ACE0BE3}"/>
              </a:ext>
            </a:extLst>
          </p:cNvPr>
          <p:cNvSpPr/>
          <p:nvPr/>
        </p:nvSpPr>
        <p:spPr>
          <a:xfrm>
            <a:off x="1923656" y="776445"/>
            <a:ext cx="10058557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Determine whether the following matrices are row-echelon form OR 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889AF054-6027-4B05-B9BA-26DE412DCECD}"/>
              </a:ext>
            </a:extLst>
          </p:cNvPr>
          <p:cNvSpPr/>
          <p:nvPr/>
        </p:nvSpPr>
        <p:spPr>
          <a:xfrm>
            <a:off x="1923657" y="1339731"/>
            <a:ext cx="9732189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reduced row-echelon form OR both OR none.</a:t>
            </a:r>
          </a:p>
        </p:txBody>
      </p:sp>
    </p:spTree>
    <p:extLst>
      <p:ext uri="{BB962C8B-B14F-4D97-AF65-F5344CB8AC3E}">
        <p14:creationId xmlns:p14="http://schemas.microsoft.com/office/powerpoint/2010/main" val="24133784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7" grpId="0"/>
      <p:bldP spid="24" grpId="0" animBg="1"/>
      <p:bldP spid="24" grpId="1" animBg="1"/>
      <p:bldP spid="49" grpId="0" animBg="1"/>
      <p:bldP spid="49" grpId="1" animBg="1"/>
      <p:bldP spid="43" grpId="0" animBg="1"/>
      <p:bldP spid="43" grpId="1" animBg="1"/>
      <p:bldP spid="23" grpId="0"/>
      <p:bldP spid="44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334C6F-C87F-67F0-422F-3D80AB581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Method:3 </a:t>
            </a:r>
            <a:r>
              <a:rPr lang="en-IN" dirty="0">
                <a:latin typeface="Cambria Math" panose="02040503050406030204" pitchFamily="18" charset="0"/>
                <a:ea typeface="Cambria Math" panose="02040503050406030204" pitchFamily="18" charset="0"/>
              </a:rPr>
              <a:t>⇝</a:t>
            </a:r>
            <a:r>
              <a:rPr lang="en-IN" dirty="0"/>
              <a:t> Example:10(Continue)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E5711EE3-4D28-3F05-402C-F751E28FB7C8}"/>
                  </a:ext>
                </a:extLst>
              </p:cNvPr>
              <p:cNvSpPr/>
              <p:nvPr/>
            </p:nvSpPr>
            <p:spPr>
              <a:xfrm>
                <a:off x="209786" y="1966843"/>
                <a:ext cx="1523481" cy="59865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G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E5711EE3-4D28-3F05-402C-F751E28FB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786" y="1966843"/>
                <a:ext cx="1523481" cy="598656"/>
              </a:xfrm>
              <a:prstGeom prst="rect">
                <a:avLst/>
              </a:prstGeom>
              <a:blipFill rotWithShape="0"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ectangle: Rounded Corners 18">
            <a:extLst>
              <a:ext uri="{FF2B5EF4-FFF2-40B4-BE49-F238E27FC236}">
                <a16:creationId xmlns:a16="http://schemas.microsoft.com/office/drawing/2014/main" id="{C080EED3-7B7F-ED68-05AE-A30A831C534C}"/>
              </a:ext>
            </a:extLst>
          </p:cNvPr>
          <p:cNvSpPr/>
          <p:nvPr/>
        </p:nvSpPr>
        <p:spPr>
          <a:xfrm>
            <a:off x="1381270" y="4062841"/>
            <a:ext cx="9102463" cy="55213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C00000"/>
                </a:solidFill>
              </a:rPr>
              <a:t>Reduced Row-Echelon Form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AFE26B6-EF42-649A-4CBF-0ED7FE8FDDC2}"/>
              </a:ext>
            </a:extLst>
          </p:cNvPr>
          <p:cNvGrpSpPr/>
          <p:nvPr/>
        </p:nvGrpSpPr>
        <p:grpSpPr>
          <a:xfrm>
            <a:off x="1381269" y="5225505"/>
            <a:ext cx="9102464" cy="1291339"/>
            <a:chOff x="371334" y="5125762"/>
            <a:chExt cx="9102464" cy="1291339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10" name="Rectangle: Rounded Corners 18">
              <a:extLst>
                <a:ext uri="{FF2B5EF4-FFF2-40B4-BE49-F238E27FC236}">
                  <a16:creationId xmlns:a16="http://schemas.microsoft.com/office/drawing/2014/main" id="{210A9774-77C3-B100-D656-24138E89F7FA}"/>
                </a:ext>
              </a:extLst>
            </p:cNvPr>
            <p:cNvSpPr/>
            <p:nvPr/>
          </p:nvSpPr>
          <p:spPr>
            <a:xfrm>
              <a:off x="371334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row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at the bottom</a:t>
              </a:r>
            </a:p>
          </p:txBody>
        </p:sp>
        <p:sp>
          <p:nvSpPr>
            <p:cNvPr id="11" name="Rectangle: Rounded Corners 18">
              <a:extLst>
                <a:ext uri="{FF2B5EF4-FFF2-40B4-BE49-F238E27FC236}">
                  <a16:creationId xmlns:a16="http://schemas.microsoft.com/office/drawing/2014/main" id="{74535A28-0DB9-92D2-8FF9-F9CA0B4CC57C}"/>
                </a:ext>
              </a:extLst>
            </p:cNvPr>
            <p:cNvSpPr/>
            <p:nvPr/>
          </p:nvSpPr>
          <p:spPr>
            <a:xfrm>
              <a:off x="2200362" y="512579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Decreasing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Order</a:t>
              </a:r>
            </a:p>
          </p:txBody>
        </p:sp>
        <p:sp>
          <p:nvSpPr>
            <p:cNvPr id="12" name="Rectangle: Rounded Corners 18">
              <a:extLst>
                <a:ext uri="{FF2B5EF4-FFF2-40B4-BE49-F238E27FC236}">
                  <a16:creationId xmlns:a16="http://schemas.microsoft.com/office/drawing/2014/main" id="{5408BF87-FBB6-4C0D-0EF6-98F982C6C960}"/>
                </a:ext>
              </a:extLst>
            </p:cNvPr>
            <p:cNvSpPr/>
            <p:nvPr/>
          </p:nvSpPr>
          <p:spPr>
            <a:xfrm>
              <a:off x="4029390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below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3" name="Rectangle: Rounded Corners 18">
              <a:extLst>
                <a:ext uri="{FF2B5EF4-FFF2-40B4-BE49-F238E27FC236}">
                  <a16:creationId xmlns:a16="http://schemas.microsoft.com/office/drawing/2014/main" id="{6D582B31-3CD2-37E5-EB0A-CCD19AE04F08}"/>
                </a:ext>
              </a:extLst>
            </p:cNvPr>
            <p:cNvSpPr/>
            <p:nvPr/>
          </p:nvSpPr>
          <p:spPr>
            <a:xfrm>
              <a:off x="585841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1</a:t>
              </a:r>
            </a:p>
          </p:txBody>
        </p:sp>
        <p:sp>
          <p:nvSpPr>
            <p:cNvPr id="14" name="Rectangle: Rounded Corners 18">
              <a:extLst>
                <a:ext uri="{FF2B5EF4-FFF2-40B4-BE49-F238E27FC236}">
                  <a16:creationId xmlns:a16="http://schemas.microsoft.com/office/drawing/2014/main" id="{891356EA-6748-0BA2-78F7-222FB63E53FD}"/>
                </a:ext>
              </a:extLst>
            </p:cNvPr>
            <p:cNvSpPr/>
            <p:nvPr/>
          </p:nvSpPr>
          <p:spPr>
            <a:xfrm>
              <a:off x="767379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above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5" name="Rectangle: Rounded Corners 18">
              <a:extLst>
                <a:ext uri="{FF2B5EF4-FFF2-40B4-BE49-F238E27FC236}">
                  <a16:creationId xmlns:a16="http://schemas.microsoft.com/office/drawing/2014/main" id="{1FB4804C-84ED-4DC1-3EEF-0F92FA5C671D}"/>
                </a:ext>
              </a:extLst>
            </p:cNvPr>
            <p:cNvSpPr/>
            <p:nvPr/>
          </p:nvSpPr>
          <p:spPr>
            <a:xfrm>
              <a:off x="371334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6" name="Rectangle: Rounded Corners 18">
              <a:extLst>
                <a:ext uri="{FF2B5EF4-FFF2-40B4-BE49-F238E27FC236}">
                  <a16:creationId xmlns:a16="http://schemas.microsoft.com/office/drawing/2014/main" id="{14B6A01B-C645-0C7B-74E1-EDCFFB5A483E}"/>
                </a:ext>
              </a:extLst>
            </p:cNvPr>
            <p:cNvSpPr/>
            <p:nvPr/>
          </p:nvSpPr>
          <p:spPr>
            <a:xfrm>
              <a:off x="2200362" y="587710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7" name="Rectangle: Rounded Corners 18">
              <a:extLst>
                <a:ext uri="{FF2B5EF4-FFF2-40B4-BE49-F238E27FC236}">
                  <a16:creationId xmlns:a16="http://schemas.microsoft.com/office/drawing/2014/main" id="{E6E85128-BAEC-001D-9331-262D6245E154}"/>
                </a:ext>
              </a:extLst>
            </p:cNvPr>
            <p:cNvSpPr/>
            <p:nvPr/>
          </p:nvSpPr>
          <p:spPr>
            <a:xfrm>
              <a:off x="4029390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8" name="Rectangle: Rounded Corners 18">
              <a:extLst>
                <a:ext uri="{FF2B5EF4-FFF2-40B4-BE49-F238E27FC236}">
                  <a16:creationId xmlns:a16="http://schemas.microsoft.com/office/drawing/2014/main" id="{C207ECF8-4EAF-47E5-4B6F-AEA3844FC652}"/>
                </a:ext>
              </a:extLst>
            </p:cNvPr>
            <p:cNvSpPr/>
            <p:nvPr/>
          </p:nvSpPr>
          <p:spPr>
            <a:xfrm>
              <a:off x="585841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9" name="Rectangle: Rounded Corners 18">
              <a:extLst>
                <a:ext uri="{FF2B5EF4-FFF2-40B4-BE49-F238E27FC236}">
                  <a16:creationId xmlns:a16="http://schemas.microsoft.com/office/drawing/2014/main" id="{C877794A-6D77-7704-0FA8-AD33058E6496}"/>
                </a:ext>
              </a:extLst>
            </p:cNvPr>
            <p:cNvSpPr/>
            <p:nvPr/>
          </p:nvSpPr>
          <p:spPr>
            <a:xfrm>
              <a:off x="767379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Rectangle: Rounded Corners 18">
            <a:extLst>
              <a:ext uri="{FF2B5EF4-FFF2-40B4-BE49-F238E27FC236}">
                <a16:creationId xmlns:a16="http://schemas.microsoft.com/office/drawing/2014/main" id="{132253A3-E322-566F-5388-AF560399A724}"/>
              </a:ext>
            </a:extLst>
          </p:cNvPr>
          <p:cNvSpPr/>
          <p:nvPr/>
        </p:nvSpPr>
        <p:spPr>
          <a:xfrm>
            <a:off x="1381269" y="4648192"/>
            <a:ext cx="5458056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Row-Echelon Form</a:t>
            </a:r>
          </a:p>
        </p:txBody>
      </p:sp>
      <p:sp>
        <p:nvSpPr>
          <p:cNvPr id="21" name="Rectangle: Rounded Corners 18">
            <a:extLst>
              <a:ext uri="{FF2B5EF4-FFF2-40B4-BE49-F238E27FC236}">
                <a16:creationId xmlns:a16="http://schemas.microsoft.com/office/drawing/2014/main" id="{E7744341-827F-1633-7A4A-07586FC126CA}"/>
              </a:ext>
            </a:extLst>
          </p:cNvPr>
          <p:cNvSpPr/>
          <p:nvPr/>
        </p:nvSpPr>
        <p:spPr>
          <a:xfrm>
            <a:off x="6868353" y="4648192"/>
            <a:ext cx="3615380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Reduced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9E920AD-778B-5D2D-042A-8312691A9E8A}"/>
              </a:ext>
            </a:extLst>
          </p:cNvPr>
          <p:cNvGrpSpPr/>
          <p:nvPr/>
        </p:nvGrpSpPr>
        <p:grpSpPr>
          <a:xfrm>
            <a:off x="7554067" y="6066814"/>
            <a:ext cx="488621" cy="360000"/>
            <a:chOff x="1669773" y="3763507"/>
            <a:chExt cx="432000" cy="360000"/>
          </a:xfrm>
          <a:solidFill>
            <a:schemeClr val="accent5">
              <a:lumMod val="20000"/>
              <a:lumOff val="80000"/>
            </a:schemeClr>
          </a:solidFill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A47EDAC1-E43D-AD27-E42E-F42703D80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8014525F-D561-3AAA-D5C8-7145AD52FC9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3A1CD86-0FA7-5937-0321-5D73FD55371E}"/>
              </a:ext>
            </a:extLst>
          </p:cNvPr>
          <p:cNvGrpSpPr/>
          <p:nvPr/>
        </p:nvGrpSpPr>
        <p:grpSpPr>
          <a:xfrm>
            <a:off x="3765548" y="6066814"/>
            <a:ext cx="689498" cy="344557"/>
            <a:chOff x="1550504" y="4399721"/>
            <a:chExt cx="609600" cy="344557"/>
          </a:xfrm>
        </p:grpSpPr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99BBF93-D19C-68C8-B9CB-35DDCE8F9923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BEB8E92-7275-E70F-28B7-C55A16690E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6AE620E1-3306-9A00-3407-BD1396A71812}"/>
              </a:ext>
            </a:extLst>
          </p:cNvPr>
          <p:cNvSpPr/>
          <p:nvPr/>
        </p:nvSpPr>
        <p:spPr>
          <a:xfrm>
            <a:off x="5478477" y="2013171"/>
            <a:ext cx="3110719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0" i="0" dirty="0">
                <a:solidFill>
                  <a:srgbClr val="002060"/>
                </a:solidFill>
                <a:latin typeface="+mj-lt"/>
              </a:rPr>
              <a:t>Row - echelon form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F6DCE511-CB1B-8ADD-238A-A0C7839BBC26}"/>
              </a:ext>
            </a:extLst>
          </p:cNvPr>
          <p:cNvSpPr/>
          <p:nvPr/>
        </p:nvSpPr>
        <p:spPr>
          <a:xfrm>
            <a:off x="3994096" y="2013172"/>
            <a:ext cx="1406411" cy="445316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Answer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FCD37003-ED7B-D24E-0BE4-B4DBA7564483}"/>
              </a:ext>
            </a:extLst>
          </p:cNvPr>
          <p:cNvSpPr/>
          <p:nvPr/>
        </p:nvSpPr>
        <p:spPr>
          <a:xfrm>
            <a:off x="4000723" y="2623697"/>
            <a:ext cx="1406411" cy="46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Reason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B9A780C1-A0F3-BA86-9776-62AE249ECD52}"/>
              </a:ext>
            </a:extLst>
          </p:cNvPr>
          <p:cNvSpPr/>
          <p:nvPr/>
        </p:nvSpPr>
        <p:spPr>
          <a:xfrm>
            <a:off x="5501358" y="2647878"/>
            <a:ext cx="6132624" cy="57678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Not reduced row-echelon form because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D455BB4-0DCF-F9FF-E159-7541003B027A}"/>
                  </a:ext>
                </a:extLst>
              </p:cNvPr>
              <p:cNvSpPr/>
              <p:nvPr/>
            </p:nvSpPr>
            <p:spPr>
              <a:xfrm>
                <a:off x="5501358" y="3206269"/>
                <a:ext cx="3929245" cy="5767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the leading entry is not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1.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BD455BB4-0DCF-F9FF-E159-7541003B027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01358" y="3206269"/>
                <a:ext cx="3929245" cy="576782"/>
              </a:xfrm>
              <a:prstGeom prst="rect">
                <a:avLst/>
              </a:prstGeom>
              <a:blipFill rotWithShape="0">
                <a:blip r:embed="rId4"/>
                <a:stretch>
                  <a:fillRect l="-3101" t="-11579" b="-1894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50AA88A6-7DAF-5C69-1E48-A19AF07422FC}"/>
              </a:ext>
            </a:extLst>
          </p:cNvPr>
          <p:cNvCxnSpPr>
            <a:cxnSpLocks/>
          </p:cNvCxnSpPr>
          <p:nvPr/>
        </p:nvCxnSpPr>
        <p:spPr>
          <a:xfrm>
            <a:off x="1858630" y="6246814"/>
            <a:ext cx="77363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BDF00BC6-0749-16ED-8C63-810619A8E647}"/>
              </a:ext>
            </a:extLst>
          </p:cNvPr>
          <p:cNvCxnSpPr>
            <a:cxnSpLocks/>
          </p:cNvCxnSpPr>
          <p:nvPr/>
        </p:nvCxnSpPr>
        <p:spPr>
          <a:xfrm>
            <a:off x="5508033" y="6246814"/>
            <a:ext cx="77363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13312AFA-5970-38DB-641F-AAE369226F19}"/>
              </a:ext>
            </a:extLst>
          </p:cNvPr>
          <p:cNvSpPr/>
          <p:nvPr/>
        </p:nvSpPr>
        <p:spPr>
          <a:xfrm>
            <a:off x="209786" y="803298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1811C355-5E4B-4E6A-B356-CB93AC99884C}"/>
              </a:ext>
            </a:extLst>
          </p:cNvPr>
          <p:cNvSpPr/>
          <p:nvPr/>
        </p:nvSpPr>
        <p:spPr>
          <a:xfrm>
            <a:off x="1923656" y="776445"/>
            <a:ext cx="10058557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Determine whether the following matrices are row-echelon form OR 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133E960-343B-4FFF-86BA-6FB52A3D5E22}"/>
              </a:ext>
            </a:extLst>
          </p:cNvPr>
          <p:cNvSpPr/>
          <p:nvPr/>
        </p:nvSpPr>
        <p:spPr>
          <a:xfrm>
            <a:off x="1923657" y="1339731"/>
            <a:ext cx="9732189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reduced row-echelon form OR both OR none.</a:t>
            </a:r>
          </a:p>
        </p:txBody>
      </p:sp>
    </p:spTree>
    <p:extLst>
      <p:ext uri="{BB962C8B-B14F-4D97-AF65-F5344CB8AC3E}">
        <p14:creationId xmlns:p14="http://schemas.microsoft.com/office/powerpoint/2010/main" val="6495443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7" grpId="0"/>
      <p:bldP spid="42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334C6F-C87F-67F0-422F-3D80AB581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Method:3 </a:t>
            </a:r>
            <a:r>
              <a:rPr lang="en-IN" dirty="0">
                <a:latin typeface="Cambria Math" panose="02040503050406030204" pitchFamily="18" charset="0"/>
                <a:ea typeface="Cambria Math" panose="02040503050406030204" pitchFamily="18" charset="0"/>
              </a:rPr>
              <a:t>⇝</a:t>
            </a:r>
            <a:r>
              <a:rPr lang="en-IN" dirty="0"/>
              <a:t> Example:10(Continue)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E5711EE3-4D28-3F05-402C-F751E28FB7C8}"/>
                  </a:ext>
                </a:extLst>
              </p:cNvPr>
              <p:cNvSpPr/>
              <p:nvPr/>
            </p:nvSpPr>
            <p:spPr>
              <a:xfrm>
                <a:off x="209786" y="1966843"/>
                <a:ext cx="2547062" cy="59865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H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E5711EE3-4D28-3F05-402C-F751E28FB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786" y="1966843"/>
                <a:ext cx="2547062" cy="598656"/>
              </a:xfrm>
              <a:prstGeom prst="rect">
                <a:avLst/>
              </a:prstGeom>
              <a:blipFill rotWithShape="0"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ectangle: Rounded Corners 18">
            <a:extLst>
              <a:ext uri="{FF2B5EF4-FFF2-40B4-BE49-F238E27FC236}">
                <a16:creationId xmlns:a16="http://schemas.microsoft.com/office/drawing/2014/main" id="{C080EED3-7B7F-ED68-05AE-A30A831C534C}"/>
              </a:ext>
            </a:extLst>
          </p:cNvPr>
          <p:cNvSpPr/>
          <p:nvPr/>
        </p:nvSpPr>
        <p:spPr>
          <a:xfrm>
            <a:off x="1381270" y="4062841"/>
            <a:ext cx="9102463" cy="55213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C00000"/>
                </a:solidFill>
              </a:rPr>
              <a:t>Reduced Row-Echelon Form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AFE26B6-EF42-649A-4CBF-0ED7FE8FDDC2}"/>
              </a:ext>
            </a:extLst>
          </p:cNvPr>
          <p:cNvGrpSpPr/>
          <p:nvPr/>
        </p:nvGrpSpPr>
        <p:grpSpPr>
          <a:xfrm>
            <a:off x="1381269" y="5225505"/>
            <a:ext cx="9102464" cy="1291339"/>
            <a:chOff x="371334" y="5125762"/>
            <a:chExt cx="9102464" cy="1291339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10" name="Rectangle: Rounded Corners 18">
              <a:extLst>
                <a:ext uri="{FF2B5EF4-FFF2-40B4-BE49-F238E27FC236}">
                  <a16:creationId xmlns:a16="http://schemas.microsoft.com/office/drawing/2014/main" id="{210A9774-77C3-B100-D656-24138E89F7FA}"/>
                </a:ext>
              </a:extLst>
            </p:cNvPr>
            <p:cNvSpPr/>
            <p:nvPr/>
          </p:nvSpPr>
          <p:spPr>
            <a:xfrm>
              <a:off x="371334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row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at the bottom</a:t>
              </a:r>
            </a:p>
          </p:txBody>
        </p:sp>
        <p:sp>
          <p:nvSpPr>
            <p:cNvPr id="11" name="Rectangle: Rounded Corners 18">
              <a:extLst>
                <a:ext uri="{FF2B5EF4-FFF2-40B4-BE49-F238E27FC236}">
                  <a16:creationId xmlns:a16="http://schemas.microsoft.com/office/drawing/2014/main" id="{74535A28-0DB9-92D2-8FF9-F9CA0B4CC57C}"/>
                </a:ext>
              </a:extLst>
            </p:cNvPr>
            <p:cNvSpPr/>
            <p:nvPr/>
          </p:nvSpPr>
          <p:spPr>
            <a:xfrm>
              <a:off x="2200362" y="512579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Decreasing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Order</a:t>
              </a:r>
            </a:p>
          </p:txBody>
        </p:sp>
        <p:sp>
          <p:nvSpPr>
            <p:cNvPr id="12" name="Rectangle: Rounded Corners 18">
              <a:extLst>
                <a:ext uri="{FF2B5EF4-FFF2-40B4-BE49-F238E27FC236}">
                  <a16:creationId xmlns:a16="http://schemas.microsoft.com/office/drawing/2014/main" id="{5408BF87-FBB6-4C0D-0EF6-98F982C6C960}"/>
                </a:ext>
              </a:extLst>
            </p:cNvPr>
            <p:cNvSpPr/>
            <p:nvPr/>
          </p:nvSpPr>
          <p:spPr>
            <a:xfrm>
              <a:off x="4029390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below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3" name="Rectangle: Rounded Corners 18">
              <a:extLst>
                <a:ext uri="{FF2B5EF4-FFF2-40B4-BE49-F238E27FC236}">
                  <a16:creationId xmlns:a16="http://schemas.microsoft.com/office/drawing/2014/main" id="{6D582B31-3CD2-37E5-EB0A-CCD19AE04F08}"/>
                </a:ext>
              </a:extLst>
            </p:cNvPr>
            <p:cNvSpPr/>
            <p:nvPr/>
          </p:nvSpPr>
          <p:spPr>
            <a:xfrm>
              <a:off x="585841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1</a:t>
              </a:r>
            </a:p>
          </p:txBody>
        </p:sp>
        <p:sp>
          <p:nvSpPr>
            <p:cNvPr id="14" name="Rectangle: Rounded Corners 18">
              <a:extLst>
                <a:ext uri="{FF2B5EF4-FFF2-40B4-BE49-F238E27FC236}">
                  <a16:creationId xmlns:a16="http://schemas.microsoft.com/office/drawing/2014/main" id="{891356EA-6748-0BA2-78F7-222FB63E53FD}"/>
                </a:ext>
              </a:extLst>
            </p:cNvPr>
            <p:cNvSpPr/>
            <p:nvPr/>
          </p:nvSpPr>
          <p:spPr>
            <a:xfrm>
              <a:off x="767379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above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5" name="Rectangle: Rounded Corners 18">
              <a:extLst>
                <a:ext uri="{FF2B5EF4-FFF2-40B4-BE49-F238E27FC236}">
                  <a16:creationId xmlns:a16="http://schemas.microsoft.com/office/drawing/2014/main" id="{1FB4804C-84ED-4DC1-3EEF-0F92FA5C671D}"/>
                </a:ext>
              </a:extLst>
            </p:cNvPr>
            <p:cNvSpPr/>
            <p:nvPr/>
          </p:nvSpPr>
          <p:spPr>
            <a:xfrm>
              <a:off x="371334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6" name="Rectangle: Rounded Corners 18">
              <a:extLst>
                <a:ext uri="{FF2B5EF4-FFF2-40B4-BE49-F238E27FC236}">
                  <a16:creationId xmlns:a16="http://schemas.microsoft.com/office/drawing/2014/main" id="{14B6A01B-C645-0C7B-74E1-EDCFFB5A483E}"/>
                </a:ext>
              </a:extLst>
            </p:cNvPr>
            <p:cNvSpPr/>
            <p:nvPr/>
          </p:nvSpPr>
          <p:spPr>
            <a:xfrm>
              <a:off x="2200362" y="587710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7" name="Rectangle: Rounded Corners 18">
              <a:extLst>
                <a:ext uri="{FF2B5EF4-FFF2-40B4-BE49-F238E27FC236}">
                  <a16:creationId xmlns:a16="http://schemas.microsoft.com/office/drawing/2014/main" id="{E6E85128-BAEC-001D-9331-262D6245E154}"/>
                </a:ext>
              </a:extLst>
            </p:cNvPr>
            <p:cNvSpPr/>
            <p:nvPr/>
          </p:nvSpPr>
          <p:spPr>
            <a:xfrm>
              <a:off x="4029390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8" name="Rectangle: Rounded Corners 18">
              <a:extLst>
                <a:ext uri="{FF2B5EF4-FFF2-40B4-BE49-F238E27FC236}">
                  <a16:creationId xmlns:a16="http://schemas.microsoft.com/office/drawing/2014/main" id="{C207ECF8-4EAF-47E5-4B6F-AEA3844FC652}"/>
                </a:ext>
              </a:extLst>
            </p:cNvPr>
            <p:cNvSpPr/>
            <p:nvPr/>
          </p:nvSpPr>
          <p:spPr>
            <a:xfrm>
              <a:off x="585841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9" name="Rectangle: Rounded Corners 18">
              <a:extLst>
                <a:ext uri="{FF2B5EF4-FFF2-40B4-BE49-F238E27FC236}">
                  <a16:creationId xmlns:a16="http://schemas.microsoft.com/office/drawing/2014/main" id="{C877794A-6D77-7704-0FA8-AD33058E6496}"/>
                </a:ext>
              </a:extLst>
            </p:cNvPr>
            <p:cNvSpPr/>
            <p:nvPr/>
          </p:nvSpPr>
          <p:spPr>
            <a:xfrm>
              <a:off x="767379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Rectangle: Rounded Corners 18">
            <a:extLst>
              <a:ext uri="{FF2B5EF4-FFF2-40B4-BE49-F238E27FC236}">
                <a16:creationId xmlns:a16="http://schemas.microsoft.com/office/drawing/2014/main" id="{132253A3-E322-566F-5388-AF560399A724}"/>
              </a:ext>
            </a:extLst>
          </p:cNvPr>
          <p:cNvSpPr/>
          <p:nvPr/>
        </p:nvSpPr>
        <p:spPr>
          <a:xfrm>
            <a:off x="1381269" y="4648192"/>
            <a:ext cx="5458056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Row-Echelon Form</a:t>
            </a:r>
          </a:p>
        </p:txBody>
      </p:sp>
      <p:sp>
        <p:nvSpPr>
          <p:cNvPr id="21" name="Rectangle: Rounded Corners 18">
            <a:extLst>
              <a:ext uri="{FF2B5EF4-FFF2-40B4-BE49-F238E27FC236}">
                <a16:creationId xmlns:a16="http://schemas.microsoft.com/office/drawing/2014/main" id="{E7744341-827F-1633-7A4A-07586FC126CA}"/>
              </a:ext>
            </a:extLst>
          </p:cNvPr>
          <p:cNvSpPr/>
          <p:nvPr/>
        </p:nvSpPr>
        <p:spPr>
          <a:xfrm>
            <a:off x="6868353" y="4648192"/>
            <a:ext cx="3615380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Reduced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9E920AD-778B-5D2D-042A-8312691A9E8A}"/>
              </a:ext>
            </a:extLst>
          </p:cNvPr>
          <p:cNvGrpSpPr/>
          <p:nvPr/>
        </p:nvGrpSpPr>
        <p:grpSpPr>
          <a:xfrm>
            <a:off x="7554067" y="6066814"/>
            <a:ext cx="488621" cy="360000"/>
            <a:chOff x="1669773" y="3763507"/>
            <a:chExt cx="432000" cy="360000"/>
          </a:xfrm>
          <a:solidFill>
            <a:schemeClr val="accent5">
              <a:lumMod val="20000"/>
              <a:lumOff val="80000"/>
            </a:schemeClr>
          </a:solidFill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A47EDAC1-E43D-AD27-E42E-F42703D80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8014525F-D561-3AAA-D5C8-7145AD52FC9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669773" y="3763507"/>
              <a:ext cx="432000" cy="360000"/>
            </a:xfrm>
            <a:prstGeom prst="line">
              <a:avLst/>
            </a:prstGeom>
            <a:grpFill/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3A1CD86-0FA7-5937-0321-5D73FD55371E}"/>
              </a:ext>
            </a:extLst>
          </p:cNvPr>
          <p:cNvGrpSpPr/>
          <p:nvPr/>
        </p:nvGrpSpPr>
        <p:grpSpPr>
          <a:xfrm>
            <a:off x="3765548" y="6066814"/>
            <a:ext cx="689498" cy="344557"/>
            <a:chOff x="1550504" y="4399721"/>
            <a:chExt cx="609600" cy="344557"/>
          </a:xfrm>
        </p:grpSpPr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99BBF93-D19C-68C8-B9CB-35DDCE8F9923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BEB8E92-7275-E70F-28B7-C55A16690E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6AE620E1-3306-9A00-3407-BD1396A71812}"/>
              </a:ext>
            </a:extLst>
          </p:cNvPr>
          <p:cNvSpPr/>
          <p:nvPr/>
        </p:nvSpPr>
        <p:spPr>
          <a:xfrm>
            <a:off x="5478477" y="2013171"/>
            <a:ext cx="2778419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0" i="0" dirty="0">
                <a:solidFill>
                  <a:srgbClr val="002060"/>
                </a:solidFill>
                <a:latin typeface="+mj-lt"/>
              </a:rPr>
              <a:t>Row echelon form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F6DCE511-CB1B-8ADD-238A-A0C7839BBC26}"/>
              </a:ext>
            </a:extLst>
          </p:cNvPr>
          <p:cNvSpPr/>
          <p:nvPr/>
        </p:nvSpPr>
        <p:spPr>
          <a:xfrm>
            <a:off x="3994096" y="2013172"/>
            <a:ext cx="1406411" cy="445316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Answer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FCD37003-ED7B-D24E-0BE4-B4DBA7564483}"/>
              </a:ext>
            </a:extLst>
          </p:cNvPr>
          <p:cNvSpPr/>
          <p:nvPr/>
        </p:nvSpPr>
        <p:spPr>
          <a:xfrm>
            <a:off x="4000723" y="2623697"/>
            <a:ext cx="1406411" cy="46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Reason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B9A780C1-A0F3-BA86-9776-62AE249ECD52}"/>
              </a:ext>
            </a:extLst>
          </p:cNvPr>
          <p:cNvSpPr/>
          <p:nvPr/>
        </p:nvSpPr>
        <p:spPr>
          <a:xfrm>
            <a:off x="5501358" y="2647878"/>
            <a:ext cx="6132624" cy="57678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Not reduced row-echelon form because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D455BB4-0DCF-F9FF-E159-7541003B027A}"/>
                  </a:ext>
                </a:extLst>
              </p:cNvPr>
              <p:cNvSpPr/>
              <p:nvPr/>
            </p:nvSpPr>
            <p:spPr>
              <a:xfrm>
                <a:off x="5508033" y="3152668"/>
                <a:ext cx="3779120" cy="5767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the leading entry is not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1.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BD455BB4-0DCF-F9FF-E159-7541003B027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08033" y="3152668"/>
                <a:ext cx="3779120" cy="576782"/>
              </a:xfrm>
              <a:prstGeom prst="rect">
                <a:avLst/>
              </a:prstGeom>
              <a:blipFill rotWithShape="0">
                <a:blip r:embed="rId4"/>
                <a:stretch>
                  <a:fillRect l="-3393" t="-10526" b="-1894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50AA88A6-7DAF-5C69-1E48-A19AF07422FC}"/>
              </a:ext>
            </a:extLst>
          </p:cNvPr>
          <p:cNvCxnSpPr>
            <a:cxnSpLocks/>
          </p:cNvCxnSpPr>
          <p:nvPr/>
        </p:nvCxnSpPr>
        <p:spPr>
          <a:xfrm>
            <a:off x="1858630" y="6246814"/>
            <a:ext cx="77363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BDF00BC6-0749-16ED-8C63-810619A8E647}"/>
              </a:ext>
            </a:extLst>
          </p:cNvPr>
          <p:cNvCxnSpPr>
            <a:cxnSpLocks/>
          </p:cNvCxnSpPr>
          <p:nvPr/>
        </p:nvCxnSpPr>
        <p:spPr>
          <a:xfrm>
            <a:off x="5508033" y="6246814"/>
            <a:ext cx="77363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4DA391FB-3B57-2795-BA27-3562967FEEBD}"/>
              </a:ext>
            </a:extLst>
          </p:cNvPr>
          <p:cNvSpPr/>
          <p:nvPr/>
        </p:nvSpPr>
        <p:spPr>
          <a:xfrm>
            <a:off x="1123833" y="2073399"/>
            <a:ext cx="347628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29834D78-DD1F-89E1-2E0C-0ED5E17B031A}"/>
              </a:ext>
            </a:extLst>
          </p:cNvPr>
          <p:cNvSpPr/>
          <p:nvPr/>
        </p:nvSpPr>
        <p:spPr>
          <a:xfrm>
            <a:off x="209786" y="803298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DEBC1849-47B0-46EB-A52D-67369454FBCA}"/>
              </a:ext>
            </a:extLst>
          </p:cNvPr>
          <p:cNvSpPr/>
          <p:nvPr/>
        </p:nvSpPr>
        <p:spPr>
          <a:xfrm>
            <a:off x="1923656" y="776445"/>
            <a:ext cx="10058557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Determine whether the following matrices are row-echelon form OR 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0EFCBC4F-9DC3-46E3-9B48-65F8C9332AFB}"/>
              </a:ext>
            </a:extLst>
          </p:cNvPr>
          <p:cNvSpPr/>
          <p:nvPr/>
        </p:nvSpPr>
        <p:spPr>
          <a:xfrm>
            <a:off x="1923657" y="1339731"/>
            <a:ext cx="9732189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reduced row-echelon form OR both OR none.</a:t>
            </a:r>
          </a:p>
        </p:txBody>
      </p:sp>
    </p:spTree>
    <p:extLst>
      <p:ext uri="{BB962C8B-B14F-4D97-AF65-F5344CB8AC3E}">
        <p14:creationId xmlns:p14="http://schemas.microsoft.com/office/powerpoint/2010/main" val="17523114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7" grpId="0"/>
      <p:bldP spid="42" grpId="0"/>
      <p:bldP spid="22" grpId="0" animBg="1"/>
      <p:bldP spid="22" grpId="1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334C6F-C87F-67F0-422F-3D80AB581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Method:3 </a:t>
            </a:r>
            <a:r>
              <a:rPr lang="en-IN" dirty="0">
                <a:latin typeface="Cambria Math" panose="02040503050406030204" pitchFamily="18" charset="0"/>
                <a:ea typeface="Cambria Math" panose="02040503050406030204" pitchFamily="18" charset="0"/>
              </a:rPr>
              <a:t>⇝</a:t>
            </a:r>
            <a:r>
              <a:rPr lang="en-IN" dirty="0"/>
              <a:t> Example:10(Continue)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E5711EE3-4D28-3F05-402C-F751E28FB7C8}"/>
                  </a:ext>
                </a:extLst>
              </p:cNvPr>
              <p:cNvSpPr/>
              <p:nvPr/>
            </p:nvSpPr>
            <p:spPr>
              <a:xfrm>
                <a:off x="209786" y="1966843"/>
                <a:ext cx="3555762" cy="14225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I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i="1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IN" sz="2800" i="1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xmlns="" xmlns:a14="http://schemas.microsoft.com/office/drawing/2010/main" id="{E5711EE3-4D28-3F05-402C-F751E28FB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786" y="1966843"/>
                <a:ext cx="3555762" cy="1422558"/>
              </a:xfrm>
              <a:prstGeom prst="rect">
                <a:avLst/>
              </a:prstGeom>
              <a:blipFill rotWithShape="0"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ectangle: Rounded Corners 18">
            <a:extLst>
              <a:ext uri="{FF2B5EF4-FFF2-40B4-BE49-F238E27FC236}">
                <a16:creationId xmlns:a16="http://schemas.microsoft.com/office/drawing/2014/main" id="{C080EED3-7B7F-ED68-05AE-A30A831C534C}"/>
              </a:ext>
            </a:extLst>
          </p:cNvPr>
          <p:cNvSpPr/>
          <p:nvPr/>
        </p:nvSpPr>
        <p:spPr>
          <a:xfrm>
            <a:off x="1381270" y="4062841"/>
            <a:ext cx="9102463" cy="55213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C00000"/>
                </a:solidFill>
              </a:rPr>
              <a:t>Reduced Row-Echelon Form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AFE26B6-EF42-649A-4CBF-0ED7FE8FDDC2}"/>
              </a:ext>
            </a:extLst>
          </p:cNvPr>
          <p:cNvGrpSpPr/>
          <p:nvPr/>
        </p:nvGrpSpPr>
        <p:grpSpPr>
          <a:xfrm>
            <a:off x="1381269" y="5225505"/>
            <a:ext cx="9102464" cy="1291339"/>
            <a:chOff x="371334" y="5125762"/>
            <a:chExt cx="9102464" cy="1291339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10" name="Rectangle: Rounded Corners 18">
              <a:extLst>
                <a:ext uri="{FF2B5EF4-FFF2-40B4-BE49-F238E27FC236}">
                  <a16:creationId xmlns:a16="http://schemas.microsoft.com/office/drawing/2014/main" id="{210A9774-77C3-B100-D656-24138E89F7FA}"/>
                </a:ext>
              </a:extLst>
            </p:cNvPr>
            <p:cNvSpPr/>
            <p:nvPr/>
          </p:nvSpPr>
          <p:spPr>
            <a:xfrm>
              <a:off x="371334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row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at the bottom</a:t>
              </a:r>
            </a:p>
          </p:txBody>
        </p:sp>
        <p:sp>
          <p:nvSpPr>
            <p:cNvPr id="11" name="Rectangle: Rounded Corners 18">
              <a:extLst>
                <a:ext uri="{FF2B5EF4-FFF2-40B4-BE49-F238E27FC236}">
                  <a16:creationId xmlns:a16="http://schemas.microsoft.com/office/drawing/2014/main" id="{74535A28-0DB9-92D2-8FF9-F9CA0B4CC57C}"/>
                </a:ext>
              </a:extLst>
            </p:cNvPr>
            <p:cNvSpPr/>
            <p:nvPr/>
          </p:nvSpPr>
          <p:spPr>
            <a:xfrm>
              <a:off x="2200362" y="512579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Decreasing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Order</a:t>
              </a:r>
            </a:p>
          </p:txBody>
        </p:sp>
        <p:sp>
          <p:nvSpPr>
            <p:cNvPr id="12" name="Rectangle: Rounded Corners 18">
              <a:extLst>
                <a:ext uri="{FF2B5EF4-FFF2-40B4-BE49-F238E27FC236}">
                  <a16:creationId xmlns:a16="http://schemas.microsoft.com/office/drawing/2014/main" id="{5408BF87-FBB6-4C0D-0EF6-98F982C6C960}"/>
                </a:ext>
              </a:extLst>
            </p:cNvPr>
            <p:cNvSpPr/>
            <p:nvPr/>
          </p:nvSpPr>
          <p:spPr>
            <a:xfrm>
              <a:off x="4029390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below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3" name="Rectangle: Rounded Corners 18">
              <a:extLst>
                <a:ext uri="{FF2B5EF4-FFF2-40B4-BE49-F238E27FC236}">
                  <a16:creationId xmlns:a16="http://schemas.microsoft.com/office/drawing/2014/main" id="{6D582B31-3CD2-37E5-EB0A-CCD19AE04F08}"/>
                </a:ext>
              </a:extLst>
            </p:cNvPr>
            <p:cNvSpPr/>
            <p:nvPr/>
          </p:nvSpPr>
          <p:spPr>
            <a:xfrm>
              <a:off x="585841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1</a:t>
              </a:r>
            </a:p>
          </p:txBody>
        </p:sp>
        <p:sp>
          <p:nvSpPr>
            <p:cNvPr id="14" name="Rectangle: Rounded Corners 18">
              <a:extLst>
                <a:ext uri="{FF2B5EF4-FFF2-40B4-BE49-F238E27FC236}">
                  <a16:creationId xmlns:a16="http://schemas.microsoft.com/office/drawing/2014/main" id="{891356EA-6748-0BA2-78F7-222FB63E53FD}"/>
                </a:ext>
              </a:extLst>
            </p:cNvPr>
            <p:cNvSpPr/>
            <p:nvPr/>
          </p:nvSpPr>
          <p:spPr>
            <a:xfrm>
              <a:off x="767379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above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5" name="Rectangle: Rounded Corners 18">
              <a:extLst>
                <a:ext uri="{FF2B5EF4-FFF2-40B4-BE49-F238E27FC236}">
                  <a16:creationId xmlns:a16="http://schemas.microsoft.com/office/drawing/2014/main" id="{1FB4804C-84ED-4DC1-3EEF-0F92FA5C671D}"/>
                </a:ext>
              </a:extLst>
            </p:cNvPr>
            <p:cNvSpPr/>
            <p:nvPr/>
          </p:nvSpPr>
          <p:spPr>
            <a:xfrm>
              <a:off x="371334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6" name="Rectangle: Rounded Corners 18">
              <a:extLst>
                <a:ext uri="{FF2B5EF4-FFF2-40B4-BE49-F238E27FC236}">
                  <a16:creationId xmlns:a16="http://schemas.microsoft.com/office/drawing/2014/main" id="{14B6A01B-C645-0C7B-74E1-EDCFFB5A483E}"/>
                </a:ext>
              </a:extLst>
            </p:cNvPr>
            <p:cNvSpPr/>
            <p:nvPr/>
          </p:nvSpPr>
          <p:spPr>
            <a:xfrm>
              <a:off x="2200362" y="587710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7" name="Rectangle: Rounded Corners 18">
              <a:extLst>
                <a:ext uri="{FF2B5EF4-FFF2-40B4-BE49-F238E27FC236}">
                  <a16:creationId xmlns:a16="http://schemas.microsoft.com/office/drawing/2014/main" id="{E6E85128-BAEC-001D-9331-262D6245E154}"/>
                </a:ext>
              </a:extLst>
            </p:cNvPr>
            <p:cNvSpPr/>
            <p:nvPr/>
          </p:nvSpPr>
          <p:spPr>
            <a:xfrm>
              <a:off x="4029390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8" name="Rectangle: Rounded Corners 18">
              <a:extLst>
                <a:ext uri="{FF2B5EF4-FFF2-40B4-BE49-F238E27FC236}">
                  <a16:creationId xmlns:a16="http://schemas.microsoft.com/office/drawing/2014/main" id="{C207ECF8-4EAF-47E5-4B6F-AEA3844FC652}"/>
                </a:ext>
              </a:extLst>
            </p:cNvPr>
            <p:cNvSpPr/>
            <p:nvPr/>
          </p:nvSpPr>
          <p:spPr>
            <a:xfrm>
              <a:off x="585841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9" name="Rectangle: Rounded Corners 18">
              <a:extLst>
                <a:ext uri="{FF2B5EF4-FFF2-40B4-BE49-F238E27FC236}">
                  <a16:creationId xmlns:a16="http://schemas.microsoft.com/office/drawing/2014/main" id="{C877794A-6D77-7704-0FA8-AD33058E6496}"/>
                </a:ext>
              </a:extLst>
            </p:cNvPr>
            <p:cNvSpPr/>
            <p:nvPr/>
          </p:nvSpPr>
          <p:spPr>
            <a:xfrm>
              <a:off x="767379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Rectangle: Rounded Corners 18">
            <a:extLst>
              <a:ext uri="{FF2B5EF4-FFF2-40B4-BE49-F238E27FC236}">
                <a16:creationId xmlns:a16="http://schemas.microsoft.com/office/drawing/2014/main" id="{132253A3-E322-566F-5388-AF560399A724}"/>
              </a:ext>
            </a:extLst>
          </p:cNvPr>
          <p:cNvSpPr/>
          <p:nvPr/>
        </p:nvSpPr>
        <p:spPr>
          <a:xfrm>
            <a:off x="1381269" y="4648192"/>
            <a:ext cx="5458056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Row-Echelon Form</a:t>
            </a:r>
          </a:p>
        </p:txBody>
      </p:sp>
      <p:sp>
        <p:nvSpPr>
          <p:cNvPr id="21" name="Rectangle: Rounded Corners 18">
            <a:extLst>
              <a:ext uri="{FF2B5EF4-FFF2-40B4-BE49-F238E27FC236}">
                <a16:creationId xmlns:a16="http://schemas.microsoft.com/office/drawing/2014/main" id="{E7744341-827F-1633-7A4A-07586FC126CA}"/>
              </a:ext>
            </a:extLst>
          </p:cNvPr>
          <p:cNvSpPr/>
          <p:nvPr/>
        </p:nvSpPr>
        <p:spPr>
          <a:xfrm>
            <a:off x="6868353" y="4648192"/>
            <a:ext cx="3615380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Reduced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3A1CD86-0FA7-5937-0321-5D73FD55371E}"/>
              </a:ext>
            </a:extLst>
          </p:cNvPr>
          <p:cNvGrpSpPr/>
          <p:nvPr/>
        </p:nvGrpSpPr>
        <p:grpSpPr>
          <a:xfrm>
            <a:off x="3765548" y="6091625"/>
            <a:ext cx="689498" cy="344557"/>
            <a:chOff x="1550504" y="4399721"/>
            <a:chExt cx="609600" cy="344557"/>
          </a:xfrm>
        </p:grpSpPr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99BBF93-D19C-68C8-B9CB-35DDCE8F9923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BEB8E92-7275-E70F-28B7-C55A16690E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F6DCE511-CB1B-8ADD-238A-A0C7839BBC26}"/>
              </a:ext>
            </a:extLst>
          </p:cNvPr>
          <p:cNvSpPr/>
          <p:nvPr/>
        </p:nvSpPr>
        <p:spPr>
          <a:xfrm>
            <a:off x="3770803" y="2013172"/>
            <a:ext cx="1406411" cy="445316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Answer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FCD37003-ED7B-D24E-0BE4-B4DBA7564483}"/>
              </a:ext>
            </a:extLst>
          </p:cNvPr>
          <p:cNvSpPr/>
          <p:nvPr/>
        </p:nvSpPr>
        <p:spPr>
          <a:xfrm>
            <a:off x="3777430" y="2623697"/>
            <a:ext cx="1406411" cy="46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Reason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50AA88A6-7DAF-5C69-1E48-A19AF07422FC}"/>
              </a:ext>
            </a:extLst>
          </p:cNvPr>
          <p:cNvCxnSpPr>
            <a:cxnSpLocks/>
          </p:cNvCxnSpPr>
          <p:nvPr/>
        </p:nvCxnSpPr>
        <p:spPr>
          <a:xfrm>
            <a:off x="1858630" y="6246814"/>
            <a:ext cx="77363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4DA391FB-3B57-2795-BA27-3562967FEEBD}"/>
              </a:ext>
            </a:extLst>
          </p:cNvPr>
          <p:cNvSpPr/>
          <p:nvPr/>
        </p:nvSpPr>
        <p:spPr>
          <a:xfrm>
            <a:off x="1030031" y="2007422"/>
            <a:ext cx="347628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14BCE5B6-B931-3DDF-3D8E-6ED8CE0C192C}"/>
              </a:ext>
            </a:extLst>
          </p:cNvPr>
          <p:cNvSpPr/>
          <p:nvPr/>
        </p:nvSpPr>
        <p:spPr>
          <a:xfrm>
            <a:off x="1581219" y="2435880"/>
            <a:ext cx="347628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F8ED4FA2-0178-AD99-5273-6F81F2A3DA74}"/>
              </a:ext>
            </a:extLst>
          </p:cNvPr>
          <p:cNvSpPr/>
          <p:nvPr/>
        </p:nvSpPr>
        <p:spPr>
          <a:xfrm>
            <a:off x="2124068" y="2844996"/>
            <a:ext cx="347628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A15048B3-1C38-A9B8-5C95-6DF066AA1DA6}"/>
              </a:ext>
            </a:extLst>
          </p:cNvPr>
          <p:cNvGrpSpPr/>
          <p:nvPr/>
        </p:nvGrpSpPr>
        <p:grpSpPr>
          <a:xfrm>
            <a:off x="7423604" y="6090612"/>
            <a:ext cx="689498" cy="344557"/>
            <a:chOff x="1550504" y="4399721"/>
            <a:chExt cx="609600" cy="344557"/>
          </a:xfrm>
        </p:grpSpPr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FB12FAD-7A01-64D6-8166-165299C25661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D673A918-8426-74D2-9F76-67ED7C2F2B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9DA1B374-B407-EC11-038D-F955760AF254}"/>
              </a:ext>
            </a:extLst>
          </p:cNvPr>
          <p:cNvGrpSpPr/>
          <p:nvPr/>
        </p:nvGrpSpPr>
        <p:grpSpPr>
          <a:xfrm>
            <a:off x="9238984" y="6087297"/>
            <a:ext cx="689498" cy="344557"/>
            <a:chOff x="1550504" y="4399721"/>
            <a:chExt cx="609600" cy="344557"/>
          </a:xfrm>
        </p:grpSpPr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DF5970CD-673F-4E11-1987-A110CF044EB0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168EFCC-AE28-D16F-8FF0-1E9A89BD924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F280D95C-342E-8A32-F65A-D2FF8AD23EF8}"/>
              </a:ext>
            </a:extLst>
          </p:cNvPr>
          <p:cNvGrpSpPr/>
          <p:nvPr/>
        </p:nvGrpSpPr>
        <p:grpSpPr>
          <a:xfrm>
            <a:off x="5565548" y="6092537"/>
            <a:ext cx="689498" cy="344557"/>
            <a:chOff x="1550504" y="4399721"/>
            <a:chExt cx="609600" cy="344557"/>
          </a:xfrm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417FDED7-C59E-25F5-1D36-4B6B93DE3FAA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7E993F76-1B49-36DB-EBED-DABFBC7B0E7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D7FE406B-5EF9-D87E-405E-8DDDFC82D3A4}"/>
                  </a:ext>
                </a:extLst>
              </p:cNvPr>
              <p:cNvSpPr/>
              <p:nvPr/>
            </p:nvSpPr>
            <p:spPr>
              <a:xfrm>
                <a:off x="5250769" y="2647878"/>
                <a:ext cx="6690642" cy="5767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I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satisfies all the condition of reduced</a:t>
                </a: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D7FE406B-5EF9-D87E-405E-8DDDFC82D3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0769" y="2647878"/>
                <a:ext cx="6690642" cy="576782"/>
              </a:xfrm>
              <a:prstGeom prst="rect">
                <a:avLst/>
              </a:prstGeom>
              <a:blipFill>
                <a:blip r:embed="rId4"/>
                <a:stretch>
                  <a:fillRect l="-1821" t="-10526" b="-1894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Rectangle 41">
            <a:extLst>
              <a:ext uri="{FF2B5EF4-FFF2-40B4-BE49-F238E27FC236}">
                <a16:creationId xmlns:a16="http://schemas.microsoft.com/office/drawing/2014/main" id="{9F1CD7BA-A70E-1E13-DD1B-FC9D9D0BBF65}"/>
              </a:ext>
            </a:extLst>
          </p:cNvPr>
          <p:cNvSpPr/>
          <p:nvPr/>
        </p:nvSpPr>
        <p:spPr>
          <a:xfrm>
            <a:off x="5257443" y="3152668"/>
            <a:ext cx="3303667" cy="57678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row - echelon form.</a:t>
            </a:r>
          </a:p>
        </p:txBody>
      </p:sp>
      <p:sp>
        <p:nvSpPr>
          <p:cNvPr id="45" name="Rectangle: Rounded Corners 44">
            <a:extLst>
              <a:ext uri="{FF2B5EF4-FFF2-40B4-BE49-F238E27FC236}">
                <a16:creationId xmlns:a16="http://schemas.microsoft.com/office/drawing/2014/main" id="{B84DFA22-1650-41CD-6079-0CCF04B36D9C}"/>
              </a:ext>
            </a:extLst>
          </p:cNvPr>
          <p:cNvSpPr/>
          <p:nvPr/>
        </p:nvSpPr>
        <p:spPr>
          <a:xfrm>
            <a:off x="209786" y="803298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6454CAF-8842-F25A-A101-B1D1554B24E9}"/>
              </a:ext>
            </a:extLst>
          </p:cNvPr>
          <p:cNvSpPr/>
          <p:nvPr/>
        </p:nvSpPr>
        <p:spPr>
          <a:xfrm>
            <a:off x="5257443" y="2020436"/>
            <a:ext cx="1044016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0" i="0" dirty="0">
                <a:solidFill>
                  <a:srgbClr val="002060"/>
                </a:solidFill>
                <a:latin typeface="+mj-lt"/>
              </a:rPr>
              <a:t>Both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1105E905-8944-41C0-8133-6C72BE2939B9}"/>
              </a:ext>
            </a:extLst>
          </p:cNvPr>
          <p:cNvSpPr/>
          <p:nvPr/>
        </p:nvSpPr>
        <p:spPr>
          <a:xfrm>
            <a:off x="1923656" y="776445"/>
            <a:ext cx="10058557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Determine whether the following matrices are row-echelon form OR 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950AF61-3F8A-462D-8122-88D43B0A4EBB}"/>
              </a:ext>
            </a:extLst>
          </p:cNvPr>
          <p:cNvSpPr/>
          <p:nvPr/>
        </p:nvSpPr>
        <p:spPr>
          <a:xfrm>
            <a:off x="1923657" y="1339731"/>
            <a:ext cx="9732189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reduced row-echelon form OR both OR none.</a:t>
            </a:r>
          </a:p>
        </p:txBody>
      </p:sp>
    </p:spTree>
    <p:extLst>
      <p:ext uri="{BB962C8B-B14F-4D97-AF65-F5344CB8AC3E}">
        <p14:creationId xmlns:p14="http://schemas.microsoft.com/office/powerpoint/2010/main" val="37244329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2" grpId="1" animBg="1"/>
      <p:bldP spid="24" grpId="0" animBg="1"/>
      <p:bldP spid="24" grpId="1" animBg="1"/>
      <p:bldP spid="25" grpId="0" animBg="1"/>
      <p:bldP spid="25" grpId="1" animBg="1"/>
      <p:bldP spid="37" grpId="0"/>
      <p:bldP spid="42" grpId="0"/>
      <p:bldP spid="3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334C6F-C87F-67F0-422F-3D80AB581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Method:3 </a:t>
            </a:r>
            <a:r>
              <a:rPr lang="en-IN" dirty="0">
                <a:latin typeface="Cambria Math" panose="02040503050406030204" pitchFamily="18" charset="0"/>
                <a:ea typeface="Cambria Math" panose="02040503050406030204" pitchFamily="18" charset="0"/>
              </a:rPr>
              <a:t>⇝</a:t>
            </a:r>
            <a:r>
              <a:rPr lang="en-IN" dirty="0"/>
              <a:t> Example:10(Continue)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E5711EE3-4D28-3F05-402C-F751E28FB7C8}"/>
                  </a:ext>
                </a:extLst>
              </p:cNvPr>
              <p:cNvSpPr/>
              <p:nvPr/>
            </p:nvSpPr>
            <p:spPr>
              <a:xfrm>
                <a:off x="209787" y="1936221"/>
                <a:ext cx="2069390" cy="152957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J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E5711EE3-4D28-3F05-402C-F751E28FB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787" y="1936221"/>
                <a:ext cx="2069390" cy="1529570"/>
              </a:xfrm>
              <a:prstGeom prst="rect">
                <a:avLst/>
              </a:prstGeom>
              <a:blipFill rotWithShape="0"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ectangle: Rounded Corners 18">
            <a:extLst>
              <a:ext uri="{FF2B5EF4-FFF2-40B4-BE49-F238E27FC236}">
                <a16:creationId xmlns:a16="http://schemas.microsoft.com/office/drawing/2014/main" id="{C080EED3-7B7F-ED68-05AE-A30A831C534C}"/>
              </a:ext>
            </a:extLst>
          </p:cNvPr>
          <p:cNvSpPr/>
          <p:nvPr/>
        </p:nvSpPr>
        <p:spPr>
          <a:xfrm>
            <a:off x="1381270" y="4062841"/>
            <a:ext cx="9102463" cy="55213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C00000"/>
                </a:solidFill>
              </a:rPr>
              <a:t>Reduced Row-Echelon Form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AFE26B6-EF42-649A-4CBF-0ED7FE8FDDC2}"/>
              </a:ext>
            </a:extLst>
          </p:cNvPr>
          <p:cNvGrpSpPr/>
          <p:nvPr/>
        </p:nvGrpSpPr>
        <p:grpSpPr>
          <a:xfrm>
            <a:off x="1381269" y="5225505"/>
            <a:ext cx="9102464" cy="1291339"/>
            <a:chOff x="371334" y="5125762"/>
            <a:chExt cx="9102464" cy="1291339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10" name="Rectangle: Rounded Corners 18">
              <a:extLst>
                <a:ext uri="{FF2B5EF4-FFF2-40B4-BE49-F238E27FC236}">
                  <a16:creationId xmlns:a16="http://schemas.microsoft.com/office/drawing/2014/main" id="{210A9774-77C3-B100-D656-24138E89F7FA}"/>
                </a:ext>
              </a:extLst>
            </p:cNvPr>
            <p:cNvSpPr/>
            <p:nvPr/>
          </p:nvSpPr>
          <p:spPr>
            <a:xfrm>
              <a:off x="371334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row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at the bottom</a:t>
              </a:r>
            </a:p>
          </p:txBody>
        </p:sp>
        <p:sp>
          <p:nvSpPr>
            <p:cNvPr id="11" name="Rectangle: Rounded Corners 18">
              <a:extLst>
                <a:ext uri="{FF2B5EF4-FFF2-40B4-BE49-F238E27FC236}">
                  <a16:creationId xmlns:a16="http://schemas.microsoft.com/office/drawing/2014/main" id="{74535A28-0DB9-92D2-8FF9-F9CA0B4CC57C}"/>
                </a:ext>
              </a:extLst>
            </p:cNvPr>
            <p:cNvSpPr/>
            <p:nvPr/>
          </p:nvSpPr>
          <p:spPr>
            <a:xfrm>
              <a:off x="2200362" y="512579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Decreasing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Order</a:t>
              </a:r>
            </a:p>
          </p:txBody>
        </p:sp>
        <p:sp>
          <p:nvSpPr>
            <p:cNvPr id="12" name="Rectangle: Rounded Corners 18">
              <a:extLst>
                <a:ext uri="{FF2B5EF4-FFF2-40B4-BE49-F238E27FC236}">
                  <a16:creationId xmlns:a16="http://schemas.microsoft.com/office/drawing/2014/main" id="{5408BF87-FBB6-4C0D-0EF6-98F982C6C960}"/>
                </a:ext>
              </a:extLst>
            </p:cNvPr>
            <p:cNvSpPr/>
            <p:nvPr/>
          </p:nvSpPr>
          <p:spPr>
            <a:xfrm>
              <a:off x="4029390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below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3" name="Rectangle: Rounded Corners 18">
              <a:extLst>
                <a:ext uri="{FF2B5EF4-FFF2-40B4-BE49-F238E27FC236}">
                  <a16:creationId xmlns:a16="http://schemas.microsoft.com/office/drawing/2014/main" id="{6D582B31-3CD2-37E5-EB0A-CCD19AE04F08}"/>
                </a:ext>
              </a:extLst>
            </p:cNvPr>
            <p:cNvSpPr/>
            <p:nvPr/>
          </p:nvSpPr>
          <p:spPr>
            <a:xfrm>
              <a:off x="585841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1</a:t>
              </a:r>
            </a:p>
          </p:txBody>
        </p:sp>
        <p:sp>
          <p:nvSpPr>
            <p:cNvPr id="14" name="Rectangle: Rounded Corners 18">
              <a:extLst>
                <a:ext uri="{FF2B5EF4-FFF2-40B4-BE49-F238E27FC236}">
                  <a16:creationId xmlns:a16="http://schemas.microsoft.com/office/drawing/2014/main" id="{891356EA-6748-0BA2-78F7-222FB63E53FD}"/>
                </a:ext>
              </a:extLst>
            </p:cNvPr>
            <p:cNvSpPr/>
            <p:nvPr/>
          </p:nvSpPr>
          <p:spPr>
            <a:xfrm>
              <a:off x="767379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above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5" name="Rectangle: Rounded Corners 18">
              <a:extLst>
                <a:ext uri="{FF2B5EF4-FFF2-40B4-BE49-F238E27FC236}">
                  <a16:creationId xmlns:a16="http://schemas.microsoft.com/office/drawing/2014/main" id="{1FB4804C-84ED-4DC1-3EEF-0F92FA5C671D}"/>
                </a:ext>
              </a:extLst>
            </p:cNvPr>
            <p:cNvSpPr/>
            <p:nvPr/>
          </p:nvSpPr>
          <p:spPr>
            <a:xfrm>
              <a:off x="371334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6" name="Rectangle: Rounded Corners 18">
              <a:extLst>
                <a:ext uri="{FF2B5EF4-FFF2-40B4-BE49-F238E27FC236}">
                  <a16:creationId xmlns:a16="http://schemas.microsoft.com/office/drawing/2014/main" id="{14B6A01B-C645-0C7B-74E1-EDCFFB5A483E}"/>
                </a:ext>
              </a:extLst>
            </p:cNvPr>
            <p:cNvSpPr/>
            <p:nvPr/>
          </p:nvSpPr>
          <p:spPr>
            <a:xfrm>
              <a:off x="2200362" y="587710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7" name="Rectangle: Rounded Corners 18">
              <a:extLst>
                <a:ext uri="{FF2B5EF4-FFF2-40B4-BE49-F238E27FC236}">
                  <a16:creationId xmlns:a16="http://schemas.microsoft.com/office/drawing/2014/main" id="{E6E85128-BAEC-001D-9331-262D6245E154}"/>
                </a:ext>
              </a:extLst>
            </p:cNvPr>
            <p:cNvSpPr/>
            <p:nvPr/>
          </p:nvSpPr>
          <p:spPr>
            <a:xfrm>
              <a:off x="4029390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8" name="Rectangle: Rounded Corners 18">
              <a:extLst>
                <a:ext uri="{FF2B5EF4-FFF2-40B4-BE49-F238E27FC236}">
                  <a16:creationId xmlns:a16="http://schemas.microsoft.com/office/drawing/2014/main" id="{C207ECF8-4EAF-47E5-4B6F-AEA3844FC652}"/>
                </a:ext>
              </a:extLst>
            </p:cNvPr>
            <p:cNvSpPr/>
            <p:nvPr/>
          </p:nvSpPr>
          <p:spPr>
            <a:xfrm>
              <a:off x="585841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9" name="Rectangle: Rounded Corners 18">
              <a:extLst>
                <a:ext uri="{FF2B5EF4-FFF2-40B4-BE49-F238E27FC236}">
                  <a16:creationId xmlns:a16="http://schemas.microsoft.com/office/drawing/2014/main" id="{C877794A-6D77-7704-0FA8-AD33058E6496}"/>
                </a:ext>
              </a:extLst>
            </p:cNvPr>
            <p:cNvSpPr/>
            <p:nvPr/>
          </p:nvSpPr>
          <p:spPr>
            <a:xfrm>
              <a:off x="767379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Rectangle: Rounded Corners 18">
            <a:extLst>
              <a:ext uri="{FF2B5EF4-FFF2-40B4-BE49-F238E27FC236}">
                <a16:creationId xmlns:a16="http://schemas.microsoft.com/office/drawing/2014/main" id="{132253A3-E322-566F-5388-AF560399A724}"/>
              </a:ext>
            </a:extLst>
          </p:cNvPr>
          <p:cNvSpPr/>
          <p:nvPr/>
        </p:nvSpPr>
        <p:spPr>
          <a:xfrm>
            <a:off x="1381269" y="4648192"/>
            <a:ext cx="5458056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Row-Echelon Form</a:t>
            </a:r>
          </a:p>
        </p:txBody>
      </p:sp>
      <p:sp>
        <p:nvSpPr>
          <p:cNvPr id="21" name="Rectangle: Rounded Corners 18">
            <a:extLst>
              <a:ext uri="{FF2B5EF4-FFF2-40B4-BE49-F238E27FC236}">
                <a16:creationId xmlns:a16="http://schemas.microsoft.com/office/drawing/2014/main" id="{E7744341-827F-1633-7A4A-07586FC126CA}"/>
              </a:ext>
            </a:extLst>
          </p:cNvPr>
          <p:cNvSpPr/>
          <p:nvPr/>
        </p:nvSpPr>
        <p:spPr>
          <a:xfrm>
            <a:off x="6868353" y="4648192"/>
            <a:ext cx="3615380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Reduced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AE620E1-3306-9A00-3407-BD1396A71812}"/>
              </a:ext>
            </a:extLst>
          </p:cNvPr>
          <p:cNvSpPr/>
          <p:nvPr/>
        </p:nvSpPr>
        <p:spPr>
          <a:xfrm>
            <a:off x="5478477" y="2013171"/>
            <a:ext cx="1105603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0" i="0" dirty="0">
                <a:solidFill>
                  <a:srgbClr val="002060"/>
                </a:solidFill>
                <a:latin typeface="+mj-lt"/>
              </a:rPr>
              <a:t>Both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F6DCE511-CB1B-8ADD-238A-A0C7839BBC26}"/>
              </a:ext>
            </a:extLst>
          </p:cNvPr>
          <p:cNvSpPr/>
          <p:nvPr/>
        </p:nvSpPr>
        <p:spPr>
          <a:xfrm>
            <a:off x="3994096" y="2013172"/>
            <a:ext cx="1406411" cy="445316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Answer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FCD37003-ED7B-D24E-0BE4-B4DBA7564483}"/>
              </a:ext>
            </a:extLst>
          </p:cNvPr>
          <p:cNvSpPr/>
          <p:nvPr/>
        </p:nvSpPr>
        <p:spPr>
          <a:xfrm>
            <a:off x="4000723" y="2623697"/>
            <a:ext cx="1406411" cy="46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Reason</a:t>
            </a: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A4C3FBE2-8A3F-4014-54C2-C5189C0D65F0}"/>
              </a:ext>
            </a:extLst>
          </p:cNvPr>
          <p:cNvGrpSpPr/>
          <p:nvPr/>
        </p:nvGrpSpPr>
        <p:grpSpPr>
          <a:xfrm>
            <a:off x="1952164" y="6082257"/>
            <a:ext cx="689498" cy="344557"/>
            <a:chOff x="1550504" y="4399721"/>
            <a:chExt cx="609600" cy="344557"/>
          </a:xfrm>
        </p:grpSpPr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5A72DC5-C3F8-FDE0-D1F1-BE2E98D63A25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48084833-D9BF-FA88-3EE0-7898BB3862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932B9DE0-8CB1-3045-7776-0F14641EB677}"/>
              </a:ext>
            </a:extLst>
          </p:cNvPr>
          <p:cNvCxnSpPr>
            <a:cxnSpLocks/>
          </p:cNvCxnSpPr>
          <p:nvPr/>
        </p:nvCxnSpPr>
        <p:spPr>
          <a:xfrm>
            <a:off x="3714726" y="6262196"/>
            <a:ext cx="77363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E91DA8AE-B58E-EDE0-4746-018EC9FB5E83}"/>
              </a:ext>
            </a:extLst>
          </p:cNvPr>
          <p:cNvCxnSpPr>
            <a:cxnSpLocks/>
          </p:cNvCxnSpPr>
          <p:nvPr/>
        </p:nvCxnSpPr>
        <p:spPr>
          <a:xfrm>
            <a:off x="5515006" y="6262196"/>
            <a:ext cx="77363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6E255133-466A-9600-F6E0-37306A8C0D1C}"/>
              </a:ext>
            </a:extLst>
          </p:cNvPr>
          <p:cNvCxnSpPr>
            <a:cxnSpLocks/>
          </p:cNvCxnSpPr>
          <p:nvPr/>
        </p:nvCxnSpPr>
        <p:spPr>
          <a:xfrm>
            <a:off x="7315286" y="6262196"/>
            <a:ext cx="77363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944D677-FD5E-704D-165D-5CE392FF9EF2}"/>
              </a:ext>
            </a:extLst>
          </p:cNvPr>
          <p:cNvCxnSpPr>
            <a:cxnSpLocks/>
          </p:cNvCxnSpPr>
          <p:nvPr/>
        </p:nvCxnSpPr>
        <p:spPr>
          <a:xfrm>
            <a:off x="9115566" y="6262196"/>
            <a:ext cx="77363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53423C1E-AA9E-E2D0-D85F-ECA983BB7683}"/>
                  </a:ext>
                </a:extLst>
              </p:cNvPr>
              <p:cNvSpPr/>
              <p:nvPr/>
            </p:nvSpPr>
            <p:spPr>
              <a:xfrm>
                <a:off x="5480423" y="2635706"/>
                <a:ext cx="6690642" cy="5767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J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satisfies all the condition of reduced</a:t>
                </a: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53423C1E-AA9E-E2D0-D85F-ECA983BB76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80423" y="2635706"/>
                <a:ext cx="6690642" cy="576782"/>
              </a:xfrm>
              <a:prstGeom prst="rect">
                <a:avLst/>
              </a:prstGeom>
              <a:blipFill rotWithShape="0">
                <a:blip r:embed="rId4"/>
                <a:stretch>
                  <a:fillRect l="-1821" t="-10526" b="-1894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Rectangle 21">
            <a:extLst>
              <a:ext uri="{FF2B5EF4-FFF2-40B4-BE49-F238E27FC236}">
                <a16:creationId xmlns:a16="http://schemas.microsoft.com/office/drawing/2014/main" id="{6FE6A0F7-A3BC-48B6-E9D5-6B9F2DC35D88}"/>
              </a:ext>
            </a:extLst>
          </p:cNvPr>
          <p:cNvSpPr/>
          <p:nvPr/>
        </p:nvSpPr>
        <p:spPr>
          <a:xfrm>
            <a:off x="5487098" y="3140496"/>
            <a:ext cx="3121282" cy="57678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Row - echelon form.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E7191402-D6DB-C4A3-FC8E-5390F89EAD2A}"/>
              </a:ext>
            </a:extLst>
          </p:cNvPr>
          <p:cNvSpPr/>
          <p:nvPr/>
        </p:nvSpPr>
        <p:spPr>
          <a:xfrm>
            <a:off x="209786" y="803298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2D5A084-85B3-4ABF-9C94-381896248D4D}"/>
              </a:ext>
            </a:extLst>
          </p:cNvPr>
          <p:cNvSpPr/>
          <p:nvPr/>
        </p:nvSpPr>
        <p:spPr>
          <a:xfrm>
            <a:off x="1923656" y="776445"/>
            <a:ext cx="10058557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Determine whether the following matrices are row-echelon form OR 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FC3CEF59-48BF-4666-AA42-9F2D0B89C9E6}"/>
              </a:ext>
            </a:extLst>
          </p:cNvPr>
          <p:cNvSpPr/>
          <p:nvPr/>
        </p:nvSpPr>
        <p:spPr>
          <a:xfrm>
            <a:off x="1923657" y="1339731"/>
            <a:ext cx="9732189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reduced row-echelon form OR both OR none.</a:t>
            </a:r>
          </a:p>
        </p:txBody>
      </p:sp>
    </p:spTree>
    <p:extLst>
      <p:ext uri="{BB962C8B-B14F-4D97-AF65-F5344CB8AC3E}">
        <p14:creationId xmlns:p14="http://schemas.microsoft.com/office/powerpoint/2010/main" val="21852531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" grpId="0"/>
      <p:bldP spid="22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334C6F-C87F-67F0-422F-3D80AB581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Method:3 </a:t>
            </a:r>
            <a:r>
              <a:rPr lang="en-IN" dirty="0">
                <a:latin typeface="Cambria Math" panose="02040503050406030204" pitchFamily="18" charset="0"/>
                <a:ea typeface="Cambria Math" panose="02040503050406030204" pitchFamily="18" charset="0"/>
              </a:rPr>
              <a:t>⇝</a:t>
            </a:r>
            <a:r>
              <a:rPr lang="en-IN" dirty="0"/>
              <a:t> Example:10(Continue)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E5711EE3-4D28-3F05-402C-F751E28FB7C8}"/>
                  </a:ext>
                </a:extLst>
              </p:cNvPr>
              <p:cNvSpPr/>
              <p:nvPr/>
            </p:nvSpPr>
            <p:spPr>
              <a:xfrm>
                <a:off x="209786" y="1966843"/>
                <a:ext cx="2547062" cy="59865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E5711EE3-4D28-3F05-402C-F751E28FB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786" y="1966843"/>
                <a:ext cx="2547062" cy="598656"/>
              </a:xfrm>
              <a:prstGeom prst="rect">
                <a:avLst/>
              </a:prstGeom>
              <a:blipFill rotWithShape="0"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ectangle: Rounded Corners 18">
            <a:extLst>
              <a:ext uri="{FF2B5EF4-FFF2-40B4-BE49-F238E27FC236}">
                <a16:creationId xmlns:a16="http://schemas.microsoft.com/office/drawing/2014/main" id="{C080EED3-7B7F-ED68-05AE-A30A831C534C}"/>
              </a:ext>
            </a:extLst>
          </p:cNvPr>
          <p:cNvSpPr/>
          <p:nvPr/>
        </p:nvSpPr>
        <p:spPr>
          <a:xfrm>
            <a:off x="1381270" y="4062841"/>
            <a:ext cx="9102463" cy="55213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C00000"/>
                </a:solidFill>
              </a:rPr>
              <a:t>Reduced Row-Echelon Form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AFE26B6-EF42-649A-4CBF-0ED7FE8FDDC2}"/>
              </a:ext>
            </a:extLst>
          </p:cNvPr>
          <p:cNvGrpSpPr/>
          <p:nvPr/>
        </p:nvGrpSpPr>
        <p:grpSpPr>
          <a:xfrm>
            <a:off x="1381269" y="5225505"/>
            <a:ext cx="9102464" cy="1291339"/>
            <a:chOff x="371334" y="5125762"/>
            <a:chExt cx="9102464" cy="1291339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10" name="Rectangle: Rounded Corners 18">
              <a:extLst>
                <a:ext uri="{FF2B5EF4-FFF2-40B4-BE49-F238E27FC236}">
                  <a16:creationId xmlns:a16="http://schemas.microsoft.com/office/drawing/2014/main" id="{210A9774-77C3-B100-D656-24138E89F7FA}"/>
                </a:ext>
              </a:extLst>
            </p:cNvPr>
            <p:cNvSpPr/>
            <p:nvPr/>
          </p:nvSpPr>
          <p:spPr>
            <a:xfrm>
              <a:off x="371334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row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at the bottom</a:t>
              </a:r>
            </a:p>
          </p:txBody>
        </p:sp>
        <p:sp>
          <p:nvSpPr>
            <p:cNvPr id="11" name="Rectangle: Rounded Corners 18">
              <a:extLst>
                <a:ext uri="{FF2B5EF4-FFF2-40B4-BE49-F238E27FC236}">
                  <a16:creationId xmlns:a16="http://schemas.microsoft.com/office/drawing/2014/main" id="{74535A28-0DB9-92D2-8FF9-F9CA0B4CC57C}"/>
                </a:ext>
              </a:extLst>
            </p:cNvPr>
            <p:cNvSpPr/>
            <p:nvPr/>
          </p:nvSpPr>
          <p:spPr>
            <a:xfrm>
              <a:off x="2200362" y="512579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Decreasing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Order</a:t>
              </a:r>
            </a:p>
          </p:txBody>
        </p:sp>
        <p:sp>
          <p:nvSpPr>
            <p:cNvPr id="12" name="Rectangle: Rounded Corners 18">
              <a:extLst>
                <a:ext uri="{FF2B5EF4-FFF2-40B4-BE49-F238E27FC236}">
                  <a16:creationId xmlns:a16="http://schemas.microsoft.com/office/drawing/2014/main" id="{5408BF87-FBB6-4C0D-0EF6-98F982C6C960}"/>
                </a:ext>
              </a:extLst>
            </p:cNvPr>
            <p:cNvSpPr/>
            <p:nvPr/>
          </p:nvSpPr>
          <p:spPr>
            <a:xfrm>
              <a:off x="4029390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below 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3" name="Rectangle: Rounded Corners 18">
              <a:extLst>
                <a:ext uri="{FF2B5EF4-FFF2-40B4-BE49-F238E27FC236}">
                  <a16:creationId xmlns:a16="http://schemas.microsoft.com/office/drawing/2014/main" id="{6D582B31-3CD2-37E5-EB0A-CCD19AE04F08}"/>
                </a:ext>
              </a:extLst>
            </p:cNvPr>
            <p:cNvSpPr/>
            <p:nvPr/>
          </p:nvSpPr>
          <p:spPr>
            <a:xfrm>
              <a:off x="585841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1</a:t>
              </a:r>
            </a:p>
          </p:txBody>
        </p:sp>
        <p:sp>
          <p:nvSpPr>
            <p:cNvPr id="14" name="Rectangle: Rounded Corners 18">
              <a:extLst>
                <a:ext uri="{FF2B5EF4-FFF2-40B4-BE49-F238E27FC236}">
                  <a16:creationId xmlns:a16="http://schemas.microsoft.com/office/drawing/2014/main" id="{891356EA-6748-0BA2-78F7-222FB63E53FD}"/>
                </a:ext>
              </a:extLst>
            </p:cNvPr>
            <p:cNvSpPr/>
            <p:nvPr/>
          </p:nvSpPr>
          <p:spPr>
            <a:xfrm>
              <a:off x="7673798" y="5125762"/>
              <a:ext cx="1800000" cy="72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Zero above</a:t>
              </a:r>
            </a:p>
            <a:p>
              <a:pPr algn="ctr"/>
              <a:r>
                <a:rPr lang="en-US" sz="2000" b="1" dirty="0">
                  <a:solidFill>
                    <a:srgbClr val="3D0FE7"/>
                  </a:solidFill>
                </a:rPr>
                <a:t>leading entry</a:t>
              </a:r>
            </a:p>
          </p:txBody>
        </p:sp>
        <p:sp>
          <p:nvSpPr>
            <p:cNvPr id="15" name="Rectangle: Rounded Corners 18">
              <a:extLst>
                <a:ext uri="{FF2B5EF4-FFF2-40B4-BE49-F238E27FC236}">
                  <a16:creationId xmlns:a16="http://schemas.microsoft.com/office/drawing/2014/main" id="{1FB4804C-84ED-4DC1-3EEF-0F92FA5C671D}"/>
                </a:ext>
              </a:extLst>
            </p:cNvPr>
            <p:cNvSpPr/>
            <p:nvPr/>
          </p:nvSpPr>
          <p:spPr>
            <a:xfrm>
              <a:off x="371334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6" name="Rectangle: Rounded Corners 18">
              <a:extLst>
                <a:ext uri="{FF2B5EF4-FFF2-40B4-BE49-F238E27FC236}">
                  <a16:creationId xmlns:a16="http://schemas.microsoft.com/office/drawing/2014/main" id="{14B6A01B-C645-0C7B-74E1-EDCFFB5A483E}"/>
                </a:ext>
              </a:extLst>
            </p:cNvPr>
            <p:cNvSpPr/>
            <p:nvPr/>
          </p:nvSpPr>
          <p:spPr>
            <a:xfrm>
              <a:off x="2200362" y="587710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7" name="Rectangle: Rounded Corners 18">
              <a:extLst>
                <a:ext uri="{FF2B5EF4-FFF2-40B4-BE49-F238E27FC236}">
                  <a16:creationId xmlns:a16="http://schemas.microsoft.com/office/drawing/2014/main" id="{E6E85128-BAEC-001D-9331-262D6245E154}"/>
                </a:ext>
              </a:extLst>
            </p:cNvPr>
            <p:cNvSpPr/>
            <p:nvPr/>
          </p:nvSpPr>
          <p:spPr>
            <a:xfrm>
              <a:off x="4029390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8" name="Rectangle: Rounded Corners 18">
              <a:extLst>
                <a:ext uri="{FF2B5EF4-FFF2-40B4-BE49-F238E27FC236}">
                  <a16:creationId xmlns:a16="http://schemas.microsoft.com/office/drawing/2014/main" id="{C207ECF8-4EAF-47E5-4B6F-AEA3844FC652}"/>
                </a:ext>
              </a:extLst>
            </p:cNvPr>
            <p:cNvSpPr/>
            <p:nvPr/>
          </p:nvSpPr>
          <p:spPr>
            <a:xfrm>
              <a:off x="585841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9" name="Rectangle: Rounded Corners 18">
              <a:extLst>
                <a:ext uri="{FF2B5EF4-FFF2-40B4-BE49-F238E27FC236}">
                  <a16:creationId xmlns:a16="http://schemas.microsoft.com/office/drawing/2014/main" id="{C877794A-6D77-7704-0FA8-AD33058E6496}"/>
                </a:ext>
              </a:extLst>
            </p:cNvPr>
            <p:cNvSpPr/>
            <p:nvPr/>
          </p:nvSpPr>
          <p:spPr>
            <a:xfrm>
              <a:off x="7673798" y="5877071"/>
              <a:ext cx="1800000" cy="540000"/>
            </a:xfrm>
            <a:prstGeom prst="rect">
              <a:avLst/>
            </a:pr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Rectangle: Rounded Corners 18">
            <a:extLst>
              <a:ext uri="{FF2B5EF4-FFF2-40B4-BE49-F238E27FC236}">
                <a16:creationId xmlns:a16="http://schemas.microsoft.com/office/drawing/2014/main" id="{132253A3-E322-566F-5388-AF560399A724}"/>
              </a:ext>
            </a:extLst>
          </p:cNvPr>
          <p:cNvSpPr/>
          <p:nvPr/>
        </p:nvSpPr>
        <p:spPr>
          <a:xfrm>
            <a:off x="1381269" y="4648192"/>
            <a:ext cx="5458056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Row-Echelon Form</a:t>
            </a:r>
          </a:p>
        </p:txBody>
      </p:sp>
      <p:sp>
        <p:nvSpPr>
          <p:cNvPr id="21" name="Rectangle: Rounded Corners 18">
            <a:extLst>
              <a:ext uri="{FF2B5EF4-FFF2-40B4-BE49-F238E27FC236}">
                <a16:creationId xmlns:a16="http://schemas.microsoft.com/office/drawing/2014/main" id="{E7744341-827F-1633-7A4A-07586FC126CA}"/>
              </a:ext>
            </a:extLst>
          </p:cNvPr>
          <p:cNvSpPr/>
          <p:nvPr/>
        </p:nvSpPr>
        <p:spPr>
          <a:xfrm>
            <a:off x="6868353" y="4648192"/>
            <a:ext cx="3615380" cy="540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accent6"/>
                </a:solidFill>
              </a:rPr>
              <a:t>Reduced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3A1CD86-0FA7-5937-0321-5D73FD55371E}"/>
              </a:ext>
            </a:extLst>
          </p:cNvPr>
          <p:cNvGrpSpPr/>
          <p:nvPr/>
        </p:nvGrpSpPr>
        <p:grpSpPr>
          <a:xfrm>
            <a:off x="3765548" y="6066814"/>
            <a:ext cx="689498" cy="344557"/>
            <a:chOff x="1550504" y="4399721"/>
            <a:chExt cx="609600" cy="344557"/>
          </a:xfrm>
        </p:grpSpPr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99BBF93-D19C-68C8-B9CB-35DDCE8F9923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BEB8E92-7275-E70F-28B7-C55A16690E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6AE620E1-3306-9A00-3407-BD1396A71812}"/>
              </a:ext>
            </a:extLst>
          </p:cNvPr>
          <p:cNvSpPr/>
          <p:nvPr/>
        </p:nvSpPr>
        <p:spPr>
          <a:xfrm>
            <a:off x="5492126" y="2013171"/>
            <a:ext cx="963266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0" i="0" dirty="0">
                <a:solidFill>
                  <a:srgbClr val="002060"/>
                </a:solidFill>
                <a:latin typeface="+mj-lt"/>
              </a:rPr>
              <a:t>Both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F6DCE511-CB1B-8ADD-238A-A0C7839BBC26}"/>
              </a:ext>
            </a:extLst>
          </p:cNvPr>
          <p:cNvSpPr/>
          <p:nvPr/>
        </p:nvSpPr>
        <p:spPr>
          <a:xfrm>
            <a:off x="3994096" y="2013172"/>
            <a:ext cx="1406411" cy="46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Answer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FCD37003-ED7B-D24E-0BE4-B4DBA7564483}"/>
              </a:ext>
            </a:extLst>
          </p:cNvPr>
          <p:cNvSpPr/>
          <p:nvPr/>
        </p:nvSpPr>
        <p:spPr>
          <a:xfrm>
            <a:off x="4000723" y="2623697"/>
            <a:ext cx="1406411" cy="46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Reason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B9A780C1-A0F3-BA86-9776-62AE249ECD52}"/>
                  </a:ext>
                </a:extLst>
              </p:cNvPr>
              <p:cNvSpPr/>
              <p:nvPr/>
            </p:nvSpPr>
            <p:spPr>
              <a:xfrm>
                <a:off x="5501358" y="2647878"/>
                <a:ext cx="6690642" cy="5767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K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satisfies all the condition of reduced</a:t>
                </a: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B9A780C1-A0F3-BA86-9776-62AE249ECD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01358" y="2647878"/>
                <a:ext cx="6690642" cy="576782"/>
              </a:xfrm>
              <a:prstGeom prst="rect">
                <a:avLst/>
              </a:prstGeom>
              <a:blipFill rotWithShape="0">
                <a:blip r:embed="rId4"/>
                <a:stretch>
                  <a:fillRect l="-1821" t="-10526" b="-1894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Rectangle 41">
            <a:extLst>
              <a:ext uri="{FF2B5EF4-FFF2-40B4-BE49-F238E27FC236}">
                <a16:creationId xmlns:a16="http://schemas.microsoft.com/office/drawing/2014/main" id="{BD455BB4-0DCF-F9FF-E159-7541003B027A}"/>
              </a:ext>
            </a:extLst>
          </p:cNvPr>
          <p:cNvSpPr/>
          <p:nvPr/>
        </p:nvSpPr>
        <p:spPr>
          <a:xfrm>
            <a:off x="5508033" y="3152668"/>
            <a:ext cx="3160320" cy="57678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row - echelon form.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50AA88A6-7DAF-5C69-1E48-A19AF07422FC}"/>
              </a:ext>
            </a:extLst>
          </p:cNvPr>
          <p:cNvCxnSpPr>
            <a:cxnSpLocks/>
          </p:cNvCxnSpPr>
          <p:nvPr/>
        </p:nvCxnSpPr>
        <p:spPr>
          <a:xfrm>
            <a:off x="1858630" y="6246814"/>
            <a:ext cx="77363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BDF00BC6-0749-16ED-8C63-810619A8E647}"/>
              </a:ext>
            </a:extLst>
          </p:cNvPr>
          <p:cNvCxnSpPr>
            <a:cxnSpLocks/>
          </p:cNvCxnSpPr>
          <p:nvPr/>
        </p:nvCxnSpPr>
        <p:spPr>
          <a:xfrm>
            <a:off x="5508033" y="6246814"/>
            <a:ext cx="77363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4DA391FB-3B57-2795-BA27-3562967FEEBD}"/>
              </a:ext>
            </a:extLst>
          </p:cNvPr>
          <p:cNvSpPr/>
          <p:nvPr/>
        </p:nvSpPr>
        <p:spPr>
          <a:xfrm>
            <a:off x="1123833" y="2073399"/>
            <a:ext cx="347628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B10ABCF9-0E99-4128-4F58-CA94B923E52E}"/>
              </a:ext>
            </a:extLst>
          </p:cNvPr>
          <p:cNvGrpSpPr/>
          <p:nvPr/>
        </p:nvGrpSpPr>
        <p:grpSpPr>
          <a:xfrm>
            <a:off x="7464544" y="6081555"/>
            <a:ext cx="689498" cy="344557"/>
            <a:chOff x="1550504" y="4399721"/>
            <a:chExt cx="609600" cy="344557"/>
          </a:xfrm>
        </p:grpSpPr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DF3509A-26E3-FD96-96A6-CDEF025612DA}"/>
                </a:ext>
              </a:extLst>
            </p:cNvPr>
            <p:cNvCxnSpPr>
              <a:cxnSpLocks/>
            </p:cNvCxnSpPr>
            <p:nvPr/>
          </p:nvCxnSpPr>
          <p:spPr>
            <a:xfrm>
              <a:off x="1550504" y="4528929"/>
              <a:ext cx="145774" cy="21534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22AC79F-DD6B-AEE3-F396-C4567C86F88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83026" y="4399721"/>
              <a:ext cx="477078" cy="33792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60025D8B-51C1-64AA-844B-F656A9907E58}"/>
              </a:ext>
            </a:extLst>
          </p:cNvPr>
          <p:cNvCxnSpPr>
            <a:cxnSpLocks/>
          </p:cNvCxnSpPr>
          <p:nvPr/>
        </p:nvCxnSpPr>
        <p:spPr>
          <a:xfrm>
            <a:off x="9207029" y="6261555"/>
            <a:ext cx="77363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B98CA679-2DC5-2825-AADC-DC2A2E108BC6}"/>
              </a:ext>
            </a:extLst>
          </p:cNvPr>
          <p:cNvSpPr/>
          <p:nvPr/>
        </p:nvSpPr>
        <p:spPr>
          <a:xfrm>
            <a:off x="209786" y="803298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AB1FD75A-B2F1-4AF1-87DE-B04D0D08FFBD}"/>
              </a:ext>
            </a:extLst>
          </p:cNvPr>
          <p:cNvSpPr/>
          <p:nvPr/>
        </p:nvSpPr>
        <p:spPr>
          <a:xfrm>
            <a:off x="1923656" y="776445"/>
            <a:ext cx="10058557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Determine whether the following matrices are row-echelon form OR 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E902389E-B529-435C-8770-31B116D821CA}"/>
              </a:ext>
            </a:extLst>
          </p:cNvPr>
          <p:cNvSpPr/>
          <p:nvPr/>
        </p:nvSpPr>
        <p:spPr>
          <a:xfrm>
            <a:off x="1923657" y="1339731"/>
            <a:ext cx="9732189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reduced row-echelon form OR both OR none.</a:t>
            </a:r>
          </a:p>
        </p:txBody>
      </p:sp>
    </p:spTree>
    <p:extLst>
      <p:ext uri="{BB962C8B-B14F-4D97-AF65-F5344CB8AC3E}">
        <p14:creationId xmlns:p14="http://schemas.microsoft.com/office/powerpoint/2010/main" val="2766983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7" grpId="0"/>
      <p:bldP spid="42" grpId="0"/>
      <p:bldP spid="22" grpId="0" animBg="1"/>
      <p:bldP spid="22" grpId="1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9A17AC-FF78-4510-9D4C-B7E52E7FD7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3F73835-92F1-4DBE-19FB-F212EC4836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Minor of a Matrix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EF6693E1-3496-D08A-80EF-E1566974422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7821" y="874931"/>
                <a:ext cx="12114179" cy="241301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be 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matrix.</a:t>
                </a:r>
                <a:r>
                  <a:rPr lang="en-US" sz="2800" dirty="0"/>
                  <a:t> </a:t>
                </a:r>
              </a:p>
              <a:p>
                <a:pPr algn="l"/>
                <a:endParaRPr lang="en-US" sz="2800" dirty="0"/>
              </a:p>
              <a:p>
                <a:pPr lvl="1" algn="l"/>
                <a:r>
                  <a:rPr lang="en-US" sz="2800" dirty="0">
                    <a:solidFill>
                      <a:srgbClr val="002060"/>
                    </a:solidFill>
                  </a:rPr>
                  <a:t>Determinant of any </a:t>
                </a:r>
                <a:r>
                  <a:rPr lang="en-US" sz="2800" dirty="0">
                    <a:solidFill>
                      <a:srgbClr val="FF0000"/>
                    </a:solidFill>
                  </a:rPr>
                  <a:t>square submatrix </a:t>
                </a:r>
                <a:r>
                  <a:rPr lang="en-US" sz="2800" dirty="0">
                    <a:solidFill>
                      <a:srgbClr val="002060"/>
                    </a:solidFill>
                  </a:rPr>
                  <a:t>of a given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is called a </a:t>
                </a:r>
                <a:r>
                  <a:rPr lang="en-US" sz="2800" dirty="0">
                    <a:solidFill>
                      <a:srgbClr val="FF0000"/>
                    </a:solidFill>
                  </a:rPr>
                  <a:t>minor</a:t>
                </a:r>
                <a:r>
                  <a:rPr lang="en-US" sz="2800" dirty="0">
                    <a:solidFill>
                      <a:srgbClr val="002060"/>
                    </a:solidFill>
                  </a:rPr>
                  <a:t>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.</a:t>
                </a:r>
              </a:p>
              <a:p>
                <a:pPr lvl="1" algn="l"/>
                <a:endParaRPr lang="en-US" sz="2800" dirty="0">
                  <a:solidFill>
                    <a:srgbClr val="002060"/>
                  </a:solidFill>
                </a:endParaRPr>
              </a:p>
              <a:p>
                <a:pPr lvl="1" algn="l"/>
                <a:r>
                  <a:rPr lang="en-US" sz="2800" dirty="0">
                    <a:solidFill>
                      <a:srgbClr val="002060"/>
                    </a:solidFill>
                  </a:rPr>
                  <a:t>If the square submatrix is of order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b="0" i="0" smtClean="0">
                        <a:solidFill>
                          <a:srgbClr val="002060"/>
                        </a:solidFill>
                        <a:latin typeface="Cambria Math"/>
                      </a:rPr>
                      <m:t>r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, then it’s </a:t>
                </a:r>
                <a:r>
                  <a:rPr lang="en-US" sz="2800" dirty="0">
                    <a:solidFill>
                      <a:srgbClr val="FF0000"/>
                    </a:solidFill>
                  </a:rPr>
                  <a:t>minor is also of order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b="0" i="0" smtClean="0">
                        <a:solidFill>
                          <a:srgbClr val="FF0000"/>
                        </a:solidFill>
                        <a:latin typeface="Cambria Math"/>
                      </a:rPr>
                      <m:t>r</m:t>
                    </m:r>
                  </m:oMath>
                </a14:m>
                <a:r>
                  <a:rPr lang="en-US" sz="2800" dirty="0">
                    <a:solidFill>
                      <a:srgbClr val="FF0000"/>
                    </a:solidFill>
                  </a:rPr>
                  <a:t>.</a:t>
                </a:r>
                <a:r>
                  <a:rPr lang="en-IN" sz="2800" dirty="0">
                    <a:solidFill>
                      <a:srgbClr val="FF0000"/>
                    </a:solidFill>
                  </a:rPr>
                  <a:t> </a:t>
                </a:r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EF6693E1-3496-D08A-80EF-E156697442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21" y="874931"/>
                <a:ext cx="12114179" cy="2413017"/>
              </a:xfrm>
              <a:prstGeom prst="rect">
                <a:avLst/>
              </a:prstGeom>
              <a:blipFill>
                <a:blip r:embed="rId2"/>
                <a:stretch>
                  <a:fillRect l="-956" t="-2785" r="-352" b="-557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38048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6099B6-95F7-AC39-EE8F-E8E3CF1BC4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88262B0-09D9-E24C-AB4F-12C4E861B9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Rank of a Matrix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EEE42967-AC04-A4FD-D482-5C5F602C779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8055" y="905844"/>
                <a:ext cx="12053945" cy="74024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be 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matrix. Then the non-negative integer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𝐫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known as the </a:t>
                </a:r>
                <a:r>
                  <a:rPr lang="en-IN" sz="2800" b="1" dirty="0">
                    <a:solidFill>
                      <a:srgbClr val="FF0000"/>
                    </a:solidFill>
                  </a:rPr>
                  <a:t>rank</a:t>
                </a:r>
                <a:r>
                  <a:rPr lang="en-IN" sz="2800" dirty="0">
                    <a:solidFill>
                      <a:srgbClr val="002060"/>
                    </a:solidFill>
                  </a:rPr>
                  <a:t>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if</a:t>
                </a: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EEE42967-AC04-A4FD-D482-5C5F602C77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055" y="905844"/>
                <a:ext cx="12053945" cy="740240"/>
              </a:xfrm>
              <a:prstGeom prst="rect">
                <a:avLst/>
              </a:prstGeom>
              <a:blipFill>
                <a:blip r:embed="rId2"/>
                <a:stretch>
                  <a:fillRect l="-961" t="-23140" r="-607" b="-3140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E91F2D20-AE81-DF56-DF81-81E2AEACE4E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06958" y="1807159"/>
                <a:ext cx="10411713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(1)  There is </a:t>
                </a:r>
                <a:r>
                  <a:rPr lang="en-IN" sz="2800" b="1" dirty="0">
                    <a:solidFill>
                      <a:srgbClr val="FF0000"/>
                    </a:solidFill>
                  </a:rPr>
                  <a:t>at least one</a:t>
                </a:r>
                <a:r>
                  <a:rPr lang="en-IN" sz="2800" dirty="0">
                    <a:solidFill>
                      <a:srgbClr val="002060"/>
                    </a:solidFill>
                  </a:rPr>
                  <a:t> minor of order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𝐫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 which is non-zero, and</a:t>
                </a: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E91F2D20-AE81-DF56-DF81-81E2AEACE4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6958" y="1807159"/>
                <a:ext cx="10411713" cy="463079"/>
              </a:xfrm>
              <a:prstGeom prst="rect">
                <a:avLst/>
              </a:prstGeom>
              <a:blipFill>
                <a:blip r:embed="rId3"/>
                <a:stretch>
                  <a:fillRect l="-1171" t="-23684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2A097E8A-6E97-9FF0-3B4C-C142A7E44E0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06958" y="2445746"/>
                <a:ext cx="7444777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(2)  Every minor of order </a:t>
                </a:r>
                <a14:m>
                  <m:oMath xmlns:m="http://schemas.openxmlformats.org/officeDocument/2006/math"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𝐫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zero.</a:t>
                </a: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2A097E8A-6E97-9FF0-3B4C-C142A7E44E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6958" y="2445746"/>
                <a:ext cx="7444777" cy="463079"/>
              </a:xfrm>
              <a:prstGeom prst="rect">
                <a:avLst/>
              </a:prstGeom>
              <a:blipFill>
                <a:blip r:embed="rId4"/>
                <a:stretch>
                  <a:fillRect l="-1637" t="-23684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23FDD957-E514-9FFD-5F8E-9B3C49A09A0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8055" y="3141876"/>
                <a:ext cx="7298490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Rank of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denoted by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𝛒</m:t>
                    </m:r>
                    <m:d>
                      <m:d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or </a:t>
                </a:r>
                <a:r>
                  <a:rPr lang="en-IN" sz="2800" b="1" dirty="0">
                    <a:solidFill>
                      <a:srgbClr val="FF0000"/>
                    </a:solidFill>
                  </a:rPr>
                  <a:t>Rank(</a:t>
                </a:r>
                <a14:m>
                  <m:oMath xmlns:m="http://schemas.openxmlformats.org/officeDocument/2006/math">
                    <m:r>
                      <a:rPr lang="en-IN" sz="2800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)</a:t>
                </a:r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23FDD957-E514-9FFD-5F8E-9B3C49A09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055" y="3141876"/>
                <a:ext cx="7298490" cy="463079"/>
              </a:xfrm>
              <a:prstGeom prst="rect">
                <a:avLst/>
              </a:prstGeom>
              <a:blipFill>
                <a:blip r:embed="rId5"/>
                <a:stretch>
                  <a:fillRect l="-1587" t="-23684" r="-1420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7A6B513A-A5A2-55C5-5C02-CF86FFFCDB1D}"/>
              </a:ext>
            </a:extLst>
          </p:cNvPr>
          <p:cNvSpPr txBox="1">
            <a:spLocks/>
          </p:cNvSpPr>
          <p:nvPr/>
        </p:nvSpPr>
        <p:spPr>
          <a:xfrm>
            <a:off x="138055" y="3934503"/>
            <a:ext cx="11720363" cy="87776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800" dirty="0">
                <a:solidFill>
                  <a:srgbClr val="002060"/>
                </a:solidFill>
              </a:rPr>
              <a:t>The rank of a matrix is equal to the number of non-zero rows in its </a:t>
            </a:r>
            <a:r>
              <a:rPr lang="en-US" sz="2800" b="1" dirty="0">
                <a:solidFill>
                  <a:srgbClr val="FF0000"/>
                </a:solidFill>
              </a:rPr>
              <a:t>row echelon form</a:t>
            </a:r>
            <a:r>
              <a:rPr lang="en-US" sz="2800" b="1" dirty="0">
                <a:solidFill>
                  <a:srgbClr val="002060"/>
                </a:solidFill>
              </a:rPr>
              <a:t>.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9" name="Content Placeholder 4">
            <a:extLst>
              <a:ext uri="{FF2B5EF4-FFF2-40B4-BE49-F238E27FC236}">
                <a16:creationId xmlns:a16="http://schemas.microsoft.com/office/drawing/2014/main" id="{405B4C85-4846-5FBC-24D0-69584F4CFFFF}"/>
              </a:ext>
            </a:extLst>
          </p:cNvPr>
          <p:cNvSpPr txBox="1">
            <a:spLocks/>
          </p:cNvSpPr>
          <p:nvPr/>
        </p:nvSpPr>
        <p:spPr>
          <a:xfrm>
            <a:off x="160012" y="4812263"/>
            <a:ext cx="1498190" cy="482457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b="1" dirty="0">
                <a:solidFill>
                  <a:srgbClr val="002060"/>
                </a:solidFill>
              </a:rPr>
              <a:t>Notes: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E89931BA-148B-50D8-997E-03C31FA70FA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0" y="5408003"/>
                <a:ext cx="8311487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 algn="l"/>
                <a:r>
                  <a:rPr lang="en-IN" sz="2800" dirty="0">
                    <a:solidFill>
                      <a:srgbClr val="002060"/>
                    </a:solidFill>
                  </a:rPr>
                  <a:t>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matrix,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unc>
                      <m:func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fName>
                      <m:e>
                        <m:d>
                          <m:d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m</m:t>
                            </m:r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,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e>
                        </m:d>
                      </m:e>
                    </m:func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E89931BA-148B-50D8-997E-03C31FA70F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5408003"/>
                <a:ext cx="8311487" cy="463079"/>
              </a:xfrm>
              <a:prstGeom prst="rect">
                <a:avLst/>
              </a:prstGeom>
              <a:blipFill>
                <a:blip r:embed="rId6"/>
                <a:stretch>
                  <a:fillRect t="-23684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305DC6C4-EB58-01F0-58E8-10FD4EBD06C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0" y="6002773"/>
                <a:ext cx="3343701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1" algn="l"/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T</m:t>
                            </m:r>
                          </m:sup>
                        </m:sSup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305DC6C4-EB58-01F0-58E8-10FD4EBD06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6002773"/>
                <a:ext cx="3343701" cy="463079"/>
              </a:xfrm>
              <a:prstGeom prst="rect">
                <a:avLst/>
              </a:prstGeom>
              <a:blipFill>
                <a:blip r:embed="rId7"/>
                <a:stretch>
                  <a:fillRect t="-21053" b="-31579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5404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0948FF48-4730-598E-3C66-1594B3623A4D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Method:3 </a:t>
                </a:r>
                <a14:m>
                  <m:oMath xmlns:m="http://schemas.openxmlformats.org/officeDocument/2006/math">
                    <m:r>
                      <a:rPr lang="en-IN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Example:14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0948FF48-4730-598E-3C66-1594B3623A4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FA9C67C0-889D-7186-D6A4-54A057C7FAEA}"/>
                  </a:ext>
                </a:extLst>
              </p:cNvPr>
              <p:cNvSpPr/>
              <p:nvPr/>
            </p:nvSpPr>
            <p:spPr>
              <a:xfrm>
                <a:off x="6402257" y="1444157"/>
                <a:ext cx="856661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FA9C67C0-889D-7186-D6A4-54A057C7FAE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02257" y="1444157"/>
                <a:ext cx="856661" cy="71120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Rectangle 9">
            <a:extLst>
              <a:ext uri="{FF2B5EF4-FFF2-40B4-BE49-F238E27FC236}">
                <a16:creationId xmlns:a16="http://schemas.microsoft.com/office/drawing/2014/main" id="{EE40720F-2E16-C2D7-E79E-C53941491867}"/>
              </a:ext>
            </a:extLst>
          </p:cNvPr>
          <p:cNvSpPr/>
          <p:nvPr/>
        </p:nvSpPr>
        <p:spPr>
          <a:xfrm>
            <a:off x="1967486" y="819116"/>
            <a:ext cx="4313389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Define the rank of a matrix.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88D1A31A-C883-2AB1-68AD-659E047DCEE2}"/>
              </a:ext>
            </a:extLst>
          </p:cNvPr>
          <p:cNvSpPr/>
          <p:nvPr/>
        </p:nvSpPr>
        <p:spPr>
          <a:xfrm>
            <a:off x="277161" y="877102"/>
            <a:ext cx="1454996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1C108D38-C83F-449D-6921-8A363EA0BA01}"/>
              </a:ext>
            </a:extLst>
          </p:cNvPr>
          <p:cNvSpPr/>
          <p:nvPr/>
        </p:nvSpPr>
        <p:spPr>
          <a:xfrm>
            <a:off x="1967486" y="1544093"/>
            <a:ext cx="4705880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Compute the rank of the matrix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1C6B148B-776D-0198-642F-530ECF203811}"/>
                  </a:ext>
                </a:extLst>
              </p:cNvPr>
              <p:cNvSpPr/>
              <p:nvPr/>
            </p:nvSpPr>
            <p:spPr>
              <a:xfrm>
                <a:off x="7083385" y="795892"/>
                <a:ext cx="3453607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5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 smtClean="0">
                                <a:solidFill>
                                  <a:schemeClr val="bg2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>
                              <m:eqArr>
                                <m:eqArrPr>
                                  <m:ctrlPr>
                                    <a:rPr lang="en-IN" sz="280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  <m:e/>
                              </m:eqArr>
                            </m:e>
                          </m:mr>
                        </m:m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1C6B148B-776D-0198-642F-530ECF20381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83385" y="795892"/>
                <a:ext cx="3453607" cy="2160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5" name="Group 14">
            <a:extLst>
              <a:ext uri="{FF2B5EF4-FFF2-40B4-BE49-F238E27FC236}">
                <a16:creationId xmlns:a16="http://schemas.microsoft.com/office/drawing/2014/main" id="{DB943B36-74A8-B13F-D5BC-C671A3451DAF}"/>
              </a:ext>
            </a:extLst>
          </p:cNvPr>
          <p:cNvGrpSpPr/>
          <p:nvPr/>
        </p:nvGrpSpPr>
        <p:grpSpPr>
          <a:xfrm>
            <a:off x="7355457" y="2262138"/>
            <a:ext cx="2874323" cy="569273"/>
            <a:chOff x="4140144" y="1849606"/>
            <a:chExt cx="2874323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E72457C3-D419-9364-2AFB-C9FB29614A66}"/>
                    </a:ext>
                  </a:extLst>
                </p:cNvPr>
                <p:cNvSpPr/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72457C3-D419-9364-2AFB-C9FB29614A6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blipFill rotWithShape="0">
                  <a:blip r:embed="rId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A7A79F78-F2D0-4199-0303-6F7013395C43}"/>
                    </a:ext>
                  </a:extLst>
                </p:cNvPr>
                <p:cNvSpPr/>
                <p:nvPr/>
              </p:nvSpPr>
              <p:spPr>
                <a:xfrm>
                  <a:off x="4929167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𝟖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A7A79F78-F2D0-4199-0303-6F7013395C4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29167" y="1849606"/>
                  <a:ext cx="524250" cy="569273"/>
                </a:xfrm>
                <a:prstGeom prst="rect">
                  <a:avLst/>
                </a:prstGeom>
                <a:blipFill rotWithShape="0">
                  <a:blip r:embed="rId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655DF33A-7525-5F4D-B1A2-43C1FBF58F7A}"/>
                    </a:ext>
                  </a:extLst>
                </p:cNvPr>
                <p:cNvSpPr/>
                <p:nvPr/>
              </p:nvSpPr>
              <p:spPr>
                <a:xfrm>
                  <a:off x="5788026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𝟗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655DF33A-7525-5F4D-B1A2-43C1FBF58F7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88026" y="1849606"/>
                  <a:ext cx="524250" cy="569273"/>
                </a:xfrm>
                <a:prstGeom prst="rect">
                  <a:avLst/>
                </a:prstGeom>
                <a:blipFill rotWithShape="0"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3D34946D-0136-08F3-93F3-242E9D356958}"/>
                    </a:ext>
                  </a:extLst>
                </p:cNvPr>
                <p:cNvSpPr/>
                <p:nvPr/>
              </p:nvSpPr>
              <p:spPr>
                <a:xfrm>
                  <a:off x="6490217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D34946D-0136-08F3-93F3-242E9D35695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90217" y="1849606"/>
                  <a:ext cx="524250" cy="569273"/>
                </a:xfrm>
                <a:prstGeom prst="rect">
                  <a:avLst/>
                </a:prstGeom>
                <a:blipFill rotWithShape="0"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5CCA4B0C-B029-2677-9DBB-A52189BE6E8D}"/>
              </a:ext>
            </a:extLst>
          </p:cNvPr>
          <p:cNvGrpSpPr/>
          <p:nvPr/>
        </p:nvGrpSpPr>
        <p:grpSpPr>
          <a:xfrm>
            <a:off x="7355457" y="1659008"/>
            <a:ext cx="2997157" cy="569273"/>
            <a:chOff x="4139880" y="3158063"/>
            <a:chExt cx="2997157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60677E11-D95E-0FBF-ACDE-19674AD3065C}"/>
                    </a:ext>
                  </a:extLst>
                </p:cNvPr>
                <p:cNvSpPr/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60677E11-D95E-0FBF-ACDE-19674AD3065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blipFill rotWithShape="0">
                  <a:blip r:embed="rId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D1AEDCAB-BCA9-A146-DC55-2C4E91739C17}"/>
                    </a:ext>
                  </a:extLst>
                </p:cNvPr>
                <p:cNvSpPr/>
                <p:nvPr/>
              </p:nvSpPr>
              <p:spPr>
                <a:xfrm>
                  <a:off x="4940451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1AEDCAB-BCA9-A146-DC55-2C4E91739C1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40451" y="3158063"/>
                  <a:ext cx="524250" cy="569273"/>
                </a:xfrm>
                <a:prstGeom prst="rect">
                  <a:avLst/>
                </a:prstGeom>
                <a:blipFill rotWithShape="0">
                  <a:blip r:embed="rId1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2690E849-63AF-4F77-C016-429A29060B7A}"/>
                    </a:ext>
                  </a:extLst>
                </p:cNvPr>
                <p:cNvSpPr/>
                <p:nvPr/>
              </p:nvSpPr>
              <p:spPr>
                <a:xfrm>
                  <a:off x="5772017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690E849-63AF-4F77-C016-429A29060B7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72017" y="3158063"/>
                  <a:ext cx="524250" cy="569273"/>
                </a:xfrm>
                <a:prstGeom prst="rect">
                  <a:avLst/>
                </a:prstGeom>
                <a:blipFill rotWithShape="0">
                  <a:blip r:embed="rId1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0FC01F37-AD38-91D3-3370-91B4818D471B}"/>
                    </a:ext>
                  </a:extLst>
                </p:cNvPr>
                <p:cNvSpPr/>
                <p:nvPr/>
              </p:nvSpPr>
              <p:spPr>
                <a:xfrm>
                  <a:off x="6612787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FC01F37-AD38-91D3-3370-91B4818D471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12787" y="3158063"/>
                  <a:ext cx="524250" cy="569273"/>
                </a:xfrm>
                <a:prstGeom prst="rect">
                  <a:avLst/>
                </a:prstGeom>
                <a:blipFill rotWithShape="0">
                  <a:blip r:embed="rId1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9D2EF5FF-55AF-57E1-733B-83D4C4ABDEC5}"/>
              </a:ext>
            </a:extLst>
          </p:cNvPr>
          <p:cNvGrpSpPr/>
          <p:nvPr/>
        </p:nvGrpSpPr>
        <p:grpSpPr>
          <a:xfrm>
            <a:off x="7355457" y="995422"/>
            <a:ext cx="3024454" cy="569273"/>
            <a:chOff x="4140144" y="1444109"/>
            <a:chExt cx="3024454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F005A5D3-2283-CC7C-B20F-5DE5789B8FEC}"/>
                    </a:ext>
                  </a:extLst>
                </p:cNvPr>
                <p:cNvSpPr/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F005A5D3-2283-CC7C-B20F-5DE5789B8FE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blipFill rotWithShape="0">
                  <a:blip r:embed="rId1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7DE4D9D3-2D07-EC5B-4CFB-63791936F8A8}"/>
                    </a:ext>
                  </a:extLst>
                </p:cNvPr>
                <p:cNvSpPr/>
                <p:nvPr/>
              </p:nvSpPr>
              <p:spPr>
                <a:xfrm>
                  <a:off x="4943235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𝟓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7DE4D9D3-2D07-EC5B-4CFB-63791936F8A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43235" y="1444109"/>
                  <a:ext cx="524250" cy="569273"/>
                </a:xfrm>
                <a:prstGeom prst="rect">
                  <a:avLst/>
                </a:prstGeom>
                <a:blipFill rotWithShape="0"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57625421-1DB4-100A-57C5-037D057058EB}"/>
                    </a:ext>
                  </a:extLst>
                </p:cNvPr>
                <p:cNvSpPr/>
                <p:nvPr/>
              </p:nvSpPr>
              <p:spPr>
                <a:xfrm>
                  <a:off x="5772281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7625421-1DB4-100A-57C5-037D057058E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72281" y="1444109"/>
                  <a:ext cx="524250" cy="569273"/>
                </a:xfrm>
                <a:prstGeom prst="rect">
                  <a:avLst/>
                </a:prstGeom>
                <a:blipFill rotWithShape="0">
                  <a:blip r:embed="rId1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4205931B-C054-E138-0E06-6B03CD653603}"/>
                    </a:ext>
                  </a:extLst>
                </p:cNvPr>
                <p:cNvSpPr/>
                <p:nvPr/>
              </p:nvSpPr>
              <p:spPr>
                <a:xfrm>
                  <a:off x="6339572" y="1444109"/>
                  <a:ext cx="825026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4205931B-C054-E138-0E06-6B03CD65360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39572" y="1444109"/>
                  <a:ext cx="825026" cy="569273"/>
                </a:xfrm>
                <a:prstGeom prst="rect">
                  <a:avLst/>
                </a:prstGeom>
                <a:blipFill rotWithShape="0">
                  <a:blip r:embed="rId1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417C8D75-DA81-3822-0CD0-E9C09AD0E3B3}"/>
              </a:ext>
            </a:extLst>
          </p:cNvPr>
          <p:cNvSpPr/>
          <p:nvPr/>
        </p:nvSpPr>
        <p:spPr>
          <a:xfrm>
            <a:off x="253617" y="2685966"/>
            <a:ext cx="1449096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Content Placeholder 4">
                <a:extLst>
                  <a:ext uri="{FF2B5EF4-FFF2-40B4-BE49-F238E27FC236}">
                    <a16:creationId xmlns:a16="http://schemas.microsoft.com/office/drawing/2014/main" id="{E965CFDB-1D78-24D1-205F-8179819663E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9228" y="3430538"/>
                <a:ext cx="11885623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be 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matrix. Then the positive integer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known as the rank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if</a:t>
                </a:r>
              </a:p>
            </p:txBody>
          </p:sp>
        </mc:Choice>
        <mc:Fallback xmlns="">
          <p:sp>
            <p:nvSpPr>
              <p:cNvPr id="31" name="Content Placeholder 4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E965CFDB-1D78-24D1-205F-8179819663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28" y="3430538"/>
                <a:ext cx="11885623" cy="463079"/>
              </a:xfrm>
              <a:prstGeom prst="rect">
                <a:avLst/>
              </a:prstGeom>
              <a:blipFill rotWithShape="0">
                <a:blip r:embed="rId17"/>
                <a:stretch>
                  <a:fillRect l="-974" t="-25000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Content Placeholder 4">
                <a:extLst>
                  <a:ext uri="{FF2B5EF4-FFF2-40B4-BE49-F238E27FC236}">
                    <a16:creationId xmlns:a16="http://schemas.microsoft.com/office/drawing/2014/main" id="{C57609DC-FBE5-836A-81F2-40FC0371A75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7161" y="4025308"/>
                <a:ext cx="9551203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(1).  There is </a:t>
                </a:r>
                <a:r>
                  <a:rPr lang="en-IN" sz="2800" b="1" dirty="0">
                    <a:solidFill>
                      <a:srgbClr val="FF0000"/>
                    </a:solidFill>
                  </a:rPr>
                  <a:t>at least one</a:t>
                </a:r>
                <a:r>
                  <a:rPr lang="en-IN" sz="2800" dirty="0">
                    <a:solidFill>
                      <a:srgbClr val="002060"/>
                    </a:solidFill>
                  </a:rPr>
                  <a:t> minor of order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𝐫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 which is non-zero, and</a:t>
                </a:r>
              </a:p>
            </p:txBody>
          </p:sp>
        </mc:Choice>
        <mc:Fallback xmlns="">
          <p:sp>
            <p:nvSpPr>
              <p:cNvPr id="32" name="Content Placeholder 4">
                <a:extLst>
                  <a:ext uri="{FF2B5EF4-FFF2-40B4-BE49-F238E27FC236}">
                    <a16:creationId xmlns:a16="http://schemas.microsoft.com/office/drawing/2014/main" id="{C57609DC-FBE5-836A-81F2-40FC0371A7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161" y="4025308"/>
                <a:ext cx="9551203" cy="463079"/>
              </a:xfrm>
              <a:prstGeom prst="rect">
                <a:avLst/>
              </a:prstGeom>
              <a:blipFill>
                <a:blip r:embed="rId18"/>
                <a:stretch>
                  <a:fillRect l="-1276" t="-23684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Content Placeholder 4">
                <a:extLst>
                  <a:ext uri="{FF2B5EF4-FFF2-40B4-BE49-F238E27FC236}">
                    <a16:creationId xmlns:a16="http://schemas.microsoft.com/office/drawing/2014/main" id="{177CF0BE-A379-DB07-CA9C-97B0F397747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77162" y="4620078"/>
                <a:ext cx="5710012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(2).  Every minor of order </a:t>
                </a:r>
                <a14:m>
                  <m:oMath xmlns:m="http://schemas.openxmlformats.org/officeDocument/2006/math"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𝐫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zero.</a:t>
                </a:r>
              </a:p>
            </p:txBody>
          </p:sp>
        </mc:Choice>
        <mc:Fallback xmlns="">
          <p:sp>
            <p:nvSpPr>
              <p:cNvPr id="33" name="Content Placeholder 4">
                <a:extLst>
                  <a:ext uri="{FF2B5EF4-FFF2-40B4-BE49-F238E27FC236}">
                    <a16:creationId xmlns:a16="http://schemas.microsoft.com/office/drawing/2014/main" id="{177CF0BE-A379-DB07-CA9C-97B0F39774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162" y="4620078"/>
                <a:ext cx="5710012" cy="463079"/>
              </a:xfrm>
              <a:prstGeom prst="rect">
                <a:avLst/>
              </a:prstGeom>
              <a:blipFill>
                <a:blip r:embed="rId19"/>
                <a:stretch>
                  <a:fillRect l="-2134" t="-25000" r="-1174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" name="Content Placeholder 4">
            <a:extLst>
              <a:ext uri="{FF2B5EF4-FFF2-40B4-BE49-F238E27FC236}">
                <a16:creationId xmlns:a16="http://schemas.microsoft.com/office/drawing/2014/main" id="{B613E1D0-95E7-0F0E-6352-B89263A7C721}"/>
              </a:ext>
            </a:extLst>
          </p:cNvPr>
          <p:cNvSpPr txBox="1">
            <a:spLocks/>
          </p:cNvSpPr>
          <p:nvPr/>
        </p:nvSpPr>
        <p:spPr>
          <a:xfrm>
            <a:off x="29228" y="5214849"/>
            <a:ext cx="11680551" cy="64773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The number of non-zero rows in row echelon form is also known as the rank of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4D38F624-5BC4-C379-3487-7BC0545E7043}"/>
              </a:ext>
            </a:extLst>
          </p:cNvPr>
          <p:cNvSpPr/>
          <p:nvPr/>
        </p:nvSpPr>
        <p:spPr>
          <a:xfrm>
            <a:off x="1967487" y="2695038"/>
            <a:ext cx="2604513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1" u="sng" dirty="0">
                <a:solidFill>
                  <a:srgbClr val="002060"/>
                </a:solidFill>
              </a:rPr>
              <a:t>Rank of a Matrix</a:t>
            </a:r>
          </a:p>
        </p:txBody>
      </p:sp>
      <p:sp>
        <p:nvSpPr>
          <p:cNvPr id="36" name="Content Placeholder 4">
            <a:extLst>
              <a:ext uri="{FF2B5EF4-FFF2-40B4-BE49-F238E27FC236}">
                <a16:creationId xmlns:a16="http://schemas.microsoft.com/office/drawing/2014/main" id="{28C15AA4-8D87-F279-2B2F-0CBD304CF668}"/>
              </a:ext>
            </a:extLst>
          </p:cNvPr>
          <p:cNvSpPr txBox="1">
            <a:spLocks/>
          </p:cNvSpPr>
          <p:nvPr/>
        </p:nvSpPr>
        <p:spPr>
          <a:xfrm>
            <a:off x="313329" y="5807986"/>
            <a:ext cx="1529119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IN" sz="2800" dirty="0">
                <a:solidFill>
                  <a:srgbClr val="002060"/>
                </a:solidFill>
              </a:rPr>
              <a:t>matrix.</a:t>
            </a:r>
          </a:p>
        </p:txBody>
      </p:sp>
    </p:spTree>
    <p:extLst>
      <p:ext uri="{BB962C8B-B14F-4D97-AF65-F5344CB8AC3E}">
        <p14:creationId xmlns:p14="http://schemas.microsoft.com/office/powerpoint/2010/main" val="7888687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3" grpId="0"/>
      <p:bldP spid="34" grpId="0"/>
      <p:bldP spid="35" grpId="0"/>
      <p:bldP spid="36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>
            <a:extLst>
              <a:ext uri="{FF2B5EF4-FFF2-40B4-BE49-F238E27FC236}">
                <a16:creationId xmlns:a16="http://schemas.microsoft.com/office/drawing/2014/main" id="{5A5D1452-FD3E-3427-01DA-31E876A88278}"/>
              </a:ext>
            </a:extLst>
          </p:cNvPr>
          <p:cNvGrpSpPr/>
          <p:nvPr/>
        </p:nvGrpSpPr>
        <p:grpSpPr>
          <a:xfrm>
            <a:off x="3725764" y="3797295"/>
            <a:ext cx="3802324" cy="2160000"/>
            <a:chOff x="3725764" y="3429000"/>
            <a:chExt cx="3802324" cy="216000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DC67A264-EC12-A923-FB88-C5FC473B926D}"/>
                    </a:ext>
                  </a:extLst>
                </p:cNvPr>
                <p:cNvSpPr/>
                <p:nvPr/>
              </p:nvSpPr>
              <p:spPr>
                <a:xfrm>
                  <a:off x="3725764" y="4077265"/>
                  <a:ext cx="524250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28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C67A264-EC12-A923-FB88-C5FC473B926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5764" y="4077265"/>
                  <a:ext cx="524250" cy="711201"/>
                </a:xfrm>
                <a:prstGeom prst="rect">
                  <a:avLst/>
                </a:prstGeom>
                <a:blipFill rotWithShape="0"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3D6AC5B6-84B3-221D-D0D1-1A0083279ED9}"/>
                    </a:ext>
                  </a:extLst>
                </p:cNvPr>
                <p:cNvSpPr/>
                <p:nvPr/>
              </p:nvSpPr>
              <p:spPr>
                <a:xfrm>
                  <a:off x="4074481" y="3429000"/>
                  <a:ext cx="3453607" cy="21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5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>
                                <m:eqArr>
                                  <m:eqArrPr>
                                    <m:ctrlPr>
                                      <a:rPr lang="en-IN" sz="280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  <m:e/>
                                </m:eqAr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D6AC5B6-84B3-221D-D0D1-1A0083279ED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74481" y="3429000"/>
                  <a:ext cx="3453607" cy="2160000"/>
                </a:xfrm>
                <a:prstGeom prst="rect">
                  <a:avLst/>
                </a:prstGeom>
                <a:blipFill rotWithShape="0"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DBD403F7-BA01-64C8-ECFA-95E5FE7B5DFA}"/>
                </a:ext>
              </a:extLst>
            </p:cNvPr>
            <p:cNvGrpSpPr/>
            <p:nvPr/>
          </p:nvGrpSpPr>
          <p:grpSpPr>
            <a:xfrm>
              <a:off x="4346553" y="3628530"/>
              <a:ext cx="3024454" cy="569273"/>
              <a:chOff x="4140144" y="1444109"/>
              <a:chExt cx="3024454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7" name="Rectangle 36">
                    <a:extLst>
                      <a:ext uri="{FF2B5EF4-FFF2-40B4-BE49-F238E27FC236}">
                        <a16:creationId xmlns:a16="http://schemas.microsoft.com/office/drawing/2014/main" id="{01163FC7-DD6A-E053-720A-38687D19D417}"/>
                      </a:ext>
                    </a:extLst>
                  </p:cNvPr>
                  <p:cNvSpPr/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7" name="Rectangle 3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01163FC7-DD6A-E053-720A-38687D19D41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8" name="Rectangle 37">
                    <a:extLst>
                      <a:ext uri="{FF2B5EF4-FFF2-40B4-BE49-F238E27FC236}">
                        <a16:creationId xmlns:a16="http://schemas.microsoft.com/office/drawing/2014/main" id="{C01A51ED-5E0F-F0B1-F677-0B1F9A08D957}"/>
                      </a:ext>
                    </a:extLst>
                  </p:cNvPr>
                  <p:cNvSpPr/>
                  <p:nvPr/>
                </p:nvSpPr>
                <p:spPr>
                  <a:xfrm>
                    <a:off x="4943235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8" name="Rectangle 37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C01A51ED-5E0F-F0B1-F677-0B1F9A08D95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43235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" name="Rectangle 38">
                    <a:extLst>
                      <a:ext uri="{FF2B5EF4-FFF2-40B4-BE49-F238E27FC236}">
                        <a16:creationId xmlns:a16="http://schemas.microsoft.com/office/drawing/2014/main" id="{EBEB552B-F630-B0C4-58A2-2ECF3922D8EC}"/>
                      </a:ext>
                    </a:extLst>
                  </p:cNvPr>
                  <p:cNvSpPr/>
                  <p:nvPr/>
                </p:nvSpPr>
                <p:spPr>
                  <a:xfrm>
                    <a:off x="5772281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9" name="Rectangle 38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BEB552B-F630-B0C4-58A2-2ECF3922D8E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72281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0" name="Rectangle 39">
                    <a:extLst>
                      <a:ext uri="{FF2B5EF4-FFF2-40B4-BE49-F238E27FC236}">
                        <a16:creationId xmlns:a16="http://schemas.microsoft.com/office/drawing/2014/main" id="{6ABBAE12-8FCB-2795-368A-E50E8EC3643E}"/>
                      </a:ext>
                    </a:extLst>
                  </p:cNvPr>
                  <p:cNvSpPr/>
                  <p:nvPr/>
                </p:nvSpPr>
                <p:spPr>
                  <a:xfrm>
                    <a:off x="6339572" y="1444109"/>
                    <a:ext cx="825026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0" name="Rectangle 39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6ABBAE12-8FCB-2795-368A-E50E8EC3643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339572" y="1444109"/>
                    <a:ext cx="825026" cy="569273"/>
                  </a:xfrm>
                  <a:prstGeom prst="rect">
                    <a:avLst/>
                  </a:prstGeom>
                  <a:blipFill rotWithShape="0">
                    <a:blip r:embed="rId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1B146278-B77D-1417-8876-35CE0BAD6A2D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Method:3 </a:t>
                </a:r>
                <a14:m>
                  <m:oMath xmlns:m="http://schemas.openxmlformats.org/officeDocument/2006/math">
                    <m:r>
                      <a:rPr lang="en-IN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Example:14</a:t>
                </a:r>
                <a:r>
                  <a:rPr lang="en-IN" dirty="0">
                    <a:solidFill>
                      <a:schemeClr val="tx1"/>
                    </a:solidFill>
                  </a:rPr>
                  <a:t>(Continue)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1B146278-B77D-1417-8876-35CE0BAD6A2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8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7504B973-0EF1-6631-A4F4-BC73443C28DB}"/>
                  </a:ext>
                </a:extLst>
              </p:cNvPr>
              <p:cNvSpPr/>
              <p:nvPr/>
            </p:nvSpPr>
            <p:spPr>
              <a:xfrm>
                <a:off x="3393353" y="1345818"/>
                <a:ext cx="856661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7504B973-0EF1-6631-A4F4-BC73443C28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3353" y="1345818"/>
                <a:ext cx="856661" cy="711201"/>
              </a:xfrm>
              <a:prstGeom prst="rect">
                <a:avLst/>
              </a:prstGeom>
              <a:blipFill rotWithShape="0"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Rectangle 6">
            <a:extLst>
              <a:ext uri="{FF2B5EF4-FFF2-40B4-BE49-F238E27FC236}">
                <a16:creationId xmlns:a16="http://schemas.microsoft.com/office/drawing/2014/main" id="{C08C996D-F586-6A15-41D3-EC2BE2A04928}"/>
              </a:ext>
            </a:extLst>
          </p:cNvPr>
          <p:cNvSpPr/>
          <p:nvPr/>
        </p:nvSpPr>
        <p:spPr>
          <a:xfrm>
            <a:off x="125037" y="1445754"/>
            <a:ext cx="3368789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To find rank of matrix: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1AD46C6C-719E-84E3-F373-D07CCCDDDA3B}"/>
                  </a:ext>
                </a:extLst>
              </p:cNvPr>
              <p:cNvSpPr/>
              <p:nvPr/>
            </p:nvSpPr>
            <p:spPr>
              <a:xfrm>
                <a:off x="4074481" y="697553"/>
                <a:ext cx="3453607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5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 smtClean="0">
                                <a:solidFill>
                                  <a:schemeClr val="bg2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>
                              <m:eqArr>
                                <m:eqArrPr>
                                  <m:ctrlPr>
                                    <a:rPr lang="en-IN" sz="280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  <m:e/>
                              </m:eqArr>
                            </m:e>
                          </m:mr>
                        </m:m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1AD46C6C-719E-84E3-F373-D07CCCDDDA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74481" y="697553"/>
                <a:ext cx="3453607" cy="2160000"/>
              </a:xfrm>
              <a:prstGeom prst="rect">
                <a:avLst/>
              </a:prstGeom>
              <a:blipFill rotWithShape="0"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" name="Group 8">
            <a:extLst>
              <a:ext uri="{FF2B5EF4-FFF2-40B4-BE49-F238E27FC236}">
                <a16:creationId xmlns:a16="http://schemas.microsoft.com/office/drawing/2014/main" id="{CA543EC4-1D3E-28F3-005D-D683E8268EF4}"/>
              </a:ext>
            </a:extLst>
          </p:cNvPr>
          <p:cNvGrpSpPr/>
          <p:nvPr/>
        </p:nvGrpSpPr>
        <p:grpSpPr>
          <a:xfrm>
            <a:off x="4346553" y="2163799"/>
            <a:ext cx="2874323" cy="569273"/>
            <a:chOff x="4140144" y="1849606"/>
            <a:chExt cx="2874323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AFFFB9A1-588E-85E9-A889-E9BD810D263C}"/>
                    </a:ext>
                  </a:extLst>
                </p:cNvPr>
                <p:cNvSpPr/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AFFFB9A1-588E-85E9-A889-E9BD810D263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blipFill rotWithShape="0">
                  <a:blip r:embed="rId1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F1AF71C3-BD53-2D17-0EA1-3F3A77311F79}"/>
                    </a:ext>
                  </a:extLst>
                </p:cNvPr>
                <p:cNvSpPr/>
                <p:nvPr/>
              </p:nvSpPr>
              <p:spPr>
                <a:xfrm>
                  <a:off x="4929167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𝟖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F1AF71C3-BD53-2D17-0EA1-3F3A77311F7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29167" y="1849606"/>
                  <a:ext cx="524250" cy="569273"/>
                </a:xfrm>
                <a:prstGeom prst="rect">
                  <a:avLst/>
                </a:prstGeom>
                <a:blipFill rotWithShape="0">
                  <a:blip r:embed="rId1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A6F42E5F-79D6-E6D1-A933-A062F88AE1C4}"/>
                    </a:ext>
                  </a:extLst>
                </p:cNvPr>
                <p:cNvSpPr/>
                <p:nvPr/>
              </p:nvSpPr>
              <p:spPr>
                <a:xfrm>
                  <a:off x="5788026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𝟗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A6F42E5F-79D6-E6D1-A933-A062F88AE1C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88026" y="1849606"/>
                  <a:ext cx="524250" cy="569273"/>
                </a:xfrm>
                <a:prstGeom prst="rect">
                  <a:avLst/>
                </a:prstGeom>
                <a:blipFill rotWithShape="0">
                  <a:blip r:embed="rId1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0DA45DE4-65AD-0686-95D0-B2E54C8A554B}"/>
                    </a:ext>
                  </a:extLst>
                </p:cNvPr>
                <p:cNvSpPr/>
                <p:nvPr/>
              </p:nvSpPr>
              <p:spPr>
                <a:xfrm>
                  <a:off x="6490217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DA45DE4-65AD-0686-95D0-B2E54C8A554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90217" y="1849606"/>
                  <a:ext cx="524250" cy="569273"/>
                </a:xfrm>
                <a:prstGeom prst="rect">
                  <a:avLst/>
                </a:prstGeom>
                <a:blipFill rotWithShape="0"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D51A2CF-5185-13FC-3C3B-CD3134C5CCB5}"/>
              </a:ext>
            </a:extLst>
          </p:cNvPr>
          <p:cNvGrpSpPr/>
          <p:nvPr/>
        </p:nvGrpSpPr>
        <p:grpSpPr>
          <a:xfrm>
            <a:off x="4346553" y="1560669"/>
            <a:ext cx="2997157" cy="569273"/>
            <a:chOff x="4139880" y="3158063"/>
            <a:chExt cx="2997157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288003A8-C1C5-AD8D-174D-CABB170EE975}"/>
                    </a:ext>
                  </a:extLst>
                </p:cNvPr>
                <p:cNvSpPr/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88003A8-C1C5-AD8D-174D-CABB170EE97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blipFill rotWithShape="0">
                  <a:blip r:embed="rId1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2684E512-A6EC-DFA0-8F8E-63B74F626FA0}"/>
                    </a:ext>
                  </a:extLst>
                </p:cNvPr>
                <p:cNvSpPr/>
                <p:nvPr/>
              </p:nvSpPr>
              <p:spPr>
                <a:xfrm>
                  <a:off x="4940451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684E512-A6EC-DFA0-8F8E-63B74F626FA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40451" y="3158063"/>
                  <a:ext cx="524250" cy="569273"/>
                </a:xfrm>
                <a:prstGeom prst="rect">
                  <a:avLst/>
                </a:prstGeom>
                <a:blipFill rotWithShape="0">
                  <a:blip r:embed="rId1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450584C1-9029-C00A-7326-47296787157A}"/>
                    </a:ext>
                  </a:extLst>
                </p:cNvPr>
                <p:cNvSpPr/>
                <p:nvPr/>
              </p:nvSpPr>
              <p:spPr>
                <a:xfrm>
                  <a:off x="5772017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450584C1-9029-C00A-7326-47296787157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72017" y="3158063"/>
                  <a:ext cx="524250" cy="569273"/>
                </a:xfrm>
                <a:prstGeom prst="rect">
                  <a:avLst/>
                </a:prstGeom>
                <a:blipFill rotWithShape="0">
                  <a:blip r:embed="rId1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E73FC4E2-512E-96D9-DC38-C8DA1BC1B12E}"/>
                    </a:ext>
                  </a:extLst>
                </p:cNvPr>
                <p:cNvSpPr/>
                <p:nvPr/>
              </p:nvSpPr>
              <p:spPr>
                <a:xfrm>
                  <a:off x="6612787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73FC4E2-512E-96D9-DC38-C8DA1BC1B12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12787" y="3158063"/>
                  <a:ext cx="524250" cy="569273"/>
                </a:xfrm>
                <a:prstGeom prst="rect">
                  <a:avLst/>
                </a:prstGeom>
                <a:blipFill rotWithShape="0">
                  <a:blip r:embed="rId1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6D024A09-B1F4-6B1A-E733-19805DEB3971}"/>
              </a:ext>
            </a:extLst>
          </p:cNvPr>
          <p:cNvGrpSpPr/>
          <p:nvPr/>
        </p:nvGrpSpPr>
        <p:grpSpPr>
          <a:xfrm>
            <a:off x="4346553" y="897083"/>
            <a:ext cx="3024454" cy="569273"/>
            <a:chOff x="4140144" y="1444109"/>
            <a:chExt cx="3024454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097EC0E9-2584-E706-1722-6337F9E53D10}"/>
                    </a:ext>
                  </a:extLst>
                </p:cNvPr>
                <p:cNvSpPr/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97EC0E9-2584-E706-1722-6337F9E53D1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blipFill rotWithShape="0">
                  <a:blip r:embed="rId1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CD3A4192-891B-F479-1ABC-2953ED511B32}"/>
                    </a:ext>
                  </a:extLst>
                </p:cNvPr>
                <p:cNvSpPr/>
                <p:nvPr/>
              </p:nvSpPr>
              <p:spPr>
                <a:xfrm>
                  <a:off x="4943235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𝟓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CD3A4192-891B-F479-1ABC-2953ED511B3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43235" y="1444109"/>
                  <a:ext cx="524250" cy="569273"/>
                </a:xfrm>
                <a:prstGeom prst="rect">
                  <a:avLst/>
                </a:prstGeom>
                <a:blipFill rotWithShape="0"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2A869B73-1CF2-2F99-DB64-42A5019FA17B}"/>
                    </a:ext>
                  </a:extLst>
                </p:cNvPr>
                <p:cNvSpPr/>
                <p:nvPr/>
              </p:nvSpPr>
              <p:spPr>
                <a:xfrm>
                  <a:off x="5772281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A869B73-1CF2-2F99-DB64-42A5019FA17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72281" y="1444109"/>
                  <a:ext cx="524250" cy="569273"/>
                </a:xfrm>
                <a:prstGeom prst="rect">
                  <a:avLst/>
                </a:prstGeom>
                <a:blipFill rotWithShape="0"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D83C9697-E4D9-9B9A-2BD9-B14E2222CC80}"/>
                    </a:ext>
                  </a:extLst>
                </p:cNvPr>
                <p:cNvSpPr/>
                <p:nvPr/>
              </p:nvSpPr>
              <p:spPr>
                <a:xfrm>
                  <a:off x="6339572" y="1444109"/>
                  <a:ext cx="825026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F54337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F54337"/>
                    </a:solidFill>
                  </a:endParaRPr>
                </a:p>
              </p:txBody>
            </p:sp>
          </mc:Choice>
          <mc:Fallback xmlns="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83C9697-E4D9-9B9A-2BD9-B14E2222CC8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39572" y="1444109"/>
                  <a:ext cx="825026" cy="569273"/>
                </a:xfrm>
                <a:prstGeom prst="rect">
                  <a:avLst/>
                </a:prstGeom>
                <a:blipFill rotWithShape="0">
                  <a:blip r:embed="rId2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A833CEE-CDB4-1449-DFC7-E5A446977435}"/>
              </a:ext>
            </a:extLst>
          </p:cNvPr>
          <p:cNvGrpSpPr/>
          <p:nvPr/>
        </p:nvGrpSpPr>
        <p:grpSpPr>
          <a:xfrm>
            <a:off x="4346553" y="5263541"/>
            <a:ext cx="2983507" cy="569273"/>
            <a:chOff x="4140144" y="1849606"/>
            <a:chExt cx="2983507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D61FD367-C3AE-EAF8-8E2C-5CEA69C1CC1E}"/>
                    </a:ext>
                  </a:extLst>
                </p:cNvPr>
                <p:cNvSpPr/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61FD367-C3AE-EAF8-8E2C-5CEA69C1CC1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blipFill rotWithShape="0"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42ECB0A2-0778-87DA-D5A0-5955FC1DA851}"/>
                    </a:ext>
                  </a:extLst>
                </p:cNvPr>
                <p:cNvSpPr/>
                <p:nvPr/>
              </p:nvSpPr>
              <p:spPr>
                <a:xfrm>
                  <a:off x="4664394" y="1849606"/>
                  <a:ext cx="789023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42ECB0A2-0778-87DA-D5A0-5955FC1DA85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64394" y="1849606"/>
                  <a:ext cx="789023" cy="569273"/>
                </a:xfrm>
                <a:prstGeom prst="rect">
                  <a:avLst/>
                </a:prstGeom>
                <a:blipFill rotWithShape="0"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0BF4B27A-4B55-9FD4-F91D-3B7C098A62F8}"/>
                    </a:ext>
                  </a:extLst>
                </p:cNvPr>
                <p:cNvSpPr/>
                <p:nvPr/>
              </p:nvSpPr>
              <p:spPr>
                <a:xfrm>
                  <a:off x="5591494" y="1849606"/>
                  <a:ext cx="659752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BF4B27A-4B55-9FD4-F91D-3B7C098A62F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91494" y="1849606"/>
                  <a:ext cx="659752" cy="569273"/>
                </a:xfrm>
                <a:prstGeom prst="rect">
                  <a:avLst/>
                </a:prstGeom>
                <a:blipFill rotWithShape="0"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BC3898E0-D116-FB93-44A8-D6E27B7A2EE9}"/>
                    </a:ext>
                  </a:extLst>
                </p:cNvPr>
                <p:cNvSpPr/>
                <p:nvPr/>
              </p:nvSpPr>
              <p:spPr>
                <a:xfrm>
                  <a:off x="6599401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𝟕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BC3898E0-D116-FB93-44A8-D6E27B7A2EE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99401" y="1849606"/>
                  <a:ext cx="524250" cy="569273"/>
                </a:xfrm>
                <a:prstGeom prst="rect">
                  <a:avLst/>
                </a:prstGeom>
                <a:blipFill rotWithShape="0">
                  <a:blip r:embed="rId2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1B79B960-26C2-95C4-79A6-CB04ABF02193}"/>
              </a:ext>
            </a:extLst>
          </p:cNvPr>
          <p:cNvGrpSpPr/>
          <p:nvPr/>
        </p:nvGrpSpPr>
        <p:grpSpPr>
          <a:xfrm>
            <a:off x="4346553" y="4660411"/>
            <a:ext cx="3119989" cy="569273"/>
            <a:chOff x="4139880" y="3158063"/>
            <a:chExt cx="3119989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3E158289-39DD-54C0-C04B-9F320A17118F}"/>
                    </a:ext>
                  </a:extLst>
                </p:cNvPr>
                <p:cNvSpPr/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E158289-39DD-54C0-C04B-9F320A17118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blipFill rotWithShape="0">
                  <a:blip r:embed="rId2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1779B52C-0175-125F-E6A3-0B891BCE635D}"/>
                    </a:ext>
                  </a:extLst>
                </p:cNvPr>
                <p:cNvSpPr/>
                <p:nvPr/>
              </p:nvSpPr>
              <p:spPr>
                <a:xfrm>
                  <a:off x="4664130" y="3158063"/>
                  <a:ext cx="800571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𝟏𝟎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1779B52C-0175-125F-E6A3-0B891BCE635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64130" y="3158063"/>
                  <a:ext cx="800571" cy="569273"/>
                </a:xfrm>
                <a:prstGeom prst="rect">
                  <a:avLst/>
                </a:prstGeom>
                <a:blipFill rotWithShape="0">
                  <a:blip r:embed="rId2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726E0604-C75F-EB16-AD2C-1A44F37B5368}"/>
                    </a:ext>
                  </a:extLst>
                </p:cNvPr>
                <p:cNvSpPr/>
                <p:nvPr/>
              </p:nvSpPr>
              <p:spPr>
                <a:xfrm>
                  <a:off x="5550289" y="3158063"/>
                  <a:ext cx="755286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726E0604-C75F-EB16-AD2C-1A44F37B536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50289" y="3158063"/>
                  <a:ext cx="755286" cy="569273"/>
                </a:xfrm>
                <a:prstGeom prst="rect">
                  <a:avLst/>
                </a:prstGeom>
                <a:blipFill rotWithShape="0">
                  <a:blip r:embed="rId2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BE0080A6-2DD1-FE86-C42D-B345EF701B5F}"/>
                    </a:ext>
                  </a:extLst>
                </p:cNvPr>
                <p:cNvSpPr/>
                <p:nvPr/>
              </p:nvSpPr>
              <p:spPr>
                <a:xfrm>
                  <a:off x="6459298" y="3158063"/>
                  <a:ext cx="800571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𝟓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BE0080A6-2DD1-FE86-C42D-B345EF701B5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59298" y="3158063"/>
                  <a:ext cx="800571" cy="569273"/>
                </a:xfrm>
                <a:prstGeom prst="rect">
                  <a:avLst/>
                </a:prstGeom>
                <a:blipFill>
                  <a:blip r:embed="rId3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0CD65C46-81E6-92A6-A106-774F3DD565F9}"/>
              </a:ext>
            </a:extLst>
          </p:cNvPr>
          <p:cNvSpPr/>
          <p:nvPr/>
        </p:nvSpPr>
        <p:spPr>
          <a:xfrm>
            <a:off x="4384530" y="1008913"/>
            <a:ext cx="347628" cy="361741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9C6CC1EA-7ED8-2727-368C-323667B93C15}"/>
              </a:ext>
            </a:extLst>
          </p:cNvPr>
          <p:cNvSpPr/>
          <p:nvPr/>
        </p:nvSpPr>
        <p:spPr>
          <a:xfrm>
            <a:off x="4371449" y="1661447"/>
            <a:ext cx="382391" cy="397915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A5ECC3CD-B7C2-40E8-9632-2B2C9DB0ABD9}"/>
                  </a:ext>
                </a:extLst>
              </p:cNvPr>
              <p:cNvSpPr/>
              <p:nvPr/>
            </p:nvSpPr>
            <p:spPr>
              <a:xfrm>
                <a:off x="4268423" y="3092056"/>
                <a:ext cx="1694448" cy="52170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𝐑</m:t>
                        </m:r>
                      </m:e>
                      <m:sub>
                        <m: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𝟏𝟐</m:t>
                        </m:r>
                      </m:sub>
                    </m:sSub>
                    <m:d>
                      <m:dPr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e>
                    </m:d>
                  </m:oMath>
                </a14:m>
                <a:r>
                  <a:rPr lang="en-IN" sz="2800" b="1" i="1" dirty="0">
                    <a:solidFill>
                      <a:srgbClr val="FF0000"/>
                    </a:solidFill>
                    <a:latin typeface="Cambria Math" panose="02040503050406030204" pitchFamily="18" charset="0"/>
                  </a:rPr>
                  <a:t> ,</a:t>
                </a: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A5ECC3CD-B7C2-40E8-9632-2B2C9DB0AB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8423" y="3092056"/>
                <a:ext cx="1694448" cy="521706"/>
              </a:xfrm>
              <a:prstGeom prst="rect">
                <a:avLst/>
              </a:prstGeom>
              <a:blipFill>
                <a:blip r:embed="rId31"/>
                <a:stretch>
                  <a:fillRect t="-15116" r="-7194" b="-2790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8" name="Group 47">
            <a:extLst>
              <a:ext uri="{FF2B5EF4-FFF2-40B4-BE49-F238E27FC236}">
                <a16:creationId xmlns:a16="http://schemas.microsoft.com/office/drawing/2014/main" id="{9E976404-33AE-584C-0A5B-F7533D2BFD10}"/>
              </a:ext>
            </a:extLst>
          </p:cNvPr>
          <p:cNvGrpSpPr/>
          <p:nvPr/>
        </p:nvGrpSpPr>
        <p:grpSpPr>
          <a:xfrm>
            <a:off x="8068747" y="1083799"/>
            <a:ext cx="3727972" cy="2160000"/>
            <a:chOff x="8068747" y="1083799"/>
            <a:chExt cx="3727972" cy="2160000"/>
          </a:xfrm>
        </p:grpSpPr>
        <p:sp>
          <p:nvSpPr>
            <p:cNvPr id="46" name="Thought Bubble: Cloud 45">
              <a:extLst>
                <a:ext uri="{FF2B5EF4-FFF2-40B4-BE49-F238E27FC236}">
                  <a16:creationId xmlns:a16="http://schemas.microsoft.com/office/drawing/2014/main" id="{99F6FB9F-A3F4-3014-87F4-CE08740DDA0C}"/>
                </a:ext>
              </a:extLst>
            </p:cNvPr>
            <p:cNvSpPr/>
            <p:nvPr/>
          </p:nvSpPr>
          <p:spPr>
            <a:xfrm>
              <a:off x="8068747" y="1083799"/>
              <a:ext cx="3727972" cy="2160000"/>
            </a:xfrm>
            <a:prstGeom prst="cloudCallout">
              <a:avLst>
                <a:gd name="adj1" fmla="val -63117"/>
                <a:gd name="adj2" fmla="val -47090"/>
              </a:avLst>
            </a:prstGeom>
            <a:solidFill>
              <a:schemeClr val="tx2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91A9D497-90C6-0A6D-2622-2838BCD266A0}"/>
                    </a:ext>
                  </a:extLst>
                </p:cNvPr>
                <p:cNvSpPr/>
                <p:nvPr/>
              </p:nvSpPr>
              <p:spPr>
                <a:xfrm>
                  <a:off x="8380246" y="1517514"/>
                  <a:ext cx="2892806" cy="134004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r>
                    <a:rPr lang="en-IN" sz="2000" b="0" dirty="0">
                      <a:solidFill>
                        <a:srgbClr val="002060"/>
                      </a:solidFill>
                    </a:rPr>
                    <a:t>Since, matrix </a:t>
                  </a: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0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a14:m>
                  <a:r>
                    <a:rPr lang="en-IN" sz="2000" dirty="0">
                      <a:solidFill>
                        <a:srgbClr val="002060"/>
                      </a:solidFill>
                    </a:rPr>
                    <a:t> has no zero row and all the rows are in decreasing order.</a:t>
                  </a:r>
                </a:p>
                <a:p>
                  <a:pPr algn="ctr"/>
                  <a:r>
                    <a:rPr lang="en-IN" sz="2000" b="1" dirty="0">
                      <a:solidFill>
                        <a:srgbClr val="002060"/>
                      </a:solidFill>
                    </a:rPr>
                    <a:t>Start with Step:3</a:t>
                  </a:r>
                </a:p>
              </p:txBody>
            </p:sp>
          </mc:Choice>
          <mc:Fallback xmlns="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1A9D497-90C6-0A6D-2622-2838BCD266A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80246" y="1517514"/>
                  <a:ext cx="2892806" cy="1340040"/>
                </a:xfrm>
                <a:prstGeom prst="rect">
                  <a:avLst/>
                </a:prstGeom>
                <a:blipFill rotWithShape="0">
                  <a:blip r:embed="rId33"/>
                  <a:stretch>
                    <a:fillRect t="-2273" r="-844" b="-6364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CA4FFBA5-948D-DFEE-9BBD-FFF6E692DEBD}"/>
              </a:ext>
            </a:extLst>
          </p:cNvPr>
          <p:cNvSpPr/>
          <p:nvPr/>
        </p:nvSpPr>
        <p:spPr>
          <a:xfrm>
            <a:off x="4373849" y="2263961"/>
            <a:ext cx="382391" cy="397915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25BC35C2-07C6-A9B1-9CF6-C9B978BBD204}"/>
                  </a:ext>
                </a:extLst>
              </p:cNvPr>
              <p:cNvSpPr/>
              <p:nvPr/>
            </p:nvSpPr>
            <p:spPr>
              <a:xfrm>
                <a:off x="5866839" y="3114206"/>
                <a:ext cx="1694448" cy="52170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𝟏𝟑</m:t>
                          </m:r>
                        </m:sub>
                      </m:sSub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e>
                      </m:d>
                    </m:oMath>
                  </m:oMathPara>
                </a14:m>
                <a:endParaRPr lang="en-IN" sz="2800" b="1" i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25BC35C2-07C6-A9B1-9CF6-C9B978BBD2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6839" y="3114206"/>
                <a:ext cx="1694448" cy="521706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662537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41" grpId="1" animBg="1"/>
      <p:bldP spid="42" grpId="0" animBg="1"/>
      <p:bldP spid="42" grpId="1" animBg="1"/>
      <p:bldP spid="44" grpId="0"/>
      <p:bldP spid="49" grpId="0" animBg="1"/>
      <p:bldP spid="49" grpId="1" animBg="1"/>
      <p:bldP spid="50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" name="Group 99">
            <a:extLst>
              <a:ext uri="{FF2B5EF4-FFF2-40B4-BE49-F238E27FC236}">
                <a16:creationId xmlns:a16="http://schemas.microsoft.com/office/drawing/2014/main" id="{E4E282E9-0E2F-E6B0-581F-4D6030DBB9EB}"/>
              </a:ext>
            </a:extLst>
          </p:cNvPr>
          <p:cNvGrpSpPr/>
          <p:nvPr/>
        </p:nvGrpSpPr>
        <p:grpSpPr>
          <a:xfrm>
            <a:off x="504892" y="3988368"/>
            <a:ext cx="3802324" cy="2160000"/>
            <a:chOff x="504892" y="4371136"/>
            <a:chExt cx="3802324" cy="216000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" name="Rectangle 80">
                  <a:extLst>
                    <a:ext uri="{FF2B5EF4-FFF2-40B4-BE49-F238E27FC236}">
                      <a16:creationId xmlns:a16="http://schemas.microsoft.com/office/drawing/2014/main" id="{E8F25FF2-821A-B2AE-775F-59A6851F2389}"/>
                    </a:ext>
                  </a:extLst>
                </p:cNvPr>
                <p:cNvSpPr/>
                <p:nvPr/>
              </p:nvSpPr>
              <p:spPr>
                <a:xfrm>
                  <a:off x="504892" y="5019401"/>
                  <a:ext cx="524250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28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81" name="Rectangle 8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8F25FF2-821A-B2AE-775F-59A6851F238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4892" y="5019401"/>
                  <a:ext cx="524250" cy="711201"/>
                </a:xfrm>
                <a:prstGeom prst="rect">
                  <a:avLst/>
                </a:prstGeom>
                <a:blipFill rotWithShape="0"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" name="Rectangle 81">
                  <a:extLst>
                    <a:ext uri="{FF2B5EF4-FFF2-40B4-BE49-F238E27FC236}">
                      <a16:creationId xmlns:a16="http://schemas.microsoft.com/office/drawing/2014/main" id="{3144FA11-9579-9DAD-E22A-7AB6D3A514E4}"/>
                    </a:ext>
                  </a:extLst>
                </p:cNvPr>
                <p:cNvSpPr/>
                <p:nvPr/>
              </p:nvSpPr>
              <p:spPr>
                <a:xfrm>
                  <a:off x="853609" y="4371136"/>
                  <a:ext cx="3453607" cy="21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5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>
                                <m:eqArr>
                                  <m:eqArrPr>
                                    <m:ctrlPr>
                                      <a:rPr lang="en-IN" sz="280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  <m:e/>
                                </m:eqAr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82" name="Rectangle 8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144FA11-9579-9DAD-E22A-7AB6D3A514E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53609" y="4371136"/>
                  <a:ext cx="3453607" cy="2160000"/>
                </a:xfrm>
                <a:prstGeom prst="rect">
                  <a:avLst/>
                </a:prstGeom>
                <a:blipFill rotWithShape="0"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3" name="Group 82">
              <a:extLst>
                <a:ext uri="{FF2B5EF4-FFF2-40B4-BE49-F238E27FC236}">
                  <a16:creationId xmlns:a16="http://schemas.microsoft.com/office/drawing/2014/main" id="{AC4F1B97-AA5A-8B20-76B7-0D084E597BC3}"/>
                </a:ext>
              </a:extLst>
            </p:cNvPr>
            <p:cNvGrpSpPr/>
            <p:nvPr/>
          </p:nvGrpSpPr>
          <p:grpSpPr>
            <a:xfrm>
              <a:off x="1125681" y="4516074"/>
              <a:ext cx="3024454" cy="569273"/>
              <a:chOff x="4140144" y="1444109"/>
              <a:chExt cx="3024454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242617B7-C80E-B4A4-7EAC-C44CDE9BBC46}"/>
                      </a:ext>
                    </a:extLst>
                  </p:cNvPr>
                  <p:cNvSpPr/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242617B7-C80E-B4A4-7EAC-C44CDE9BBC4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5" name="Rectangle 84">
                    <a:extLst>
                      <a:ext uri="{FF2B5EF4-FFF2-40B4-BE49-F238E27FC236}">
                        <a16:creationId xmlns:a16="http://schemas.microsoft.com/office/drawing/2014/main" id="{C5FADB09-8915-7371-4DA7-1B3F88D1ED78}"/>
                      </a:ext>
                    </a:extLst>
                  </p:cNvPr>
                  <p:cNvSpPr/>
                  <p:nvPr/>
                </p:nvSpPr>
                <p:spPr>
                  <a:xfrm>
                    <a:off x="4943235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5" name="Rectangle 8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C5FADB09-8915-7371-4DA7-1B3F88D1ED7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43235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" name="Rectangle 85">
                    <a:extLst>
                      <a:ext uri="{FF2B5EF4-FFF2-40B4-BE49-F238E27FC236}">
                        <a16:creationId xmlns:a16="http://schemas.microsoft.com/office/drawing/2014/main" id="{9EFEC7FA-625E-3D45-4690-D73793D8CED4}"/>
                      </a:ext>
                    </a:extLst>
                  </p:cNvPr>
                  <p:cNvSpPr/>
                  <p:nvPr/>
                </p:nvSpPr>
                <p:spPr>
                  <a:xfrm>
                    <a:off x="5772281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6" name="Rectangle 8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9EFEC7FA-625E-3D45-4690-D73793D8CED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72281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" name="Rectangle 86">
                    <a:extLst>
                      <a:ext uri="{FF2B5EF4-FFF2-40B4-BE49-F238E27FC236}">
                        <a16:creationId xmlns:a16="http://schemas.microsoft.com/office/drawing/2014/main" id="{E13952D8-4285-FFE4-73F0-E4AA176C0C6D}"/>
                      </a:ext>
                    </a:extLst>
                  </p:cNvPr>
                  <p:cNvSpPr/>
                  <p:nvPr/>
                </p:nvSpPr>
                <p:spPr>
                  <a:xfrm>
                    <a:off x="6339572" y="1444109"/>
                    <a:ext cx="825026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7" name="Rectangle 86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13952D8-4285-FFE4-73F0-E4AA176C0C6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339572" y="1444109"/>
                    <a:ext cx="825026" cy="569273"/>
                  </a:xfrm>
                  <a:prstGeom prst="rect">
                    <a:avLst/>
                  </a:prstGeom>
                  <a:blipFill rotWithShape="0">
                    <a:blip r:embed="rId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1A1A96DC-AB4E-0F8F-CEFD-98A4D0742B23}"/>
                </a:ext>
              </a:extLst>
            </p:cNvPr>
            <p:cNvGrpSpPr/>
            <p:nvPr/>
          </p:nvGrpSpPr>
          <p:grpSpPr>
            <a:xfrm>
              <a:off x="1125681" y="5152364"/>
              <a:ext cx="3119989" cy="569273"/>
              <a:chOff x="4139880" y="3158063"/>
              <a:chExt cx="3119989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4" name="Rectangle 93">
                    <a:extLst>
                      <a:ext uri="{FF2B5EF4-FFF2-40B4-BE49-F238E27FC236}">
                        <a16:creationId xmlns:a16="http://schemas.microsoft.com/office/drawing/2014/main" id="{F6D165CF-F16D-65D7-2DAF-26ACEF72B81C}"/>
                      </a:ext>
                    </a:extLst>
                  </p:cNvPr>
                  <p:cNvSpPr/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4" name="Rectangle 9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6D165CF-F16D-65D7-2DAF-26ACEF72B81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39880" y="3158063"/>
                    <a:ext cx="524250" cy="569273"/>
                  </a:xfrm>
                  <a:prstGeom prst="rect">
                    <a:avLst/>
                  </a:prstGeom>
                  <a:blipFill rotWithShape="0">
                    <a:blip r:embed="rId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" name="Rectangle 94">
                    <a:extLst>
                      <a:ext uri="{FF2B5EF4-FFF2-40B4-BE49-F238E27FC236}">
                        <a16:creationId xmlns:a16="http://schemas.microsoft.com/office/drawing/2014/main" id="{4EAE2640-B097-56B8-1E9B-1B65F1C7BBA0}"/>
                      </a:ext>
                    </a:extLst>
                  </p:cNvPr>
                  <p:cNvSpPr/>
                  <p:nvPr/>
                </p:nvSpPr>
                <p:spPr>
                  <a:xfrm>
                    <a:off x="4664130" y="3158063"/>
                    <a:ext cx="800571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𝟏𝟎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5" name="Rectangle 9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4EAE2640-B097-56B8-1E9B-1B65F1C7BBA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664130" y="3158063"/>
                    <a:ext cx="800571" cy="569273"/>
                  </a:xfrm>
                  <a:prstGeom prst="rect">
                    <a:avLst/>
                  </a:prstGeom>
                  <a:blipFill rotWithShape="0"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" name="Rectangle 95">
                    <a:extLst>
                      <a:ext uri="{FF2B5EF4-FFF2-40B4-BE49-F238E27FC236}">
                        <a16:creationId xmlns:a16="http://schemas.microsoft.com/office/drawing/2014/main" id="{5AEBC886-E6EC-6BFF-251F-8B3642FDA9E6}"/>
                      </a:ext>
                    </a:extLst>
                  </p:cNvPr>
                  <p:cNvSpPr/>
                  <p:nvPr/>
                </p:nvSpPr>
                <p:spPr>
                  <a:xfrm>
                    <a:off x="5550289" y="3158063"/>
                    <a:ext cx="755286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6" name="Rectangle 95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5AEBC886-E6EC-6BFF-251F-8B3642FDA9E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50289" y="3158063"/>
                    <a:ext cx="755286" cy="569273"/>
                  </a:xfrm>
                  <a:prstGeom prst="rect">
                    <a:avLst/>
                  </a:prstGeom>
                  <a:blipFill rotWithShape="0"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" name="Rectangle 96">
                    <a:extLst>
                      <a:ext uri="{FF2B5EF4-FFF2-40B4-BE49-F238E27FC236}">
                        <a16:creationId xmlns:a16="http://schemas.microsoft.com/office/drawing/2014/main" id="{AF63A080-8E97-109F-440E-2E1961986CA6}"/>
                      </a:ext>
                    </a:extLst>
                  </p:cNvPr>
                  <p:cNvSpPr/>
                  <p:nvPr/>
                </p:nvSpPr>
                <p:spPr>
                  <a:xfrm>
                    <a:off x="6459298" y="3158063"/>
                    <a:ext cx="800571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7" name="Rectangle 96">
                    <a:extLst>
                      <a:ext uri="{FF2B5EF4-FFF2-40B4-BE49-F238E27FC236}">
                        <a16:creationId xmlns:a16="http://schemas.microsoft.com/office/drawing/2014/main" id="{AF63A080-8E97-109F-440E-2E1961986CA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59298" y="3158063"/>
                    <a:ext cx="800571" cy="569273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1B146278-B77D-1417-8876-35CE0BAD6A2D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Method:3 </a:t>
                </a:r>
                <a14:m>
                  <m:oMath xmlns:m="http://schemas.openxmlformats.org/officeDocument/2006/math"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</a:t>
                </a:r>
                <a:r>
                  <a:rPr lang="en-IN" dirty="0">
                    <a:solidFill>
                      <a:schemeClr val="tx1"/>
                    </a:solidFill>
                  </a:rPr>
                  <a:t>14(Continue</a:t>
                </a:r>
                <a:r>
                  <a:rPr lang="en-IN" dirty="0"/>
                  <a:t>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1B146278-B77D-1417-8876-35CE0BAD6A2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1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Group 2">
            <a:extLst>
              <a:ext uri="{FF2B5EF4-FFF2-40B4-BE49-F238E27FC236}">
                <a16:creationId xmlns:a16="http://schemas.microsoft.com/office/drawing/2014/main" id="{DE971B98-FFF4-AF96-51B8-E9AEC14696AA}"/>
              </a:ext>
            </a:extLst>
          </p:cNvPr>
          <p:cNvGrpSpPr/>
          <p:nvPr/>
        </p:nvGrpSpPr>
        <p:grpSpPr>
          <a:xfrm>
            <a:off x="504892" y="831440"/>
            <a:ext cx="3802324" cy="2160000"/>
            <a:chOff x="3725764" y="3429000"/>
            <a:chExt cx="3802324" cy="216000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id="{EE0BE491-FB2E-E8BD-63F2-5D32A84ADBFA}"/>
                    </a:ext>
                  </a:extLst>
                </p:cNvPr>
                <p:cNvSpPr/>
                <p:nvPr/>
              </p:nvSpPr>
              <p:spPr>
                <a:xfrm>
                  <a:off x="3725764" y="4077265"/>
                  <a:ext cx="524250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28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E0BE491-FB2E-E8BD-63F2-5D32A84ADBF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5764" y="4077265"/>
                  <a:ext cx="524250" cy="711201"/>
                </a:xfrm>
                <a:prstGeom prst="rect">
                  <a:avLst/>
                </a:prstGeom>
                <a:blipFill rotWithShape="0">
                  <a:blip r:embed="rId1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18E2A0BF-D8AF-E729-5172-5912A5B5C213}"/>
                    </a:ext>
                  </a:extLst>
                </p:cNvPr>
                <p:cNvSpPr/>
                <p:nvPr/>
              </p:nvSpPr>
              <p:spPr>
                <a:xfrm>
                  <a:off x="4074481" y="3429000"/>
                  <a:ext cx="3453607" cy="21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5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2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>
                                <m:eqArr>
                                  <m:eqArrPr>
                                    <m:ctrlPr>
                                      <a:rPr lang="en-IN" sz="2800" i="1" smtClean="0">
                                        <a:solidFill>
                                          <a:schemeClr val="bg2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  <m:e/>
                                </m:eqAr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18E2A0BF-D8AF-E729-5172-5912A5B5C21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74481" y="3429000"/>
                  <a:ext cx="3453607" cy="2160000"/>
                </a:xfrm>
                <a:prstGeom prst="rect">
                  <a:avLst/>
                </a:prstGeom>
                <a:blipFill rotWithShape="0"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076A1BAC-C202-8D9C-D42D-953306CFC33D}"/>
                </a:ext>
              </a:extLst>
            </p:cNvPr>
            <p:cNvGrpSpPr/>
            <p:nvPr/>
          </p:nvGrpSpPr>
          <p:grpSpPr>
            <a:xfrm>
              <a:off x="4346553" y="3628530"/>
              <a:ext cx="3024454" cy="569273"/>
              <a:chOff x="4140144" y="1444109"/>
              <a:chExt cx="3024454" cy="5692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id="{E95BFB6C-6662-785E-8666-775288F066F7}"/>
                      </a:ext>
                    </a:extLst>
                  </p:cNvPr>
                  <p:cNvSpPr/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E95BFB6C-6662-785E-8666-775288F066F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40144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id="{F2C0A62C-1807-50EA-725B-DCBCD8FCBC37}"/>
                      </a:ext>
                    </a:extLst>
                  </p:cNvPr>
                  <p:cNvSpPr/>
                  <p:nvPr/>
                </p:nvSpPr>
                <p:spPr>
                  <a:xfrm>
                    <a:off x="4943235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F2C0A62C-1807-50EA-725B-DCBCD8FCBC3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43235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" name="Rectangle 53">
                    <a:extLst>
                      <a:ext uri="{FF2B5EF4-FFF2-40B4-BE49-F238E27FC236}">
                        <a16:creationId xmlns:a16="http://schemas.microsoft.com/office/drawing/2014/main" id="{A656A0E7-E01A-6C7D-DA09-E0F64B73F96E}"/>
                      </a:ext>
                    </a:extLst>
                  </p:cNvPr>
                  <p:cNvSpPr/>
                  <p:nvPr/>
                </p:nvSpPr>
                <p:spPr>
                  <a:xfrm>
                    <a:off x="5772281" y="1444109"/>
                    <a:ext cx="524250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4" name="Rectangle 53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A656A0E7-E01A-6C7D-DA09-E0F64B73F96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72281" y="1444109"/>
                    <a:ext cx="524250" cy="569273"/>
                  </a:xfrm>
                  <a:prstGeom prst="rect">
                    <a:avLst/>
                  </a:prstGeom>
                  <a:blipFill rotWithShape="0">
                    <a:blip r:embed="rId1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id="{6C8D7232-42CD-F973-5508-4E4A774BCCEE}"/>
                      </a:ext>
                    </a:extLst>
                  </p:cNvPr>
                  <p:cNvSpPr/>
                  <p:nvPr/>
                </p:nvSpPr>
                <p:spPr>
                  <a:xfrm>
                    <a:off x="6339572" y="1444109"/>
                    <a:ext cx="825026" cy="56927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F54337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54337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xmlns:a14="http://schemas.microsoft.com/office/drawing/2010/main" xmlns="" id="{6C8D7232-42CD-F973-5508-4E4A774BCCE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339572" y="1444109"/>
                    <a:ext cx="825026" cy="569273"/>
                  </a:xfrm>
                  <a:prstGeom prst="rect">
                    <a:avLst/>
                  </a:prstGeom>
                  <a:blipFill rotWithShape="0"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05CFCD30-A5D6-C292-18F4-AEB1360CC794}"/>
              </a:ext>
            </a:extLst>
          </p:cNvPr>
          <p:cNvGrpSpPr/>
          <p:nvPr/>
        </p:nvGrpSpPr>
        <p:grpSpPr>
          <a:xfrm>
            <a:off x="1125681" y="2297686"/>
            <a:ext cx="2983507" cy="569273"/>
            <a:chOff x="4140144" y="1849606"/>
            <a:chExt cx="2983507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FDE82B25-133F-2101-1CC1-91E6FCD4EB20}"/>
                    </a:ext>
                  </a:extLst>
                </p:cNvPr>
                <p:cNvSpPr/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FDE82B25-133F-2101-1CC1-91E6FCD4EB2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blipFill rotWithShape="0">
                  <a:blip r:embed="rId1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8" name="Rectangle 57">
                  <a:extLst>
                    <a:ext uri="{FF2B5EF4-FFF2-40B4-BE49-F238E27FC236}">
                      <a16:creationId xmlns:a16="http://schemas.microsoft.com/office/drawing/2014/main" id="{70219137-A03B-6A51-BFD4-759599B3B123}"/>
                    </a:ext>
                  </a:extLst>
                </p:cNvPr>
                <p:cNvSpPr/>
                <p:nvPr/>
              </p:nvSpPr>
              <p:spPr>
                <a:xfrm>
                  <a:off x="4664394" y="1849606"/>
                  <a:ext cx="789023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58" name="Rectangle 5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70219137-A03B-6A51-BFD4-759599B3B12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64394" y="1849606"/>
                  <a:ext cx="789023" cy="569273"/>
                </a:xfrm>
                <a:prstGeom prst="rect">
                  <a:avLst/>
                </a:prstGeom>
                <a:blipFill rotWithShape="0"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0CC61D1D-9259-7AF8-FB17-3A13D3B84736}"/>
                    </a:ext>
                  </a:extLst>
                </p:cNvPr>
                <p:cNvSpPr/>
                <p:nvPr/>
              </p:nvSpPr>
              <p:spPr>
                <a:xfrm>
                  <a:off x="5591494" y="1849606"/>
                  <a:ext cx="659752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CC61D1D-9259-7AF8-FB17-3A13D3B8473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91494" y="1849606"/>
                  <a:ext cx="659752" cy="569273"/>
                </a:xfrm>
                <a:prstGeom prst="rect">
                  <a:avLst/>
                </a:prstGeom>
                <a:blipFill rotWithShape="0"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9EFBE975-C9B5-74FD-CD6C-8B62B3D321C8}"/>
                    </a:ext>
                  </a:extLst>
                </p:cNvPr>
                <p:cNvSpPr/>
                <p:nvPr/>
              </p:nvSpPr>
              <p:spPr>
                <a:xfrm>
                  <a:off x="6599401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𝟕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EFBE975-C9B5-74FD-CD6C-8B62B3D321C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99401" y="1849606"/>
                  <a:ext cx="524250" cy="569273"/>
                </a:xfrm>
                <a:prstGeom prst="rect">
                  <a:avLst/>
                </a:prstGeom>
                <a:blipFill rotWithShape="0">
                  <a:blip r:embed="rId2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964A2BD6-FE01-9746-1339-B31884ED1986}"/>
              </a:ext>
            </a:extLst>
          </p:cNvPr>
          <p:cNvGrpSpPr/>
          <p:nvPr/>
        </p:nvGrpSpPr>
        <p:grpSpPr>
          <a:xfrm>
            <a:off x="1125681" y="1694556"/>
            <a:ext cx="3119989" cy="569273"/>
            <a:chOff x="4139880" y="3158063"/>
            <a:chExt cx="3119989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E20C8D1A-99BD-3983-4231-E8B45790F4A2}"/>
                    </a:ext>
                  </a:extLst>
                </p:cNvPr>
                <p:cNvSpPr/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20C8D1A-99BD-3983-4231-E8B45790F4A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blipFill rotWithShape="0"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9D2ECD63-47B2-2460-3039-9A7B51D82A79}"/>
                    </a:ext>
                  </a:extLst>
                </p:cNvPr>
                <p:cNvSpPr/>
                <p:nvPr/>
              </p:nvSpPr>
              <p:spPr>
                <a:xfrm>
                  <a:off x="4664130" y="3158063"/>
                  <a:ext cx="800571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𝟏𝟎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D2ECD63-47B2-2460-3039-9A7B51D82A7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64130" y="3158063"/>
                  <a:ext cx="800571" cy="569273"/>
                </a:xfrm>
                <a:prstGeom prst="rect">
                  <a:avLst/>
                </a:prstGeom>
                <a:blipFill rotWithShape="0"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" name="Rectangle 63">
                  <a:extLst>
                    <a:ext uri="{FF2B5EF4-FFF2-40B4-BE49-F238E27FC236}">
                      <a16:creationId xmlns:a16="http://schemas.microsoft.com/office/drawing/2014/main" id="{1519F86C-2FF1-4992-CC95-973E20185882}"/>
                    </a:ext>
                  </a:extLst>
                </p:cNvPr>
                <p:cNvSpPr/>
                <p:nvPr/>
              </p:nvSpPr>
              <p:spPr>
                <a:xfrm>
                  <a:off x="5550289" y="3158063"/>
                  <a:ext cx="755286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64" name="Rectangle 6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1519F86C-2FF1-4992-CC95-973E2018588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50289" y="3158063"/>
                  <a:ext cx="755286" cy="569273"/>
                </a:xfrm>
                <a:prstGeom prst="rect">
                  <a:avLst/>
                </a:prstGeom>
                <a:blipFill rotWithShape="0"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2EA99210-FFC6-7CC8-8E84-352AF177B15F}"/>
                    </a:ext>
                  </a:extLst>
                </p:cNvPr>
                <p:cNvSpPr/>
                <p:nvPr/>
              </p:nvSpPr>
              <p:spPr>
                <a:xfrm>
                  <a:off x="6459298" y="3158063"/>
                  <a:ext cx="800571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𝟓</m:t>
                        </m:r>
                      </m:oMath>
                    </m:oMathPara>
                  </a14:m>
                  <a:endParaRPr lang="en-IN" sz="2800" b="1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2EA99210-FFC6-7CC8-8E84-352AF177B15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59298" y="3158063"/>
                  <a:ext cx="800571" cy="569273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68" name="Rectangle: Rounded Corners 67">
            <a:extLst>
              <a:ext uri="{FF2B5EF4-FFF2-40B4-BE49-F238E27FC236}">
                <a16:creationId xmlns:a16="http://schemas.microsoft.com/office/drawing/2014/main" id="{EF9CA31D-648E-5074-25E6-F3923883741E}"/>
              </a:ext>
            </a:extLst>
          </p:cNvPr>
          <p:cNvSpPr/>
          <p:nvPr/>
        </p:nvSpPr>
        <p:spPr>
          <a:xfrm>
            <a:off x="1585698" y="1794227"/>
            <a:ext cx="864804" cy="396679"/>
          </a:xfrm>
          <a:prstGeom prst="roundRect">
            <a:avLst/>
          </a:prstGeom>
          <a:noFill/>
          <a:ln w="38100">
            <a:solidFill>
              <a:srgbClr val="0690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9" name="Rectangle: Rounded Corners 68">
            <a:extLst>
              <a:ext uri="{FF2B5EF4-FFF2-40B4-BE49-F238E27FC236}">
                <a16:creationId xmlns:a16="http://schemas.microsoft.com/office/drawing/2014/main" id="{DB8C063B-B069-F8E5-13BA-0C639A7B7C44}"/>
              </a:ext>
            </a:extLst>
          </p:cNvPr>
          <p:cNvSpPr/>
          <p:nvPr/>
        </p:nvSpPr>
        <p:spPr>
          <a:xfrm>
            <a:off x="1585698" y="2383364"/>
            <a:ext cx="864804" cy="397915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7371A994-A7BE-A4D9-5DFA-24D59287A622}"/>
              </a:ext>
            </a:extLst>
          </p:cNvPr>
          <p:cNvSpPr/>
          <p:nvPr/>
        </p:nvSpPr>
        <p:spPr>
          <a:xfrm rot="10800000" flipV="1">
            <a:off x="8733843" y="889947"/>
            <a:ext cx="3286081" cy="254940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0B0CF000-08E6-58FC-745D-A2468D926D0B}"/>
                  </a:ext>
                </a:extLst>
              </p:cNvPr>
              <p:cNvSpPr txBox="1"/>
              <p:nvPr/>
            </p:nvSpPr>
            <p:spPr>
              <a:xfrm>
                <a:off x="8769941" y="845733"/>
                <a:ext cx="85144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0B0CF000-08E6-58FC-745D-A2468D926D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69941" y="845733"/>
                <a:ext cx="851441" cy="523220"/>
              </a:xfrm>
              <a:prstGeom prst="rect">
                <a:avLst/>
              </a:prstGeom>
              <a:blipFill rotWithShape="0"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E2EF733E-EF57-5A65-4D7A-645B84CC7FA7}"/>
                  </a:ext>
                </a:extLst>
              </p:cNvPr>
              <p:cNvSpPr txBox="1"/>
              <p:nvPr/>
            </p:nvSpPr>
            <p:spPr>
              <a:xfrm>
                <a:off x="9478259" y="824628"/>
                <a:ext cx="35685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E2EF733E-EF57-5A65-4D7A-645B84CC7F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8259" y="824628"/>
                <a:ext cx="356852" cy="523220"/>
              </a:xfrm>
              <a:prstGeom prst="rect">
                <a:avLst/>
              </a:prstGeom>
              <a:blipFill rotWithShape="0"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C601B6E4-BD23-41E3-5126-FA5E41A071B3}"/>
                  </a:ext>
                </a:extLst>
              </p:cNvPr>
              <p:cNvSpPr txBox="1"/>
              <p:nvPr/>
            </p:nvSpPr>
            <p:spPr>
              <a:xfrm>
                <a:off x="9706155" y="824628"/>
                <a:ext cx="14814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+ 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−12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C601B6E4-BD23-41E3-5126-FA5E41A071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06155" y="824628"/>
                <a:ext cx="1481475" cy="523220"/>
              </a:xfrm>
              <a:prstGeom prst="rect">
                <a:avLst/>
              </a:prstGeom>
              <a:blipFill rotWithShape="0"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9B80A605-C4A6-6D97-3F02-AD32725EDD24}"/>
                  </a:ext>
                </a:extLst>
              </p:cNvPr>
              <p:cNvSpPr txBox="1"/>
              <p:nvPr/>
            </p:nvSpPr>
            <p:spPr>
              <a:xfrm>
                <a:off x="11093079" y="837722"/>
                <a:ext cx="9452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=0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9B80A605-C4A6-6D97-3F02-AD32725EDD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93079" y="837722"/>
                <a:ext cx="945234" cy="523220"/>
              </a:xfrm>
              <a:prstGeom prst="rect">
                <a:avLst/>
              </a:prstGeom>
              <a:blipFill rotWithShape="0"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994F9749-E4E4-779F-461F-B1E60CC703AC}"/>
                  </a:ext>
                </a:extLst>
              </p:cNvPr>
              <p:cNvSpPr txBox="1"/>
              <p:nvPr/>
            </p:nvSpPr>
            <p:spPr>
              <a:xfrm>
                <a:off x="8928325" y="1622296"/>
                <a:ext cx="55297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994F9749-E4E4-779F-461F-B1E60CC703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8325" y="1622296"/>
                <a:ext cx="552979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5B35075C-F4AC-0364-E3FF-D29B254719FE}"/>
                  </a:ext>
                </a:extLst>
              </p:cNvPr>
              <p:cNvSpPr txBox="1"/>
              <p:nvPr/>
            </p:nvSpPr>
            <p:spPr>
              <a:xfrm>
                <a:off x="9481945" y="1392818"/>
                <a:ext cx="1671094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5B35075C-F4AC-0364-E3FF-D29B254719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81945" y="1392818"/>
                <a:ext cx="1671094" cy="901785"/>
              </a:xfrm>
              <a:prstGeom prst="rect">
                <a:avLst/>
              </a:prstGeom>
              <a:blipFill rotWithShape="0"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01955659-2D65-267C-4B56-67AF9FE2E4D0}"/>
                  </a:ext>
                </a:extLst>
              </p:cNvPr>
              <p:cNvSpPr txBox="1"/>
              <p:nvPr/>
            </p:nvSpPr>
            <p:spPr>
              <a:xfrm>
                <a:off x="8928325" y="2610272"/>
                <a:ext cx="55297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01955659-2D65-267C-4B56-67AF9FE2E4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8325" y="2610272"/>
                <a:ext cx="552979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B876E313-5D66-0B0C-6879-7FC90C501CE8}"/>
                  </a:ext>
                </a:extLst>
              </p:cNvPr>
              <p:cNvSpPr txBox="1"/>
              <p:nvPr/>
            </p:nvSpPr>
            <p:spPr>
              <a:xfrm>
                <a:off x="9481945" y="2380794"/>
                <a:ext cx="1671094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6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B876E313-5D66-0B0C-6879-7FC90C501C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81945" y="2380794"/>
                <a:ext cx="1671094" cy="901785"/>
              </a:xfrm>
              <a:prstGeom prst="rect">
                <a:avLst/>
              </a:prstGeom>
              <a:blipFill rotWithShape="0"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78194152-E918-27C5-0214-D1B228224961}"/>
                  </a:ext>
                </a:extLst>
              </p:cNvPr>
              <p:cNvSpPr/>
              <p:nvPr/>
            </p:nvSpPr>
            <p:spPr>
              <a:xfrm>
                <a:off x="1523024" y="3097334"/>
                <a:ext cx="2026131" cy="87251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𝟐𝟑</m:t>
                          </m:r>
                        </m:sub>
                      </m:sSub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f>
                            <m:f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𝟔</m:t>
                              </m:r>
                            </m:num>
                            <m:den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𝟓</m:t>
                              </m:r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b="1" i="1" dirty="0">
                  <a:solidFill>
                    <a:srgbClr val="FF000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78194152-E918-27C5-0214-D1B2282249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3024" y="3097334"/>
                <a:ext cx="2026131" cy="872517"/>
              </a:xfrm>
              <a:prstGeom prst="rect">
                <a:avLst/>
              </a:prstGeom>
              <a:blipFill>
                <a:blip r:embed="rId37"/>
                <a:stretch>
                  <a:fillRect t="-1399" b="-279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8" name="Group 87">
            <a:extLst>
              <a:ext uri="{FF2B5EF4-FFF2-40B4-BE49-F238E27FC236}">
                <a16:creationId xmlns:a16="http://schemas.microsoft.com/office/drawing/2014/main" id="{D33450D1-09B2-864D-8BB0-2FC4EC4B0D0D}"/>
              </a:ext>
            </a:extLst>
          </p:cNvPr>
          <p:cNvGrpSpPr/>
          <p:nvPr/>
        </p:nvGrpSpPr>
        <p:grpSpPr>
          <a:xfrm>
            <a:off x="1125681" y="5330073"/>
            <a:ext cx="2983507" cy="788067"/>
            <a:chOff x="4140144" y="1725065"/>
            <a:chExt cx="2983507" cy="788067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" name="Rectangle 88">
                  <a:extLst>
                    <a:ext uri="{FF2B5EF4-FFF2-40B4-BE49-F238E27FC236}">
                      <a16:creationId xmlns:a16="http://schemas.microsoft.com/office/drawing/2014/main" id="{261349F6-79DF-1414-5F57-1CE8A851CE20}"/>
                    </a:ext>
                  </a:extLst>
                </p:cNvPr>
                <p:cNvSpPr/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89" name="Rectangle 8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61349F6-79DF-1414-5F57-1CE8A851CE2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849606"/>
                  <a:ext cx="524250" cy="569273"/>
                </a:xfrm>
                <a:prstGeom prst="rect">
                  <a:avLst/>
                </a:prstGeom>
                <a:blipFill rotWithShape="0">
                  <a:blip r:embed="rId3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" name="Rectangle 89">
                  <a:extLst>
                    <a:ext uri="{FF2B5EF4-FFF2-40B4-BE49-F238E27FC236}">
                      <a16:creationId xmlns:a16="http://schemas.microsoft.com/office/drawing/2014/main" id="{19252D80-9C78-E582-B411-EB3F72226D5B}"/>
                    </a:ext>
                  </a:extLst>
                </p:cNvPr>
                <p:cNvSpPr/>
                <p:nvPr/>
              </p:nvSpPr>
              <p:spPr>
                <a:xfrm>
                  <a:off x="4923703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90" name="Rectangle 8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19252D80-9C78-E582-B411-EB3F72226D5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23703" y="1849606"/>
                  <a:ext cx="524250" cy="569273"/>
                </a:xfrm>
                <a:prstGeom prst="rect">
                  <a:avLst/>
                </a:prstGeom>
                <a:blipFill rotWithShape="0">
                  <a:blip r:embed="rId3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1" name="Rectangle 90">
                  <a:extLst>
                    <a:ext uri="{FF2B5EF4-FFF2-40B4-BE49-F238E27FC236}">
                      <a16:creationId xmlns:a16="http://schemas.microsoft.com/office/drawing/2014/main" id="{61B926F8-C387-FEF0-483A-CA3A91080875}"/>
                    </a:ext>
                  </a:extLst>
                </p:cNvPr>
                <p:cNvSpPr/>
                <p:nvPr/>
              </p:nvSpPr>
              <p:spPr>
                <a:xfrm>
                  <a:off x="5468960" y="1725065"/>
                  <a:ext cx="825027" cy="788067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ctrlPr>
                              <a:rPr lang="en-IN" sz="2800" b="1" i="1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𝟑</m:t>
                            </m:r>
                          </m:num>
                          <m:den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𝟓</m:t>
                            </m:r>
                            <m:r>
                              <a:rPr lang="en-IN" sz="2800" b="1" i="0" smtClean="0">
                                <a:solidFill>
                                  <a:srgbClr val="D81A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den>
                        </m:f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91" name="Rectangle 9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61B926F8-C387-FEF0-483A-CA3A9108087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468960" y="1725065"/>
                  <a:ext cx="825027" cy="788067"/>
                </a:xfrm>
                <a:prstGeom prst="rect">
                  <a:avLst/>
                </a:prstGeom>
                <a:blipFill rotWithShape="0">
                  <a:blip r:embed="rId40"/>
                  <a:stretch>
                    <a:fillRect b="-1550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2" name="Rectangle 91">
                  <a:extLst>
                    <a:ext uri="{FF2B5EF4-FFF2-40B4-BE49-F238E27FC236}">
                      <a16:creationId xmlns:a16="http://schemas.microsoft.com/office/drawing/2014/main" id="{2D3DFB7F-7254-B8ED-CAD4-304A8F3AB073}"/>
                    </a:ext>
                  </a:extLst>
                </p:cNvPr>
                <p:cNvSpPr/>
                <p:nvPr/>
              </p:nvSpPr>
              <p:spPr>
                <a:xfrm>
                  <a:off x="6599401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D81A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oMath>
                    </m:oMathPara>
                  </a14:m>
                  <a:endParaRPr lang="en-IN" sz="2800" b="1" dirty="0">
                    <a:solidFill>
                      <a:srgbClr val="D81A60"/>
                    </a:solidFill>
                  </a:endParaRPr>
                </a:p>
              </p:txBody>
            </p:sp>
          </mc:Choice>
          <mc:Fallback xmlns="">
            <p:sp>
              <p:nvSpPr>
                <p:cNvPr id="92" name="Rectangle 9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D3DFB7F-7254-B8ED-CAD4-304A8F3AB07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99401" y="1849606"/>
                  <a:ext cx="524250" cy="569273"/>
                </a:xfrm>
                <a:prstGeom prst="rect">
                  <a:avLst/>
                </a:prstGeom>
                <a:blipFill rotWithShape="0">
                  <a:blip r:embed="rId4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130E0814-C2F1-5687-1ED1-E31A72018A7F}"/>
              </a:ext>
            </a:extLst>
          </p:cNvPr>
          <p:cNvSpPr/>
          <p:nvPr/>
        </p:nvSpPr>
        <p:spPr>
          <a:xfrm>
            <a:off x="6826595" y="4228325"/>
            <a:ext cx="5365406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There are </a:t>
            </a:r>
            <a:r>
              <a:rPr lang="en-IN" sz="2800" b="0" i="0" dirty="0">
                <a:solidFill>
                  <a:srgbClr val="002060"/>
                </a:solidFill>
                <a:latin typeface="+mj-lt"/>
              </a:rPr>
              <a:t>three</a:t>
            </a:r>
            <a:r>
              <a:rPr lang="en-IN" sz="2800" dirty="0">
                <a:solidFill>
                  <a:srgbClr val="002060"/>
                </a:solidFill>
              </a:rPr>
              <a:t> non-zero rows in row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DC372179-DD39-1384-37F0-8041DDC4BD34}"/>
                  </a:ext>
                </a:extLst>
              </p:cNvPr>
              <p:cNvSpPr/>
              <p:nvPr/>
            </p:nvSpPr>
            <p:spPr>
              <a:xfrm>
                <a:off x="6847178" y="5378344"/>
                <a:ext cx="2006280" cy="52170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ρ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DC372179-DD39-1384-37F0-8041DDC4BD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7178" y="5378344"/>
                <a:ext cx="2006280" cy="521706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 3">
            <a:extLst>
              <a:ext uri="{FF2B5EF4-FFF2-40B4-BE49-F238E27FC236}">
                <a16:creationId xmlns:a16="http://schemas.microsoft.com/office/drawing/2014/main" id="{03F822BF-E132-91FD-8FD7-BADB36475E9B}"/>
              </a:ext>
            </a:extLst>
          </p:cNvPr>
          <p:cNvSpPr/>
          <p:nvPr/>
        </p:nvSpPr>
        <p:spPr>
          <a:xfrm>
            <a:off x="6864406" y="4800710"/>
            <a:ext cx="2180888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echelon form,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A44FEC0-147C-6982-58FA-93C48EF6D2F5}"/>
              </a:ext>
            </a:extLst>
          </p:cNvPr>
          <p:cNvSpPr/>
          <p:nvPr/>
        </p:nvSpPr>
        <p:spPr>
          <a:xfrm>
            <a:off x="6814561" y="5373095"/>
            <a:ext cx="1984179" cy="518427"/>
          </a:xfrm>
          <a:prstGeom prst="rect">
            <a:avLst/>
          </a:prstGeom>
          <a:noFill/>
          <a:ln w="38100">
            <a:solidFill>
              <a:srgbClr val="1D578F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9041087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 animBg="1"/>
      <p:bldP spid="68" grpId="1" animBg="1"/>
      <p:bldP spid="69" grpId="0" animBg="1"/>
      <p:bldP spid="69" grpId="1" animBg="1"/>
      <p:bldP spid="70" grpId="0" animBg="1"/>
      <p:bldP spid="71" grpId="0"/>
      <p:bldP spid="72" grpId="0"/>
      <p:bldP spid="73" grpId="0"/>
      <p:bldP spid="75" grpId="0"/>
      <p:bldP spid="76" grpId="0"/>
      <p:bldP spid="77" grpId="0"/>
      <p:bldP spid="78" grpId="0"/>
      <p:bldP spid="79" grpId="0"/>
      <p:bldP spid="101" grpId="0"/>
      <p:bldP spid="102" grpId="0"/>
      <p:bldP spid="4" grpId="0"/>
      <p:bldP spid="6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07812DB-60E7-7A17-FE2B-9E670FB989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Procedure to Find Rank of the Matrix by Minor/Determinant Method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DF3D090F-0852-71E9-8EBB-7B20ECF9B30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8056" y="816566"/>
                <a:ext cx="7585706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be a non-zero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matrix,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IN" sz="280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DF3D090F-0852-71E9-8EBB-7B20ECF9B3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056" y="816566"/>
                <a:ext cx="7585706" cy="463079"/>
              </a:xfrm>
              <a:prstGeom prst="rect">
                <a:avLst/>
              </a:prstGeom>
              <a:blipFill>
                <a:blip r:embed="rId2"/>
                <a:stretch>
                  <a:fillRect l="-1527" t="-25000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1016EE1B-F043-7C6A-536B-AC42B9E27D3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183037" y="1395218"/>
                <a:ext cx="2279175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 xmlns:m="http://schemas.openxmlformats.org/officeDocument/2006/math"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⇒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𝛒</m:t>
                    </m:r>
                    <m:d>
                      <m:dPr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IN" sz="2800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𝐦</m:t>
                    </m:r>
                  </m:oMath>
                </a14:m>
                <a:r>
                  <a:rPr lang="en-IN" sz="2800" b="1" dirty="0"/>
                  <a:t>.</a:t>
                </a: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1016EE1B-F043-7C6A-536B-AC42B9E27D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83037" y="1395218"/>
                <a:ext cx="2279175" cy="463079"/>
              </a:xfrm>
              <a:prstGeom prst="rect">
                <a:avLst/>
              </a:prstGeom>
              <a:blipFill>
                <a:blip r:embed="rId3"/>
                <a:stretch>
                  <a:fillRect t="-25000" r="-3209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" name="Group 3">
            <a:extLst>
              <a:ext uri="{FF2B5EF4-FFF2-40B4-BE49-F238E27FC236}">
                <a16:creationId xmlns:a16="http://schemas.microsoft.com/office/drawing/2014/main" id="{85841F7C-434F-9B2D-317B-7F48CFEA20C6}"/>
              </a:ext>
            </a:extLst>
          </p:cNvPr>
          <p:cNvGrpSpPr/>
          <p:nvPr/>
        </p:nvGrpSpPr>
        <p:grpSpPr>
          <a:xfrm>
            <a:off x="0" y="2760836"/>
            <a:ext cx="12192000" cy="894435"/>
            <a:chOff x="0" y="2320497"/>
            <a:chExt cx="12192000" cy="89443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Content Placeholder 4">
                  <a:extLst>
                    <a:ext uri="{FF2B5EF4-FFF2-40B4-BE49-F238E27FC236}">
                      <a16:creationId xmlns:a16="http://schemas.microsoft.com/office/drawing/2014/main" id="{566380C4-73BB-B667-1934-95D8613B2962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0" y="2320497"/>
                  <a:ext cx="12192000" cy="463079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1" algn="l"/>
                  <a:r>
                    <a:rPr lang="en-IN" sz="2800" dirty="0">
                      <a:solidFill>
                        <a:srgbClr val="002060"/>
                      </a:solidFill>
                    </a:rPr>
                    <a:t> If we can not find at least one minor of order </a:t>
                  </a: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(i.e., all the minors of order </a:t>
                  </a: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</m:oMath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9" name="Content Placeholder 4">
                  <a:extLst>
                    <a:ext uri="{FF2B5EF4-FFF2-40B4-BE49-F238E27FC236}">
                      <a16:creationId xmlns:a16="http://schemas.microsoft.com/office/drawing/2014/main" id="{566380C4-73BB-B667-1934-95D8613B296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0" y="2320497"/>
                  <a:ext cx="12192000" cy="463079"/>
                </a:xfrm>
                <a:prstGeom prst="rect">
                  <a:avLst/>
                </a:prstGeom>
                <a:blipFill>
                  <a:blip r:embed="rId4"/>
                  <a:stretch>
                    <a:fillRect t="-25000" b="-38158"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Content Placeholder 4">
                  <a:extLst>
                    <a:ext uri="{FF2B5EF4-FFF2-40B4-BE49-F238E27FC236}">
                      <a16:creationId xmlns:a16="http://schemas.microsoft.com/office/drawing/2014/main" id="{DA14C9F7-9C92-C51F-18F4-239C20EC3A23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832734" y="2751853"/>
                  <a:ext cx="5482549" cy="463079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:r>
                    <a:rPr lang="en-IN" sz="2800" dirty="0">
                      <a:solidFill>
                        <a:srgbClr val="002060"/>
                      </a:solidFill>
                    </a:rPr>
                    <a:t>are zero), then </a:t>
                  </a: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ρ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can never be </a:t>
                  </a: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10" name="Content Placeholder 4">
                  <a:extLst>
                    <a:ext uri="{FF2B5EF4-FFF2-40B4-BE49-F238E27FC236}">
                      <a16:creationId xmlns:a16="http://schemas.microsoft.com/office/drawing/2014/main" id="{DA14C9F7-9C92-C51F-18F4-239C20EC3A2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2734" y="2751853"/>
                  <a:ext cx="5482549" cy="463079"/>
                </a:xfrm>
                <a:prstGeom prst="rect">
                  <a:avLst/>
                </a:prstGeom>
                <a:blipFill>
                  <a:blip r:embed="rId5"/>
                  <a:stretch>
                    <a:fillRect l="-2336" t="-25000" b="-38158"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6EF9F394-6A12-A901-4D67-D099BEC047E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32734" y="3702506"/>
                <a:ext cx="2329917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i="0" dirty="0">
                    <a:solidFill>
                      <a:srgbClr val="002060"/>
                    </a:solidFill>
                    <a:latin typeface="+mj-lt"/>
                  </a:rPr>
                  <a:t>s</a:t>
                </a:r>
                <a:r>
                  <a:rPr lang="en-IN" sz="2800" b="0" i="0" dirty="0">
                    <a:solidFill>
                      <a:srgbClr val="002060"/>
                    </a:solidFill>
                    <a:latin typeface="+mj-lt"/>
                  </a:rPr>
                  <a:t>o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𝛒</m:t>
                    </m:r>
                    <m:d>
                      <m:dPr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𝐦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6EF9F394-6A12-A901-4D67-D099BEC047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734" y="3702506"/>
                <a:ext cx="2329917" cy="463079"/>
              </a:xfrm>
              <a:prstGeom prst="rect">
                <a:avLst/>
              </a:prstGeom>
              <a:blipFill>
                <a:blip r:embed="rId6"/>
                <a:stretch>
                  <a:fillRect l="-5497" t="-23684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1A992B3C-C2A7-09B8-FA71-BB028E33C62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8056" y="1388927"/>
                <a:ext cx="4338410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Since,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unc>
                      <m:func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fName>
                      <m:e>
                        <m:d>
                          <m:dPr>
                            <m:begChr m:val="{"/>
                            <m:endChr m:val="}"/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m</m:t>
                            </m:r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,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e>
                        </m:d>
                      </m:e>
                    </m:func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1A992B3C-C2A7-09B8-FA71-BB028E33C6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056" y="1388927"/>
                <a:ext cx="4338410" cy="463079"/>
              </a:xfrm>
              <a:prstGeom prst="rect">
                <a:avLst/>
              </a:prstGeom>
              <a:blipFill>
                <a:blip r:embed="rId9"/>
                <a:stretch>
                  <a:fillRect l="-2672" t="-25000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2106F3F4-35A8-6FAB-1BA0-D00DA7CD7AC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8056" y="1972321"/>
                <a:ext cx="11680904" cy="64470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If we can find at least one minor of order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 which is non-zero, then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𝛒</m:t>
                    </m:r>
                    <m:d>
                      <m:dPr>
                        <m:ctrlPr>
                          <a:rPr lang="en-IN" sz="2800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𝐦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2106F3F4-35A8-6FAB-1BA0-D00DA7CD7A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056" y="1972321"/>
                <a:ext cx="11680904" cy="644702"/>
              </a:xfrm>
              <a:prstGeom prst="rect">
                <a:avLst/>
              </a:prstGeom>
              <a:blipFill>
                <a:blip r:embed="rId10"/>
                <a:stretch>
                  <a:fillRect l="-992" t="-3810" b="-1333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Content Placeholder 4">
            <a:extLst>
              <a:ext uri="{FF2B5EF4-FFF2-40B4-BE49-F238E27FC236}">
                <a16:creationId xmlns:a16="http://schemas.microsoft.com/office/drawing/2014/main" id="{DB461669-67D1-3BD2-7118-E1FB094C1DDF}"/>
              </a:ext>
            </a:extLst>
          </p:cNvPr>
          <p:cNvSpPr txBox="1">
            <a:spLocks/>
          </p:cNvSpPr>
          <p:nvPr/>
        </p:nvSpPr>
        <p:spPr>
          <a:xfrm>
            <a:off x="138055" y="4284995"/>
            <a:ext cx="10965373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Do the above process until we get at least one non-zero square minor.</a:t>
            </a:r>
          </a:p>
        </p:txBody>
      </p:sp>
    </p:spTree>
    <p:extLst>
      <p:ext uri="{BB962C8B-B14F-4D97-AF65-F5344CB8AC3E}">
        <p14:creationId xmlns:p14="http://schemas.microsoft.com/office/powerpoint/2010/main" val="33086661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7" grpId="0"/>
      <p:bldP spid="11" grpId="0"/>
      <p:bldP spid="6" grpId="0"/>
      <p:bldP spid="14" grpId="0"/>
      <p:bldP spid="17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8ED231-D723-435D-87E7-F89FCF8A12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Rank of a Matrix by Minor/Determinant Method</a:t>
            </a:r>
          </a:p>
        </p:txBody>
      </p:sp>
      <p:grpSp>
        <p:nvGrpSpPr>
          <p:cNvPr id="70" name="Group 69">
            <a:extLst>
              <a:ext uri="{FF2B5EF4-FFF2-40B4-BE49-F238E27FC236}">
                <a16:creationId xmlns:a16="http://schemas.microsoft.com/office/drawing/2014/main" id="{3DC424DB-324C-42CA-8F30-C94E53BF5C98}"/>
              </a:ext>
            </a:extLst>
          </p:cNvPr>
          <p:cNvGrpSpPr/>
          <p:nvPr/>
        </p:nvGrpSpPr>
        <p:grpSpPr>
          <a:xfrm>
            <a:off x="94727" y="355600"/>
            <a:ext cx="3698226" cy="2392083"/>
            <a:chOff x="3452083" y="355600"/>
            <a:chExt cx="3698226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56F2427F-5058-496A-93F1-DCF88AB2888E}"/>
                    </a:ext>
                  </a:extLst>
                </p:cNvPr>
                <p:cNvSpPr/>
                <p:nvPr/>
              </p:nvSpPr>
              <p:spPr>
                <a:xfrm>
                  <a:off x="4222787" y="355600"/>
                  <a:ext cx="2927522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−4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      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/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6F2427F-5058-496A-93F1-DCF88AB2888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22787" y="355600"/>
                  <a:ext cx="2927522" cy="2392083"/>
                </a:xfrm>
                <a:prstGeom prst="rect">
                  <a:avLst/>
                </a:prstGeom>
                <a:blipFill rotWithShape="0"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072ED680-785E-4B7A-9653-6ABC98549367}"/>
                    </a:ext>
                  </a:extLst>
                </p:cNvPr>
                <p:cNvSpPr/>
                <p:nvPr/>
              </p:nvSpPr>
              <p:spPr>
                <a:xfrm>
                  <a:off x="4309239" y="1859829"/>
                  <a:ext cx="2710999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9       0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72ED680-785E-4B7A-9653-6ABC9854936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309239" y="1859829"/>
                  <a:ext cx="2710999" cy="523220"/>
                </a:xfrm>
                <a:prstGeom prst="rect">
                  <a:avLst/>
                </a:prstGeom>
                <a:blipFill rotWithShape="0"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97E68031-695A-4624-97C7-8A77E91E1ABF}"/>
                    </a:ext>
                  </a:extLst>
                </p:cNvPr>
                <p:cNvSpPr/>
                <p:nvPr/>
              </p:nvSpPr>
              <p:spPr>
                <a:xfrm>
                  <a:off x="3452083" y="1196040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7E68031-695A-4624-97C7-8A77E91E1AB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083" y="1196040"/>
                  <a:ext cx="856661" cy="711201"/>
                </a:xfrm>
                <a:prstGeom prst="rect">
                  <a:avLst/>
                </a:prstGeom>
                <a:blipFill rotWithShape="0"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21CD2BCB-8A0C-4BCC-894A-A0C080B36A5D}"/>
                    </a:ext>
                  </a:extLst>
                </p:cNvPr>
                <p:cNvSpPr/>
                <p:nvPr/>
              </p:nvSpPr>
              <p:spPr>
                <a:xfrm>
                  <a:off x="4298728" y="1316536"/>
                  <a:ext cx="2710999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4       5       6       0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1CD2BCB-8A0C-4BCC-894A-A0C080B36A5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98728" y="1316536"/>
                  <a:ext cx="2710999" cy="523220"/>
                </a:xfrm>
                <a:prstGeom prst="rect">
                  <a:avLst/>
                </a:prstGeom>
                <a:blipFill rotWithShape="0"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5227E1B4-69F0-4882-80AA-A98C0CC62A1B}"/>
                    </a:ext>
                  </a:extLst>
                </p:cNvPr>
                <p:cNvSpPr/>
                <p:nvPr/>
              </p:nvSpPr>
              <p:spPr>
                <a:xfrm>
                  <a:off x="4302044" y="832580"/>
                  <a:ext cx="2710999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1       2       3       0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227E1B4-69F0-4882-80AA-A98C0CC62A1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302044" y="832580"/>
                  <a:ext cx="2710999" cy="523220"/>
                </a:xfrm>
                <a:prstGeom prst="rect">
                  <a:avLst/>
                </a:prstGeom>
                <a:blipFill rotWithShape="0"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6B9AA071-66DF-4247-9212-4AA9E122CD42}"/>
                  </a:ext>
                </a:extLst>
              </p:cNvPr>
              <p:cNvSpPr/>
              <p:nvPr/>
            </p:nvSpPr>
            <p:spPr>
              <a:xfrm>
                <a:off x="3734344" y="2106449"/>
                <a:ext cx="1062949" cy="52170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3×4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6B9AA071-66DF-4247-9212-4AA9E122CD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34344" y="2106449"/>
                <a:ext cx="1062949" cy="521706"/>
              </a:xfrm>
              <a:prstGeom prst="rect">
                <a:avLst/>
              </a:prstGeom>
              <a:blipFill rotWithShape="0"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DEE2964A-6365-4293-98BC-BCCD3BA7D04C}"/>
                  </a:ext>
                </a:extLst>
              </p:cNvPr>
              <p:cNvSpPr/>
              <p:nvPr/>
            </p:nvSpPr>
            <p:spPr>
              <a:xfrm>
                <a:off x="0" y="3455542"/>
                <a:ext cx="1105044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M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DEE2964A-6365-4293-98BC-BCCD3BA7D0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3455542"/>
                <a:ext cx="1105044" cy="711201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1" name="Group 70">
            <a:extLst>
              <a:ext uri="{FF2B5EF4-FFF2-40B4-BE49-F238E27FC236}">
                <a16:creationId xmlns:a16="http://schemas.microsoft.com/office/drawing/2014/main" id="{B74D36D2-C965-4ED4-A8CF-09BE0046C329}"/>
              </a:ext>
            </a:extLst>
          </p:cNvPr>
          <p:cNvGrpSpPr/>
          <p:nvPr/>
        </p:nvGrpSpPr>
        <p:grpSpPr>
          <a:xfrm>
            <a:off x="593894" y="2652845"/>
            <a:ext cx="3300611" cy="2392083"/>
            <a:chOff x="593894" y="2270701"/>
            <a:chExt cx="3300611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06593139-BE60-4E19-8CBA-C5F70098162C}"/>
                    </a:ext>
                  </a:extLst>
                </p:cNvPr>
                <p:cNvSpPr/>
                <p:nvPr/>
              </p:nvSpPr>
              <p:spPr>
                <a:xfrm>
                  <a:off x="593894" y="2270701"/>
                  <a:ext cx="3300611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06593139-BE60-4E19-8CBA-C5F70098162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93894" y="2270701"/>
                  <a:ext cx="3300611" cy="2392083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34BC3E6F-4DBE-4A8E-A101-BCAA71AC7E25}"/>
                    </a:ext>
                  </a:extLst>
                </p:cNvPr>
                <p:cNvSpPr/>
                <p:nvPr/>
              </p:nvSpPr>
              <p:spPr>
                <a:xfrm>
                  <a:off x="1315461" y="3737187"/>
                  <a:ext cx="1954285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9       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34BC3E6F-4DBE-4A8E-A101-BCAA71AC7E2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315461" y="3737187"/>
                  <a:ext cx="1954285" cy="523220"/>
                </a:xfrm>
                <a:prstGeom prst="rect">
                  <a:avLst/>
                </a:prstGeom>
                <a:blipFill rotWithShape="0">
                  <a:blip r:embed="rId1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0A014179-3830-49BC-AD20-7A5FD36C48C3}"/>
                    </a:ext>
                  </a:extLst>
                </p:cNvPr>
                <p:cNvSpPr/>
                <p:nvPr/>
              </p:nvSpPr>
              <p:spPr>
                <a:xfrm>
                  <a:off x="1306177" y="3253884"/>
                  <a:ext cx="196239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4       5       6       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A014179-3830-49BC-AD20-7A5FD36C48C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306177" y="3253884"/>
                  <a:ext cx="1962397" cy="523220"/>
                </a:xfrm>
                <a:prstGeom prst="rect">
                  <a:avLst/>
                </a:prstGeom>
                <a:blipFill rotWithShape="0">
                  <a:blip r:embed="rId1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5AF27114-7F14-497F-A3E4-B5C36CC0529E}"/>
                    </a:ext>
                  </a:extLst>
                </p:cNvPr>
                <p:cNvSpPr/>
                <p:nvPr/>
              </p:nvSpPr>
              <p:spPr>
                <a:xfrm>
                  <a:off x="1277369" y="2785188"/>
                  <a:ext cx="1962397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1       2       3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AF27114-7F14-497F-A3E4-B5C36CC0529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277369" y="2785188"/>
                  <a:ext cx="1962397" cy="523220"/>
                </a:xfrm>
                <a:prstGeom prst="rect">
                  <a:avLst/>
                </a:prstGeom>
                <a:blipFill rotWithShape="0">
                  <a:blip r:embed="rId1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1" name="Rectangle 20">
            <a:extLst>
              <a:ext uri="{FF2B5EF4-FFF2-40B4-BE49-F238E27FC236}">
                <a16:creationId xmlns:a16="http://schemas.microsoft.com/office/drawing/2014/main" id="{417F3D28-023C-4DAE-8F24-84760823F272}"/>
              </a:ext>
            </a:extLst>
          </p:cNvPr>
          <p:cNvSpPr/>
          <p:nvPr/>
        </p:nvSpPr>
        <p:spPr>
          <a:xfrm>
            <a:off x="999698" y="817230"/>
            <a:ext cx="1890415" cy="1521831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A2ED242-DFC9-4EDD-9B1E-B26572918BF4}"/>
                  </a:ext>
                </a:extLst>
              </p:cNvPr>
              <p:cNvSpPr/>
              <p:nvPr/>
            </p:nvSpPr>
            <p:spPr>
              <a:xfrm>
                <a:off x="6215142" y="3455542"/>
                <a:ext cx="1137081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M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A2ED242-DFC9-4EDD-9B1E-B26572918BF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15142" y="3455542"/>
                <a:ext cx="1137081" cy="711201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4" name="Group 73">
            <a:extLst>
              <a:ext uri="{FF2B5EF4-FFF2-40B4-BE49-F238E27FC236}">
                <a16:creationId xmlns:a16="http://schemas.microsoft.com/office/drawing/2014/main" id="{B6F1342F-2C7E-431A-A4D1-A01C9810D00D}"/>
              </a:ext>
            </a:extLst>
          </p:cNvPr>
          <p:cNvGrpSpPr/>
          <p:nvPr/>
        </p:nvGrpSpPr>
        <p:grpSpPr>
          <a:xfrm>
            <a:off x="6841073" y="2652845"/>
            <a:ext cx="3300611" cy="2392083"/>
            <a:chOff x="6841073" y="2270701"/>
            <a:chExt cx="3300611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ABA2D978-9C2A-4F23-A94A-7A0219365417}"/>
                    </a:ext>
                  </a:extLst>
                </p:cNvPr>
                <p:cNvSpPr/>
                <p:nvPr/>
              </p:nvSpPr>
              <p:spPr>
                <a:xfrm>
                  <a:off x="6841073" y="2270701"/>
                  <a:ext cx="3300611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ABA2D978-9C2A-4F23-A94A-7A021936541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41073" y="2270701"/>
                  <a:ext cx="3300611" cy="2392083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876FD731-F425-479B-BF45-436C0E448DB0}"/>
                    </a:ext>
                  </a:extLst>
                </p:cNvPr>
                <p:cNvSpPr/>
                <p:nvPr/>
              </p:nvSpPr>
              <p:spPr>
                <a:xfrm>
                  <a:off x="7562640" y="3737187"/>
                  <a:ext cx="1954285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0       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876FD731-F425-479B-BF45-436C0E448DB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62640" y="3737187"/>
                  <a:ext cx="1954285" cy="523220"/>
                </a:xfrm>
                <a:prstGeom prst="rect">
                  <a:avLst/>
                </a:prstGeom>
                <a:blipFill rotWithShape="0">
                  <a:blip r:embed="rId1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7CF5EA92-3091-43F4-A448-EA1C7676F805}"/>
                    </a:ext>
                  </a:extLst>
                </p:cNvPr>
                <p:cNvSpPr/>
                <p:nvPr/>
              </p:nvSpPr>
              <p:spPr>
                <a:xfrm>
                  <a:off x="7553356" y="3253884"/>
                  <a:ext cx="196239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5       6       0       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7CF5EA92-3091-43F4-A448-EA1C7676F80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53356" y="3253884"/>
                  <a:ext cx="1962397" cy="523220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D9BBEDC1-7118-4D62-A1F5-97F0CA554E16}"/>
                    </a:ext>
                  </a:extLst>
                </p:cNvPr>
                <p:cNvSpPr/>
                <p:nvPr/>
              </p:nvSpPr>
              <p:spPr>
                <a:xfrm>
                  <a:off x="7524548" y="2785188"/>
                  <a:ext cx="1962397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2       3       0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9BBEDC1-7118-4D62-A1F5-97F0CA554E1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24548" y="2785188"/>
                  <a:ext cx="1962397" cy="523220"/>
                </a:xfrm>
                <a:prstGeom prst="rect">
                  <a:avLst/>
                </a:prstGeom>
                <a:blipFill rotWithShape="0">
                  <a:blip r:embed="rId1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36" name="Rectangle 35">
            <a:extLst>
              <a:ext uri="{FF2B5EF4-FFF2-40B4-BE49-F238E27FC236}">
                <a16:creationId xmlns:a16="http://schemas.microsoft.com/office/drawing/2014/main" id="{9F0E0EFF-B9F8-4AC0-A9FB-C266D3855330}"/>
              </a:ext>
            </a:extLst>
          </p:cNvPr>
          <p:cNvSpPr/>
          <p:nvPr/>
        </p:nvSpPr>
        <p:spPr>
          <a:xfrm>
            <a:off x="3218395" y="845472"/>
            <a:ext cx="408446" cy="1493590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00A6E5AB-76E8-4B61-9BFC-70A319AF513B}"/>
                  </a:ext>
                </a:extLst>
              </p:cNvPr>
              <p:cNvSpPr/>
              <p:nvPr/>
            </p:nvSpPr>
            <p:spPr>
              <a:xfrm>
                <a:off x="3672063" y="3503950"/>
                <a:ext cx="636155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00A6E5AB-76E8-4B61-9BFC-70A319AF51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2063" y="3503950"/>
                <a:ext cx="636155" cy="711201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ACC48116-F7C3-40F5-A50F-298A25CA3222}"/>
                  </a:ext>
                </a:extLst>
              </p:cNvPr>
              <p:cNvSpPr/>
              <p:nvPr/>
            </p:nvSpPr>
            <p:spPr>
              <a:xfrm>
                <a:off x="51295" y="5274105"/>
                <a:ext cx="1043104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M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ACC48116-F7C3-40F5-A50F-298A25CA32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295" y="5274105"/>
                <a:ext cx="1043104" cy="711201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7" name="Group 76">
            <a:extLst>
              <a:ext uri="{FF2B5EF4-FFF2-40B4-BE49-F238E27FC236}">
                <a16:creationId xmlns:a16="http://schemas.microsoft.com/office/drawing/2014/main" id="{EEB6308C-C3F6-4912-9F7D-BAFEDA2D1E33}"/>
              </a:ext>
            </a:extLst>
          </p:cNvPr>
          <p:cNvGrpSpPr/>
          <p:nvPr/>
        </p:nvGrpSpPr>
        <p:grpSpPr>
          <a:xfrm>
            <a:off x="583249" y="4498008"/>
            <a:ext cx="3300611" cy="2392083"/>
            <a:chOff x="583249" y="4205883"/>
            <a:chExt cx="3300611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A91E7182-6157-47D0-8A18-BE6A7B8734E5}"/>
                    </a:ext>
                  </a:extLst>
                </p:cNvPr>
                <p:cNvSpPr/>
                <p:nvPr/>
              </p:nvSpPr>
              <p:spPr>
                <a:xfrm>
                  <a:off x="583249" y="4205883"/>
                  <a:ext cx="3300611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A91E7182-6157-47D0-8A18-BE6A7B8734E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83249" y="4205883"/>
                  <a:ext cx="3300611" cy="2392083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EB8CFB26-B2F7-4314-8EE0-00455B404F21}"/>
                    </a:ext>
                  </a:extLst>
                </p:cNvPr>
                <p:cNvSpPr/>
                <p:nvPr/>
              </p:nvSpPr>
              <p:spPr>
                <a:xfrm>
                  <a:off x="1304816" y="5672369"/>
                  <a:ext cx="1954285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0       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B8CFB26-B2F7-4314-8EE0-00455B404F2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304816" y="5672369"/>
                  <a:ext cx="1954285" cy="523220"/>
                </a:xfrm>
                <a:prstGeom prst="rect">
                  <a:avLst/>
                </a:prstGeom>
                <a:blipFill rotWithShape="0">
                  <a:blip r:embed="rId2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CA3032B7-080E-4F31-BA48-1C379F0684FA}"/>
                    </a:ext>
                  </a:extLst>
                </p:cNvPr>
                <p:cNvSpPr/>
                <p:nvPr/>
              </p:nvSpPr>
              <p:spPr>
                <a:xfrm>
                  <a:off x="1295532" y="5189066"/>
                  <a:ext cx="196239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4       5       0       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CA3032B7-080E-4F31-BA48-1C379F0684F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295532" y="5189066"/>
                  <a:ext cx="1962397" cy="523220"/>
                </a:xfrm>
                <a:prstGeom prst="rect">
                  <a:avLst/>
                </a:prstGeom>
                <a:blipFill rotWithShape="0">
                  <a:blip r:embed="rId2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9C3F6AAA-4BA4-4B5C-A2CD-95E4740FC307}"/>
                    </a:ext>
                  </a:extLst>
                </p:cNvPr>
                <p:cNvSpPr/>
                <p:nvPr/>
              </p:nvSpPr>
              <p:spPr>
                <a:xfrm>
                  <a:off x="1266724" y="4720370"/>
                  <a:ext cx="1962397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1       2       0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9C3F6AAA-4BA4-4B5C-A2CD-95E4740FC30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266724" y="4720370"/>
                  <a:ext cx="1962397" cy="523220"/>
                </a:xfrm>
                <a:prstGeom prst="rect">
                  <a:avLst/>
                </a:prstGeom>
                <a:blipFill rotWithShape="0">
                  <a:blip r:embed="rId2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7C74EAE2-18E8-4A18-912A-B57E546867A7}"/>
                  </a:ext>
                </a:extLst>
              </p:cNvPr>
              <p:cNvSpPr/>
              <p:nvPr/>
            </p:nvSpPr>
            <p:spPr>
              <a:xfrm>
                <a:off x="6245666" y="5269826"/>
                <a:ext cx="1111881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M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7C74EAE2-18E8-4A18-912A-B57E546867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5666" y="5269826"/>
                <a:ext cx="1111881" cy="711201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2" name="Group 81">
            <a:extLst>
              <a:ext uri="{FF2B5EF4-FFF2-40B4-BE49-F238E27FC236}">
                <a16:creationId xmlns:a16="http://schemas.microsoft.com/office/drawing/2014/main" id="{35DD930C-3B35-411B-98CB-6CF8B4C399C2}"/>
              </a:ext>
            </a:extLst>
          </p:cNvPr>
          <p:cNvGrpSpPr/>
          <p:nvPr/>
        </p:nvGrpSpPr>
        <p:grpSpPr>
          <a:xfrm>
            <a:off x="6841073" y="4486540"/>
            <a:ext cx="3300611" cy="2392083"/>
            <a:chOff x="6841073" y="4174959"/>
            <a:chExt cx="3300611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0508D012-E89B-48B7-B8DB-76CDCE254F42}"/>
                    </a:ext>
                  </a:extLst>
                </p:cNvPr>
                <p:cNvSpPr/>
                <p:nvPr/>
              </p:nvSpPr>
              <p:spPr>
                <a:xfrm>
                  <a:off x="6841073" y="4174959"/>
                  <a:ext cx="3300611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0508D012-E89B-48B7-B8DB-76CDCE254F4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41073" y="4174959"/>
                  <a:ext cx="3300611" cy="2392083"/>
                </a:xfrm>
                <a:prstGeom prst="rect">
                  <a:avLst/>
                </a:prstGeom>
                <a:blipFill>
                  <a:blip r:embed="rId2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" name="Rectangle 63">
                  <a:extLst>
                    <a:ext uri="{FF2B5EF4-FFF2-40B4-BE49-F238E27FC236}">
                      <a16:creationId xmlns:a16="http://schemas.microsoft.com/office/drawing/2014/main" id="{BF40A480-3584-4E83-98EE-16B74B3D4F6F}"/>
                    </a:ext>
                  </a:extLst>
                </p:cNvPr>
                <p:cNvSpPr/>
                <p:nvPr/>
              </p:nvSpPr>
              <p:spPr>
                <a:xfrm>
                  <a:off x="7562455" y="5669446"/>
                  <a:ext cx="1954285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0       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64" name="Rectangle 63">
                  <a:extLst>
                    <a:ext uri="{FF2B5EF4-FFF2-40B4-BE49-F238E27FC236}">
                      <a16:creationId xmlns:a16="http://schemas.microsoft.com/office/drawing/2014/main" id="{BF40A480-3584-4E83-98EE-16B74B3D4F6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62455" y="5669446"/>
                  <a:ext cx="1954285" cy="523220"/>
                </a:xfrm>
                <a:prstGeom prst="rect">
                  <a:avLst/>
                </a:prstGeom>
                <a:blipFill>
                  <a:blip r:embed="rId2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592DDAF0-0E58-42CC-847D-968C6B6639F5}"/>
                    </a:ext>
                  </a:extLst>
                </p:cNvPr>
                <p:cNvSpPr/>
                <p:nvPr/>
              </p:nvSpPr>
              <p:spPr>
                <a:xfrm>
                  <a:off x="7553356" y="5158142"/>
                  <a:ext cx="196239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4       6       0       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92DDAF0-0E58-42CC-847D-968C6B6639F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53356" y="5158142"/>
                  <a:ext cx="1962397" cy="523220"/>
                </a:xfrm>
                <a:prstGeom prst="rect">
                  <a:avLst/>
                </a:prstGeom>
                <a:blipFill rotWithShape="0">
                  <a:blip r:embed="rId3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" name="Rectangle 66">
                  <a:extLst>
                    <a:ext uri="{FF2B5EF4-FFF2-40B4-BE49-F238E27FC236}">
                      <a16:creationId xmlns:a16="http://schemas.microsoft.com/office/drawing/2014/main" id="{80325C9D-167D-404D-AC5A-7EC3152ACC70}"/>
                    </a:ext>
                  </a:extLst>
                </p:cNvPr>
                <p:cNvSpPr/>
                <p:nvPr/>
              </p:nvSpPr>
              <p:spPr>
                <a:xfrm>
                  <a:off x="7524548" y="4689446"/>
                  <a:ext cx="1962397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1       3       0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67" name="Rectangle 6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80325C9D-167D-404D-AC5A-7EC3152ACC7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24548" y="4689446"/>
                  <a:ext cx="1962397" cy="523220"/>
                </a:xfrm>
                <a:prstGeom prst="rect">
                  <a:avLst/>
                </a:prstGeom>
                <a:blipFill rotWithShape="0">
                  <a:blip r:embed="rId3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73" name="Rectangle 72">
            <a:extLst>
              <a:ext uri="{FF2B5EF4-FFF2-40B4-BE49-F238E27FC236}">
                <a16:creationId xmlns:a16="http://schemas.microsoft.com/office/drawing/2014/main" id="{8E658356-4D9D-40BF-B2EF-FD74115ABDD4}"/>
              </a:ext>
            </a:extLst>
          </p:cNvPr>
          <p:cNvSpPr/>
          <p:nvPr/>
        </p:nvSpPr>
        <p:spPr>
          <a:xfrm>
            <a:off x="1736426" y="833022"/>
            <a:ext cx="1890415" cy="1521831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1ADD5B0C-220F-4F45-BEAF-D4E1789723DE}"/>
                  </a:ext>
                </a:extLst>
              </p:cNvPr>
              <p:cNvSpPr txBox="1"/>
              <p:nvPr/>
            </p:nvSpPr>
            <p:spPr>
              <a:xfrm>
                <a:off x="9812039" y="3597940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1ADD5B0C-220F-4F45-BEAF-D4E1789723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12039" y="3597940"/>
                <a:ext cx="669323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6" name="Rectangle 75">
            <a:extLst>
              <a:ext uri="{FF2B5EF4-FFF2-40B4-BE49-F238E27FC236}">
                <a16:creationId xmlns:a16="http://schemas.microsoft.com/office/drawing/2014/main" id="{D687D1D8-881E-486D-BFA6-900609CFAE1F}"/>
              </a:ext>
            </a:extLst>
          </p:cNvPr>
          <p:cNvSpPr/>
          <p:nvPr/>
        </p:nvSpPr>
        <p:spPr>
          <a:xfrm>
            <a:off x="1003292" y="839796"/>
            <a:ext cx="1261195" cy="1521831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B3E09B4-E643-4AEE-99D9-56A6047B2EA7}"/>
                  </a:ext>
                </a:extLst>
              </p:cNvPr>
              <p:cNvSpPr txBox="1"/>
              <p:nvPr/>
            </p:nvSpPr>
            <p:spPr>
              <a:xfrm>
                <a:off x="3606742" y="5423605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B3E09B4-E643-4AEE-99D9-56A6047B2E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06742" y="5423605"/>
                <a:ext cx="669323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0" name="Rectangle 79">
            <a:extLst>
              <a:ext uri="{FF2B5EF4-FFF2-40B4-BE49-F238E27FC236}">
                <a16:creationId xmlns:a16="http://schemas.microsoft.com/office/drawing/2014/main" id="{5972E2DF-32E5-47AB-9370-C629A7D56BD5}"/>
              </a:ext>
            </a:extLst>
          </p:cNvPr>
          <p:cNvSpPr/>
          <p:nvPr/>
        </p:nvSpPr>
        <p:spPr>
          <a:xfrm>
            <a:off x="1000400" y="845472"/>
            <a:ext cx="405674" cy="1493590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A77F3019-5D9D-4183-B21C-062BB396832D}"/>
              </a:ext>
            </a:extLst>
          </p:cNvPr>
          <p:cNvSpPr/>
          <p:nvPr/>
        </p:nvSpPr>
        <p:spPr>
          <a:xfrm>
            <a:off x="2486097" y="860821"/>
            <a:ext cx="405674" cy="1493590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253D6D8D-7182-4834-AB6E-2DC40C8D9BC2}"/>
                  </a:ext>
                </a:extLst>
              </p:cNvPr>
              <p:cNvSpPr txBox="1"/>
              <p:nvPr/>
            </p:nvSpPr>
            <p:spPr>
              <a:xfrm>
                <a:off x="9820947" y="5275597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253D6D8D-7182-4834-AB6E-2DC40C8D9B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20947" y="5275597"/>
                <a:ext cx="669323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4" name="Rectangle: Rounded Corners 53">
            <a:extLst>
              <a:ext uri="{FF2B5EF4-FFF2-40B4-BE49-F238E27FC236}">
                <a16:creationId xmlns:a16="http://schemas.microsoft.com/office/drawing/2014/main" id="{E49F4E92-C785-4058-891D-88C628A80972}"/>
              </a:ext>
            </a:extLst>
          </p:cNvPr>
          <p:cNvSpPr/>
          <p:nvPr/>
        </p:nvSpPr>
        <p:spPr>
          <a:xfrm>
            <a:off x="6063600" y="3130728"/>
            <a:ext cx="64800" cy="3305455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802BEDF2-71B3-A1B5-E988-4DC2907AD99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586151" y="836797"/>
                <a:ext cx="4812651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Since,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of order 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3×4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802BEDF2-71B3-A1B5-E988-4DC2907AD9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86151" y="836797"/>
                <a:ext cx="4812651" cy="463079"/>
              </a:xfrm>
              <a:prstGeom prst="rect">
                <a:avLst/>
              </a:prstGeom>
              <a:blipFill rotWithShape="0">
                <a:blip r:embed="rId39"/>
                <a:stretch>
                  <a:fillRect l="-2532" t="-23684" b="-3815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9B7EDEB4-372F-A0C0-C0AB-55EB51AF215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586150" y="1331959"/>
                <a:ext cx="3300611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  <a:latin typeface="Cambria Math" panose="02040503050406030204" pitchFamily="18" charset="0"/>
                    <a:ea typeface="Cambria Math" panose="02040503050406030204" pitchFamily="18" charset="0"/>
                  </a:rPr>
                  <a:t>⇒</a:t>
                </a:r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unc>
                      <m:func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fName>
                      <m:e>
                        <m:d>
                          <m:d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,</m:t>
                            </m:r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4</m:t>
                            </m:r>
                          </m:e>
                        </m:d>
                      </m:e>
                    </m:func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9B7EDEB4-372F-A0C0-C0AB-55EB51AF21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86150" y="1331959"/>
                <a:ext cx="3300611" cy="463079"/>
              </a:xfrm>
              <a:prstGeom prst="rect">
                <a:avLst/>
              </a:prstGeom>
              <a:blipFill rotWithShape="0">
                <a:blip r:embed="rId40"/>
                <a:stretch>
                  <a:fillRect l="-3690" t="-25000" b="-36842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01BBB83F-1CEA-0B5D-F1EC-950F4A5C51A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586149" y="1879565"/>
                <a:ext cx="2080057" cy="46307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  <a:latin typeface="Cambria Math" panose="02040503050406030204" pitchFamily="18" charset="0"/>
                    <a:ea typeface="Cambria Math" panose="02040503050406030204" pitchFamily="18" charset="0"/>
                  </a:rPr>
                  <a:t>⇒</a:t>
                </a:r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80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01BBB83F-1CEA-0B5D-F1EC-950F4A5C51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86149" y="1879565"/>
                <a:ext cx="2080057" cy="463079"/>
              </a:xfrm>
              <a:prstGeom prst="rect">
                <a:avLst/>
              </a:prstGeom>
              <a:blipFill rotWithShape="0">
                <a:blip r:embed="rId41"/>
                <a:stretch>
                  <a:fillRect l="-5848" t="-25000" b="-36842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22DBAE2-DEE8-0AB1-673C-6A1C157F5F94}"/>
                  </a:ext>
                </a:extLst>
              </p:cNvPr>
              <p:cNvSpPr txBox="1"/>
              <p:nvPr/>
            </p:nvSpPr>
            <p:spPr>
              <a:xfrm>
                <a:off x="94727" y="2525827"/>
                <a:ext cx="1099865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Now, try to find at least one minor of order </a:t>
                </a:r>
                <a14:m>
                  <m:oMath xmlns:m="http://schemas.openxmlformats.org/officeDocument/2006/math">
                    <m:r>
                      <a:rPr lang="en-IN" sz="2800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 which is non-zero.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22DBAE2-DEE8-0AB1-673C-6A1C157F5F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27" y="2525827"/>
                <a:ext cx="10998653" cy="523220"/>
              </a:xfrm>
              <a:prstGeom prst="rect">
                <a:avLst/>
              </a:prstGeom>
              <a:blipFill>
                <a:blip r:embed="rId42"/>
                <a:stretch>
                  <a:fillRect l="-1164" t="-11628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D05920F-C0FA-491D-CA92-FCE7C313EF9A}"/>
                  </a:ext>
                </a:extLst>
              </p14:cNvPr>
              <p14:cNvContentPartPr/>
              <p14:nvPr/>
            </p14:nvContentPartPr>
            <p14:xfrm>
              <a:off x="12527360" y="1960680"/>
              <a:ext cx="10440" cy="3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D05920F-C0FA-491D-CA92-FCE7C313EF9A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12521240" y="1954560"/>
                <a:ext cx="22680" cy="12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282805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7" grpId="0"/>
      <p:bldP spid="21" grpId="0" animBg="1"/>
      <p:bldP spid="21" grpId="1" animBg="1"/>
      <p:bldP spid="33" grpId="0"/>
      <p:bldP spid="36" grpId="0" animBg="1"/>
      <p:bldP spid="36" grpId="1" animBg="1"/>
      <p:bldP spid="39" grpId="0"/>
      <p:bldP spid="58" grpId="0"/>
      <p:bldP spid="65" grpId="0"/>
      <p:bldP spid="73" grpId="0" animBg="1"/>
      <p:bldP spid="73" grpId="1" animBg="1"/>
      <p:bldP spid="75" grpId="0"/>
      <p:bldP spid="76" grpId="0" animBg="1"/>
      <p:bldP spid="76" grpId="1" animBg="1"/>
      <p:bldP spid="78" grpId="0"/>
      <p:bldP spid="80" grpId="0" animBg="1"/>
      <p:bldP spid="81" grpId="0" animBg="1"/>
      <p:bldP spid="83" grpId="0"/>
      <p:bldP spid="54" grpId="0" animBg="1"/>
      <p:bldP spid="3" grpId="0"/>
      <p:bldP spid="4" grpId="0"/>
      <p:bldP spid="6" grpId="0"/>
      <p:bldP spid="14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B75A318-5CE2-4728-A060-11BA1EA1BB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Rank of a Matrix by Minor/Determinant Method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B487AC2-F96C-43E8-B5FB-19C41C3C815E}"/>
              </a:ext>
            </a:extLst>
          </p:cNvPr>
          <p:cNvGrpSpPr/>
          <p:nvPr/>
        </p:nvGrpSpPr>
        <p:grpSpPr>
          <a:xfrm>
            <a:off x="4092964" y="480035"/>
            <a:ext cx="3698226" cy="2392083"/>
            <a:chOff x="3452083" y="355600"/>
            <a:chExt cx="3698226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id="{A6847E66-CBEB-4528-865E-B9B2E241B3BF}"/>
                    </a:ext>
                  </a:extLst>
                </p:cNvPr>
                <p:cNvSpPr/>
                <p:nvPr/>
              </p:nvSpPr>
              <p:spPr>
                <a:xfrm>
                  <a:off x="4222787" y="355600"/>
                  <a:ext cx="2927522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−4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      3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e>
                              <m:e/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</m:m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A6847E66-CBEB-4528-865E-B9B2E241B3B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22787" y="355600"/>
                  <a:ext cx="2927522" cy="2392083"/>
                </a:xfrm>
                <a:prstGeom prst="rect">
                  <a:avLst/>
                </a:prstGeom>
                <a:blipFill rotWithShape="0"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id="{D36ABE44-F084-47D1-9BA4-C849CE853381}"/>
                    </a:ext>
                  </a:extLst>
                </p:cNvPr>
                <p:cNvSpPr/>
                <p:nvPr/>
              </p:nvSpPr>
              <p:spPr>
                <a:xfrm>
                  <a:off x="4309239" y="1859829"/>
                  <a:ext cx="2710999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9       0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36ABE44-F084-47D1-9BA4-C849CE85338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309239" y="1859829"/>
                  <a:ext cx="2710999" cy="523220"/>
                </a:xfrm>
                <a:prstGeom prst="rect">
                  <a:avLst/>
                </a:prstGeom>
                <a:blipFill rotWithShape="0"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F6430C49-74D2-4854-8366-096A36C0E845}"/>
                    </a:ext>
                  </a:extLst>
                </p:cNvPr>
                <p:cNvSpPr/>
                <p:nvPr/>
              </p:nvSpPr>
              <p:spPr>
                <a:xfrm>
                  <a:off x="3452083" y="1196040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F6430C49-74D2-4854-8366-096A36C0E84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083" y="1196040"/>
                  <a:ext cx="856661" cy="711201"/>
                </a:xfrm>
                <a:prstGeom prst="rect">
                  <a:avLst/>
                </a:prstGeom>
                <a:blipFill rotWithShape="0"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2B79E8C7-035E-496F-B303-945765652E3B}"/>
                    </a:ext>
                  </a:extLst>
                </p:cNvPr>
                <p:cNvSpPr/>
                <p:nvPr/>
              </p:nvSpPr>
              <p:spPr>
                <a:xfrm>
                  <a:off x="4298728" y="1316536"/>
                  <a:ext cx="2710999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4       5       6       0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B79E8C7-035E-496F-B303-945765652E3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98728" y="1316536"/>
                  <a:ext cx="2710999" cy="523220"/>
                </a:xfrm>
                <a:prstGeom prst="rect">
                  <a:avLst/>
                </a:prstGeom>
                <a:blipFill rotWithShape="0"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B8C62F8E-F4D3-4B04-9CA9-E2690901FA4C}"/>
                    </a:ext>
                  </a:extLst>
                </p:cNvPr>
                <p:cNvSpPr/>
                <p:nvPr/>
              </p:nvSpPr>
              <p:spPr>
                <a:xfrm>
                  <a:off x="4302044" y="832580"/>
                  <a:ext cx="2710999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1       2       3       0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B8C62F8E-F4D3-4B04-9CA9-E2690901FA4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302044" y="832580"/>
                  <a:ext cx="2710999" cy="523220"/>
                </a:xfrm>
                <a:prstGeom prst="rect">
                  <a:avLst/>
                </a:prstGeom>
                <a:blipFill rotWithShape="0"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4C327D8E-40FD-4701-92F4-FA6C17CE8217}"/>
                  </a:ext>
                </a:extLst>
              </p:cNvPr>
              <p:cNvSpPr/>
              <p:nvPr/>
            </p:nvSpPr>
            <p:spPr>
              <a:xfrm>
                <a:off x="7732581" y="2230884"/>
                <a:ext cx="1062949" cy="52170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3×4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4C327D8E-40FD-4701-92F4-FA6C17CE82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2581" y="2230884"/>
                <a:ext cx="1062949" cy="521706"/>
              </a:xfrm>
              <a:prstGeom prst="rect">
                <a:avLst/>
              </a:prstGeom>
              <a:blipFill rotWithShape="0"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Rectangle 31">
            <a:extLst>
              <a:ext uri="{FF2B5EF4-FFF2-40B4-BE49-F238E27FC236}">
                <a16:creationId xmlns:a16="http://schemas.microsoft.com/office/drawing/2014/main" id="{FC2FC726-D648-4BE4-A51A-EE4073575AC4}"/>
              </a:ext>
            </a:extLst>
          </p:cNvPr>
          <p:cNvSpPr/>
          <p:nvPr/>
        </p:nvSpPr>
        <p:spPr>
          <a:xfrm>
            <a:off x="4970452" y="1030149"/>
            <a:ext cx="424392" cy="377497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B4A47BFC-42FC-40CE-9BB5-F8D505208828}"/>
              </a:ext>
            </a:extLst>
          </p:cNvPr>
          <p:cNvSpPr/>
          <p:nvPr/>
        </p:nvSpPr>
        <p:spPr>
          <a:xfrm>
            <a:off x="4981158" y="2043551"/>
            <a:ext cx="424392" cy="377497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706630DA-ECAE-4541-9BC0-09454041AD22}"/>
              </a:ext>
            </a:extLst>
          </p:cNvPr>
          <p:cNvSpPr/>
          <p:nvPr/>
        </p:nvSpPr>
        <p:spPr>
          <a:xfrm>
            <a:off x="7186507" y="1029876"/>
            <a:ext cx="424392" cy="377497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4745F459-FDA4-4CE7-9F9B-BC97378B5BD1}"/>
              </a:ext>
            </a:extLst>
          </p:cNvPr>
          <p:cNvSpPr/>
          <p:nvPr/>
        </p:nvSpPr>
        <p:spPr>
          <a:xfrm>
            <a:off x="7205223" y="2043551"/>
            <a:ext cx="424392" cy="377497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B37C5FD-F284-438A-B361-2E1AB277DD64}"/>
              </a:ext>
            </a:extLst>
          </p:cNvPr>
          <p:cNvGrpSpPr/>
          <p:nvPr/>
        </p:nvGrpSpPr>
        <p:grpSpPr>
          <a:xfrm>
            <a:off x="337450" y="3505223"/>
            <a:ext cx="3300611" cy="2392083"/>
            <a:chOff x="1224477" y="2270701"/>
            <a:chExt cx="3300611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0584EAE-F522-43CD-B534-B65E4084DC24}"/>
                    </a:ext>
                  </a:extLst>
                </p:cNvPr>
                <p:cNvSpPr/>
                <p:nvPr/>
              </p:nvSpPr>
              <p:spPr>
                <a:xfrm>
                  <a:off x="1224477" y="2270701"/>
                  <a:ext cx="3300611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</m:mr>
                            <m:mr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0584EAE-F522-43CD-B534-B65E4084DC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224477" y="2270701"/>
                  <a:ext cx="3300611" cy="2392083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03136113-5430-427B-A2D1-EA19AA6FD6F6}"/>
                    </a:ext>
                  </a:extLst>
                </p:cNvPr>
                <p:cNvSpPr/>
                <p:nvPr/>
              </p:nvSpPr>
              <p:spPr>
                <a:xfrm>
                  <a:off x="2313327" y="3495740"/>
                  <a:ext cx="1119681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7       0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         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3136113-5430-427B-A2D1-EA19AA6FD6F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313327" y="3495740"/>
                  <a:ext cx="1119681" cy="523220"/>
                </a:xfrm>
                <a:prstGeom prst="rect">
                  <a:avLst/>
                </a:prstGeom>
                <a:blipFill rotWithShape="0">
                  <a:blip r:embed="rId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429705D1-AE02-4249-BDD2-88376B961050}"/>
                    </a:ext>
                  </a:extLst>
                </p:cNvPr>
                <p:cNvSpPr/>
                <p:nvPr/>
              </p:nvSpPr>
              <p:spPr>
                <a:xfrm>
                  <a:off x="2313327" y="3017490"/>
                  <a:ext cx="1062949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1       0       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429705D1-AE02-4249-BDD2-88376B96105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313327" y="3017490"/>
                  <a:ext cx="1062949" cy="523220"/>
                </a:xfrm>
                <a:prstGeom prst="rect">
                  <a:avLst/>
                </a:prstGeom>
                <a:blipFill rotWithShape="0">
                  <a:blip r:embed="rId1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8445DCCB-5B0E-4281-A5A8-F738A1DD2CF4}"/>
                  </a:ext>
                </a:extLst>
              </p:cNvPr>
              <p:cNvSpPr/>
              <p:nvPr/>
            </p:nvSpPr>
            <p:spPr>
              <a:xfrm>
                <a:off x="277488" y="4374661"/>
                <a:ext cx="1119680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M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8445DCCB-5B0E-4281-A5A8-F738A1DD2CF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488" y="4374661"/>
                <a:ext cx="1119680" cy="711201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47420F84-1BBA-47B3-9D12-FD59B6E52C76}"/>
                  </a:ext>
                </a:extLst>
              </p:cNvPr>
              <p:cNvSpPr txBox="1"/>
              <p:nvPr/>
            </p:nvSpPr>
            <p:spPr>
              <a:xfrm>
                <a:off x="2737037" y="4523525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47420F84-1BBA-47B3-9D12-FD59B6E52C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7037" y="4523525"/>
                <a:ext cx="66932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Rectangle 43">
            <a:extLst>
              <a:ext uri="{FF2B5EF4-FFF2-40B4-BE49-F238E27FC236}">
                <a16:creationId xmlns:a16="http://schemas.microsoft.com/office/drawing/2014/main" id="{62ACFC6E-66BE-48E4-BDE8-ED65A3B7936E}"/>
              </a:ext>
            </a:extLst>
          </p:cNvPr>
          <p:cNvSpPr/>
          <p:nvPr/>
        </p:nvSpPr>
        <p:spPr>
          <a:xfrm>
            <a:off x="4966856" y="1005542"/>
            <a:ext cx="1170174" cy="945397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1E9F5230-EFD6-448D-B2DF-93D9BE06B920}"/>
              </a:ext>
            </a:extLst>
          </p:cNvPr>
          <p:cNvGrpSpPr/>
          <p:nvPr/>
        </p:nvGrpSpPr>
        <p:grpSpPr>
          <a:xfrm>
            <a:off x="6002039" y="3466106"/>
            <a:ext cx="3300611" cy="2392083"/>
            <a:chOff x="1224477" y="2270701"/>
            <a:chExt cx="3300611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100279CF-9AB1-414E-AFE0-AAA675B2EDE1}"/>
                    </a:ext>
                  </a:extLst>
                </p:cNvPr>
                <p:cNvSpPr/>
                <p:nvPr/>
              </p:nvSpPr>
              <p:spPr>
                <a:xfrm>
                  <a:off x="1224477" y="2270701"/>
                  <a:ext cx="3300611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|"/>
                          <m:endChr m:val="|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</m:mr>
                            <m:mr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100279CF-9AB1-414E-AFE0-AAA675B2EDE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224477" y="2270701"/>
                  <a:ext cx="3300611" cy="2392083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0788FA5A-847B-4E26-B784-12CA6D4B0933}"/>
                    </a:ext>
                  </a:extLst>
                </p:cNvPr>
                <p:cNvSpPr/>
                <p:nvPr/>
              </p:nvSpPr>
              <p:spPr>
                <a:xfrm>
                  <a:off x="2313327" y="3495740"/>
                  <a:ext cx="1119681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4       5             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0788FA5A-847B-4E26-B784-12CA6D4B093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313327" y="3495740"/>
                  <a:ext cx="1119681" cy="523220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25B50586-43AE-43F0-8886-F806B417AED1}"/>
                    </a:ext>
                  </a:extLst>
                </p:cNvPr>
                <p:cNvSpPr/>
                <p:nvPr/>
              </p:nvSpPr>
              <p:spPr>
                <a:xfrm>
                  <a:off x="2313327" y="3017490"/>
                  <a:ext cx="1062949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1       2       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5B50586-43AE-43F0-8886-F806B417AED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313327" y="3017490"/>
                  <a:ext cx="1062949" cy="523220"/>
                </a:xfrm>
                <a:prstGeom prst="rect">
                  <a:avLst/>
                </a:prstGeom>
                <a:blipFill rotWithShape="0">
                  <a:blip r:embed="rId1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EBD047B3-9B6C-4468-B23F-9C8D3796A57D}"/>
                  </a:ext>
                </a:extLst>
              </p:cNvPr>
              <p:cNvSpPr/>
              <p:nvPr/>
            </p:nvSpPr>
            <p:spPr>
              <a:xfrm>
                <a:off x="5851507" y="4335544"/>
                <a:ext cx="1148812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M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EBD047B3-9B6C-4468-B23F-9C8D3796A5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1507" y="4335544"/>
                <a:ext cx="1148812" cy="711201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ABEE4E8C-7340-4994-A6B3-24F0802FC73E}"/>
                  </a:ext>
                </a:extLst>
              </p:cNvPr>
              <p:cNvSpPr txBox="1"/>
              <p:nvPr/>
            </p:nvSpPr>
            <p:spPr>
              <a:xfrm>
                <a:off x="8548229" y="4439654"/>
                <a:ext cx="156478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5−8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ABEE4E8C-7340-4994-A6B3-24F0802FC7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48229" y="4439654"/>
                <a:ext cx="156478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9E1AF8D4-DDCA-4C52-9543-244E1B6A7D57}"/>
                  </a:ext>
                </a:extLst>
              </p:cNvPr>
              <p:cNvSpPr txBox="1"/>
              <p:nvPr/>
            </p:nvSpPr>
            <p:spPr>
              <a:xfrm>
                <a:off x="9868756" y="4439654"/>
                <a:ext cx="11638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=−3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9E1AF8D4-DDCA-4C52-9543-244E1B6A7D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68756" y="4439654"/>
                <a:ext cx="116383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ED677E1-DBCB-4D06-BE51-EECB6D0FCD6D}"/>
                  </a:ext>
                </a:extLst>
              </p:cNvPr>
              <p:cNvSpPr txBox="1"/>
              <p:nvPr/>
            </p:nvSpPr>
            <p:spPr>
              <a:xfrm>
                <a:off x="10659211" y="4439654"/>
                <a:ext cx="11336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≠0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ED677E1-DBCB-4D06-BE51-EECB6D0FCD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59211" y="4439654"/>
                <a:ext cx="1133668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Content Placeholder 4">
                <a:extLst>
                  <a:ext uri="{FF2B5EF4-FFF2-40B4-BE49-F238E27FC236}">
                    <a16:creationId xmlns:a16="http://schemas.microsoft.com/office/drawing/2014/main" id="{4446D006-9272-4A45-AB54-9F82FE11C11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659432" y="5683508"/>
                <a:ext cx="2131786" cy="51842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ρ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Content Placeholder 4">
                <a:extLst>
                  <a:ext uri="{FF2B5EF4-FFF2-40B4-BE49-F238E27FC236}">
                    <a16:creationId xmlns:a16="http://schemas.microsoft.com/office/drawing/2014/main" id="{4446D006-9272-4A45-AB54-9F82FE11C1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9432" y="5683508"/>
                <a:ext cx="2131786" cy="518427"/>
              </a:xfrm>
              <a:prstGeom prst="rect">
                <a:avLst/>
              </a:prstGeom>
              <a:blipFill>
                <a:blip r:embed="rId24"/>
                <a:stretch>
                  <a:fillRect b="-823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6" name="Rectangle 55">
            <a:extLst>
              <a:ext uri="{FF2B5EF4-FFF2-40B4-BE49-F238E27FC236}">
                <a16:creationId xmlns:a16="http://schemas.microsoft.com/office/drawing/2014/main" id="{5F21C0FF-7AC7-429A-9F29-1681C4A882FD}"/>
              </a:ext>
            </a:extLst>
          </p:cNvPr>
          <p:cNvSpPr/>
          <p:nvPr/>
        </p:nvSpPr>
        <p:spPr>
          <a:xfrm>
            <a:off x="4659432" y="5680633"/>
            <a:ext cx="1977673" cy="518427"/>
          </a:xfrm>
          <a:prstGeom prst="rect">
            <a:avLst/>
          </a:prstGeom>
          <a:noFill/>
          <a:ln w="38100">
            <a:solidFill>
              <a:srgbClr val="1D578F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50D11993-2292-E1D8-D5B2-7DD4DE30ED8C}"/>
                  </a:ext>
                </a:extLst>
              </p:cNvPr>
              <p:cNvSpPr/>
              <p:nvPr/>
            </p:nvSpPr>
            <p:spPr>
              <a:xfrm>
                <a:off x="173992" y="2694581"/>
                <a:ext cx="9237087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en-IN" sz="2800" i="0" dirty="0">
                    <a:solidFill>
                      <a:srgbClr val="002060"/>
                    </a:solidFill>
                    <a:latin typeface="+mj-lt"/>
                    <a:ea typeface="Cambria Math" panose="02040503050406030204" pitchFamily="18" charset="0"/>
                  </a:rPr>
                  <a:t>Since, all the </a:t>
                </a:r>
                <a:r>
                  <a:rPr lang="en-IN" sz="2800" dirty="0">
                    <a:solidFill>
                      <a:srgbClr val="002060"/>
                    </a:solidFill>
                  </a:rPr>
                  <a:t>minor </a:t>
                </a:r>
                <a:r>
                  <a:rPr lang="en-IN" sz="2800" i="0" dirty="0">
                    <a:solidFill>
                      <a:srgbClr val="002060"/>
                    </a:solidFill>
                    <a:latin typeface="+mj-lt"/>
                    <a:ea typeface="Cambria Math" panose="02040503050406030204" pitchFamily="18" charset="0"/>
                  </a:rPr>
                  <a:t>of order</a:t>
                </a:r>
                <a14:m>
                  <m:oMath xmlns:m="http://schemas.openxmlformats.org/officeDocument/2006/math"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3 </m:t>
                    </m:r>
                  </m:oMath>
                </a14:m>
                <a:r>
                  <a:rPr lang="en-IN" sz="2800" i="0" dirty="0">
                    <a:solidFill>
                      <a:srgbClr val="002060"/>
                    </a:solidFill>
                    <a:latin typeface="+mj-lt"/>
                    <a:ea typeface="Cambria Math" panose="02040503050406030204" pitchFamily="18" charset="0"/>
                  </a:rPr>
                  <a:t>are zero</a:t>
                </a:r>
                <a14:m>
                  <m:oMath xmlns:m="http://schemas.openxmlformats.org/officeDocument/2006/math"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ρ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A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)≤2.</m:t>
                    </m:r>
                  </m:oMath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50D11993-2292-E1D8-D5B2-7DD4DE30ED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992" y="2694581"/>
                <a:ext cx="9237087" cy="711201"/>
              </a:xfrm>
              <a:prstGeom prst="rect">
                <a:avLst/>
              </a:prstGeom>
              <a:blipFill>
                <a:blip r:embed="rId25"/>
                <a:stretch>
                  <a:fillRect l="-1386" b="-1025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F9D80528-4012-618A-B4B5-D6FE43DED697}"/>
                  </a:ext>
                </a:extLst>
              </p:cNvPr>
              <p:cNvSpPr txBox="1"/>
              <p:nvPr/>
            </p:nvSpPr>
            <p:spPr>
              <a:xfrm>
                <a:off x="173993" y="3426565"/>
                <a:ext cx="1128112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Now, try to find at least one minor of order </a:t>
                </a:r>
                <a14:m>
                  <m:oMath xmlns:m="http://schemas.openxmlformats.org/officeDocument/2006/math">
                    <m:r>
                      <a:rPr lang="en-IN" sz="2800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 which is non-zero.</a:t>
                </a: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F9D80528-4012-618A-B4B5-D6FE43DED6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993" y="3426565"/>
                <a:ext cx="11281128" cy="523220"/>
              </a:xfrm>
              <a:prstGeom prst="rect">
                <a:avLst/>
              </a:prstGeom>
              <a:blipFill>
                <a:blip r:embed="rId26"/>
                <a:stretch>
                  <a:fillRect l="-1135" t="-11628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2181612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7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40" grpId="0"/>
      <p:bldP spid="43" grpId="0"/>
      <p:bldP spid="44" grpId="0" animBg="1"/>
      <p:bldP spid="49" grpId="0"/>
      <p:bldP spid="52" grpId="0"/>
      <p:bldP spid="53" grpId="0"/>
      <p:bldP spid="54" grpId="0"/>
      <p:bldP spid="55" grpId="0"/>
      <p:bldP spid="56" grpId="0" animBg="1"/>
      <p:bldP spid="15" grpId="0"/>
      <p:bldP spid="58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9B11466E-E602-EC18-53C5-937D5C5F786D}"/>
                  </a:ext>
                </a:extLst>
              </p:cNvPr>
              <p:cNvSpPr/>
              <p:nvPr/>
            </p:nvSpPr>
            <p:spPr>
              <a:xfrm>
                <a:off x="5919465" y="711201"/>
                <a:ext cx="3453607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5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 smtClean="0">
                                <a:solidFill>
                                  <a:schemeClr val="bg2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>
                              <m:eqArr>
                                <m:eqArrPr>
                                  <m:ctrlPr>
                                    <a:rPr lang="en-IN" sz="2800" i="1" smtClean="0">
                                      <a:solidFill>
                                        <a:schemeClr val="bg2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  <m:e/>
                              </m:eqArr>
                            </m:e>
                          </m:mr>
                        </m:m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9B11466E-E602-EC18-53C5-937D5C5F78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19465" y="711201"/>
                <a:ext cx="3453607" cy="2160000"/>
              </a:xfrm>
              <a:prstGeom prst="rect">
                <a:avLst/>
              </a:prstGeom>
              <a:blipFill rotWithShape="0"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2C0621F-1EF3-C08B-4C9A-CC33DC0AC684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Method:3 </a:t>
                </a:r>
                <a14:m>
                  <m:oMath xmlns:m="http://schemas.openxmlformats.org/officeDocument/2006/math">
                    <m:r>
                      <a:rPr lang="en-IN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/>
                  <a:t> Example:19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2C0621F-1EF3-C08B-4C9A-CC33DC0AC68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643E6418-82D8-216A-228B-34A21D299420}"/>
              </a:ext>
            </a:extLst>
          </p:cNvPr>
          <p:cNvSpPr/>
          <p:nvPr/>
        </p:nvSpPr>
        <p:spPr>
          <a:xfrm>
            <a:off x="245007" y="1541651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AA7E809C-41B3-A2BC-3DCF-E37659E3E2F0}"/>
                  </a:ext>
                </a:extLst>
              </p:cNvPr>
              <p:cNvSpPr/>
              <p:nvPr/>
            </p:nvSpPr>
            <p:spPr>
              <a:xfrm>
                <a:off x="1958878" y="1544093"/>
                <a:ext cx="4128513" cy="52170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Find the rank of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AA7E809C-41B3-A2BC-3DCF-E37659E3E2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58878" y="1544093"/>
                <a:ext cx="4128513" cy="521706"/>
              </a:xfrm>
              <a:prstGeom prst="rect">
                <a:avLst/>
              </a:prstGeom>
              <a:blipFill>
                <a:blip r:embed="rId4"/>
                <a:stretch>
                  <a:fillRect l="-2950" t="-11628" b="-3139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" name="Group 7">
            <a:extLst>
              <a:ext uri="{FF2B5EF4-FFF2-40B4-BE49-F238E27FC236}">
                <a16:creationId xmlns:a16="http://schemas.microsoft.com/office/drawing/2014/main" id="{6FB91F26-3F52-6B3E-F75D-860A3EBBE1FB}"/>
              </a:ext>
            </a:extLst>
          </p:cNvPr>
          <p:cNvGrpSpPr/>
          <p:nvPr/>
        </p:nvGrpSpPr>
        <p:grpSpPr>
          <a:xfrm>
            <a:off x="6096000" y="2150151"/>
            <a:ext cx="3133636" cy="569273"/>
            <a:chOff x="4003663" y="1849606"/>
            <a:chExt cx="3133636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2362AEF0-CC56-1294-1079-1B15E8AA2816}"/>
                    </a:ext>
                  </a:extLst>
                </p:cNvPr>
                <p:cNvSpPr/>
                <p:nvPr/>
              </p:nvSpPr>
              <p:spPr>
                <a:xfrm>
                  <a:off x="4003663" y="1849606"/>
                  <a:ext cx="604643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362AEF0-CC56-1294-1079-1B15E8AA281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03663" y="1849606"/>
                  <a:ext cx="604643" cy="569273"/>
                </a:xfrm>
                <a:prstGeom prst="rect">
                  <a:avLst/>
                </a:prstGeom>
                <a:blipFill rotWithShape="0">
                  <a:blip r:embed="rId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4B56F581-9FC6-76DC-45F8-0CA4327F3904}"/>
                    </a:ext>
                  </a:extLst>
                </p:cNvPr>
                <p:cNvSpPr/>
                <p:nvPr/>
              </p:nvSpPr>
              <p:spPr>
                <a:xfrm>
                  <a:off x="4997407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4B56F581-9FC6-76DC-45F8-0CA4327F390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97407" y="1849606"/>
                  <a:ext cx="524250" cy="569273"/>
                </a:xfrm>
                <a:prstGeom prst="rect">
                  <a:avLst/>
                </a:prstGeom>
                <a:blipFill rotWithShape="0">
                  <a:blip r:embed="rId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E1A4ED51-001B-7E98-F4B2-12E9FCAC7C96}"/>
                    </a:ext>
                  </a:extLst>
                </p:cNvPr>
                <p:cNvSpPr/>
                <p:nvPr/>
              </p:nvSpPr>
              <p:spPr>
                <a:xfrm>
                  <a:off x="5788026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1A4ED51-001B-7E98-F4B2-12E9FCAC7C9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88026" y="1849606"/>
                  <a:ext cx="524250" cy="569273"/>
                </a:xfrm>
                <a:prstGeom prst="rect">
                  <a:avLst/>
                </a:prstGeom>
                <a:blipFill rotWithShape="0"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252F0C2F-E6E2-098F-58B7-570FF7135EBB}"/>
                    </a:ext>
                  </a:extLst>
                </p:cNvPr>
                <p:cNvSpPr/>
                <p:nvPr/>
              </p:nvSpPr>
              <p:spPr>
                <a:xfrm>
                  <a:off x="6613049" y="1849606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252F0C2F-E6E2-098F-58B7-570FF7135EB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13049" y="1849606"/>
                  <a:ext cx="524250" cy="569273"/>
                </a:xfrm>
                <a:prstGeom prst="rect">
                  <a:avLst/>
                </a:prstGeom>
                <a:blipFill rotWithShape="0"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BE403C28-5F41-B97A-DD00-68046A5F6C14}"/>
              </a:ext>
            </a:extLst>
          </p:cNvPr>
          <p:cNvGrpSpPr/>
          <p:nvPr/>
        </p:nvGrpSpPr>
        <p:grpSpPr>
          <a:xfrm>
            <a:off x="6232481" y="1547021"/>
            <a:ext cx="2997157" cy="569273"/>
            <a:chOff x="4139880" y="3158063"/>
            <a:chExt cx="2997157" cy="5692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55754702-130E-452C-953E-56E49BA95DBC}"/>
                    </a:ext>
                  </a:extLst>
                </p:cNvPr>
                <p:cNvSpPr/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55754702-130E-452C-953E-56E49BA95DB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880" y="3158063"/>
                  <a:ext cx="524250" cy="569273"/>
                </a:xfrm>
                <a:prstGeom prst="rect">
                  <a:avLst/>
                </a:prstGeom>
                <a:blipFill rotWithShape="0">
                  <a:blip r:embed="rId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FD4C818B-51E6-05F1-0D8E-FCD92D146C16}"/>
                    </a:ext>
                  </a:extLst>
                </p:cNvPr>
                <p:cNvSpPr/>
                <p:nvPr/>
              </p:nvSpPr>
              <p:spPr>
                <a:xfrm>
                  <a:off x="4995043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FD4C818B-51E6-05F1-0D8E-FCD92D146C1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95043" y="3158063"/>
                  <a:ext cx="524250" cy="569273"/>
                </a:xfrm>
                <a:prstGeom prst="rect">
                  <a:avLst/>
                </a:prstGeom>
                <a:blipFill rotWithShape="0">
                  <a:blip r:embed="rId1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C62F99B6-4B09-C501-4C75-E344B475062C}"/>
                    </a:ext>
                  </a:extLst>
                </p:cNvPr>
                <p:cNvSpPr/>
                <p:nvPr/>
              </p:nvSpPr>
              <p:spPr>
                <a:xfrm>
                  <a:off x="5772017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C62F99B6-4B09-C501-4C75-E344B475062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72017" y="3158063"/>
                  <a:ext cx="524250" cy="569273"/>
                </a:xfrm>
                <a:prstGeom prst="rect">
                  <a:avLst/>
                </a:prstGeom>
                <a:blipFill rotWithShape="0">
                  <a:blip r:embed="rId1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E7D6C9FE-6C7C-6093-85EE-AE25BF566FF5}"/>
                    </a:ext>
                  </a:extLst>
                </p:cNvPr>
                <p:cNvSpPr/>
                <p:nvPr/>
              </p:nvSpPr>
              <p:spPr>
                <a:xfrm>
                  <a:off x="6612787" y="3158063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E7D6C9FE-6C7C-6093-85EE-AE25BF566FF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12787" y="3158063"/>
                  <a:ext cx="524250" cy="569273"/>
                </a:xfrm>
                <a:prstGeom prst="rect">
                  <a:avLst/>
                </a:prstGeom>
                <a:blipFill rotWithShape="0">
                  <a:blip r:embed="rId1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8921457-0848-3152-A467-2EA88EB29138}"/>
              </a:ext>
            </a:extLst>
          </p:cNvPr>
          <p:cNvGrpSpPr/>
          <p:nvPr/>
        </p:nvGrpSpPr>
        <p:grpSpPr>
          <a:xfrm>
            <a:off x="6232481" y="883435"/>
            <a:ext cx="2997158" cy="582485"/>
            <a:chOff x="4140144" y="1444109"/>
            <a:chExt cx="2997158" cy="58248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6E5C28A3-A13E-711C-6F9B-7E7CC582E60D}"/>
                    </a:ext>
                  </a:extLst>
                </p:cNvPr>
                <p:cNvSpPr/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6E5C28A3-A13E-711C-6F9B-7E7CC582E60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40144" y="1444109"/>
                  <a:ext cx="524250" cy="569273"/>
                </a:xfrm>
                <a:prstGeom prst="rect">
                  <a:avLst/>
                </a:prstGeom>
                <a:blipFill rotWithShape="0">
                  <a:blip r:embed="rId1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B4655861-74DC-8D0E-33A5-89650B0CCA89}"/>
                    </a:ext>
                  </a:extLst>
                </p:cNvPr>
                <p:cNvSpPr/>
                <p:nvPr/>
              </p:nvSpPr>
              <p:spPr>
                <a:xfrm>
                  <a:off x="4858827" y="1457321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B4655861-74DC-8D0E-33A5-89650B0CCA8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58827" y="1457321"/>
                  <a:ext cx="524250" cy="569273"/>
                </a:xfrm>
                <a:prstGeom prst="rect">
                  <a:avLst/>
                </a:prstGeom>
                <a:blipFill rotWithShape="0"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DE466062-568B-BF3B-1B34-5ADE61947F4E}"/>
                    </a:ext>
                  </a:extLst>
                </p:cNvPr>
                <p:cNvSpPr/>
                <p:nvPr/>
              </p:nvSpPr>
              <p:spPr>
                <a:xfrm>
                  <a:off x="5772281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DE466062-568B-BF3B-1B34-5ADE61947F4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72281" y="1444109"/>
                  <a:ext cx="524250" cy="569273"/>
                </a:xfrm>
                <a:prstGeom prst="rect">
                  <a:avLst/>
                </a:prstGeom>
                <a:blipFill rotWithShape="0">
                  <a:blip r:embed="rId1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04805676-4B53-8628-BBAB-E16F3AC0C5C3}"/>
                    </a:ext>
                  </a:extLst>
                </p:cNvPr>
                <p:cNvSpPr/>
                <p:nvPr/>
              </p:nvSpPr>
              <p:spPr>
                <a:xfrm>
                  <a:off x="6613052" y="1444109"/>
                  <a:ext cx="524250" cy="56927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xmlns:a14="http://schemas.microsoft.com/office/drawing/2010/main" xmlns="" id="{04805676-4B53-8628-BBAB-E16F3AC0C5C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13052" y="1444109"/>
                  <a:ext cx="524250" cy="569273"/>
                </a:xfrm>
                <a:prstGeom prst="rect">
                  <a:avLst/>
                </a:prstGeom>
                <a:blipFill rotWithShape="0">
                  <a:blip r:embed="rId1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3" name="Rectangle 22">
            <a:extLst>
              <a:ext uri="{FF2B5EF4-FFF2-40B4-BE49-F238E27FC236}">
                <a16:creationId xmlns:a16="http://schemas.microsoft.com/office/drawing/2014/main" id="{08C31205-2F0C-63E0-0732-1FC2F900601A}"/>
              </a:ext>
            </a:extLst>
          </p:cNvPr>
          <p:cNvSpPr/>
          <p:nvPr/>
        </p:nvSpPr>
        <p:spPr>
          <a:xfrm>
            <a:off x="9318480" y="1541651"/>
            <a:ext cx="2734210" cy="52170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by minor method.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0F16FB69-DE4A-D46B-77B4-48172BACF869}"/>
              </a:ext>
            </a:extLst>
          </p:cNvPr>
          <p:cNvSpPr/>
          <p:nvPr/>
        </p:nvSpPr>
        <p:spPr>
          <a:xfrm>
            <a:off x="245007" y="3042104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DD57946-15A4-AC49-F954-2BBD731953EC}"/>
                  </a:ext>
                </a:extLst>
              </p:cNvPr>
              <p:cNvSpPr/>
              <p:nvPr/>
            </p:nvSpPr>
            <p:spPr>
              <a:xfrm>
                <a:off x="1991602" y="3067225"/>
                <a:ext cx="5000506" cy="52170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The given matrix is of order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3×4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xmlns:a14="http://schemas.microsoft.com/office/drawing/2010/main" xmlns="" id="{1DD57946-15A4-AC49-F954-2BBD731953E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1602" y="3067225"/>
                <a:ext cx="5000506" cy="521706"/>
              </a:xfrm>
              <a:prstGeom prst="rect">
                <a:avLst/>
              </a:prstGeom>
              <a:blipFill rotWithShape="0">
                <a:blip r:embed="rId17"/>
                <a:stretch>
                  <a:fillRect l="-2561" t="-11628" r="-2317" b="-3139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C8B5282-E9BC-3835-B296-030FEBFC9686}"/>
                  </a:ext>
                </a:extLst>
              </p:cNvPr>
              <p:cNvSpPr/>
              <p:nvPr/>
            </p:nvSpPr>
            <p:spPr>
              <a:xfrm>
                <a:off x="6951164" y="3062821"/>
                <a:ext cx="3201148" cy="52170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ρ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</m:t>
                      </m:r>
                      <m:func>
                        <m:func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min</m:t>
                          </m:r>
                        </m:fName>
                        <m:e>
                          <m:d>
                            <m:dPr>
                              <m:begChr m:val="{"/>
                              <m:endChr m:val="}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3, 4</m:t>
                              </m:r>
                            </m:e>
                          </m:d>
                        </m:e>
                      </m:func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C8B5282-E9BC-3835-B296-030FEBFC968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51164" y="3062821"/>
                <a:ext cx="3201148" cy="521706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C44EE846-15EC-E01F-D0E0-949664961D89}"/>
                  </a:ext>
                </a:extLst>
              </p:cNvPr>
              <p:cNvSpPr/>
              <p:nvPr/>
            </p:nvSpPr>
            <p:spPr>
              <a:xfrm>
                <a:off x="9876052" y="3056647"/>
                <a:ext cx="1993545" cy="52170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ρ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≤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C44EE846-15EC-E01F-D0E0-949664961D8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76052" y="3056647"/>
                <a:ext cx="1993545" cy="521706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AC4525CC-5A6F-D480-D270-6E5E723F4AAC}"/>
                  </a:ext>
                </a:extLst>
              </p:cNvPr>
              <p:cNvSpPr/>
              <p:nvPr/>
            </p:nvSpPr>
            <p:spPr>
              <a:xfrm>
                <a:off x="1991602" y="3784955"/>
                <a:ext cx="3201148" cy="139183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Now,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AC4525CC-5A6F-D480-D270-6E5E723F4AA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1602" y="3784955"/>
                <a:ext cx="3201148" cy="1391837"/>
              </a:xfrm>
              <a:prstGeom prst="rect">
                <a:avLst/>
              </a:prstGeom>
              <a:blipFill>
                <a:blip r:embed="rId20"/>
                <a:stretch>
                  <a:fillRect l="-40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354BE351-8D92-CFB3-D3BB-C93A361E808A}"/>
                  </a:ext>
                </a:extLst>
              </p:cNvPr>
              <p:cNvSpPr/>
              <p:nvPr/>
            </p:nvSpPr>
            <p:spPr>
              <a:xfrm>
                <a:off x="5138434" y="4120493"/>
                <a:ext cx="6224847" cy="54670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=1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4−0</m:t>
                        </m:r>
                      </m:e>
                    </m:d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e>
                    </m:d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12−0</m:t>
                        </m:r>
                      </m:e>
                    </m:d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+2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6+1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354BE351-8D92-CFB3-D3BB-C93A361E808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8434" y="4120493"/>
                <a:ext cx="6224847" cy="546706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A36596C-BF28-DAD1-C0CE-C02113FBABBE}"/>
                  </a:ext>
                </a:extLst>
              </p:cNvPr>
              <p:cNvSpPr/>
              <p:nvPr/>
            </p:nvSpPr>
            <p:spPr>
              <a:xfrm>
                <a:off x="5075656" y="4828180"/>
                <a:ext cx="1087681" cy="54670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A36596C-BF28-DAD1-C0CE-C02113FBAB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75656" y="4828180"/>
                <a:ext cx="1087681" cy="546706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B48167DA-465F-A5E0-D2CB-1769D7AA32BE}"/>
                  </a:ext>
                </a:extLst>
              </p:cNvPr>
              <p:cNvSpPr/>
              <p:nvPr/>
            </p:nvSpPr>
            <p:spPr>
              <a:xfrm>
                <a:off x="5954225" y="4825827"/>
                <a:ext cx="820594" cy="54670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≠0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B48167DA-465F-A5E0-D2CB-1769D7AA32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4225" y="4825827"/>
                <a:ext cx="820594" cy="546706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7C52A0A6-F231-BBF7-B700-7468AFF41779}"/>
                  </a:ext>
                </a:extLst>
              </p:cNvPr>
              <p:cNvSpPr/>
              <p:nvPr/>
            </p:nvSpPr>
            <p:spPr>
              <a:xfrm>
                <a:off x="1991602" y="5523465"/>
                <a:ext cx="2048702" cy="54670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ρ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7C52A0A6-F231-BBF7-B700-7468AFF4177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1602" y="5523465"/>
                <a:ext cx="2048702" cy="546706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Rectangle 32">
            <a:extLst>
              <a:ext uri="{FF2B5EF4-FFF2-40B4-BE49-F238E27FC236}">
                <a16:creationId xmlns:a16="http://schemas.microsoft.com/office/drawing/2014/main" id="{36F88ACB-7FC7-B037-767B-B09D4C6C769F}"/>
              </a:ext>
            </a:extLst>
          </p:cNvPr>
          <p:cNvSpPr/>
          <p:nvPr/>
        </p:nvSpPr>
        <p:spPr>
          <a:xfrm>
            <a:off x="2056124" y="5551744"/>
            <a:ext cx="1984179" cy="518427"/>
          </a:xfrm>
          <a:prstGeom prst="rect">
            <a:avLst/>
          </a:prstGeom>
          <a:noFill/>
          <a:ln w="38100">
            <a:solidFill>
              <a:srgbClr val="1D578F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9552848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6" grpId="0"/>
      <p:bldP spid="27" grpId="0"/>
      <p:bldP spid="28" grpId="0"/>
      <p:bldP spid="29" grpId="0"/>
      <p:bldP spid="30" grpId="0"/>
      <p:bldP spid="31" grpId="0"/>
      <p:bldP spid="32" grpId="0"/>
      <p:bldP spid="33" grpId="0" animBg="1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Linear Equation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N" dirty="0"/>
              <a:t> </a:t>
            </a:r>
            <a:endParaRPr lang="en-IN" b="1" dirty="0"/>
          </a:p>
        </p:txBody>
      </p:sp>
    </p:spTree>
    <p:extLst>
      <p:ext uri="{BB962C8B-B14F-4D97-AF65-F5344CB8AC3E}">
        <p14:creationId xmlns:p14="http://schemas.microsoft.com/office/powerpoint/2010/main" val="783134238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D449D6-9017-B386-5A1D-90A75E7804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Linear Equation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23579C2-CA7F-2C46-53D6-CF3209A1BDEC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dirty="0"/>
                  <a:t>In two dimensions, a line in a rectangular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xy</m:t>
                    </m:r>
                  </m:oMath>
                </a14:m>
                <a:r>
                  <a:rPr lang="en-US" dirty="0"/>
                  <a:t>-coordinate system can be represented by an equation of the form </a:t>
                </a:r>
                <a14:m>
                  <m:oMath xmlns:m="http://schemas.openxmlformats.org/officeDocument/2006/math">
                    <m:r>
                      <a:rPr lang="en-IN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𝐚𝐱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+ </m:t>
                    </m:r>
                    <m:r>
                      <a:rPr lang="en-IN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𝐛𝐲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=</m:t>
                    </m:r>
                    <m:r>
                      <a:rPr lang="en-IN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𝐜</m:t>
                    </m:r>
                    <m:r>
                      <a:rPr lang="en-IN">
                        <a:latin typeface="Cambria Math" panose="02040503050406030204" pitchFamily="18" charset="0"/>
                      </a:rPr>
                      <m:t> (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not</m:t>
                    </m:r>
                    <m:r>
                      <a:rPr lang="en-IN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both</m:t>
                    </m:r>
                    <m:r>
                      <a:rPr lang="en-IN">
                        <a:latin typeface="Cambria Math" panose="02040503050406030204" pitchFamily="18" charset="0"/>
                      </a:rPr>
                      <m:t> 0)</m:t>
                    </m:r>
                  </m:oMath>
                </a14:m>
                <a:endParaRPr lang="en-IN" dirty="0"/>
              </a:p>
              <a:p>
                <a:pPr lvl="0"/>
                <a:r>
                  <a:rPr lang="en-US" dirty="0"/>
                  <a:t>In three dimensions, a plane in a rectangular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xyz</m:t>
                    </m:r>
                  </m:oMath>
                </a14:m>
                <a:r>
                  <a:rPr lang="en-US" dirty="0"/>
                  <a:t>-coordinate system can be represented by an equation of the form </a:t>
                </a:r>
                <a14:m>
                  <m:oMath xmlns:m="http://schemas.openxmlformats.org/officeDocument/2006/math">
                    <m:r>
                      <a:rPr lang="en-IN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𝐚𝐱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+ </m:t>
                    </m:r>
                    <m:r>
                      <a:rPr lang="en-IN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𝐛𝐲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+ </m:t>
                    </m:r>
                    <m:r>
                      <a:rPr lang="en-IN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𝐜𝐳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=</m:t>
                    </m:r>
                    <m:r>
                      <a:rPr lang="en-IN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𝐝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IN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c</m:t>
                    </m:r>
                    <m:r>
                      <a:rPr lang="en-IN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not</m:t>
                    </m:r>
                    <m:r>
                      <a:rPr lang="en-IN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all</m:t>
                    </m:r>
                    <m:r>
                      <a:rPr lang="en-IN">
                        <a:latin typeface="Cambria Math" panose="02040503050406030204" pitchFamily="18" charset="0"/>
                      </a:rPr>
                      <m:t> 0)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 lvl="0"/>
                <a:r>
                  <a:rPr lang="en-US" dirty="0"/>
                  <a:t>More generally, a linear equation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US" dirty="0"/>
                  <a:t> variables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, 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, . . . , 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US" dirty="0"/>
                  <a:t> can be expressed in the form</a:t>
                </a:r>
                <a:endParaRPr lang="en-IN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e>
                        <m:sub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r>
                        <a:rPr lang="en-IN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e>
                        <m:sub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  <m:r>
                        <a:rPr lang="en-IN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e>
                        <m:sub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  <m:r>
                        <a:rPr lang="en-IN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+…+</m:t>
                      </m:r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e>
                        <m:sub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𝐧</m:t>
                          </m:r>
                        </m:sub>
                      </m:sSub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𝐧</m:t>
                          </m:r>
                        </m:sub>
                      </m:sSub>
                      <m:r>
                        <a:rPr lang="en-IN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𝐛</m:t>
                      </m:r>
                    </m:oMath>
                  </m:oMathPara>
                </a14:m>
                <a:endParaRPr lang="en-IN" b="1" dirty="0"/>
              </a:p>
              <a:p>
                <a:pPr marL="0" indent="0">
                  <a:buNone/>
                </a:pPr>
                <a:r>
                  <a:rPr lang="en-US" dirty="0"/>
                  <a:t>	Where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 i="1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, 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, . . . , 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constants, and the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</m:oMath>
                </a14:m>
                <a:r>
                  <a:rPr lang="en-US" dirty="0"/>
                  <a:t>’s are not all zero.</a:t>
                </a:r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23579C2-CA7F-2C46-53D6-CF3209A1BDE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837560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FF4248-18D3-4A3C-7E51-446C176766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821B6D8-6846-015B-2364-D97B147DE2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Linear Equation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CE20369-AF18-8F19-17E3-B826D789619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dirty="0"/>
              <a:t>Linear equation </a:t>
            </a:r>
            <a:r>
              <a:rPr lang="en-US" b="1" dirty="0">
                <a:solidFill>
                  <a:srgbClr val="FF0000"/>
                </a:solidFill>
              </a:rPr>
              <a:t>does not involve </a:t>
            </a:r>
            <a:r>
              <a:rPr lang="en-US" dirty="0"/>
              <a:t>any products or roots of variables and no variables involved in trigonometric, exponential, or logarithmic functions. Also, the power of all variables is one.</a:t>
            </a:r>
            <a:endParaRPr lang="en-IN" dirty="0"/>
          </a:p>
          <a:p>
            <a:r>
              <a:rPr lang="en-IN" dirty="0"/>
              <a:t>The following are </a:t>
            </a:r>
            <a:r>
              <a:rPr lang="en-IN" b="1" dirty="0">
                <a:solidFill>
                  <a:srgbClr val="FF0000"/>
                </a:solidFill>
              </a:rPr>
              <a:t>linear</a:t>
            </a:r>
            <a:r>
              <a:rPr lang="en-IN" dirty="0"/>
              <a:t> equations:</a:t>
            </a:r>
          </a:p>
          <a:p>
            <a:endParaRPr lang="en-IN" dirty="0"/>
          </a:p>
          <a:p>
            <a:r>
              <a:rPr lang="en-US" dirty="0"/>
              <a:t>Non-linear equation </a:t>
            </a:r>
            <a:r>
              <a:rPr lang="en-US" b="1" dirty="0">
                <a:solidFill>
                  <a:srgbClr val="FF0000"/>
                </a:solidFill>
              </a:rPr>
              <a:t>does involve </a:t>
            </a:r>
            <a:r>
              <a:rPr lang="en-US" dirty="0"/>
              <a:t>any products or roots of variables and variables involved in trigonometric, exponential, or logarithmic functions.</a:t>
            </a:r>
          </a:p>
          <a:p>
            <a:r>
              <a:rPr lang="en-IN" dirty="0"/>
              <a:t>The following are </a:t>
            </a:r>
            <a:r>
              <a:rPr lang="en-IN" b="1" dirty="0">
                <a:solidFill>
                  <a:srgbClr val="FF0000"/>
                </a:solidFill>
              </a:rPr>
              <a:t>non - linear</a:t>
            </a:r>
            <a:r>
              <a:rPr lang="en-IN" dirty="0"/>
              <a:t> equations:</a:t>
            </a:r>
          </a:p>
          <a:p>
            <a:pPr marL="0" indent="0">
              <a:buNone/>
            </a:pP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60CF63F5-9107-7C3B-8C03-273980D458F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57503" y="3303126"/>
                <a:ext cx="2815086" cy="7112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𝐚</m:t>
                    </m:r>
                    <m:r>
                      <a:rPr lang="en-IN" sz="2800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−2</m:t>
                    </m:r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y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=7</m:t>
                    </m:r>
                  </m:oMath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60CF63F5-9107-7C3B-8C03-273980D458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503" y="3303126"/>
                <a:ext cx="2815086" cy="71120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287574F7-BBB7-1977-99F0-D67CAD3A84B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23677" y="3227116"/>
                <a:ext cx="3305275" cy="863219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𝐛</m:t>
                      </m:r>
                      <m:r>
                        <a:rPr lang="en-IN" sz="28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) </m:t>
                      </m:r>
                      <m:f>
                        <m:f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πy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287574F7-BBB7-1977-99F0-D67CAD3A84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3677" y="3227116"/>
                <a:ext cx="3305275" cy="863219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D7B89B7C-E984-5201-5BC9-6B6032B3774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57503" y="5894880"/>
                <a:ext cx="2574034" cy="7112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𝐚</m:t>
                    </m:r>
                    <m:r>
                      <a:rPr lang="en-IN" sz="2800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xy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z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=7</m:t>
                    </m:r>
                  </m:oMath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D7B89B7C-E984-5201-5BC9-6B6032B37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503" y="5894880"/>
                <a:ext cx="2574034" cy="7112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049EFBA2-EBCC-7F87-2C02-14766181941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23677" y="5887034"/>
                <a:ext cx="2678413" cy="72689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𝐛</m:t>
                      </m:r>
                      <m:r>
                        <a:rPr lang="en-IN" sz="28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) </m:t>
                      </m:r>
                      <m:sSup>
                        <m:sSup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e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sup>
                      </m:sSup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 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049EFBA2-EBCC-7F87-2C02-1476618194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3677" y="5887034"/>
                <a:ext cx="2678413" cy="726892"/>
              </a:xfrm>
              <a:prstGeom prst="rect">
                <a:avLst/>
              </a:prstGeom>
              <a:blipFill>
                <a:blip r:embed="rId5"/>
                <a:stretch>
                  <a:fillRect l="-1364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6784379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/>
      <p:bldP spid="5" grpId="0"/>
      <p:bldP spid="8" grpId="0"/>
      <p:bldP spid="9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System of Simultaneous </a:t>
            </a:r>
            <a:br>
              <a:rPr lang="en-US" dirty="0"/>
            </a:br>
            <a:r>
              <a:rPr lang="en-US" dirty="0"/>
              <a:t>Linear Equations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N" dirty="0"/>
              <a:t> </a:t>
            </a:r>
            <a:endParaRPr lang="en-IN" b="1" dirty="0"/>
          </a:p>
        </p:txBody>
      </p:sp>
    </p:spTree>
    <p:extLst>
      <p:ext uri="{BB962C8B-B14F-4D97-AF65-F5344CB8AC3E}">
        <p14:creationId xmlns:p14="http://schemas.microsoft.com/office/powerpoint/2010/main" val="1978339266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9BDDEB7E-E1D2-2708-2DAA-8D2CD0025BF5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pPr>
                  <a:lnSpc>
                    <a:spcPct val="150000"/>
                  </a:lnSpc>
                </a:pPr>
                <a:r>
                  <a:rPr lang="en-IN" dirty="0"/>
                  <a:t>A </a:t>
                </a:r>
                <a:r>
                  <a:rPr lang="en-IN" b="1" dirty="0">
                    <a:solidFill>
                      <a:srgbClr val="FF0000"/>
                    </a:solidFill>
                  </a:rPr>
                  <a:t>finite</a:t>
                </a:r>
                <a:r>
                  <a:rPr lang="en-IN" dirty="0"/>
                  <a:t> set of simultaneous linear equations is known as </a:t>
                </a:r>
                <a:r>
                  <a:rPr lang="en-IN" b="1" dirty="0">
                    <a:solidFill>
                      <a:srgbClr val="FF0000"/>
                    </a:solidFill>
                  </a:rPr>
                  <a:t>system of linear equations</a:t>
                </a:r>
                <a:r>
                  <a:rPr lang="en-IN" dirty="0"/>
                  <a:t> or more briefly, a </a:t>
                </a:r>
                <a:r>
                  <a:rPr lang="en-IN" b="1" dirty="0">
                    <a:solidFill>
                      <a:srgbClr val="FF0000"/>
                    </a:solidFill>
                  </a:rPr>
                  <a:t>linear system</a:t>
                </a:r>
                <a:r>
                  <a:rPr lang="en-IN" dirty="0"/>
                  <a:t>. The variables are also known as unknowns.</a:t>
                </a:r>
              </a:p>
              <a:p>
                <a:pPr algn="l">
                  <a:lnSpc>
                    <a:spcPct val="150000"/>
                  </a:lnSpc>
                </a:pPr>
                <a:r>
                  <a:rPr lang="en-IN" dirty="0"/>
                  <a:t>A general linear system of </a:t>
                </a:r>
                <a14:m>
                  <m:oMath xmlns:m="http://schemas.openxmlformats.org/officeDocument/2006/math">
                    <m:r>
                      <a:rPr lang="en-IN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𝐦</m:t>
                    </m:r>
                  </m:oMath>
                </a14:m>
                <a:r>
                  <a:rPr lang="en-IN" b="1" dirty="0">
                    <a:solidFill>
                      <a:srgbClr val="FF0000"/>
                    </a:solidFill>
                  </a:rPr>
                  <a:t> </a:t>
                </a:r>
                <a:r>
                  <a:rPr lang="en-IN" dirty="0"/>
                  <a:t>equations</a:t>
                </a:r>
                <a:r>
                  <a:rPr lang="en-IN" b="1" dirty="0"/>
                  <a:t> </a:t>
                </a:r>
                <a:r>
                  <a:rPr lang="en-IN" dirty="0"/>
                  <a:t>and </a:t>
                </a:r>
                <a14:m>
                  <m:oMath xmlns:m="http://schemas.openxmlformats.org/officeDocument/2006/math">
                    <m:r>
                      <a:rPr lang="en-IN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𝐧</m:t>
                    </m:r>
                  </m:oMath>
                </a14:m>
                <a:r>
                  <a:rPr lang="en-IN" b="1" dirty="0"/>
                  <a:t> </a:t>
                </a:r>
                <a:r>
                  <a:rPr lang="en-IN" dirty="0"/>
                  <a:t>variables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,…,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n</m:t>
                        </m:r>
                      </m:sub>
                    </m:sSub>
                  </m:oMath>
                </a14:m>
                <a:r>
                  <a:rPr lang="en-IN" dirty="0"/>
                  <a:t> can be written as</a:t>
                </a:r>
              </a:p>
              <a:p>
                <a:pPr algn="l">
                  <a:lnSpc>
                    <a:spcPct val="150000"/>
                  </a:lnSpc>
                </a:pPr>
                <a:endParaRPr lang="en-IN" dirty="0"/>
              </a:p>
              <a:p>
                <a:pPr algn="l">
                  <a:lnSpc>
                    <a:spcPct val="150000"/>
                  </a:lnSpc>
                </a:pPr>
                <a:endParaRPr lang="en-IN" dirty="0"/>
              </a:p>
              <a:p>
                <a:pPr algn="l">
                  <a:lnSpc>
                    <a:spcPct val="150000"/>
                  </a:lnSpc>
                </a:pPr>
                <a:endParaRPr lang="en-IN" dirty="0"/>
              </a:p>
            </p:txBody>
          </p:sp>
        </mc:Choice>
        <mc:Fallback xmlns="">
          <p:sp>
            <p:nvSpPr>
              <p:cNvPr id="5" name="Content Placeholder 2">
                <a:extLst>
                  <a:ext uri="{FF2B5EF4-FFF2-40B4-BE49-F238E27FC236}">
                    <a16:creationId xmlns:a16="http://schemas.microsoft.com/office/drawing/2014/main" id="{9BDDEB7E-E1D2-2708-2DAA-8D2CD0025BF5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C714BA2F-94EB-C8D6-07EA-138C58F468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System of Simultaneous Linear Equations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52E6D743-AFA5-4FE2-3FA4-C36D28B98F89}"/>
              </a:ext>
            </a:extLst>
          </p:cNvPr>
          <p:cNvGrpSpPr/>
          <p:nvPr/>
        </p:nvGrpSpPr>
        <p:grpSpPr>
          <a:xfrm>
            <a:off x="3615516" y="4036606"/>
            <a:ext cx="5466984" cy="2152385"/>
            <a:chOff x="3615516" y="3310934"/>
            <a:chExt cx="5466984" cy="215238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Content Placeholder 4">
                  <a:extLst>
                    <a:ext uri="{FF2B5EF4-FFF2-40B4-BE49-F238E27FC236}">
                      <a16:creationId xmlns:a16="http://schemas.microsoft.com/office/drawing/2014/main" id="{C8DDEE6B-6F74-87CC-9569-4A9984264476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649720" y="3310934"/>
                  <a:ext cx="5112142" cy="506335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</m:sub>
                        </m:sSub>
                        <m:sSub>
                          <m:sSubPr>
                            <m:ctrlPr>
                              <a:rPr lang="en-IN" sz="2800" b="0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sSubPr>
                            <m:ctrlPr>
                              <a:rPr lang="en-IN" sz="280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>
                          <m:sSubPr>
                            <m:ctrlPr>
                              <a:rPr lang="en-IN" sz="280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+…</m:t>
                        </m:r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sSubPr>
                            <m:ctrlPr>
                              <a:rPr lang="en-IN" sz="280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  <m:sSub>
                          <m:sSubPr>
                            <m:ctrlPr>
                              <a:rPr lang="en-IN" sz="280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en-IN" sz="2800" b="0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  <m:sub>
                            <m: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5" name="Content Placeholder 4">
                  <a:extLst>
                    <a:ext uri="{FF2B5EF4-FFF2-40B4-BE49-F238E27FC236}">
                      <a16:creationId xmlns:a16="http://schemas.microsoft.com/office/drawing/2014/main" id="{C8DDEE6B-6F74-87CC-9569-4A99842644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9720" y="3310934"/>
                  <a:ext cx="5112142" cy="506335"/>
                </a:xfrm>
                <a:prstGeom prst="rect">
                  <a:avLst/>
                </a:prstGeom>
                <a:blipFill>
                  <a:blip r:embed="rId3"/>
                  <a:stretch>
                    <a:fillRect b="-1205"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Content Placeholder 4">
                  <a:extLst>
                    <a:ext uri="{FF2B5EF4-FFF2-40B4-BE49-F238E27FC236}">
                      <a16:creationId xmlns:a16="http://schemas.microsoft.com/office/drawing/2014/main" id="{2970A699-6FAA-DA41-373E-224BA5B8D3C4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649720" y="3958546"/>
                  <a:ext cx="5112142" cy="506335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21</m:t>
                            </m:r>
                          </m:sub>
                        </m:sSub>
                        <m:sSub>
                          <m:sSubPr>
                            <m:ctrlPr>
                              <a:rPr lang="en-IN" sz="2800" b="0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sSubPr>
                            <m:ctrlPr>
                              <a:rPr lang="en-IN" sz="280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>
                          <m:sSubPr>
                            <m:ctrlPr>
                              <a:rPr lang="en-IN" sz="280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+…</m:t>
                        </m:r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sSubPr>
                            <m:ctrlPr>
                              <a:rPr lang="en-IN" sz="280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a:rPr lang="en-IN" sz="2800" b="0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  <m:sSub>
                          <m:sSubPr>
                            <m:ctrlPr>
                              <a:rPr lang="en-IN" sz="280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en-IN" sz="2800" b="0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  <m:sub>
                            <m: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6" name="Content Placeholder 4">
                  <a:extLst>
                    <a:ext uri="{FF2B5EF4-FFF2-40B4-BE49-F238E27FC236}">
                      <a16:creationId xmlns:a16="http://schemas.microsoft.com/office/drawing/2014/main" id="{2970A699-6FAA-DA41-373E-224BA5B8D3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9720" y="3958546"/>
                  <a:ext cx="5112142" cy="506335"/>
                </a:xfrm>
                <a:prstGeom prst="rect">
                  <a:avLst/>
                </a:prstGeom>
                <a:blipFill>
                  <a:blip r:embed="rId4"/>
                  <a:stretch>
                    <a:fillRect b="-1205"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Content Placeholder 4">
                  <a:extLst>
                    <a:ext uri="{FF2B5EF4-FFF2-40B4-BE49-F238E27FC236}">
                      <a16:creationId xmlns:a16="http://schemas.microsoft.com/office/drawing/2014/main" id="{09429FE0-F679-9E86-7D44-6616570832F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6010698" y="4450649"/>
                  <a:ext cx="676620" cy="506335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⋮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7" name="Content Placeholder 4">
                  <a:extLst>
                    <a:ext uri="{FF2B5EF4-FFF2-40B4-BE49-F238E27FC236}">
                      <a16:creationId xmlns:a16="http://schemas.microsoft.com/office/drawing/2014/main" id="{09429FE0-F679-9E86-7D44-6616570832F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010698" y="4450649"/>
                  <a:ext cx="676620" cy="506335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Content Placeholder 4">
                  <a:extLst>
                    <a:ext uri="{FF2B5EF4-FFF2-40B4-BE49-F238E27FC236}">
                      <a16:creationId xmlns:a16="http://schemas.microsoft.com/office/drawing/2014/main" id="{BF1B6E9D-772D-FF67-5AA2-CD02C565E0B4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615516" y="4956984"/>
                  <a:ext cx="5466984" cy="506335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ctr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m</m:t>
                            </m:r>
                            <m: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b>
                          <m:sSubPr>
                            <m:ctrlPr>
                              <a:rPr lang="en-IN" sz="2800" b="0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sSubPr>
                            <m:ctrlPr>
                              <a:rPr lang="en-IN" sz="280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i="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m</m:t>
                            </m:r>
                            <m: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sSub>
                          <m:sSubPr>
                            <m:ctrlPr>
                              <a:rPr lang="en-IN" sz="280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i="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+…+</m:t>
                        </m:r>
                        <m:sSub>
                          <m:sSubPr>
                            <m:ctrlPr>
                              <a:rPr lang="en-IN" sz="280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i="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mn</m:t>
                            </m:r>
                          </m:sub>
                        </m:sSub>
                        <m:sSub>
                          <m:sSubPr>
                            <m:ctrlPr>
                              <a:rPr lang="en-IN" sz="2800" i="1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i="0" dirty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sub>
                        </m:sSub>
                        <m: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en-IN" sz="2800" b="0" i="1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dirty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m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8" name="Content Placeholder 4">
                  <a:extLst>
                    <a:ext uri="{FF2B5EF4-FFF2-40B4-BE49-F238E27FC236}">
                      <a16:creationId xmlns:a16="http://schemas.microsoft.com/office/drawing/2014/main" id="{BF1B6E9D-772D-FF67-5AA2-CD02C565E0B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5516" y="4956984"/>
                  <a:ext cx="5466984" cy="506335"/>
                </a:xfrm>
                <a:prstGeom prst="rect">
                  <a:avLst/>
                </a:prstGeom>
                <a:blipFill>
                  <a:blip r:embed="rId6"/>
                  <a:stretch>
                    <a:fillRect b="-1205"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30185746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14BA2F-94EB-C8D6-07EA-138C58F468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System of Simultaneous Linear Equations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C8DDEE6B-6F74-87CC-9569-4A998426447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526890" y="772449"/>
                <a:ext cx="5112142" cy="50633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</m:sub>
                      </m:sSub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+…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sub>
                      </m:sSub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C8DDEE6B-6F74-87CC-9569-4A99842644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6890" y="772449"/>
                <a:ext cx="5112142" cy="506335"/>
              </a:xfrm>
              <a:prstGeom prst="rect">
                <a:avLst/>
              </a:prstGeom>
              <a:blipFill>
                <a:blip r:embed="rId2"/>
                <a:stretch>
                  <a:fillRect b="-120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2970A699-6FAA-DA41-373E-224BA5B8D3C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526890" y="1338173"/>
                <a:ext cx="5112142" cy="50633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</m:t>
                          </m:r>
                        </m:sub>
                      </m:sSub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+…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sub>
                      </m:sSub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Content Placeholder 4">
                <a:extLst>
                  <a:ext uri="{FF2B5EF4-FFF2-40B4-BE49-F238E27FC236}">
                    <a16:creationId xmlns:a16="http://schemas.microsoft.com/office/drawing/2014/main" id="{2970A699-6FAA-DA41-373E-224BA5B8D3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6890" y="1338173"/>
                <a:ext cx="5112142" cy="506335"/>
              </a:xfrm>
              <a:prstGeom prst="rect">
                <a:avLst/>
              </a:prstGeom>
              <a:blipFill>
                <a:blip r:embed="rId3"/>
                <a:stretch>
                  <a:fillRect b="-120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09429FE0-F679-9E86-7D44-6616570832F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887868" y="1843924"/>
                <a:ext cx="676620" cy="50633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⋮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09429FE0-F679-9E86-7D44-6616570832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87868" y="1843924"/>
                <a:ext cx="676620" cy="50633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BF1B6E9D-772D-FF67-5AA2-CD02C565E0B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547278" y="2282021"/>
                <a:ext cx="5466984" cy="50633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m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m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+…+</m:t>
                      </m:r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mn</m:t>
                          </m:r>
                        </m:sub>
                      </m:sSub>
                      <m:sSub>
                        <m:sSub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m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Content Placeholder 4">
                <a:extLst>
                  <a:ext uri="{FF2B5EF4-FFF2-40B4-BE49-F238E27FC236}">
                    <a16:creationId xmlns:a16="http://schemas.microsoft.com/office/drawing/2014/main" id="{BF1B6E9D-772D-FF67-5AA2-CD02C565E0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47278" y="2282021"/>
                <a:ext cx="5466984" cy="506335"/>
              </a:xfrm>
              <a:prstGeom prst="rect">
                <a:avLst/>
              </a:prstGeom>
              <a:blipFill>
                <a:blip r:embed="rId5"/>
                <a:stretch>
                  <a:fillRect b="-1205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CEE49FCF-D15C-8D2E-D8CC-2C8A897A8E1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98670" y="2760476"/>
                <a:ext cx="8535898" cy="7112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Matrix representation of above system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AX</m:t>
                    </m:r>
                    <m: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where</a:t>
                </a: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CEE49FCF-D15C-8D2E-D8CC-2C8A897A8E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670" y="2760476"/>
                <a:ext cx="8535898" cy="711200"/>
              </a:xfrm>
              <a:prstGeom prst="rect">
                <a:avLst/>
              </a:prstGeom>
              <a:blipFill>
                <a:blip r:embed="rId6"/>
                <a:stretch>
                  <a:fillRect l="-1357" b="-683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9EE89616-6D8C-5830-2E11-7514EF7B827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30681" y="3206489"/>
                <a:ext cx="4646286" cy="222582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b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b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…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lang="en-IN" sz="2800" i="1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b>
                                    <m:r>
                                      <a:rPr lang="en-IN" sz="2800" i="0" dirty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n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IN" sz="28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b>
                                    <m: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21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IN" sz="28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b>
                                    <m: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22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…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lang="en-IN" sz="28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b>
                                    <m: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n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r>
                                  <a:rPr lang="en-IN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⋮</m:t>
                                </m:r>
                              </m:e>
                              <m:e>
                                <m:r>
                                  <a:rPr lang="en-IN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⋮</m:t>
                                </m:r>
                              </m:e>
                              <m:e>
                                <m: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⋮</m:t>
                                </m:r>
                              </m:e>
                              <m:e>
                                <m:r>
                                  <a:rPr lang="en-IN" sz="2800" i="0" dirty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⋮</m:t>
                                </m:r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IN" sz="28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m</m:t>
                                    </m:r>
                                    <m: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  <m:e>
                                <m:sSub>
                                  <m:sSubPr>
                                    <m:ctrlPr>
                                      <a:rPr lang="en-IN" sz="28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m</m:t>
                                    </m:r>
                                    <m: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…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lang="en-IN" sz="2800" b="0" i="1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a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mn</m:t>
                                    </m:r>
                                  </m:sub>
                                </m:sSub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9EE89616-6D8C-5830-2E11-7514EF7B82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681" y="3206489"/>
                <a:ext cx="4646286" cy="222582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02D7C411-4142-61B4-8055-F979E1BDBEE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967787" y="3220721"/>
                <a:ext cx="1746829" cy="222582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  <m:brk m:alnAt="7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brk m:alnAt="7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⋮</m:t>
                                </m:r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n</m:t>
                                    </m:r>
                                  </m:sub>
                                </m:sSub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02D7C411-4142-61B4-8055-F979E1BDBE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7787" y="3220721"/>
                <a:ext cx="1746829" cy="222582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A2CB928E-DF58-47B4-6DD5-AA3403E6476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606566" y="3220721"/>
                <a:ext cx="2428249" cy="222582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b="0" dirty="0">
                    <a:solidFill>
                      <a:srgbClr val="002060"/>
                    </a:solidFill>
                  </a:rPr>
                  <a:t>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B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  <m:sub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⋮</m:t>
                              </m:r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b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m</m:t>
                                  </m:r>
                                </m:sub>
                              </m:sSub>
                            </m:e>
                          </m:mr>
                        </m:m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A2CB928E-DF58-47B4-6DD5-AA3403E647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06566" y="3220721"/>
                <a:ext cx="2428249" cy="2225825"/>
              </a:xfrm>
              <a:prstGeom prst="rect">
                <a:avLst/>
              </a:prstGeom>
              <a:blipFill>
                <a:blip r:embed="rId9"/>
                <a:stretch>
                  <a:fillRect l="-527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Right Arrow 3">
            <a:extLst>
              <a:ext uri="{FF2B5EF4-FFF2-40B4-BE49-F238E27FC236}">
                <a16:creationId xmlns:a16="http://schemas.microsoft.com/office/drawing/2014/main" id="{E3C66F31-4393-A693-C6EB-2909A25C9512}"/>
              </a:ext>
            </a:extLst>
          </p:cNvPr>
          <p:cNvSpPr/>
          <p:nvPr/>
        </p:nvSpPr>
        <p:spPr>
          <a:xfrm rot="5400000">
            <a:off x="2946505" y="5271735"/>
            <a:ext cx="432414" cy="276736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C22DC5EF-3DB9-9402-DB91-A3A1A0E9DABF}"/>
              </a:ext>
            </a:extLst>
          </p:cNvPr>
          <p:cNvSpPr/>
          <p:nvPr/>
        </p:nvSpPr>
        <p:spPr>
          <a:xfrm>
            <a:off x="1712877" y="5626310"/>
            <a:ext cx="2753742" cy="827673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002060"/>
                </a:solidFill>
              </a:rPr>
              <a:t>Co-efficient</a:t>
            </a:r>
            <a:r>
              <a:rPr lang="en-IN" sz="2800" b="1" dirty="0">
                <a:solidFill>
                  <a:schemeClr val="bg1"/>
                </a:solidFill>
              </a:rPr>
              <a:t> </a:t>
            </a:r>
          </a:p>
          <a:p>
            <a:pPr algn="ctr"/>
            <a:r>
              <a:rPr lang="en-IN" sz="2800" b="1" dirty="0">
                <a:solidFill>
                  <a:srgbClr val="002060"/>
                </a:solidFill>
              </a:rPr>
              <a:t>Matrix</a:t>
            </a:r>
          </a:p>
        </p:txBody>
      </p:sp>
      <p:sp>
        <p:nvSpPr>
          <p:cNvPr id="20" name="Right Arrow 3">
            <a:extLst>
              <a:ext uri="{FF2B5EF4-FFF2-40B4-BE49-F238E27FC236}">
                <a16:creationId xmlns:a16="http://schemas.microsoft.com/office/drawing/2014/main" id="{EA30D575-A3BA-B24C-C685-8DCDE647766A}"/>
              </a:ext>
            </a:extLst>
          </p:cNvPr>
          <p:cNvSpPr/>
          <p:nvPr/>
        </p:nvSpPr>
        <p:spPr>
          <a:xfrm rot="5400000">
            <a:off x="5962155" y="5271735"/>
            <a:ext cx="432414" cy="276736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F85D4FD1-53D9-3B8D-63EE-AA43EEDA0B0C}"/>
              </a:ext>
            </a:extLst>
          </p:cNvPr>
          <p:cNvSpPr/>
          <p:nvPr/>
        </p:nvSpPr>
        <p:spPr>
          <a:xfrm>
            <a:off x="5239342" y="5626310"/>
            <a:ext cx="1878039" cy="827673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002060"/>
                </a:solidFill>
              </a:rPr>
              <a:t>Variable</a:t>
            </a:r>
            <a:r>
              <a:rPr lang="en-IN" sz="2800" b="1" dirty="0">
                <a:solidFill>
                  <a:schemeClr val="bg1"/>
                </a:solidFill>
              </a:rPr>
              <a:t> </a:t>
            </a:r>
          </a:p>
          <a:p>
            <a:pPr algn="ctr"/>
            <a:r>
              <a:rPr lang="en-IN" sz="2800" b="1" dirty="0">
                <a:solidFill>
                  <a:srgbClr val="002060"/>
                </a:solidFill>
              </a:rPr>
              <a:t>Matrix</a:t>
            </a:r>
          </a:p>
        </p:txBody>
      </p:sp>
      <p:sp>
        <p:nvSpPr>
          <p:cNvPr id="22" name="Right Arrow 3">
            <a:extLst>
              <a:ext uri="{FF2B5EF4-FFF2-40B4-BE49-F238E27FC236}">
                <a16:creationId xmlns:a16="http://schemas.microsoft.com/office/drawing/2014/main" id="{6695C4B7-E8A1-7121-FEAC-F6D6B3F56CDA}"/>
              </a:ext>
            </a:extLst>
          </p:cNvPr>
          <p:cNvSpPr/>
          <p:nvPr/>
        </p:nvSpPr>
        <p:spPr>
          <a:xfrm rot="5400000">
            <a:off x="8230064" y="5271735"/>
            <a:ext cx="432414" cy="276736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19325D3C-CE50-9231-363E-836E05E07267}"/>
              </a:ext>
            </a:extLst>
          </p:cNvPr>
          <p:cNvSpPr/>
          <p:nvPr/>
        </p:nvSpPr>
        <p:spPr>
          <a:xfrm>
            <a:off x="7507251" y="5626310"/>
            <a:ext cx="1878039" cy="827673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002060"/>
                </a:solidFill>
              </a:rPr>
              <a:t>Constant</a:t>
            </a:r>
            <a:r>
              <a:rPr lang="en-IN" sz="2800" b="1" dirty="0">
                <a:solidFill>
                  <a:schemeClr val="bg1"/>
                </a:solidFill>
              </a:rPr>
              <a:t> </a:t>
            </a:r>
          </a:p>
          <a:p>
            <a:pPr algn="ctr"/>
            <a:r>
              <a:rPr lang="en-IN" sz="2800" b="1" dirty="0">
                <a:solidFill>
                  <a:srgbClr val="002060"/>
                </a:solidFill>
              </a:rPr>
              <a:t>Matrix</a:t>
            </a:r>
          </a:p>
        </p:txBody>
      </p:sp>
    </p:spTree>
    <p:extLst>
      <p:ext uri="{BB962C8B-B14F-4D97-AF65-F5344CB8AC3E}">
        <p14:creationId xmlns:p14="http://schemas.microsoft.com/office/powerpoint/2010/main" val="29652420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3" grpId="0" animBg="1"/>
      <p:bldP spid="19" grpId="0" animBg="1"/>
      <p:bldP spid="20" grpId="0" animBg="1"/>
      <p:bldP spid="21" grpId="0" animBg="1"/>
      <p:bldP spid="22" grpId="0" animBg="1"/>
      <p:bldP spid="23" grpId="0" animBg="1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0C61EC-D71C-3B2C-DD53-74FB5B4AC9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A5F60F3-3755-5CD7-BB29-F6804F1764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System of Simultaneous Linear Equations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8A0E1569-79E7-31A0-5FED-5DE7B10E14E0}"/>
                  </a:ext>
                </a:extLst>
              </p:cNvPr>
              <p:cNvSpPr txBox="1"/>
              <p:nvPr/>
            </p:nvSpPr>
            <p:spPr>
              <a:xfrm>
                <a:off x="1144928" y="2561036"/>
                <a:ext cx="9216000" cy="2376000"/>
              </a:xfrm>
              <a:prstGeom prst="rect">
                <a:avLst/>
              </a:prstGeom>
              <a:noFill/>
            </p:spPr>
            <p:txBody>
              <a:bodyPr wrap="square" lIns="10800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"/>
                          <m:endChr m:val="]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m>
                                <m:mPr>
                                  <m:plcHide m:val="on"/>
                                  <m:mcs>
                                    <m:mc>
                                      <m:mcPr>
                                        <m:count m:val="7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11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12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13</m:t>
                                        </m:r>
                                      </m:sub>
                                    </m:sSub>
                                  </m:e>
                                  <m:e>
                                    <m: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…</m:t>
                                    </m:r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n</m:t>
                                        </m:r>
                                      </m:sub>
                                    </m:sSub>
                                  </m:e>
                                  <m:e>
                                    <m: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b</m:t>
                                        </m:r>
                                      </m:e>
                                      <m:sub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21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22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23</m:t>
                                        </m:r>
                                      </m:sub>
                                    </m:sSub>
                                  </m:e>
                                  <m:e>
                                    <m: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…</m:t>
                                    </m:r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n</m:t>
                                        </m:r>
                                      </m:sub>
                                    </m:sSub>
                                  </m:e>
                                  <m:e>
                                    <m: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b</m:t>
                                        </m:r>
                                      </m:e>
                                      <m:sub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31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32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33</m:t>
                                        </m:r>
                                      </m:sub>
                                    </m:sSub>
                                  </m:e>
                                  <m:e>
                                    <m: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…</m:t>
                                    </m:r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n</m:t>
                                        </m:r>
                                      </m:sub>
                                    </m:sSub>
                                  </m:e>
                                  <m:e>
                                    <m: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b</m:t>
                                        </m:r>
                                      </m:e>
                                      <m:sub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⋮</m:t>
                                    </m:r>
                                  </m:e>
                                  <m:e>
                                    <m: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⋮</m:t>
                                    </m:r>
                                  </m:e>
                                  <m:e>
                                    <m: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⋮</m:t>
                                    </m:r>
                                  </m:e>
                                  <m:e>
                                    <m: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⋱</m:t>
                                    </m:r>
                                  </m:e>
                                  <m:e>
                                    <m: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⋮</m:t>
                                    </m:r>
                                  </m:e>
                                  <m:e>
                                    <m: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  <m:e>
                                    <m: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⋮</m:t>
                                    </m:r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m</m:t>
                                        </m:r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m</m:t>
                                        </m:r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m</m:t>
                                        </m:r>
                                        <m: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…</m:t>
                                    </m:r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a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mn</m:t>
                                        </m:r>
                                      </m:sub>
                                    </m:sSub>
                                  </m:e>
                                  <m:e>
                                    <m: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b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m</m:t>
                                        </m:r>
                                      </m:sub>
                                    </m:sSub>
                                  </m:e>
                                </m:mr>
                              </m:m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b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m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× 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+1</m:t>
                              </m:r>
                            </m:e>
                          </m:d>
                        </m:sub>
                      </m:sSub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8A0E1569-79E7-31A0-5FED-5DE7B10E14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4928" y="2561036"/>
                <a:ext cx="9216000" cy="2376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F2225DE-EE97-F0F6-FC29-1E99EA777297}"/>
              </a:ext>
            </a:extLst>
          </p:cNvPr>
          <p:cNvCxnSpPr/>
          <p:nvPr/>
        </p:nvCxnSpPr>
        <p:spPr>
          <a:xfrm>
            <a:off x="7639248" y="2680963"/>
            <a:ext cx="0" cy="1982206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A3C6132D-7FB6-4267-B87D-5CD22E444EE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2084" y="926462"/>
                <a:ext cx="11885300" cy="1189417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en-IN" sz="2800" b="1" dirty="0"/>
                  <a:t>Augmented Matrix: </a:t>
                </a:r>
                <a:r>
                  <a:rPr lang="en-IN" sz="2800" dirty="0">
                    <a:solidFill>
                      <a:srgbClr val="002060"/>
                    </a:solidFill>
                  </a:rPr>
                  <a:t>The augmented matrix of above system is denoted as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GB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  <m:e>
                        <m:r>
                          <a:rPr lang="en-GB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or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GB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:</m:t>
                        </m:r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𝐁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and defined as</a:t>
                </a:r>
              </a:p>
            </p:txBody>
          </p:sp>
        </mc:Choice>
        <mc:Fallback xmlns="">
          <p:sp>
            <p:nvSpPr>
              <p:cNvPr id="3" name="Content Placeholder 4">
                <a:extLst>
                  <a:ext uri="{FF2B5EF4-FFF2-40B4-BE49-F238E27FC236}">
                    <a16:creationId xmlns:a16="http://schemas.microsoft.com/office/drawing/2014/main" id="{A3C6132D-7FB6-4267-B87D-5CD22E444E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2084" y="926462"/>
                <a:ext cx="11885300" cy="1189417"/>
              </a:xfrm>
              <a:prstGeom prst="rect">
                <a:avLst/>
              </a:prstGeom>
              <a:blipFill>
                <a:blip r:embed="rId4"/>
                <a:stretch>
                  <a:fillRect l="-975" b="-1948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698389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3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B3E135-E3C4-218F-1B98-E7B0EF43C9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System of Simultaneous Linear Equations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8A3EF37-4B50-E7AB-BF35-082F0160B3E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IN" dirty="0"/>
              <a:t>Every system of linear equations has either</a:t>
            </a:r>
          </a:p>
          <a:p>
            <a:pPr lvl="1"/>
            <a:r>
              <a:rPr lang="en-IN" dirty="0"/>
              <a:t>Unique Solution (exactly one solution) or</a:t>
            </a:r>
          </a:p>
          <a:p>
            <a:pPr lvl="1"/>
            <a:r>
              <a:rPr lang="en-IN" dirty="0"/>
              <a:t>Infinitely Many Solutions or</a:t>
            </a:r>
          </a:p>
          <a:p>
            <a:pPr lvl="1"/>
            <a:r>
              <a:rPr lang="en-IN" dirty="0"/>
              <a:t>No Solution</a:t>
            </a:r>
          </a:p>
          <a:p>
            <a:r>
              <a:rPr lang="en-IN" b="1" dirty="0"/>
              <a:t>Consistent System : </a:t>
            </a:r>
            <a:r>
              <a:rPr lang="en-IN" dirty="0"/>
              <a:t>If a system of linear equations has </a:t>
            </a:r>
            <a:r>
              <a:rPr lang="en-IN" b="1" dirty="0">
                <a:solidFill>
                  <a:srgbClr val="FF0000"/>
                </a:solidFill>
              </a:rPr>
              <a:t>at least one solution</a:t>
            </a:r>
            <a:r>
              <a:rPr lang="en-IN" dirty="0"/>
              <a:t>, then that system is known as consistent system.</a:t>
            </a:r>
          </a:p>
          <a:p>
            <a:r>
              <a:rPr lang="en-IN" b="1" dirty="0"/>
              <a:t>Inconsistent System : </a:t>
            </a:r>
            <a:r>
              <a:rPr lang="en-IN" dirty="0"/>
              <a:t>If a system of linear equations has </a:t>
            </a:r>
            <a:r>
              <a:rPr lang="en-IN" b="1" dirty="0">
                <a:solidFill>
                  <a:srgbClr val="FF0000"/>
                </a:solidFill>
              </a:rPr>
              <a:t>no solution</a:t>
            </a:r>
            <a:r>
              <a:rPr lang="en-IN" dirty="0"/>
              <a:t>, then that system is known as inconsistent system.</a:t>
            </a:r>
          </a:p>
          <a:p>
            <a:pPr lvl="1"/>
            <a:endParaRPr lang="en-IN" b="1" dirty="0"/>
          </a:p>
          <a:p>
            <a:pPr lvl="1"/>
            <a:endParaRPr lang="en-IN" dirty="0"/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4755429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A90A0B0F-2567-4B59-B169-180D59C92724}"/>
              </a:ext>
            </a:extLst>
          </p:cNvPr>
          <p:cNvSpPr/>
          <p:nvPr/>
        </p:nvSpPr>
        <p:spPr>
          <a:xfrm>
            <a:off x="5484908" y="3419550"/>
            <a:ext cx="3201886" cy="301907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002060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564D3D-AC7B-4A36-B87A-A295160CA0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System of Two Linear Equations in Two Variables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AD3B8336-0372-4895-A2A6-D99C8C8F688C}"/>
              </a:ext>
            </a:extLst>
          </p:cNvPr>
          <p:cNvSpPr/>
          <p:nvPr/>
        </p:nvSpPr>
        <p:spPr>
          <a:xfrm>
            <a:off x="301066" y="848673"/>
            <a:ext cx="7714526" cy="992536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endParaRPr lang="en-IN" sz="2800" b="1" dirty="0">
              <a:solidFill>
                <a:srgbClr val="002060"/>
              </a:solidFill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933424-3A43-498F-B346-70620E28F60C}"/>
              </a:ext>
            </a:extLst>
          </p:cNvPr>
          <p:cNvCxnSpPr>
            <a:cxnSpLocks/>
          </p:cNvCxnSpPr>
          <p:nvPr/>
        </p:nvCxnSpPr>
        <p:spPr>
          <a:xfrm>
            <a:off x="7019364" y="3738283"/>
            <a:ext cx="0" cy="2366682"/>
          </a:xfrm>
          <a:prstGeom prst="line">
            <a:avLst/>
          </a:prstGeom>
          <a:ln w="28575" cap="flat" cmpd="sng" algn="ctr">
            <a:solidFill>
              <a:schemeClr val="dk1"/>
            </a:solidFill>
            <a:prstDash val="solid"/>
            <a:round/>
            <a:headEnd type="arrow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64E3E8F0-AB24-4BD0-8A9C-B070D6A2AEDE}"/>
              </a:ext>
            </a:extLst>
          </p:cNvPr>
          <p:cNvCxnSpPr>
            <a:cxnSpLocks/>
          </p:cNvCxnSpPr>
          <p:nvPr/>
        </p:nvCxnSpPr>
        <p:spPr>
          <a:xfrm rot="16200000">
            <a:off x="7019364" y="3608295"/>
            <a:ext cx="0" cy="2366682"/>
          </a:xfrm>
          <a:prstGeom prst="line">
            <a:avLst/>
          </a:prstGeom>
          <a:ln w="28575" cap="flat" cmpd="sng" algn="ctr">
            <a:solidFill>
              <a:schemeClr val="dk1"/>
            </a:solidFill>
            <a:prstDash val="solid"/>
            <a:round/>
            <a:headEnd type="arrow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7EAD3A76-D0F3-45AE-9A66-F673EBAADCBB}"/>
              </a:ext>
            </a:extLst>
          </p:cNvPr>
          <p:cNvCxnSpPr>
            <a:cxnSpLocks/>
          </p:cNvCxnSpPr>
          <p:nvPr/>
        </p:nvCxnSpPr>
        <p:spPr>
          <a:xfrm>
            <a:off x="5957046" y="4329953"/>
            <a:ext cx="1573306" cy="1546412"/>
          </a:xfrm>
          <a:prstGeom prst="line">
            <a:avLst/>
          </a:prstGeom>
          <a:ln w="28575" cap="flat" cmpd="sng" algn="ctr">
            <a:solidFill>
              <a:srgbClr val="890E4F"/>
            </a:solidFill>
            <a:prstDash val="solid"/>
            <a:round/>
            <a:headEnd type="arrow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E0C444A3-3E50-4B38-A5E9-8B9924B6A256}"/>
              </a:ext>
            </a:extLst>
          </p:cNvPr>
          <p:cNvCxnSpPr>
            <a:cxnSpLocks/>
          </p:cNvCxnSpPr>
          <p:nvPr/>
        </p:nvCxnSpPr>
        <p:spPr>
          <a:xfrm flipH="1">
            <a:off x="6615952" y="4182036"/>
            <a:ext cx="1331260" cy="1694329"/>
          </a:xfrm>
          <a:prstGeom prst="line">
            <a:avLst/>
          </a:prstGeom>
          <a:ln w="28575" cap="flat" cmpd="sng" algn="ctr">
            <a:solidFill>
              <a:srgbClr val="009900"/>
            </a:solidFill>
            <a:prstDash val="solid"/>
            <a:round/>
            <a:headEnd type="arrow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21" name="Oval 20">
            <a:extLst>
              <a:ext uri="{FF2B5EF4-FFF2-40B4-BE49-F238E27FC236}">
                <a16:creationId xmlns:a16="http://schemas.microsoft.com/office/drawing/2014/main" id="{E8B0102F-BE26-453C-A205-40C0607D9D4D}"/>
              </a:ext>
            </a:extLst>
          </p:cNvPr>
          <p:cNvSpPr/>
          <p:nvPr/>
        </p:nvSpPr>
        <p:spPr>
          <a:xfrm>
            <a:off x="6965364" y="5326641"/>
            <a:ext cx="108000" cy="108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A42CF34-931C-4B18-9879-5050B2FADBC2}"/>
                  </a:ext>
                </a:extLst>
              </p:cNvPr>
              <p:cNvSpPr/>
              <p:nvPr/>
            </p:nvSpPr>
            <p:spPr>
              <a:xfrm>
                <a:off x="7086812" y="5064075"/>
                <a:ext cx="1331260" cy="5398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b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0,−2</m:t>
                          </m:r>
                        </m:e>
                      </m:d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A42CF34-931C-4B18-9879-5050B2FADB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86812" y="5064075"/>
                <a:ext cx="1331260" cy="539851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Rectangle 12">
            <a:extLst>
              <a:ext uri="{FF2B5EF4-FFF2-40B4-BE49-F238E27FC236}">
                <a16:creationId xmlns:a16="http://schemas.microsoft.com/office/drawing/2014/main" id="{8AD0DD0B-7A48-4B37-895D-37884BF80AD2}"/>
              </a:ext>
            </a:extLst>
          </p:cNvPr>
          <p:cNvSpPr/>
          <p:nvPr/>
        </p:nvSpPr>
        <p:spPr>
          <a:xfrm>
            <a:off x="301065" y="1871177"/>
            <a:ext cx="3169739" cy="1491572"/>
          </a:xfrm>
          <a:prstGeom prst="rect">
            <a:avLst/>
          </a:prstGeom>
          <a:solidFill>
            <a:schemeClr val="accent4">
              <a:lumMod val="50000"/>
            </a:schemeClr>
          </a:solidFill>
          <a:ln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dirty="0">
                <a:solidFill>
                  <a:schemeClr val="bg1"/>
                </a:solidFill>
                <a:latin typeface="+mj-lt"/>
              </a:rPr>
              <a:t>Type of Solutions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4666B4B2-6B8D-40EE-8A05-BDAFFFBA0B61}"/>
              </a:ext>
            </a:extLst>
          </p:cNvPr>
          <p:cNvSpPr/>
          <p:nvPr/>
        </p:nvSpPr>
        <p:spPr>
          <a:xfrm>
            <a:off x="3498833" y="1871177"/>
            <a:ext cx="1960671" cy="1491572"/>
          </a:xfrm>
          <a:prstGeom prst="rect">
            <a:avLst/>
          </a:prstGeom>
          <a:solidFill>
            <a:schemeClr val="accent4">
              <a:lumMod val="50000"/>
            </a:schemeClr>
          </a:solidFill>
          <a:ln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dirty="0">
                <a:solidFill>
                  <a:schemeClr val="bg1"/>
                </a:solidFill>
                <a:latin typeface="+mj-lt"/>
              </a:rPr>
              <a:t>Example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B36DAEC5-8B1C-44DB-A16B-B18B63216427}"/>
              </a:ext>
            </a:extLst>
          </p:cNvPr>
          <p:cNvSpPr/>
          <p:nvPr/>
        </p:nvSpPr>
        <p:spPr>
          <a:xfrm>
            <a:off x="5484908" y="1865354"/>
            <a:ext cx="3201886" cy="1498452"/>
          </a:xfrm>
          <a:prstGeom prst="rect">
            <a:avLst/>
          </a:prstGeom>
          <a:solidFill>
            <a:schemeClr val="accent4">
              <a:lumMod val="50000"/>
            </a:schemeClr>
          </a:solidFill>
          <a:ln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dirty="0">
                <a:solidFill>
                  <a:schemeClr val="bg1"/>
                </a:solidFill>
                <a:latin typeface="+mj-lt"/>
              </a:rPr>
              <a:t>Graph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CEDB2131-B885-4B75-A087-48194C90AA31}"/>
              </a:ext>
            </a:extLst>
          </p:cNvPr>
          <p:cNvSpPr/>
          <p:nvPr/>
        </p:nvSpPr>
        <p:spPr>
          <a:xfrm>
            <a:off x="8709328" y="1865215"/>
            <a:ext cx="3169770" cy="1498452"/>
          </a:xfrm>
          <a:prstGeom prst="rect">
            <a:avLst/>
          </a:prstGeom>
          <a:solidFill>
            <a:schemeClr val="accent4">
              <a:lumMod val="50000"/>
            </a:schemeClr>
          </a:solidFill>
          <a:ln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dirty="0">
                <a:solidFill>
                  <a:schemeClr val="bg1"/>
                </a:solidFill>
                <a:latin typeface="+mj-lt"/>
              </a:rPr>
              <a:t>Meaning</a:t>
            </a:r>
          </a:p>
          <a:p>
            <a:pPr algn="ctr"/>
            <a:r>
              <a:rPr lang="en-IN" sz="3200" b="1" dirty="0">
                <a:solidFill>
                  <a:schemeClr val="bg1"/>
                </a:solidFill>
                <a:latin typeface="+mj-lt"/>
              </a:rPr>
              <a:t>Graphically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52E2C69-A390-485C-BEA4-BA6F6FE91B46}"/>
              </a:ext>
            </a:extLst>
          </p:cNvPr>
          <p:cNvSpPr/>
          <p:nvPr/>
        </p:nvSpPr>
        <p:spPr>
          <a:xfrm>
            <a:off x="301064" y="3419550"/>
            <a:ext cx="3169739" cy="301907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002060"/>
              </a:solidFill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3BF06046-0BC0-482E-9C40-B230413F4AD6}"/>
              </a:ext>
            </a:extLst>
          </p:cNvPr>
          <p:cNvSpPr/>
          <p:nvPr/>
        </p:nvSpPr>
        <p:spPr>
          <a:xfrm>
            <a:off x="3498833" y="3419550"/>
            <a:ext cx="1960671" cy="301907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58084D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9F3FAF9B-4F13-4B57-A112-C003DEE21A52}"/>
              </a:ext>
            </a:extLst>
          </p:cNvPr>
          <p:cNvSpPr/>
          <p:nvPr/>
        </p:nvSpPr>
        <p:spPr>
          <a:xfrm>
            <a:off x="8709328" y="3419550"/>
            <a:ext cx="3177862" cy="301907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8FC7CED-6D48-491E-ADDC-643F5D460087}"/>
                  </a:ext>
                </a:extLst>
              </p:cNvPr>
              <p:cNvSpPr txBox="1"/>
              <p:nvPr/>
            </p:nvSpPr>
            <p:spPr>
              <a:xfrm>
                <a:off x="3427427" y="4424161"/>
                <a:ext cx="21845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𝟐𝐱</m:t>
                      </m:r>
                      <m:r>
                        <a:rPr lang="en-IN" sz="2800" b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1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𝐲</m:t>
                      </m:r>
                      <m:r>
                        <a:rPr lang="en-IN" sz="2800" b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</m:oMath>
                  </m:oMathPara>
                </a14:m>
                <a:endParaRPr lang="en-IN" sz="2800" b="1" dirty="0">
                  <a:solidFill>
                    <a:srgbClr val="00990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8FC7CED-6D48-491E-ADDC-643F5D4600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27427" y="4424161"/>
                <a:ext cx="218455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Rectangle 27">
            <a:extLst>
              <a:ext uri="{FF2B5EF4-FFF2-40B4-BE49-F238E27FC236}">
                <a16:creationId xmlns:a16="http://schemas.microsoft.com/office/drawing/2014/main" id="{E9DA6EE9-3BDA-4930-BD0C-E290E1D9E4CF}"/>
              </a:ext>
            </a:extLst>
          </p:cNvPr>
          <p:cNvSpPr/>
          <p:nvPr/>
        </p:nvSpPr>
        <p:spPr>
          <a:xfrm>
            <a:off x="468426" y="4631288"/>
            <a:ext cx="2821599" cy="5398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algn="ctr"/>
            <a:r>
              <a:rPr lang="en-IN" sz="3200" b="0" i="0" dirty="0">
                <a:solidFill>
                  <a:srgbClr val="002060"/>
                </a:solidFill>
                <a:latin typeface="+mj-lt"/>
              </a:rPr>
              <a:t>Unique Solution</a:t>
            </a:r>
            <a:endParaRPr lang="en-IN" sz="2000" dirty="0">
              <a:solidFill>
                <a:srgbClr val="002060"/>
              </a:solidFill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A30866E7-0BF0-41C3-930E-42064C3DC84D}"/>
              </a:ext>
            </a:extLst>
          </p:cNvPr>
          <p:cNvSpPr/>
          <p:nvPr/>
        </p:nvSpPr>
        <p:spPr>
          <a:xfrm>
            <a:off x="8571744" y="4365131"/>
            <a:ext cx="3442448" cy="107216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algn="ctr"/>
            <a:r>
              <a:rPr lang="en-IN" sz="3200" dirty="0">
                <a:solidFill>
                  <a:srgbClr val="002060"/>
                </a:solidFill>
              </a:rPr>
              <a:t>Two lines intersect</a:t>
            </a:r>
          </a:p>
          <a:p>
            <a:pPr algn="ctr"/>
            <a:r>
              <a:rPr lang="en-IN" sz="3200" dirty="0">
                <a:solidFill>
                  <a:srgbClr val="002060"/>
                </a:solidFill>
              </a:rPr>
              <a:t> at </a:t>
            </a:r>
            <a:r>
              <a:rPr lang="en-IN" sz="3200" b="1" dirty="0">
                <a:solidFill>
                  <a:srgbClr val="FF0000"/>
                </a:solidFill>
              </a:rPr>
              <a:t>one</a:t>
            </a:r>
            <a:r>
              <a:rPr lang="en-IN" sz="3200" dirty="0">
                <a:solidFill>
                  <a:srgbClr val="002060"/>
                </a:solidFill>
              </a:rPr>
              <a:t> point.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3B3768F-195F-4785-85C1-26AC72E564F6}"/>
                  </a:ext>
                </a:extLst>
              </p:cNvPr>
              <p:cNvSpPr txBox="1"/>
              <p:nvPr/>
            </p:nvSpPr>
            <p:spPr>
              <a:xfrm>
                <a:off x="3425773" y="4857421"/>
                <a:ext cx="21845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𝐱</m:t>
                      </m:r>
                      <m:r>
                        <a:rPr lang="en-IN" sz="2800" b="1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 i="1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𝐲</m:t>
                      </m:r>
                      <m:r>
                        <a:rPr lang="en-IN" sz="2800" b="1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r>
                        <a:rPr lang="en-IN" sz="2800" b="1" i="1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</m:oMath>
                  </m:oMathPara>
                </a14:m>
                <a:endParaRPr lang="en-IN" sz="2800" b="1" dirty="0">
                  <a:solidFill>
                    <a:srgbClr val="58084D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3B3768F-195F-4785-85C1-26AC72E564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25773" y="4857421"/>
                <a:ext cx="2184558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TextBox 23">
            <a:extLst>
              <a:ext uri="{FF2B5EF4-FFF2-40B4-BE49-F238E27FC236}">
                <a16:creationId xmlns:a16="http://schemas.microsoft.com/office/drawing/2014/main" id="{2BA378AD-156F-4454-97DF-87DA024293F0}"/>
              </a:ext>
            </a:extLst>
          </p:cNvPr>
          <p:cNvSpPr txBox="1"/>
          <p:nvPr/>
        </p:nvSpPr>
        <p:spPr>
          <a:xfrm>
            <a:off x="576002" y="872678"/>
            <a:ext cx="762670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The graph of linear equations in two variables are </a:t>
            </a:r>
          </a:p>
          <a:p>
            <a:r>
              <a:rPr lang="en-IN" sz="2800" b="1" dirty="0">
                <a:solidFill>
                  <a:srgbClr val="002060"/>
                </a:solidFill>
              </a:rPr>
              <a:t> 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9155118-D18B-414D-9662-B5C9B76AC89D}"/>
              </a:ext>
            </a:extLst>
          </p:cNvPr>
          <p:cNvSpPr txBox="1"/>
          <p:nvPr/>
        </p:nvSpPr>
        <p:spPr>
          <a:xfrm>
            <a:off x="3470803" y="1280545"/>
            <a:ext cx="257637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58084D"/>
                </a:solidFill>
              </a:rPr>
              <a:t>straight lines</a:t>
            </a:r>
            <a:r>
              <a:rPr lang="en-IN" sz="2800" b="1" dirty="0">
                <a:solidFill>
                  <a:srgbClr val="002060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785227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00"/>
                            </p:stCondLst>
                            <p:childTnLst>
                              <p:par>
                                <p:cTn id="6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4" grpId="0" animBg="1"/>
      <p:bldP spid="21" grpId="0" animBg="1"/>
      <p:bldP spid="22" grpId="0"/>
      <p:bldP spid="13" grpId="0" animBg="1"/>
      <p:bldP spid="14" grpId="0" animBg="1"/>
      <p:bldP spid="15" grpId="0" animBg="1"/>
      <p:bldP spid="16" grpId="0" animBg="1"/>
      <p:bldP spid="18" grpId="0" animBg="1"/>
      <p:bldP spid="19" grpId="0" animBg="1"/>
      <p:bldP spid="23" grpId="0" animBg="1"/>
      <p:bldP spid="27" grpId="0"/>
      <p:bldP spid="28" grpId="0" animBg="1"/>
      <p:bldP spid="29" grpId="0"/>
      <p:bldP spid="30" grpId="0"/>
      <p:bldP spid="24" grpId="0"/>
      <p:bldP spid="25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A90A0B0F-2567-4B59-B169-180D59C92724}"/>
              </a:ext>
            </a:extLst>
          </p:cNvPr>
          <p:cNvSpPr/>
          <p:nvPr/>
        </p:nvSpPr>
        <p:spPr>
          <a:xfrm>
            <a:off x="5484907" y="3419550"/>
            <a:ext cx="3201887" cy="301907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002060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564D3D-AC7B-4A36-B87A-A295160CA0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System of Two Linear Equations in Two Variables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933424-3A43-498F-B346-70620E28F60C}"/>
              </a:ext>
            </a:extLst>
          </p:cNvPr>
          <p:cNvCxnSpPr>
            <a:cxnSpLocks/>
          </p:cNvCxnSpPr>
          <p:nvPr/>
        </p:nvCxnSpPr>
        <p:spPr>
          <a:xfrm>
            <a:off x="7019364" y="3606085"/>
            <a:ext cx="0" cy="2498880"/>
          </a:xfrm>
          <a:prstGeom prst="line">
            <a:avLst/>
          </a:prstGeom>
          <a:ln w="28575" cap="flat" cmpd="sng" algn="ctr">
            <a:solidFill>
              <a:schemeClr val="dk1"/>
            </a:solidFill>
            <a:prstDash val="solid"/>
            <a:round/>
            <a:headEnd type="arrow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64E3E8F0-AB24-4BD0-8A9C-B070D6A2AEDE}"/>
              </a:ext>
            </a:extLst>
          </p:cNvPr>
          <p:cNvCxnSpPr>
            <a:cxnSpLocks/>
          </p:cNvCxnSpPr>
          <p:nvPr/>
        </p:nvCxnSpPr>
        <p:spPr>
          <a:xfrm rot="16200000">
            <a:off x="7019364" y="3608295"/>
            <a:ext cx="0" cy="2366682"/>
          </a:xfrm>
          <a:prstGeom prst="line">
            <a:avLst/>
          </a:prstGeom>
          <a:ln w="28575" cap="flat" cmpd="sng" algn="ctr">
            <a:solidFill>
              <a:schemeClr val="dk1"/>
            </a:solidFill>
            <a:prstDash val="solid"/>
            <a:round/>
            <a:headEnd type="arrow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7EAD3A76-D0F3-45AE-9A66-F673EBAADCBB}"/>
              </a:ext>
            </a:extLst>
          </p:cNvPr>
          <p:cNvCxnSpPr>
            <a:cxnSpLocks/>
          </p:cNvCxnSpPr>
          <p:nvPr/>
        </p:nvCxnSpPr>
        <p:spPr>
          <a:xfrm>
            <a:off x="5957046" y="4278437"/>
            <a:ext cx="1822066" cy="1730890"/>
          </a:xfrm>
          <a:prstGeom prst="line">
            <a:avLst/>
          </a:prstGeom>
          <a:ln w="28575" cap="flat" cmpd="sng" algn="ctr">
            <a:solidFill>
              <a:srgbClr val="890E4F"/>
            </a:solidFill>
            <a:prstDash val="solid"/>
            <a:round/>
            <a:headEnd type="arrow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E0C444A3-3E50-4B38-A5E9-8B9924B6A256}"/>
              </a:ext>
            </a:extLst>
          </p:cNvPr>
          <p:cNvCxnSpPr>
            <a:cxnSpLocks/>
          </p:cNvCxnSpPr>
          <p:nvPr/>
        </p:nvCxnSpPr>
        <p:spPr>
          <a:xfrm flipH="1" flipV="1">
            <a:off x="6471534" y="3745336"/>
            <a:ext cx="1700958" cy="1653989"/>
          </a:xfrm>
          <a:prstGeom prst="line">
            <a:avLst/>
          </a:prstGeom>
          <a:ln w="28575" cap="flat" cmpd="sng" algn="ctr">
            <a:solidFill>
              <a:srgbClr val="009900"/>
            </a:solidFill>
            <a:prstDash val="solid"/>
            <a:round/>
            <a:headEnd type="arrow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3" name="Rectangle 12">
            <a:extLst>
              <a:ext uri="{FF2B5EF4-FFF2-40B4-BE49-F238E27FC236}">
                <a16:creationId xmlns:a16="http://schemas.microsoft.com/office/drawing/2014/main" id="{8AD0DD0B-7A48-4B37-895D-37884BF80AD2}"/>
              </a:ext>
            </a:extLst>
          </p:cNvPr>
          <p:cNvSpPr/>
          <p:nvPr/>
        </p:nvSpPr>
        <p:spPr>
          <a:xfrm>
            <a:off x="312902" y="1875585"/>
            <a:ext cx="3136396" cy="1487164"/>
          </a:xfrm>
          <a:prstGeom prst="rect">
            <a:avLst/>
          </a:prstGeom>
          <a:solidFill>
            <a:schemeClr val="accent4">
              <a:lumMod val="50000"/>
            </a:schemeClr>
          </a:solidFill>
          <a:ln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dirty="0">
                <a:solidFill>
                  <a:schemeClr val="bg1"/>
                </a:solidFill>
                <a:latin typeface="+mj-lt"/>
              </a:rPr>
              <a:t>Type of Solutions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4666B4B2-6B8D-40EE-8A05-BDAFFFBA0B61}"/>
              </a:ext>
            </a:extLst>
          </p:cNvPr>
          <p:cNvSpPr/>
          <p:nvPr/>
        </p:nvSpPr>
        <p:spPr>
          <a:xfrm>
            <a:off x="3482789" y="1875585"/>
            <a:ext cx="1968627" cy="1487164"/>
          </a:xfrm>
          <a:prstGeom prst="rect">
            <a:avLst/>
          </a:prstGeom>
          <a:solidFill>
            <a:schemeClr val="accent4">
              <a:lumMod val="50000"/>
            </a:schemeClr>
          </a:solidFill>
          <a:ln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dirty="0">
                <a:solidFill>
                  <a:schemeClr val="bg1"/>
                </a:solidFill>
                <a:latin typeface="+mj-lt"/>
              </a:rPr>
              <a:t>Example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B36DAEC5-8B1C-44DB-A16B-B18B63216427}"/>
              </a:ext>
            </a:extLst>
          </p:cNvPr>
          <p:cNvSpPr/>
          <p:nvPr/>
        </p:nvSpPr>
        <p:spPr>
          <a:xfrm>
            <a:off x="5484907" y="1875585"/>
            <a:ext cx="3180350" cy="1491572"/>
          </a:xfrm>
          <a:prstGeom prst="rect">
            <a:avLst/>
          </a:prstGeom>
          <a:solidFill>
            <a:schemeClr val="accent4">
              <a:lumMod val="50000"/>
            </a:schemeClr>
          </a:solidFill>
          <a:ln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dirty="0">
                <a:solidFill>
                  <a:schemeClr val="bg1"/>
                </a:solidFill>
              </a:rPr>
              <a:t>Graph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CEDB2131-B885-4B75-A087-48194C90AA31}"/>
              </a:ext>
            </a:extLst>
          </p:cNvPr>
          <p:cNvSpPr/>
          <p:nvPr/>
        </p:nvSpPr>
        <p:spPr>
          <a:xfrm>
            <a:off x="8698748" y="1875586"/>
            <a:ext cx="3180350" cy="1491572"/>
          </a:xfrm>
          <a:prstGeom prst="rect">
            <a:avLst/>
          </a:prstGeom>
          <a:solidFill>
            <a:schemeClr val="accent4">
              <a:lumMod val="50000"/>
            </a:schemeClr>
          </a:solidFill>
          <a:ln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dirty="0">
                <a:solidFill>
                  <a:schemeClr val="bg1"/>
                </a:solidFill>
              </a:rPr>
              <a:t>Meaning</a:t>
            </a:r>
          </a:p>
          <a:p>
            <a:pPr algn="ctr"/>
            <a:r>
              <a:rPr lang="en-IN" sz="3200" b="1" dirty="0">
                <a:solidFill>
                  <a:schemeClr val="bg1"/>
                </a:solidFill>
              </a:rPr>
              <a:t>Graphically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52E2C69-A390-485C-BEA4-BA6F6FE91B46}"/>
              </a:ext>
            </a:extLst>
          </p:cNvPr>
          <p:cNvSpPr/>
          <p:nvPr/>
        </p:nvSpPr>
        <p:spPr>
          <a:xfrm>
            <a:off x="291366" y="3419550"/>
            <a:ext cx="3179469" cy="301907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002060"/>
              </a:solidFill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3BF06046-0BC0-482E-9C40-B230413F4AD6}"/>
              </a:ext>
            </a:extLst>
          </p:cNvPr>
          <p:cNvSpPr/>
          <p:nvPr/>
        </p:nvSpPr>
        <p:spPr>
          <a:xfrm>
            <a:off x="3482789" y="3419550"/>
            <a:ext cx="1990159" cy="301907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58084D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9F3FAF9B-4F13-4B57-A112-C003DEE21A52}"/>
              </a:ext>
            </a:extLst>
          </p:cNvPr>
          <p:cNvSpPr/>
          <p:nvPr/>
        </p:nvSpPr>
        <p:spPr>
          <a:xfrm>
            <a:off x="8698748" y="3419550"/>
            <a:ext cx="3188442" cy="301907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8FC7CED-6D48-491E-ADDC-643F5D460087}"/>
                  </a:ext>
                </a:extLst>
              </p:cNvPr>
              <p:cNvSpPr txBox="1"/>
              <p:nvPr/>
            </p:nvSpPr>
            <p:spPr>
              <a:xfrm>
                <a:off x="3427427" y="4424161"/>
                <a:ext cx="21845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𝐱</m:t>
                      </m:r>
                      <m:r>
                        <a:rPr lang="en-IN" sz="2800" b="1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𝐲</m:t>
                      </m:r>
                      <m:r>
                        <a:rPr lang="en-IN" sz="2800" b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𝟑</m:t>
                      </m:r>
                    </m:oMath>
                  </m:oMathPara>
                </a14:m>
                <a:endParaRPr lang="en-IN" sz="2800" b="1" dirty="0">
                  <a:solidFill>
                    <a:srgbClr val="00990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8FC7CED-6D48-491E-ADDC-643F5D4600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27427" y="4424161"/>
                <a:ext cx="2184558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Rectangle 27">
            <a:extLst>
              <a:ext uri="{FF2B5EF4-FFF2-40B4-BE49-F238E27FC236}">
                <a16:creationId xmlns:a16="http://schemas.microsoft.com/office/drawing/2014/main" id="{E9DA6EE9-3BDA-4930-BD0C-E290E1D9E4CF}"/>
              </a:ext>
            </a:extLst>
          </p:cNvPr>
          <p:cNvSpPr/>
          <p:nvPr/>
        </p:nvSpPr>
        <p:spPr>
          <a:xfrm>
            <a:off x="468426" y="4631288"/>
            <a:ext cx="2821599" cy="53985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algn="ctr"/>
            <a:r>
              <a:rPr lang="en-IN" sz="3200" b="0" i="0" dirty="0">
                <a:solidFill>
                  <a:srgbClr val="002060"/>
                </a:solidFill>
                <a:latin typeface="+mj-lt"/>
              </a:rPr>
              <a:t>No Solution</a:t>
            </a:r>
            <a:endParaRPr lang="en-IN" sz="2000" dirty="0">
              <a:solidFill>
                <a:srgbClr val="002060"/>
              </a:solidFill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A30866E7-0BF0-41C3-930E-42064C3DC84D}"/>
              </a:ext>
            </a:extLst>
          </p:cNvPr>
          <p:cNvSpPr/>
          <p:nvPr/>
        </p:nvSpPr>
        <p:spPr>
          <a:xfrm>
            <a:off x="8571744" y="4365131"/>
            <a:ext cx="3442448" cy="107216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algn="ctr"/>
            <a:r>
              <a:rPr lang="en-IN" sz="3200" dirty="0">
                <a:solidFill>
                  <a:srgbClr val="002060"/>
                </a:solidFill>
              </a:rPr>
              <a:t>Two lines are</a:t>
            </a:r>
          </a:p>
          <a:p>
            <a:pPr algn="ctr"/>
            <a:r>
              <a:rPr lang="en-IN" sz="3200" dirty="0">
                <a:solidFill>
                  <a:srgbClr val="002060"/>
                </a:solidFill>
              </a:rPr>
              <a:t> parallel.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3B3768F-195F-4785-85C1-26AC72E564F6}"/>
                  </a:ext>
                </a:extLst>
              </p:cNvPr>
              <p:cNvSpPr txBox="1"/>
              <p:nvPr/>
            </p:nvSpPr>
            <p:spPr>
              <a:xfrm>
                <a:off x="3425773" y="4857421"/>
                <a:ext cx="21845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𝐱</m:t>
                      </m:r>
                      <m:r>
                        <a:rPr lang="en-IN" sz="2800" b="1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 i="1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𝐲</m:t>
                      </m:r>
                      <m:r>
                        <a:rPr lang="en-IN" sz="2800" b="1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r>
                        <a:rPr lang="en-IN" sz="2800" b="1" i="0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</m:oMath>
                  </m:oMathPara>
                </a14:m>
                <a:endParaRPr lang="en-IN" sz="2800" b="1" dirty="0">
                  <a:solidFill>
                    <a:srgbClr val="58084D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3B3768F-195F-4785-85C1-26AC72E564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25773" y="4857421"/>
                <a:ext cx="218455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Group 2">
            <a:extLst>
              <a:ext uri="{FF2B5EF4-FFF2-40B4-BE49-F238E27FC236}">
                <a16:creationId xmlns:a16="http://schemas.microsoft.com/office/drawing/2014/main" id="{4CCF23D4-9D2C-4E9A-8466-DB08921C3167}"/>
              </a:ext>
            </a:extLst>
          </p:cNvPr>
          <p:cNvGrpSpPr/>
          <p:nvPr/>
        </p:nvGrpSpPr>
        <p:grpSpPr>
          <a:xfrm>
            <a:off x="301065" y="848673"/>
            <a:ext cx="7578339" cy="992536"/>
            <a:chOff x="301065" y="848673"/>
            <a:chExt cx="8735359" cy="992536"/>
          </a:xfrm>
        </p:grpSpPr>
        <p:sp>
          <p:nvSpPr>
            <p:cNvPr id="24" name="Rectangle: Rounded Corners 23">
              <a:extLst>
                <a:ext uri="{FF2B5EF4-FFF2-40B4-BE49-F238E27FC236}">
                  <a16:creationId xmlns:a16="http://schemas.microsoft.com/office/drawing/2014/main" id="{F3C054B1-78C5-4FD6-8A9F-F89180A22AFD}"/>
                </a:ext>
              </a:extLst>
            </p:cNvPr>
            <p:cNvSpPr/>
            <p:nvPr/>
          </p:nvSpPr>
          <p:spPr>
            <a:xfrm>
              <a:off x="301065" y="848673"/>
              <a:ext cx="8735359" cy="992536"/>
            </a:xfrm>
            <a:prstGeom prst="round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IN" sz="2800" b="1" dirty="0">
                <a:solidFill>
                  <a:srgbClr val="002060"/>
                </a:solidFill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415F68FF-FF09-441D-98A5-38790D877101}"/>
                </a:ext>
              </a:extLst>
            </p:cNvPr>
            <p:cNvSpPr txBox="1"/>
            <p:nvPr/>
          </p:nvSpPr>
          <p:spPr>
            <a:xfrm>
              <a:off x="576002" y="872678"/>
              <a:ext cx="8379740" cy="95410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IN" sz="2800" b="1" dirty="0">
                  <a:solidFill>
                    <a:srgbClr val="002060"/>
                  </a:solidFill>
                </a:rPr>
                <a:t>The graph of linear equations in two variables are</a:t>
              </a:r>
            </a:p>
            <a:p>
              <a:r>
                <a:rPr lang="en-IN" sz="2800" b="1" dirty="0">
                  <a:solidFill>
                    <a:srgbClr val="002060"/>
                  </a:solidFill>
                </a:rPr>
                <a:t>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B417272F-9F34-43B9-AD12-ADE01705BB29}"/>
                </a:ext>
              </a:extLst>
            </p:cNvPr>
            <p:cNvSpPr txBox="1"/>
            <p:nvPr/>
          </p:nvSpPr>
          <p:spPr>
            <a:xfrm>
              <a:off x="3786850" y="1278530"/>
              <a:ext cx="2894221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IN" sz="2800" b="1" dirty="0">
                  <a:solidFill>
                    <a:srgbClr val="58084D"/>
                  </a:solidFill>
                </a:rPr>
                <a:t>straight lines</a:t>
              </a:r>
              <a:r>
                <a:rPr lang="en-IN" sz="2800" b="1" dirty="0">
                  <a:solidFill>
                    <a:srgbClr val="002060"/>
                  </a:solidFill>
                </a:rPr>
                <a:t>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496066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 animBg="1"/>
      <p:bldP spid="29" grpId="0"/>
      <p:bldP spid="30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A90A0B0F-2567-4B59-B169-180D59C92724}"/>
              </a:ext>
            </a:extLst>
          </p:cNvPr>
          <p:cNvSpPr/>
          <p:nvPr/>
        </p:nvSpPr>
        <p:spPr>
          <a:xfrm>
            <a:off x="5484907" y="3419550"/>
            <a:ext cx="3201887" cy="301907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002060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564D3D-AC7B-4A36-B87A-A295160CA0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System of Two Linear Equations in Two Variables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933424-3A43-498F-B346-70620E28F60C}"/>
              </a:ext>
            </a:extLst>
          </p:cNvPr>
          <p:cNvCxnSpPr>
            <a:cxnSpLocks/>
          </p:cNvCxnSpPr>
          <p:nvPr/>
        </p:nvCxnSpPr>
        <p:spPr>
          <a:xfrm>
            <a:off x="7019364" y="3606085"/>
            <a:ext cx="0" cy="2498880"/>
          </a:xfrm>
          <a:prstGeom prst="line">
            <a:avLst/>
          </a:prstGeom>
          <a:ln w="28575" cap="flat" cmpd="sng" algn="ctr">
            <a:solidFill>
              <a:schemeClr val="dk1"/>
            </a:solidFill>
            <a:prstDash val="solid"/>
            <a:round/>
            <a:headEnd type="arrow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64E3E8F0-AB24-4BD0-8A9C-B070D6A2AEDE}"/>
              </a:ext>
            </a:extLst>
          </p:cNvPr>
          <p:cNvCxnSpPr>
            <a:cxnSpLocks/>
          </p:cNvCxnSpPr>
          <p:nvPr/>
        </p:nvCxnSpPr>
        <p:spPr>
          <a:xfrm rot="16200000">
            <a:off x="7019364" y="3608295"/>
            <a:ext cx="0" cy="2366682"/>
          </a:xfrm>
          <a:prstGeom prst="line">
            <a:avLst/>
          </a:prstGeom>
          <a:ln w="28575" cap="flat" cmpd="sng" algn="ctr">
            <a:solidFill>
              <a:schemeClr val="dk1"/>
            </a:solidFill>
            <a:prstDash val="solid"/>
            <a:round/>
            <a:headEnd type="arrow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E0C444A3-3E50-4B38-A5E9-8B9924B6A256}"/>
              </a:ext>
            </a:extLst>
          </p:cNvPr>
          <p:cNvCxnSpPr>
            <a:cxnSpLocks/>
          </p:cNvCxnSpPr>
          <p:nvPr/>
        </p:nvCxnSpPr>
        <p:spPr>
          <a:xfrm flipH="1" flipV="1">
            <a:off x="6471534" y="3745336"/>
            <a:ext cx="1700958" cy="1653989"/>
          </a:xfrm>
          <a:prstGeom prst="line">
            <a:avLst/>
          </a:prstGeom>
          <a:ln w="28575" cap="flat" cmpd="sng" algn="ctr">
            <a:solidFill>
              <a:srgbClr val="58084D"/>
            </a:solidFill>
            <a:prstDash val="solid"/>
            <a:round/>
            <a:headEnd type="arrow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3" name="Rectangle 12">
            <a:extLst>
              <a:ext uri="{FF2B5EF4-FFF2-40B4-BE49-F238E27FC236}">
                <a16:creationId xmlns:a16="http://schemas.microsoft.com/office/drawing/2014/main" id="{8AD0DD0B-7A48-4B37-895D-37884BF80AD2}"/>
              </a:ext>
            </a:extLst>
          </p:cNvPr>
          <p:cNvSpPr/>
          <p:nvPr/>
        </p:nvSpPr>
        <p:spPr>
          <a:xfrm>
            <a:off x="300925" y="1871177"/>
            <a:ext cx="3156323" cy="1491572"/>
          </a:xfrm>
          <a:prstGeom prst="rect">
            <a:avLst/>
          </a:prstGeom>
          <a:solidFill>
            <a:schemeClr val="accent4">
              <a:lumMod val="50000"/>
            </a:schemeClr>
          </a:solidFill>
          <a:ln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dirty="0">
                <a:solidFill>
                  <a:schemeClr val="bg1"/>
                </a:solidFill>
                <a:latin typeface="+mj-lt"/>
              </a:rPr>
              <a:t>Type of Solutions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4666B4B2-6B8D-40EE-8A05-BDAFFFBA0B61}"/>
              </a:ext>
            </a:extLst>
          </p:cNvPr>
          <p:cNvSpPr/>
          <p:nvPr/>
        </p:nvSpPr>
        <p:spPr>
          <a:xfrm>
            <a:off x="3482791" y="1871177"/>
            <a:ext cx="1976710" cy="1491572"/>
          </a:xfrm>
          <a:prstGeom prst="rect">
            <a:avLst/>
          </a:prstGeom>
          <a:solidFill>
            <a:schemeClr val="accent4">
              <a:lumMod val="50000"/>
            </a:schemeClr>
          </a:solidFill>
          <a:ln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i="0" dirty="0">
                <a:solidFill>
                  <a:schemeClr val="bg1"/>
                </a:solidFill>
                <a:latin typeface="+mj-lt"/>
              </a:rPr>
              <a:t>Example</a:t>
            </a:r>
            <a:endParaRPr lang="en-IN" sz="2000" b="1" dirty="0">
              <a:solidFill>
                <a:schemeClr val="bg1"/>
              </a:solidFill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B36DAEC5-8B1C-44DB-A16B-B18B63216427}"/>
              </a:ext>
            </a:extLst>
          </p:cNvPr>
          <p:cNvSpPr/>
          <p:nvPr/>
        </p:nvSpPr>
        <p:spPr>
          <a:xfrm>
            <a:off x="5484907" y="1875585"/>
            <a:ext cx="3197798" cy="1491572"/>
          </a:xfrm>
          <a:prstGeom prst="rect">
            <a:avLst/>
          </a:prstGeom>
          <a:solidFill>
            <a:schemeClr val="accent4">
              <a:lumMod val="50000"/>
            </a:schemeClr>
          </a:solidFill>
          <a:ln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dirty="0">
                <a:solidFill>
                  <a:schemeClr val="bg1"/>
                </a:solidFill>
              </a:rPr>
              <a:t>Graph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CEDB2131-B885-4B75-A087-48194C90AA31}"/>
              </a:ext>
            </a:extLst>
          </p:cNvPr>
          <p:cNvSpPr/>
          <p:nvPr/>
        </p:nvSpPr>
        <p:spPr>
          <a:xfrm>
            <a:off x="8708111" y="1875586"/>
            <a:ext cx="3179078" cy="1491572"/>
          </a:xfrm>
          <a:prstGeom prst="rect">
            <a:avLst/>
          </a:prstGeom>
          <a:solidFill>
            <a:schemeClr val="accent4">
              <a:lumMod val="50000"/>
            </a:schemeClr>
          </a:solidFill>
          <a:ln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dirty="0">
                <a:solidFill>
                  <a:schemeClr val="bg1"/>
                </a:solidFill>
              </a:rPr>
              <a:t>Meaning</a:t>
            </a:r>
          </a:p>
          <a:p>
            <a:pPr algn="ctr"/>
            <a:r>
              <a:rPr lang="en-IN" sz="3200" b="1" dirty="0">
                <a:solidFill>
                  <a:schemeClr val="bg1"/>
                </a:solidFill>
              </a:rPr>
              <a:t>Graphically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52E2C69-A390-485C-BEA4-BA6F6FE91B46}"/>
              </a:ext>
            </a:extLst>
          </p:cNvPr>
          <p:cNvSpPr/>
          <p:nvPr/>
        </p:nvSpPr>
        <p:spPr>
          <a:xfrm>
            <a:off x="291366" y="3419550"/>
            <a:ext cx="3179469" cy="301907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002060"/>
              </a:solidFill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3BF06046-0BC0-482E-9C40-B230413F4AD6}"/>
              </a:ext>
            </a:extLst>
          </p:cNvPr>
          <p:cNvSpPr/>
          <p:nvPr/>
        </p:nvSpPr>
        <p:spPr>
          <a:xfrm>
            <a:off x="3482789" y="3419550"/>
            <a:ext cx="1990159" cy="301907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58084D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9F3FAF9B-4F13-4B57-A112-C003DEE21A52}"/>
              </a:ext>
            </a:extLst>
          </p:cNvPr>
          <p:cNvSpPr/>
          <p:nvPr/>
        </p:nvSpPr>
        <p:spPr>
          <a:xfrm>
            <a:off x="8698748" y="3419550"/>
            <a:ext cx="3188442" cy="301907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8FC7CED-6D48-491E-ADDC-643F5D460087}"/>
                  </a:ext>
                </a:extLst>
              </p:cNvPr>
              <p:cNvSpPr txBox="1"/>
              <p:nvPr/>
            </p:nvSpPr>
            <p:spPr>
              <a:xfrm>
                <a:off x="3427427" y="4424161"/>
                <a:ext cx="21845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𝐱</m:t>
                      </m:r>
                      <m:r>
                        <a:rPr lang="en-IN" sz="2800" b="1" i="0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 i="1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𝐲</m:t>
                      </m:r>
                      <m:r>
                        <a:rPr lang="en-IN" sz="2800" b="1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1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𝟑</m:t>
                      </m:r>
                    </m:oMath>
                  </m:oMathPara>
                </a14:m>
                <a:endParaRPr lang="en-IN" sz="2800" b="1" dirty="0">
                  <a:solidFill>
                    <a:srgbClr val="58084D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8FC7CED-6D48-491E-ADDC-643F5D4600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27427" y="4424161"/>
                <a:ext cx="2184558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Rectangle 27">
            <a:extLst>
              <a:ext uri="{FF2B5EF4-FFF2-40B4-BE49-F238E27FC236}">
                <a16:creationId xmlns:a16="http://schemas.microsoft.com/office/drawing/2014/main" id="{E9DA6EE9-3BDA-4930-BD0C-E290E1D9E4CF}"/>
              </a:ext>
            </a:extLst>
          </p:cNvPr>
          <p:cNvSpPr/>
          <p:nvPr/>
        </p:nvSpPr>
        <p:spPr>
          <a:xfrm>
            <a:off x="468426" y="4412920"/>
            <a:ext cx="2821599" cy="105633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algn="ctr"/>
            <a:r>
              <a:rPr lang="en-IN" sz="3200" b="0" i="0" dirty="0">
                <a:solidFill>
                  <a:srgbClr val="002060"/>
                </a:solidFill>
                <a:latin typeface="+mj-lt"/>
              </a:rPr>
              <a:t>Infinitely many Solution</a:t>
            </a:r>
            <a:endParaRPr lang="en-IN" sz="2000" dirty="0">
              <a:solidFill>
                <a:srgbClr val="002060"/>
              </a:solidFill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A30866E7-0BF0-41C3-930E-42064C3DC84D}"/>
              </a:ext>
            </a:extLst>
          </p:cNvPr>
          <p:cNvSpPr/>
          <p:nvPr/>
        </p:nvSpPr>
        <p:spPr>
          <a:xfrm>
            <a:off x="8571745" y="4201599"/>
            <a:ext cx="3442448" cy="149156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algn="ctr"/>
            <a:r>
              <a:rPr lang="en-IN" sz="3200" dirty="0">
                <a:solidFill>
                  <a:srgbClr val="002060"/>
                </a:solidFill>
              </a:rPr>
              <a:t>Two lines are</a:t>
            </a:r>
          </a:p>
          <a:p>
            <a:pPr algn="ctr"/>
            <a:r>
              <a:rPr lang="en-IN" sz="3200" dirty="0">
                <a:solidFill>
                  <a:srgbClr val="002060"/>
                </a:solidFill>
              </a:rPr>
              <a:t> identical.</a:t>
            </a:r>
          </a:p>
          <a:p>
            <a:pPr algn="ctr"/>
            <a:r>
              <a:rPr lang="en-IN" sz="3200" dirty="0">
                <a:solidFill>
                  <a:srgbClr val="002060"/>
                </a:solidFill>
              </a:rPr>
              <a:t>(Lines Coincide)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3B3768F-195F-4785-85C1-26AC72E564F6}"/>
                  </a:ext>
                </a:extLst>
              </p:cNvPr>
              <p:cNvSpPr txBox="1"/>
              <p:nvPr/>
            </p:nvSpPr>
            <p:spPr>
              <a:xfrm>
                <a:off x="3425773" y="4857421"/>
                <a:ext cx="21845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 i="1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𝐱</m:t>
                      </m:r>
                      <m:r>
                        <a:rPr lang="en-IN" sz="2800" b="1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1" i="0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 i="1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𝐲</m:t>
                      </m:r>
                      <m:r>
                        <a:rPr lang="en-IN" sz="2800" b="1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 smtClean="0">
                          <a:solidFill>
                            <a:srgbClr val="58084D"/>
                          </a:solidFill>
                          <a:latin typeface="Cambria Math" panose="02040503050406030204" pitchFamily="18" charset="0"/>
                        </a:rPr>
                        <m:t>𝟔</m:t>
                      </m:r>
                    </m:oMath>
                  </m:oMathPara>
                </a14:m>
                <a:endParaRPr lang="en-IN" sz="2800" b="1" dirty="0">
                  <a:solidFill>
                    <a:srgbClr val="58084D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3B3768F-195F-4785-85C1-26AC72E564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25773" y="4857421"/>
                <a:ext cx="218455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FE400742-9B36-4686-AA26-C16CEF36814E}"/>
              </a:ext>
            </a:extLst>
          </p:cNvPr>
          <p:cNvCxnSpPr>
            <a:cxnSpLocks/>
          </p:cNvCxnSpPr>
          <p:nvPr/>
        </p:nvCxnSpPr>
        <p:spPr>
          <a:xfrm flipH="1" flipV="1">
            <a:off x="6473022" y="3745335"/>
            <a:ext cx="1700958" cy="1653989"/>
          </a:xfrm>
          <a:prstGeom prst="line">
            <a:avLst/>
          </a:prstGeom>
          <a:ln w="57150" cap="flat" cmpd="sng" algn="ctr">
            <a:solidFill>
              <a:srgbClr val="58084D"/>
            </a:solidFill>
            <a:prstDash val="solid"/>
            <a:round/>
            <a:headEnd type="arrow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3BCC9AB-59AE-4DB5-818C-670F94F6024A}"/>
              </a:ext>
            </a:extLst>
          </p:cNvPr>
          <p:cNvGrpSpPr/>
          <p:nvPr/>
        </p:nvGrpSpPr>
        <p:grpSpPr>
          <a:xfrm>
            <a:off x="301065" y="848673"/>
            <a:ext cx="7656161" cy="992536"/>
            <a:chOff x="301065" y="848673"/>
            <a:chExt cx="8735359" cy="992536"/>
          </a:xfrm>
        </p:grpSpPr>
        <p:sp>
          <p:nvSpPr>
            <p:cNvPr id="21" name="Rectangle: Rounded Corners 20">
              <a:extLst>
                <a:ext uri="{FF2B5EF4-FFF2-40B4-BE49-F238E27FC236}">
                  <a16:creationId xmlns:a16="http://schemas.microsoft.com/office/drawing/2014/main" id="{599A407E-6DAD-4D00-ABF0-FCB480866C39}"/>
                </a:ext>
              </a:extLst>
            </p:cNvPr>
            <p:cNvSpPr/>
            <p:nvPr/>
          </p:nvSpPr>
          <p:spPr>
            <a:xfrm>
              <a:off x="301065" y="848673"/>
              <a:ext cx="8735359" cy="992536"/>
            </a:xfrm>
            <a:prstGeom prst="round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IN" sz="2800" b="1" dirty="0">
                <a:solidFill>
                  <a:srgbClr val="002060"/>
                </a:solidFill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7337B482-6B06-475C-B9A1-135DFE648A10}"/>
                </a:ext>
              </a:extLst>
            </p:cNvPr>
            <p:cNvSpPr txBox="1"/>
            <p:nvPr/>
          </p:nvSpPr>
          <p:spPr>
            <a:xfrm>
              <a:off x="576002" y="872678"/>
              <a:ext cx="8379740" cy="95410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IN" sz="2800" b="1" dirty="0">
                  <a:solidFill>
                    <a:srgbClr val="002060"/>
                  </a:solidFill>
                </a:rPr>
                <a:t>The graph of linear equations in two variables are</a:t>
              </a:r>
            </a:p>
            <a:p>
              <a:r>
                <a:rPr lang="en-IN" sz="2800" b="1" dirty="0">
                  <a:solidFill>
                    <a:srgbClr val="002060"/>
                  </a:solidFill>
                </a:rPr>
                <a:t> 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BA2E01DA-7B49-41D4-861B-52FD05704596}"/>
                </a:ext>
              </a:extLst>
            </p:cNvPr>
            <p:cNvSpPr txBox="1"/>
            <p:nvPr/>
          </p:nvSpPr>
          <p:spPr>
            <a:xfrm>
              <a:off x="3786849" y="1278530"/>
              <a:ext cx="27301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IN" sz="2800" b="1" dirty="0">
                  <a:solidFill>
                    <a:srgbClr val="58084D"/>
                  </a:solidFill>
                </a:rPr>
                <a:t>straight lines</a:t>
              </a:r>
              <a:r>
                <a:rPr lang="en-IN" sz="2800" b="1" dirty="0">
                  <a:solidFill>
                    <a:srgbClr val="002060"/>
                  </a:solidFill>
                </a:rPr>
                <a:t>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378884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 animBg="1"/>
      <p:bldP spid="29" grpId="0"/>
      <p:bldP spid="30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FBFF84-9F19-4CE3-9B33-38B36C9A06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System of Three Linear Equations in Three Variables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7ADBEDB9-EF87-49AC-AF5A-6D53B96D8654}"/>
              </a:ext>
            </a:extLst>
          </p:cNvPr>
          <p:cNvSpPr/>
          <p:nvPr/>
        </p:nvSpPr>
        <p:spPr>
          <a:xfrm>
            <a:off x="224657" y="848673"/>
            <a:ext cx="9022933" cy="711200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</a:rPr>
              <a:t>The graph of a linear equations in three variables is a </a:t>
            </a:r>
            <a:r>
              <a:rPr lang="en-IN" sz="2800" b="1" dirty="0">
                <a:solidFill>
                  <a:srgbClr val="58084D"/>
                </a:solidFill>
              </a:rPr>
              <a:t>plane</a:t>
            </a:r>
            <a:r>
              <a:rPr lang="en-IN" sz="2800" b="1" dirty="0">
                <a:solidFill>
                  <a:srgbClr val="002060"/>
                </a:solidFill>
              </a:rPr>
              <a:t>.</a:t>
            </a:r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5DF07AB0-2CA7-4ADB-8C9A-5BD0421223EE}"/>
              </a:ext>
            </a:extLst>
          </p:cNvPr>
          <p:cNvSpPr/>
          <p:nvPr/>
        </p:nvSpPr>
        <p:spPr>
          <a:xfrm>
            <a:off x="817081" y="1619940"/>
            <a:ext cx="4239990" cy="711200"/>
          </a:xfrm>
          <a:prstGeom prst="roundRect">
            <a:avLst/>
          </a:prstGeom>
          <a:solidFill>
            <a:schemeClr val="accent4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i="0" dirty="0">
                <a:solidFill>
                  <a:srgbClr val="002060"/>
                </a:solidFill>
                <a:latin typeface="+mj-lt"/>
              </a:rPr>
              <a:t>Unique Solution</a:t>
            </a:r>
            <a:endParaRPr lang="en-IN" sz="2000" b="1" dirty="0">
              <a:solidFill>
                <a:srgbClr val="002060"/>
              </a:solidFill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6B731804-4F37-44AF-A006-B0C883C9CC3C}"/>
              </a:ext>
            </a:extLst>
          </p:cNvPr>
          <p:cNvGrpSpPr/>
          <p:nvPr/>
        </p:nvGrpSpPr>
        <p:grpSpPr>
          <a:xfrm>
            <a:off x="389965" y="4698064"/>
            <a:ext cx="5082988" cy="1840571"/>
            <a:chOff x="842841" y="4698064"/>
            <a:chExt cx="3703743" cy="1840571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E2724071-3A9D-4861-B58D-607534941362}"/>
                </a:ext>
              </a:extLst>
            </p:cNvPr>
            <p:cNvSpPr/>
            <p:nvPr/>
          </p:nvSpPr>
          <p:spPr>
            <a:xfrm>
              <a:off x="842841" y="5022761"/>
              <a:ext cx="3703743" cy="1515874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>
                <a:solidFill>
                  <a:srgbClr val="002060"/>
                </a:solidFill>
              </a:endParaRP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C6DD4FC0-7D14-4FC1-9F3D-AD448E840391}"/>
                </a:ext>
              </a:extLst>
            </p:cNvPr>
            <p:cNvSpPr/>
            <p:nvPr/>
          </p:nvSpPr>
          <p:spPr>
            <a:xfrm>
              <a:off x="877558" y="4698064"/>
              <a:ext cx="3634309" cy="161589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pPr algn="ctr"/>
              <a:r>
                <a:rPr lang="en-IN" sz="3200" b="0" i="0" dirty="0">
                  <a:solidFill>
                    <a:srgbClr val="002060"/>
                  </a:solidFill>
                  <a:latin typeface="+mj-lt"/>
                </a:rPr>
                <a:t>The planes intersects in a single point.</a:t>
              </a:r>
              <a:endParaRPr lang="en-IN" sz="2000" dirty="0">
                <a:solidFill>
                  <a:srgbClr val="002060"/>
                </a:solidFill>
              </a:endParaRPr>
            </a:p>
          </p:txBody>
        </p:sp>
      </p:grp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A87E7AB2-6977-49ED-A536-6AE294B8E2AB}"/>
              </a:ext>
            </a:extLst>
          </p:cNvPr>
          <p:cNvSpPr/>
          <p:nvPr/>
        </p:nvSpPr>
        <p:spPr>
          <a:xfrm>
            <a:off x="6825804" y="1623859"/>
            <a:ext cx="4239990" cy="711200"/>
          </a:xfrm>
          <a:prstGeom prst="roundRect">
            <a:avLst/>
          </a:prstGeom>
          <a:solidFill>
            <a:schemeClr val="accent4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i="0" dirty="0">
                <a:solidFill>
                  <a:srgbClr val="002060"/>
                </a:solidFill>
                <a:latin typeface="+mj-lt"/>
              </a:rPr>
              <a:t>Infinitely many Solution</a:t>
            </a:r>
            <a:endParaRPr lang="en-IN" sz="2000" b="1" dirty="0">
              <a:solidFill>
                <a:srgbClr val="002060"/>
              </a:solidFill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FDFD5F02-735A-41FD-BBFD-E4E1996B92DE}"/>
              </a:ext>
            </a:extLst>
          </p:cNvPr>
          <p:cNvGrpSpPr/>
          <p:nvPr/>
        </p:nvGrpSpPr>
        <p:grpSpPr>
          <a:xfrm>
            <a:off x="6413089" y="4798077"/>
            <a:ext cx="5082988" cy="1740559"/>
            <a:chOff x="6906645" y="4805742"/>
            <a:chExt cx="3713907" cy="1636797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5A24B1FA-0266-423A-A904-44BB226F3683}"/>
                </a:ext>
              </a:extLst>
            </p:cNvPr>
            <p:cNvSpPr/>
            <p:nvPr/>
          </p:nvSpPr>
          <p:spPr>
            <a:xfrm>
              <a:off x="6906645" y="5026680"/>
              <a:ext cx="3703743" cy="1415859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>
                <a:solidFill>
                  <a:srgbClr val="002060"/>
                </a:solidFill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D943A2BA-891D-43F3-A6EB-4CA836894CF4}"/>
                </a:ext>
              </a:extLst>
            </p:cNvPr>
            <p:cNvSpPr/>
            <p:nvPr/>
          </p:nvSpPr>
          <p:spPr>
            <a:xfrm>
              <a:off x="6916810" y="4805742"/>
              <a:ext cx="3703742" cy="142550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pPr algn="ctr"/>
              <a:r>
                <a:rPr lang="en-IN" sz="3200" b="0" i="0" dirty="0">
                  <a:solidFill>
                    <a:srgbClr val="002060"/>
                  </a:solidFill>
                  <a:latin typeface="+mj-lt"/>
                </a:rPr>
                <a:t>The planes intersects in a line or are the same plane.</a:t>
              </a:r>
              <a:endParaRPr lang="en-IN" sz="2000" dirty="0">
                <a:solidFill>
                  <a:srgbClr val="002060"/>
                </a:solidFill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1CE14002-76CA-8DF1-6B5A-DB8D6214853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46187" b="13736"/>
          <a:stretch/>
        </p:blipFill>
        <p:spPr>
          <a:xfrm>
            <a:off x="1341472" y="2428798"/>
            <a:ext cx="3179972" cy="2491253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815F79A4-190F-818D-1D6E-88901DE3C917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54248" b="16382"/>
          <a:stretch/>
        </p:blipFill>
        <p:spPr>
          <a:xfrm>
            <a:off x="7569467" y="2428798"/>
            <a:ext cx="2789184" cy="2491253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9843158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6" grpId="0" animBg="1"/>
      <p:bldP spid="29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FBFF84-9F19-4CE3-9B33-38B36C9A06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System of Three Linear Equations in Three Variables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7ADBEDB9-EF87-49AC-AF5A-6D53B96D8654}"/>
              </a:ext>
            </a:extLst>
          </p:cNvPr>
          <p:cNvSpPr/>
          <p:nvPr/>
        </p:nvSpPr>
        <p:spPr>
          <a:xfrm>
            <a:off x="224657" y="848673"/>
            <a:ext cx="9022933" cy="711200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</a:rPr>
              <a:t>The graph of a linear equations in three variables is a </a:t>
            </a:r>
            <a:r>
              <a:rPr lang="en-IN" sz="2800" b="1" dirty="0">
                <a:solidFill>
                  <a:srgbClr val="58084D"/>
                </a:solidFill>
              </a:rPr>
              <a:t>plane</a:t>
            </a:r>
            <a:r>
              <a:rPr lang="en-IN" sz="2800" b="1" dirty="0">
                <a:solidFill>
                  <a:srgbClr val="002060"/>
                </a:solidFill>
              </a:rPr>
              <a:t>.</a:t>
            </a:r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5DF07AB0-2CA7-4ADB-8C9A-5BD0421223EE}"/>
              </a:ext>
            </a:extLst>
          </p:cNvPr>
          <p:cNvSpPr/>
          <p:nvPr/>
        </p:nvSpPr>
        <p:spPr>
          <a:xfrm>
            <a:off x="3937310" y="1648832"/>
            <a:ext cx="3703743" cy="711200"/>
          </a:xfrm>
          <a:prstGeom prst="roundRect">
            <a:avLst/>
          </a:prstGeom>
          <a:solidFill>
            <a:schemeClr val="accent4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i="0" dirty="0">
                <a:solidFill>
                  <a:srgbClr val="002060"/>
                </a:solidFill>
                <a:latin typeface="+mj-lt"/>
              </a:rPr>
              <a:t>No Solution</a:t>
            </a:r>
            <a:endParaRPr lang="en-IN" sz="2000" b="1" dirty="0">
              <a:solidFill>
                <a:srgbClr val="002060"/>
              </a:solidFill>
            </a:endParaRPr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C6DD4FC0-7D14-4FC1-9F3D-AD448E840391}"/>
              </a:ext>
            </a:extLst>
          </p:cNvPr>
          <p:cNvSpPr/>
          <p:nvPr/>
        </p:nvSpPr>
        <p:spPr>
          <a:xfrm>
            <a:off x="1776739" y="5262178"/>
            <a:ext cx="8024884" cy="687287"/>
          </a:xfrm>
          <a:prstGeom prst="round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IN" sz="3200" b="0" i="0" dirty="0">
                <a:solidFill>
                  <a:srgbClr val="002060"/>
                </a:solidFill>
                <a:latin typeface="+mj-lt"/>
              </a:rPr>
              <a:t>The planes have no common point of intersects.</a:t>
            </a:r>
            <a:endParaRPr lang="en-IN" sz="2000" dirty="0">
              <a:solidFill>
                <a:srgbClr val="002060"/>
              </a:solidFill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CAB4EB44-ACA0-611B-A013-8C94C834ACF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70400" b="19039"/>
          <a:stretch/>
        </p:blipFill>
        <p:spPr>
          <a:xfrm>
            <a:off x="354255" y="2553680"/>
            <a:ext cx="2334459" cy="2464999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9ADBAD71-E868-C4AB-DB76-C45ED8CEEA02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0333" r="35942" b="19495"/>
          <a:stretch/>
        </p:blipFill>
        <p:spPr>
          <a:xfrm>
            <a:off x="4588267" y="2578606"/>
            <a:ext cx="2674962" cy="2464998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B370209C-1921-E1C3-C4A0-7DABA9DA2732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64105" b="18504"/>
          <a:stretch/>
        </p:blipFill>
        <p:spPr>
          <a:xfrm>
            <a:off x="9163334" y="2590154"/>
            <a:ext cx="2674963" cy="2344473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21D306CF-8BFE-4642-3095-FC944E3023B0}"/>
              </a:ext>
            </a:extLst>
          </p:cNvPr>
          <p:cNvSpPr txBox="1"/>
          <p:nvPr/>
        </p:nvSpPr>
        <p:spPr>
          <a:xfrm>
            <a:off x="1776739" y="5979038"/>
            <a:ext cx="10324638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1200" dirty="0"/>
              <a:t>Image Resource: </a:t>
            </a:r>
            <a:r>
              <a:rPr lang="en-IN" sz="1200" dirty="0">
                <a:hlinkClick r:id="rId3"/>
              </a:rPr>
              <a:t>https://math.libretexts.org/Bookshelves/Precalculus/Precalculus_1e_%28OpenStax%29/09%3A_Systems_of_Equations_and_Inequalities/9.02%3A_Systems_of_Linear_Equations_-_Three_Variables</a:t>
            </a:r>
            <a:endParaRPr lang="en-IN" sz="1200" dirty="0"/>
          </a:p>
        </p:txBody>
      </p:sp>
    </p:spTree>
    <p:extLst>
      <p:ext uri="{BB962C8B-B14F-4D97-AF65-F5344CB8AC3E}">
        <p14:creationId xmlns:p14="http://schemas.microsoft.com/office/powerpoint/2010/main" val="2184668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8" grpId="0" animBg="1"/>
      <p:bldP spid="1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8A9DC0-C786-0566-FEF8-954EA2414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68E450A-B335-E1DF-40EA-13F9459818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Homogeneous System of Linear Equations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7FAD3588-E91F-6E51-2557-7542D06DE635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dirty="0"/>
                  <a:t>In a system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AX</m:t>
                    </m:r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, if constant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is zero matrix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O</m:t>
                    </m:r>
                  </m:oMath>
                </a14:m>
                <a:r>
                  <a:rPr lang="en-US" dirty="0"/>
                  <a:t>), then the system </a:t>
                </a:r>
                <a14:m>
                  <m:oMath xmlns:m="http://schemas.openxmlformats.org/officeDocument/2006/math">
                    <m:r>
                      <a:rPr lang="en-IN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𝐀𝐗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𝐎</m:t>
                    </m:r>
                  </m:oMath>
                </a14:m>
                <a:r>
                  <a:rPr lang="en-US" dirty="0"/>
                  <a:t> is known as </a:t>
                </a:r>
                <a:r>
                  <a:rPr lang="en-US" b="1" dirty="0">
                    <a:solidFill>
                      <a:srgbClr val="FF0000"/>
                    </a:solidFill>
                  </a:rPr>
                  <a:t>Homogeneous System</a:t>
                </a:r>
                <a:r>
                  <a:rPr lang="en-US" dirty="0"/>
                  <a:t> of linear equations.</a:t>
                </a:r>
              </a:p>
              <a:p>
                <a:r>
                  <a:rPr lang="en-IN" dirty="0"/>
                  <a:t>Let us consider the system of Homogeneous equations</a:t>
                </a:r>
              </a:p>
              <a:p>
                <a:pPr lvl="0"/>
                <a:endParaRPr lang="en-IN" sz="2000" dirty="0"/>
              </a:p>
              <a:p>
                <a:r>
                  <a:rPr lang="en-IN" dirty="0"/>
                  <a:t>Put</a:t>
                </a:r>
                <a14:m>
                  <m:oMath xmlns:m="http://schemas.openxmlformats.org/officeDocument/2006/math">
                    <m:r>
                      <a:rPr lang="en-IN">
                        <a:latin typeface="Cambria Math" panose="02040503050406030204" pitchFamily="18" charset="0"/>
                      </a:rPr>
                      <m:t>, 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=0, 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=0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and</m:t>
                    </m:r>
                    <m:r>
                      <a:rPr lang="en-IN">
                        <a:latin typeface="Cambria Math" panose="02040503050406030204" pitchFamily="18" charset="0"/>
                      </a:rPr>
                      <m:t> 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IN">
                        <a:latin typeface="Cambria Math" panose="02040503050406030204" pitchFamily="18" charset="0"/>
                      </a:rPr>
                      <m:t>=0 </m:t>
                    </m:r>
                  </m:oMath>
                </a14:m>
                <a:r>
                  <a:rPr lang="en-IN" dirty="0"/>
                  <a:t>in above system.</a:t>
                </a:r>
              </a:p>
              <a:p>
                <a:pPr lvl="1"/>
                <a:r>
                  <a:rPr lang="en-IN" dirty="0"/>
                  <a:t>So, </a:t>
                </a:r>
                <a:r>
                  <a:rPr lang="en-IN" b="1" dirty="0"/>
                  <a:t>Solution: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IN">
                            <a:latin typeface="Cambria Math" panose="02040503050406030204" pitchFamily="18" charset="0"/>
                          </a:rPr>
                          <m:t>, 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IN">
                            <a:latin typeface="Cambria Math" panose="02040503050406030204" pitchFamily="18" charset="0"/>
                          </a:rPr>
                          <m:t>, </m:t>
                        </m:r>
                        <m:sSub>
                          <m:sSubPr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>
                            <a:latin typeface="Cambria Math" panose="02040503050406030204" pitchFamily="18" charset="0"/>
                          </a:rPr>
                          <m:t>0, 0, 0</m:t>
                        </m:r>
                      </m:e>
                    </m:d>
                  </m:oMath>
                </a14:m>
                <a:endParaRPr lang="en-IN" dirty="0"/>
              </a:p>
              <a:p>
                <a:r>
                  <a:rPr lang="en-IN" dirty="0"/>
                  <a:t>Homogeneous System always has a </a:t>
                </a:r>
                <a:r>
                  <a:rPr lang="en-IN" b="1" dirty="0">
                    <a:solidFill>
                      <a:srgbClr val="FF0000"/>
                    </a:solidFill>
                  </a:rPr>
                  <a:t>Trivial Solution</a:t>
                </a:r>
                <a:r>
                  <a:rPr lang="en-IN" dirty="0"/>
                  <a:t>, so the homogeneous system is always </a:t>
                </a:r>
                <a:r>
                  <a:rPr lang="en-IN" b="1" dirty="0">
                    <a:solidFill>
                      <a:srgbClr val="FF0000"/>
                    </a:solidFill>
                  </a:rPr>
                  <a:t>consistent</a:t>
                </a:r>
                <a:r>
                  <a:rPr lang="en-IN" dirty="0"/>
                  <a:t>.</a:t>
                </a:r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7FAD3588-E91F-6E51-2557-7542D06DE635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3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CF1CF426-0B93-E56F-154F-F5EB8398466C}"/>
                  </a:ext>
                </a:extLst>
              </p:cNvPr>
              <p:cNvSpPr/>
              <p:nvPr/>
            </p:nvSpPr>
            <p:spPr>
              <a:xfrm>
                <a:off x="571424" y="2764151"/>
                <a:ext cx="11049153" cy="592657"/>
              </a:xfrm>
              <a:prstGeom prst="rect">
                <a:avLst/>
              </a:prstGeom>
              <a:noFill/>
              <a:ln w="38100">
                <a:solidFill>
                  <a:srgbClr val="FF000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b="0" dirty="0">
                    <a:solidFill>
                      <a:srgbClr val="009900"/>
                    </a:solidFill>
                  </a:rPr>
                  <a:t>  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b="0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sSubPr>
                        <m:ctrlP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b="0" i="0" smtClean="0">
                        <a:solidFill>
                          <a:schemeClr val="accent5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sSubPr>
                        <m:ctrlP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0" smtClean="0">
                        <a:solidFill>
                          <a:srgbClr val="890E4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          </a:t>
                </a:r>
                <a14:m>
                  <m:oMath xmlns:m="http://schemas.openxmlformats.org/officeDocument/2006/math">
                    <m:r>
                      <a:rPr lang="en-IN" sz="2800">
                        <a:solidFill>
                          <a:srgbClr val="009900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sSubPr>
                        <m:ctrlPr>
                          <a:rPr lang="en-IN" sz="2800" i="1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i="1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sSubPr>
                        <m:ctrlPr>
                          <a:rPr lang="en-IN" sz="28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>
                        <a:solidFill>
                          <a:schemeClr val="accent5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sSubPr>
                        <m:ctrlPr>
                          <a:rPr lang="en-IN" sz="2800" i="1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i="1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890E4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        </a:t>
                </a:r>
                <a14:m>
                  <m:oMath xmlns:m="http://schemas.openxmlformats.org/officeDocument/2006/math">
                    <m:r>
                      <a:rPr lang="en-IN" sz="2800">
                        <a:solidFill>
                          <a:srgbClr val="0099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sSubPr>
                        <m:ctrlPr>
                          <a:rPr lang="en-IN" sz="2800" i="1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i="1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IN" sz="28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800">
                        <a:solidFill>
                          <a:schemeClr val="accent5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−2</m:t>
                    </m:r>
                    <m:sSub>
                      <m:sSubPr>
                        <m:ctrlPr>
                          <a:rPr lang="en-IN" sz="2800" i="1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i="1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890E4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CF1CF426-0B93-E56F-154F-F5EB839846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424" y="2764151"/>
                <a:ext cx="11049153" cy="59265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38100">
                <a:solidFill>
                  <a:srgbClr val="FF0000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ight Arrow 3">
            <a:extLst>
              <a:ext uri="{FF2B5EF4-FFF2-40B4-BE49-F238E27FC236}">
                <a16:creationId xmlns:a16="http://schemas.microsoft.com/office/drawing/2014/main" id="{DA54430D-BA68-FA29-1821-D0AF74C73568}"/>
              </a:ext>
            </a:extLst>
          </p:cNvPr>
          <p:cNvSpPr/>
          <p:nvPr/>
        </p:nvSpPr>
        <p:spPr>
          <a:xfrm flipV="1">
            <a:off x="6162207" y="4094053"/>
            <a:ext cx="4289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1EE2310-CE0C-03E4-BBF1-0CE68C7CFC1F}"/>
              </a:ext>
            </a:extLst>
          </p:cNvPr>
          <p:cNvSpPr/>
          <p:nvPr/>
        </p:nvSpPr>
        <p:spPr>
          <a:xfrm>
            <a:off x="416941" y="4634167"/>
            <a:ext cx="4823802" cy="53985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7F584F4-1FC4-AD43-14B5-8D5ADE0A0DB6}"/>
              </a:ext>
            </a:extLst>
          </p:cNvPr>
          <p:cNvSpPr/>
          <p:nvPr/>
        </p:nvSpPr>
        <p:spPr>
          <a:xfrm>
            <a:off x="4907228" y="4021463"/>
            <a:ext cx="1235194" cy="496440"/>
          </a:xfrm>
          <a:prstGeom prst="rect">
            <a:avLst/>
          </a:prstGeom>
          <a:noFill/>
          <a:ln w="38100">
            <a:solidFill>
              <a:srgbClr val="1D578F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E48D565F-6662-02B7-1A7B-F7412B532D8B}"/>
              </a:ext>
            </a:extLst>
          </p:cNvPr>
          <p:cNvSpPr/>
          <p:nvPr/>
        </p:nvSpPr>
        <p:spPr>
          <a:xfrm>
            <a:off x="6597314" y="4006162"/>
            <a:ext cx="2654350" cy="539851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Trivial Solution</a:t>
            </a:r>
          </a:p>
        </p:txBody>
      </p:sp>
    </p:spTree>
    <p:extLst>
      <p:ext uri="{BB962C8B-B14F-4D97-AF65-F5344CB8AC3E}">
        <p14:creationId xmlns:p14="http://schemas.microsoft.com/office/powerpoint/2010/main" val="2629546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animBg="1"/>
      <p:bldP spid="9" grpId="0" animBg="1"/>
      <p:bldP spid="11" grpId="0" animBg="1"/>
      <p:bldP spid="12" grpId="0" animBg="1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F8C9E60-8551-A407-C966-F901E1FC55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Homogeneous System of Linear Equations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EF52C52C-0607-12F8-25CE-AD9DA4F2A09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dirty="0"/>
                  <a:t>In case of infinitely many solutions, </a:t>
                </a:r>
              </a:p>
              <a:p>
                <a:pPr marL="0" lvl="0" indent="0">
                  <a:buNone/>
                </a:pPr>
                <a:r>
                  <a:rPr lang="en-US" dirty="0"/>
                  <a:t>   </a:t>
                </a:r>
                <a:r>
                  <a:rPr lang="en-US" b="1" dirty="0">
                    <a:solidFill>
                      <a:srgbClr val="FF0000"/>
                    </a:solidFill>
                  </a:rPr>
                  <a:t>Number of free variables </a:t>
                </a:r>
                <a14:m>
                  <m:oMath xmlns:m="http://schemas.openxmlformats.org/officeDocument/2006/math">
                    <m:r>
                      <a:rPr lang="en-IN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𝐧</m:t>
                    </m:r>
                    <m:r>
                      <a:rPr lang="en-IN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b="1" i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𝛒</m:t>
                    </m:r>
                    <m:d>
                      <m:dPr>
                        <m:ctrlPr>
                          <a:rPr lang="en-IN" b="1" i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</m:d>
                  </m:oMath>
                </a14:m>
                <a:endParaRPr lang="en-US" b="1" dirty="0"/>
              </a:p>
              <a:p>
                <a:pPr marL="0" lvl="0" indent="0">
                  <a:lnSpc>
                    <a:spcPct val="100000"/>
                  </a:lnSpc>
                  <a:buNone/>
                </a:pPr>
                <a:r>
                  <a:rPr lang="en-US" dirty="0"/>
                  <a:t>   Where, free variable is such variable that can take any value in solution set</a:t>
                </a:r>
              </a:p>
              <a:p>
                <a:pPr marL="0" lvl="0" indent="0">
                  <a:lnSpc>
                    <a:spcPct val="100000"/>
                  </a:lnSpc>
                  <a:buNone/>
                </a:pPr>
                <a:r>
                  <a:rPr lang="en-US" dirty="0"/>
                  <a:t>	  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lang="en-US" dirty="0"/>
                  <a:t> is number of variables </a:t>
                </a:r>
              </a:p>
              <a:p>
                <a:pPr marL="0" lvl="0" indent="0">
                  <a:lnSpc>
                    <a:spcPct val="100000"/>
                  </a:lnSpc>
                  <a:buNone/>
                </a:pPr>
                <a:r>
                  <a:rPr lang="en-US" dirty="0"/>
                  <a:t>	  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b="0" i="1"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b="0" i="1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</m:oMath>
                </a14:m>
                <a:r>
                  <a:rPr lang="en-US" dirty="0"/>
                  <a:t> is rank of coefficient matrix A</a:t>
                </a:r>
                <a:endParaRPr lang="en-IN" dirty="0"/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EF52C52C-0607-12F8-25CE-AD9DA4F2A09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294945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8ECD1B-8275-248E-6D26-5FAFBD289F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Idea of Solution by Rank Method</a:t>
            </a:r>
            <a:r>
              <a:rPr lang="en-US" dirty="0"/>
              <a:t> for Homogeneous System</a:t>
            </a:r>
            <a:endParaRPr lang="en-IN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76BDE37-68AD-6DFF-28CA-C07BA94ADEBD}"/>
              </a:ext>
            </a:extLst>
          </p:cNvPr>
          <p:cNvGrpSpPr/>
          <p:nvPr/>
        </p:nvGrpSpPr>
        <p:grpSpPr>
          <a:xfrm>
            <a:off x="4730130" y="932657"/>
            <a:ext cx="2212764" cy="755054"/>
            <a:chOff x="1380959" y="1102516"/>
            <a:chExt cx="1800000" cy="785300"/>
          </a:xfrm>
          <a:solidFill>
            <a:srgbClr val="FF0000"/>
          </a:solidFill>
        </p:grpSpPr>
        <p:sp>
          <p:nvSpPr>
            <p:cNvPr id="26" name="Freeform 11">
              <a:extLst>
                <a:ext uri="{FF2B5EF4-FFF2-40B4-BE49-F238E27FC236}">
                  <a16:creationId xmlns:a16="http://schemas.microsoft.com/office/drawing/2014/main" id="{6B1D541F-25D9-BB1F-D784-F2FA4A98A143}"/>
                </a:ext>
              </a:extLst>
            </p:cNvPr>
            <p:cNvSpPr/>
            <p:nvPr/>
          </p:nvSpPr>
          <p:spPr>
            <a:xfrm>
              <a:off x="1380959" y="1102516"/>
              <a:ext cx="1800000" cy="785300"/>
            </a:xfrm>
            <a:custGeom>
              <a:avLst/>
              <a:gdLst>
                <a:gd name="connsiteX0" fmla="*/ 0 w 2462313"/>
                <a:gd name="connsiteY0" fmla="*/ 275034 h 1649872"/>
                <a:gd name="connsiteX1" fmla="*/ 275034 w 2462313"/>
                <a:gd name="connsiteY1" fmla="*/ 0 h 1649872"/>
                <a:gd name="connsiteX2" fmla="*/ 2187279 w 2462313"/>
                <a:gd name="connsiteY2" fmla="*/ 0 h 1649872"/>
                <a:gd name="connsiteX3" fmla="*/ 2462313 w 2462313"/>
                <a:gd name="connsiteY3" fmla="*/ 275034 h 1649872"/>
                <a:gd name="connsiteX4" fmla="*/ 2462313 w 2462313"/>
                <a:gd name="connsiteY4" fmla="*/ 1374838 h 1649872"/>
                <a:gd name="connsiteX5" fmla="*/ 2187279 w 2462313"/>
                <a:gd name="connsiteY5" fmla="*/ 1649872 h 1649872"/>
                <a:gd name="connsiteX6" fmla="*/ 275034 w 2462313"/>
                <a:gd name="connsiteY6" fmla="*/ 1649872 h 1649872"/>
                <a:gd name="connsiteX7" fmla="*/ 0 w 2462313"/>
                <a:gd name="connsiteY7" fmla="*/ 1374838 h 1649872"/>
                <a:gd name="connsiteX8" fmla="*/ 0 w 2462313"/>
                <a:gd name="connsiteY8" fmla="*/ 275034 h 164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62313" h="1649872">
                  <a:moveTo>
                    <a:pt x="0" y="275034"/>
                  </a:moveTo>
                  <a:cubicBezTo>
                    <a:pt x="0" y="123137"/>
                    <a:pt x="123137" y="0"/>
                    <a:pt x="275034" y="0"/>
                  </a:cubicBezTo>
                  <a:lnTo>
                    <a:pt x="2187279" y="0"/>
                  </a:lnTo>
                  <a:cubicBezTo>
                    <a:pt x="2339176" y="0"/>
                    <a:pt x="2462313" y="123137"/>
                    <a:pt x="2462313" y="275034"/>
                  </a:cubicBezTo>
                  <a:lnTo>
                    <a:pt x="2462313" y="1374838"/>
                  </a:lnTo>
                  <a:cubicBezTo>
                    <a:pt x="2462313" y="1526735"/>
                    <a:pt x="2339176" y="1649872"/>
                    <a:pt x="2187279" y="1649872"/>
                  </a:cubicBezTo>
                  <a:lnTo>
                    <a:pt x="275034" y="1649872"/>
                  </a:lnTo>
                  <a:cubicBezTo>
                    <a:pt x="123137" y="1649872"/>
                    <a:pt x="0" y="1526735"/>
                    <a:pt x="0" y="1374838"/>
                  </a:cubicBezTo>
                  <a:lnTo>
                    <a:pt x="0" y="275034"/>
                  </a:lnTo>
                  <a:close/>
                </a:path>
              </a:pathLst>
            </a:custGeom>
            <a:solidFill>
              <a:schemeClr val="tx2">
                <a:lumMod val="40000"/>
                <a:lumOff val="60000"/>
              </a:schemeClr>
            </a:solidFill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  <a:buFont typeface="Wingdings 3" panose="05040102010807070707" pitchFamily="18" charset="2"/>
                <a:buNone/>
              </a:pPr>
              <a:endParaRPr lang="en-US" sz="2800" dirty="0">
                <a:solidFill>
                  <a:schemeClr val="bg1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721A6421-DE97-3A52-31A1-269C13FE9F4C}"/>
                    </a:ext>
                  </a:extLst>
                </p:cNvPr>
                <p:cNvSpPr/>
                <p:nvPr/>
              </p:nvSpPr>
              <p:spPr>
                <a:xfrm>
                  <a:off x="1546195" y="1196674"/>
                  <a:ext cx="1469527" cy="59698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None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0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𝐀𝐗</m:t>
                        </m:r>
                        <m:r>
                          <a:rPr lang="en-IN" sz="30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30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3000" b="1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721A6421-DE97-3A52-31A1-269C13FE9F4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546195" y="1196674"/>
                  <a:ext cx="1469527" cy="596984"/>
                </a:xfrm>
                <a:prstGeom prst="rect">
                  <a:avLst/>
                </a:prstGeom>
                <a:blipFill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00198A88-A963-5203-7808-C2BFF53EAD53}"/>
              </a:ext>
            </a:extLst>
          </p:cNvPr>
          <p:cNvGrpSpPr/>
          <p:nvPr/>
        </p:nvGrpSpPr>
        <p:grpSpPr>
          <a:xfrm>
            <a:off x="4484096" y="2207317"/>
            <a:ext cx="2778537" cy="1440386"/>
            <a:chOff x="1514530" y="1108889"/>
            <a:chExt cx="1600938" cy="785300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30" name="Freeform 11">
              <a:extLst>
                <a:ext uri="{FF2B5EF4-FFF2-40B4-BE49-F238E27FC236}">
                  <a16:creationId xmlns:a16="http://schemas.microsoft.com/office/drawing/2014/main" id="{424ABC55-1F10-7DCA-E712-652B8D20BB66}"/>
                </a:ext>
              </a:extLst>
            </p:cNvPr>
            <p:cNvSpPr/>
            <p:nvPr/>
          </p:nvSpPr>
          <p:spPr>
            <a:xfrm>
              <a:off x="1514530" y="1108889"/>
              <a:ext cx="1600938" cy="785300"/>
            </a:xfrm>
            <a:custGeom>
              <a:avLst/>
              <a:gdLst>
                <a:gd name="connsiteX0" fmla="*/ 0 w 2462313"/>
                <a:gd name="connsiteY0" fmla="*/ 275034 h 1649872"/>
                <a:gd name="connsiteX1" fmla="*/ 275034 w 2462313"/>
                <a:gd name="connsiteY1" fmla="*/ 0 h 1649872"/>
                <a:gd name="connsiteX2" fmla="*/ 2187279 w 2462313"/>
                <a:gd name="connsiteY2" fmla="*/ 0 h 1649872"/>
                <a:gd name="connsiteX3" fmla="*/ 2462313 w 2462313"/>
                <a:gd name="connsiteY3" fmla="*/ 275034 h 1649872"/>
                <a:gd name="connsiteX4" fmla="*/ 2462313 w 2462313"/>
                <a:gd name="connsiteY4" fmla="*/ 1374838 h 1649872"/>
                <a:gd name="connsiteX5" fmla="*/ 2187279 w 2462313"/>
                <a:gd name="connsiteY5" fmla="*/ 1649872 h 1649872"/>
                <a:gd name="connsiteX6" fmla="*/ 275034 w 2462313"/>
                <a:gd name="connsiteY6" fmla="*/ 1649872 h 1649872"/>
                <a:gd name="connsiteX7" fmla="*/ 0 w 2462313"/>
                <a:gd name="connsiteY7" fmla="*/ 1374838 h 1649872"/>
                <a:gd name="connsiteX8" fmla="*/ 0 w 2462313"/>
                <a:gd name="connsiteY8" fmla="*/ 275034 h 164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62313" h="1649872">
                  <a:moveTo>
                    <a:pt x="0" y="275034"/>
                  </a:moveTo>
                  <a:cubicBezTo>
                    <a:pt x="0" y="123137"/>
                    <a:pt x="123137" y="0"/>
                    <a:pt x="275034" y="0"/>
                  </a:cubicBezTo>
                  <a:lnTo>
                    <a:pt x="2187279" y="0"/>
                  </a:lnTo>
                  <a:cubicBezTo>
                    <a:pt x="2339176" y="0"/>
                    <a:pt x="2462313" y="123137"/>
                    <a:pt x="2462313" y="275034"/>
                  </a:cubicBezTo>
                  <a:lnTo>
                    <a:pt x="2462313" y="1374838"/>
                  </a:lnTo>
                  <a:cubicBezTo>
                    <a:pt x="2462313" y="1526735"/>
                    <a:pt x="2339176" y="1649872"/>
                    <a:pt x="2187279" y="1649872"/>
                  </a:cubicBezTo>
                  <a:lnTo>
                    <a:pt x="275034" y="1649872"/>
                  </a:lnTo>
                  <a:cubicBezTo>
                    <a:pt x="123137" y="1649872"/>
                    <a:pt x="0" y="1526735"/>
                    <a:pt x="0" y="1374838"/>
                  </a:cubicBezTo>
                  <a:lnTo>
                    <a:pt x="0" y="275034"/>
                  </a:lnTo>
                  <a:close/>
                </a:path>
              </a:pathLst>
            </a:cu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  <a:buFont typeface="Wingdings 3" panose="05040102010807070707" pitchFamily="18" charset="2"/>
                <a:buNone/>
              </a:pPr>
              <a:endParaRPr lang="en-US" sz="2400" dirty="0">
                <a:solidFill>
                  <a:schemeClr val="bg1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5C8B5CC4-6DD0-8FD0-733A-C7398B0509B3}"/>
                    </a:ext>
                  </a:extLst>
                </p:cNvPr>
                <p:cNvSpPr/>
                <p:nvPr/>
              </p:nvSpPr>
              <p:spPr>
                <a:xfrm>
                  <a:off x="1656290" y="1196675"/>
                  <a:ext cx="1280248" cy="317498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None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𝐂𝐨𝐧𝐬𝐢𝐬𝐭𝐞𝐧𝐭</m:t>
                        </m:r>
                      </m:oMath>
                    </m:oMathPara>
                  </a14:m>
                  <a:endParaRPr lang="en-IN" sz="2800" b="1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5C8B5CC4-6DD0-8FD0-733A-C7398B0509B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56290" y="1196675"/>
                  <a:ext cx="1280248" cy="317498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: Rounded Corners 31">
                <a:extLst>
                  <a:ext uri="{FF2B5EF4-FFF2-40B4-BE49-F238E27FC236}">
                    <a16:creationId xmlns:a16="http://schemas.microsoft.com/office/drawing/2014/main" id="{DA0616EB-90F8-931C-3A96-593ADCA791B4}"/>
                  </a:ext>
                </a:extLst>
              </p:cNvPr>
              <p:cNvSpPr/>
              <p:nvPr/>
            </p:nvSpPr>
            <p:spPr>
              <a:xfrm>
                <a:off x="4558125" y="2777479"/>
                <a:ext cx="2719070" cy="711200"/>
              </a:xfrm>
              <a:prstGeom prst="round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4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𝛒</m:t>
                      </m:r>
                      <m:d>
                        <m:dPr>
                          <m:ctrlPr>
                            <a:rPr lang="en-IN" sz="24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b="1" i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4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4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𝛒</m:t>
                      </m:r>
                      <m:d>
                        <m:dPr>
                          <m:ctrlPr>
                            <a:rPr lang="en-IN" sz="24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400" b="1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4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"/>
                                  <m:endChr m:val="|"/>
                                  <m:ctrlPr>
                                    <a:rPr lang="en-IN" sz="2400" b="1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400" b="1" i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  <m:r>
                                    <a:rPr lang="en-IN" sz="2400" b="1" i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4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4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4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2" name="Rectangle: Rounded Corners 31">
                <a:extLst>
                  <a:ext uri="{FF2B5EF4-FFF2-40B4-BE49-F238E27FC236}">
                    <a16:creationId xmlns:a16="http://schemas.microsoft.com/office/drawing/2014/main" id="{DA0616EB-90F8-931C-3A96-593ADCA791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58125" y="2777479"/>
                <a:ext cx="2719070" cy="711200"/>
              </a:xfrm>
              <a:prstGeom prst="roundRect">
                <a:avLst/>
              </a:prstGeom>
              <a:blipFill>
                <a:blip r:embed="rId5"/>
                <a:stretch>
                  <a:fillRect l="-673" t="-67241" b="-11120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3" name="Group 32">
            <a:extLst>
              <a:ext uri="{FF2B5EF4-FFF2-40B4-BE49-F238E27FC236}">
                <a16:creationId xmlns:a16="http://schemas.microsoft.com/office/drawing/2014/main" id="{E585B74E-C826-BA17-B210-8C81E7205155}"/>
              </a:ext>
            </a:extLst>
          </p:cNvPr>
          <p:cNvGrpSpPr/>
          <p:nvPr/>
        </p:nvGrpSpPr>
        <p:grpSpPr>
          <a:xfrm>
            <a:off x="968967" y="4622057"/>
            <a:ext cx="4330212" cy="1882027"/>
            <a:chOff x="1403489" y="1108888"/>
            <a:chExt cx="1604271" cy="1026083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34" name="Freeform 11">
              <a:extLst>
                <a:ext uri="{FF2B5EF4-FFF2-40B4-BE49-F238E27FC236}">
                  <a16:creationId xmlns:a16="http://schemas.microsoft.com/office/drawing/2014/main" id="{453A7F52-2120-32D5-D7E3-99769197E852}"/>
                </a:ext>
              </a:extLst>
            </p:cNvPr>
            <p:cNvSpPr/>
            <p:nvPr/>
          </p:nvSpPr>
          <p:spPr>
            <a:xfrm>
              <a:off x="1403489" y="1108888"/>
              <a:ext cx="1604271" cy="1026083"/>
            </a:xfrm>
            <a:custGeom>
              <a:avLst/>
              <a:gdLst>
                <a:gd name="connsiteX0" fmla="*/ 0 w 2462313"/>
                <a:gd name="connsiteY0" fmla="*/ 275034 h 1649872"/>
                <a:gd name="connsiteX1" fmla="*/ 275034 w 2462313"/>
                <a:gd name="connsiteY1" fmla="*/ 0 h 1649872"/>
                <a:gd name="connsiteX2" fmla="*/ 2187279 w 2462313"/>
                <a:gd name="connsiteY2" fmla="*/ 0 h 1649872"/>
                <a:gd name="connsiteX3" fmla="*/ 2462313 w 2462313"/>
                <a:gd name="connsiteY3" fmla="*/ 275034 h 1649872"/>
                <a:gd name="connsiteX4" fmla="*/ 2462313 w 2462313"/>
                <a:gd name="connsiteY4" fmla="*/ 1374838 h 1649872"/>
                <a:gd name="connsiteX5" fmla="*/ 2187279 w 2462313"/>
                <a:gd name="connsiteY5" fmla="*/ 1649872 h 1649872"/>
                <a:gd name="connsiteX6" fmla="*/ 275034 w 2462313"/>
                <a:gd name="connsiteY6" fmla="*/ 1649872 h 1649872"/>
                <a:gd name="connsiteX7" fmla="*/ 0 w 2462313"/>
                <a:gd name="connsiteY7" fmla="*/ 1374838 h 1649872"/>
                <a:gd name="connsiteX8" fmla="*/ 0 w 2462313"/>
                <a:gd name="connsiteY8" fmla="*/ 275034 h 164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62313" h="1649872">
                  <a:moveTo>
                    <a:pt x="0" y="275034"/>
                  </a:moveTo>
                  <a:cubicBezTo>
                    <a:pt x="0" y="123137"/>
                    <a:pt x="123137" y="0"/>
                    <a:pt x="275034" y="0"/>
                  </a:cubicBezTo>
                  <a:lnTo>
                    <a:pt x="2187279" y="0"/>
                  </a:lnTo>
                  <a:cubicBezTo>
                    <a:pt x="2339176" y="0"/>
                    <a:pt x="2462313" y="123137"/>
                    <a:pt x="2462313" y="275034"/>
                  </a:cubicBezTo>
                  <a:lnTo>
                    <a:pt x="2462313" y="1374838"/>
                  </a:lnTo>
                  <a:cubicBezTo>
                    <a:pt x="2462313" y="1526735"/>
                    <a:pt x="2339176" y="1649872"/>
                    <a:pt x="2187279" y="1649872"/>
                  </a:cubicBezTo>
                  <a:lnTo>
                    <a:pt x="275034" y="1649872"/>
                  </a:lnTo>
                  <a:cubicBezTo>
                    <a:pt x="123137" y="1649872"/>
                    <a:pt x="0" y="1526735"/>
                    <a:pt x="0" y="1374838"/>
                  </a:cubicBezTo>
                  <a:lnTo>
                    <a:pt x="0" y="275034"/>
                  </a:lnTo>
                  <a:close/>
                </a:path>
              </a:pathLst>
            </a:cu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</a:pPr>
              <a:endParaRPr lang="en-US" sz="2800" dirty="0">
                <a:solidFill>
                  <a:schemeClr val="bg1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DA901967-5CAB-097F-A2FB-D4CCBCAFE5E5}"/>
                    </a:ext>
                  </a:extLst>
                </p:cNvPr>
                <p:cNvSpPr/>
                <p:nvPr/>
              </p:nvSpPr>
              <p:spPr>
                <a:xfrm>
                  <a:off x="1490006" y="1230366"/>
                  <a:ext cx="1431229" cy="22814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40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𝐔𝐧𝐢𝐪𝐮𝐞</m:t>
                        </m:r>
                        <m:r>
                          <a:rPr lang="en-US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US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𝐓𝐫𝐢𝐯𝐢𝐚𝐥</m:t>
                        </m:r>
                        <m:r>
                          <a:rPr lang="en-IN" sz="24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40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𝐒𝐨𝐥𝐮𝐭𝐢𝐨𝐧</m:t>
                        </m:r>
                      </m:oMath>
                    </m:oMathPara>
                  </a14:m>
                  <a:endParaRPr lang="en-IN" sz="240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DA901967-5CAB-097F-A2FB-D4CCBCAFE5E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90006" y="1230366"/>
                  <a:ext cx="1431229" cy="228145"/>
                </a:xfrm>
                <a:prstGeom prst="rect">
                  <a:avLst/>
                </a:prstGeom>
                <a:blipFill>
                  <a:blip r:embed="rId6"/>
                  <a:stretch>
                    <a:fillRect b="-23529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: Rounded Corners 35">
                <a:extLst>
                  <a:ext uri="{FF2B5EF4-FFF2-40B4-BE49-F238E27FC236}">
                    <a16:creationId xmlns:a16="http://schemas.microsoft.com/office/drawing/2014/main" id="{D7150AD7-84AD-632A-CB7E-FDCF2606BF6D}"/>
                  </a:ext>
                </a:extLst>
              </p:cNvPr>
              <p:cNvSpPr/>
              <p:nvPr/>
            </p:nvSpPr>
            <p:spPr>
              <a:xfrm>
                <a:off x="1418130" y="5236026"/>
                <a:ext cx="3349543" cy="711200"/>
              </a:xfrm>
              <a:prstGeom prst="round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4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𝛒</m:t>
                      </m:r>
                      <m:d>
                        <m:dPr>
                          <m:ctrlPr>
                            <a:rPr lang="en-IN" sz="24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b="1" i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4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4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𝛒</m:t>
                      </m:r>
                      <m:d>
                        <m:dPr>
                          <m:ctrlPr>
                            <a:rPr lang="en-IN" sz="24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400" b="1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4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"/>
                                  <m:endChr m:val="|"/>
                                  <m:ctrlPr>
                                    <a:rPr lang="en-IN" sz="2400" b="1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400" b="1" i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  <m:r>
                                    <a:rPr lang="en-IN" sz="2400" b="1" i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4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4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4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</m:d>
                      <m:r>
                        <a:rPr lang="en-IN" sz="24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4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𝐧</m:t>
                      </m:r>
                    </m:oMath>
                  </m:oMathPara>
                </a14:m>
                <a:endParaRPr lang="en-IN" sz="2400" b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6" name="Rectangle: Rounded Corners 35">
                <a:extLst>
                  <a:ext uri="{FF2B5EF4-FFF2-40B4-BE49-F238E27FC236}">
                    <a16:creationId xmlns:a16="http://schemas.microsoft.com/office/drawing/2014/main" id="{D7150AD7-84AD-632A-CB7E-FDCF2606BF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18130" y="5236026"/>
                <a:ext cx="3349543" cy="711200"/>
              </a:xfrm>
              <a:prstGeom prst="roundRect">
                <a:avLst/>
              </a:prstGeom>
              <a:blipFill>
                <a:blip r:embed="rId7"/>
                <a:stretch>
                  <a:fillRect t="-65812" b="-11025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7" name="Group 36">
            <a:extLst>
              <a:ext uri="{FF2B5EF4-FFF2-40B4-BE49-F238E27FC236}">
                <a16:creationId xmlns:a16="http://schemas.microsoft.com/office/drawing/2014/main" id="{9DAA5F1A-56D3-036D-24B3-1C1035B56851}"/>
              </a:ext>
            </a:extLst>
          </p:cNvPr>
          <p:cNvGrpSpPr/>
          <p:nvPr/>
        </p:nvGrpSpPr>
        <p:grpSpPr>
          <a:xfrm>
            <a:off x="6490033" y="4622057"/>
            <a:ext cx="4494278" cy="1871390"/>
            <a:chOff x="1403489" y="1108889"/>
            <a:chExt cx="2120717" cy="1020284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38" name="Freeform 11">
              <a:extLst>
                <a:ext uri="{FF2B5EF4-FFF2-40B4-BE49-F238E27FC236}">
                  <a16:creationId xmlns:a16="http://schemas.microsoft.com/office/drawing/2014/main" id="{9C072DE3-3C83-5A98-33D4-F539322E5802}"/>
                </a:ext>
              </a:extLst>
            </p:cNvPr>
            <p:cNvSpPr/>
            <p:nvPr/>
          </p:nvSpPr>
          <p:spPr>
            <a:xfrm>
              <a:off x="1403489" y="1108889"/>
              <a:ext cx="2120717" cy="1020284"/>
            </a:xfrm>
            <a:custGeom>
              <a:avLst/>
              <a:gdLst>
                <a:gd name="connsiteX0" fmla="*/ 0 w 2462313"/>
                <a:gd name="connsiteY0" fmla="*/ 275034 h 1649872"/>
                <a:gd name="connsiteX1" fmla="*/ 275034 w 2462313"/>
                <a:gd name="connsiteY1" fmla="*/ 0 h 1649872"/>
                <a:gd name="connsiteX2" fmla="*/ 2187279 w 2462313"/>
                <a:gd name="connsiteY2" fmla="*/ 0 h 1649872"/>
                <a:gd name="connsiteX3" fmla="*/ 2462313 w 2462313"/>
                <a:gd name="connsiteY3" fmla="*/ 275034 h 1649872"/>
                <a:gd name="connsiteX4" fmla="*/ 2462313 w 2462313"/>
                <a:gd name="connsiteY4" fmla="*/ 1374838 h 1649872"/>
                <a:gd name="connsiteX5" fmla="*/ 2187279 w 2462313"/>
                <a:gd name="connsiteY5" fmla="*/ 1649872 h 1649872"/>
                <a:gd name="connsiteX6" fmla="*/ 275034 w 2462313"/>
                <a:gd name="connsiteY6" fmla="*/ 1649872 h 1649872"/>
                <a:gd name="connsiteX7" fmla="*/ 0 w 2462313"/>
                <a:gd name="connsiteY7" fmla="*/ 1374838 h 1649872"/>
                <a:gd name="connsiteX8" fmla="*/ 0 w 2462313"/>
                <a:gd name="connsiteY8" fmla="*/ 275034 h 164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62313" h="1649872">
                  <a:moveTo>
                    <a:pt x="0" y="275034"/>
                  </a:moveTo>
                  <a:cubicBezTo>
                    <a:pt x="0" y="123137"/>
                    <a:pt x="123137" y="0"/>
                    <a:pt x="275034" y="0"/>
                  </a:cubicBezTo>
                  <a:lnTo>
                    <a:pt x="2187279" y="0"/>
                  </a:lnTo>
                  <a:cubicBezTo>
                    <a:pt x="2339176" y="0"/>
                    <a:pt x="2462313" y="123137"/>
                    <a:pt x="2462313" y="275034"/>
                  </a:cubicBezTo>
                  <a:lnTo>
                    <a:pt x="2462313" y="1374838"/>
                  </a:lnTo>
                  <a:cubicBezTo>
                    <a:pt x="2462313" y="1526735"/>
                    <a:pt x="2339176" y="1649872"/>
                    <a:pt x="2187279" y="1649872"/>
                  </a:cubicBezTo>
                  <a:lnTo>
                    <a:pt x="275034" y="1649872"/>
                  </a:lnTo>
                  <a:cubicBezTo>
                    <a:pt x="123137" y="1649872"/>
                    <a:pt x="0" y="1526735"/>
                    <a:pt x="0" y="1374838"/>
                  </a:cubicBezTo>
                  <a:lnTo>
                    <a:pt x="0" y="275034"/>
                  </a:lnTo>
                  <a:close/>
                </a:path>
              </a:pathLst>
            </a:custGeom>
            <a:grpFill/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</a:pPr>
              <a:endParaRPr lang="en-US" sz="2800" dirty="0">
                <a:solidFill>
                  <a:schemeClr val="bg1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FDC96BF4-8CBD-D537-8616-5FC0ECC5ECA9}"/>
                    </a:ext>
                  </a:extLst>
                </p:cNvPr>
                <p:cNvSpPr/>
                <p:nvPr/>
              </p:nvSpPr>
              <p:spPr>
                <a:xfrm>
                  <a:off x="1546195" y="1199109"/>
                  <a:ext cx="1857649" cy="317498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</a:pPr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r>
                          <a:rPr lang="en-IN" sz="240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𝐈𝐧𝐟𝐢𝐧𝐢𝐭𝐞𝐥𝐲</m:t>
                        </m:r>
                        <m:r>
                          <a:rPr lang="en-IN" sz="240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40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𝐦𝐚𝐧𝐲</m:t>
                        </m:r>
                        <m:r>
                          <a:rPr lang="en-IN" sz="240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40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𝐒𝐨𝐥𝐮𝐭𝐢𝐨𝐧𝐬</m:t>
                        </m:r>
                      </m:oMath>
                    </m:oMathPara>
                  </a14:m>
                  <a:endParaRPr lang="en-IN" sz="240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FDC96BF4-8CBD-D537-8616-5FC0ECC5EC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546195" y="1199109"/>
                  <a:ext cx="1857649" cy="317498"/>
                </a:xfrm>
                <a:prstGeom prst="rect">
                  <a:avLst/>
                </a:prstGeom>
                <a:blipFill>
                  <a:blip r:embed="rId8"/>
                  <a:stretch>
                    <a:fillRect l="-1393" b="-315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: Rounded Corners 39">
                <a:extLst>
                  <a:ext uri="{FF2B5EF4-FFF2-40B4-BE49-F238E27FC236}">
                    <a16:creationId xmlns:a16="http://schemas.microsoft.com/office/drawing/2014/main" id="{8C930693-D0B7-A72A-DD0F-51C752AF4821}"/>
                  </a:ext>
                </a:extLst>
              </p:cNvPr>
              <p:cNvSpPr/>
              <p:nvPr/>
            </p:nvSpPr>
            <p:spPr>
              <a:xfrm>
                <a:off x="6828972" y="5229000"/>
                <a:ext cx="3900265" cy="711200"/>
              </a:xfrm>
              <a:prstGeom prst="round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4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𝛒</m:t>
                      </m:r>
                      <m:d>
                        <m:dPr>
                          <m:ctrlPr>
                            <a:rPr lang="en-IN" sz="24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400" b="1" i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4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4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𝛒</m:t>
                      </m:r>
                      <m:d>
                        <m:dPr>
                          <m:ctrlPr>
                            <a:rPr lang="en-IN" sz="24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400" b="1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4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"/>
                                  <m:endChr m:val="|"/>
                                  <m:ctrlPr>
                                    <a:rPr lang="en-IN" sz="2400" b="1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400" b="1" i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  <m:r>
                                    <a:rPr lang="en-IN" sz="2400" b="1" i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4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4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4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</m:d>
                      <m:r>
                        <a:rPr lang="en-IN" sz="24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4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𝐫</m:t>
                      </m:r>
                      <m:r>
                        <a:rPr lang="en-IN" sz="24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&lt;</m:t>
                      </m:r>
                      <m:r>
                        <a:rPr lang="en-IN" sz="24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𝐧</m:t>
                      </m:r>
                    </m:oMath>
                  </m:oMathPara>
                </a14:m>
                <a:endParaRPr lang="en-IN" sz="2400" b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0" name="Rectangle: Rounded Corners 39">
                <a:extLst>
                  <a:ext uri="{FF2B5EF4-FFF2-40B4-BE49-F238E27FC236}">
                    <a16:creationId xmlns:a16="http://schemas.microsoft.com/office/drawing/2014/main" id="{8C930693-D0B7-A72A-DD0F-51C752AF482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8972" y="5229000"/>
                <a:ext cx="3900265" cy="711200"/>
              </a:xfrm>
              <a:prstGeom prst="roundRect">
                <a:avLst/>
              </a:prstGeom>
              <a:blipFill>
                <a:blip r:embed="rId9"/>
                <a:stretch>
                  <a:fillRect t="-66379" b="-11206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16D21FA-A7DE-E0A0-B335-C97E9F0223B6}"/>
                  </a:ext>
                </a:extLst>
              </p:cNvPr>
              <p:cNvSpPr/>
              <p:nvPr/>
            </p:nvSpPr>
            <p:spPr>
              <a:xfrm>
                <a:off x="1375927" y="5889969"/>
                <a:ext cx="3391746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400" b="0" i="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400" b="0" i="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400" i="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number</m:t>
                      </m:r>
                      <m:r>
                        <a:rPr lang="en-IN" sz="2400" i="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400" i="0" dirty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of</m:t>
                      </m:r>
                      <m:r>
                        <a:rPr lang="en-IN" sz="2400" i="0" dirty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400" i="0" dirty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variables</m:t>
                      </m:r>
                    </m:oMath>
                  </m:oMathPara>
                </a14:m>
                <a:endParaRPr lang="en-IN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16D21FA-A7DE-E0A0-B335-C97E9F0223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5927" y="5889969"/>
                <a:ext cx="3391746" cy="468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FBB0C11E-0300-2228-F42B-C4D738F3CFAD}"/>
                  </a:ext>
                </a:extLst>
              </p:cNvPr>
              <p:cNvSpPr/>
              <p:nvPr/>
            </p:nvSpPr>
            <p:spPr>
              <a:xfrm>
                <a:off x="6758378" y="5850840"/>
                <a:ext cx="343170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400" b="0" i="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400" b="0" i="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400" i="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number</m:t>
                      </m:r>
                      <m:r>
                        <a:rPr lang="en-IN" sz="2400" i="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400" i="0" dirty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of</m:t>
                      </m:r>
                      <m:r>
                        <a:rPr lang="en-IN" sz="2400" i="0" dirty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400" i="0" dirty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variables</m:t>
                      </m:r>
                    </m:oMath>
                  </m:oMathPara>
                </a14:m>
                <a:endParaRPr lang="en-IN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FBB0C11E-0300-2228-F42B-C4D738F3CF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8378" y="5850840"/>
                <a:ext cx="3431704" cy="468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3" name="Arrow: Down 52">
            <a:extLst>
              <a:ext uri="{FF2B5EF4-FFF2-40B4-BE49-F238E27FC236}">
                <a16:creationId xmlns:a16="http://schemas.microsoft.com/office/drawing/2014/main" id="{2CC9C8FE-2CF5-45B9-ACD7-4DDB1280B30F}"/>
              </a:ext>
            </a:extLst>
          </p:cNvPr>
          <p:cNvSpPr/>
          <p:nvPr/>
        </p:nvSpPr>
        <p:spPr>
          <a:xfrm>
            <a:off x="5737355" y="1676135"/>
            <a:ext cx="272017" cy="535357"/>
          </a:xfrm>
          <a:prstGeom prst="downArrow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9635381-42FA-4DB8-9D16-3F84D85ED60A}"/>
              </a:ext>
            </a:extLst>
          </p:cNvPr>
          <p:cNvGrpSpPr/>
          <p:nvPr/>
        </p:nvGrpSpPr>
        <p:grpSpPr>
          <a:xfrm>
            <a:off x="2962744" y="3651399"/>
            <a:ext cx="5950041" cy="957987"/>
            <a:chOff x="2962744" y="3651399"/>
            <a:chExt cx="5950041" cy="957987"/>
          </a:xfrm>
        </p:grpSpPr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FCA1B0C-B4BA-160D-85B8-28A2527FFC48}"/>
                </a:ext>
              </a:extLst>
            </p:cNvPr>
            <p:cNvSpPr/>
            <p:nvPr/>
          </p:nvSpPr>
          <p:spPr>
            <a:xfrm rot="10800000">
              <a:off x="2962744" y="4069386"/>
              <a:ext cx="5950041" cy="540000"/>
            </a:xfrm>
            <a:custGeom>
              <a:avLst/>
              <a:gdLst>
                <a:gd name="connsiteX0" fmla="*/ 6673946 w 6786585"/>
                <a:gd name="connsiteY0" fmla="*/ 759997 h 759997"/>
                <a:gd name="connsiteX1" fmla="*/ 3295974 w 6786585"/>
                <a:gd name="connsiteY1" fmla="*/ 759997 h 759997"/>
                <a:gd name="connsiteX2" fmla="*/ 3295974 w 6786585"/>
                <a:gd name="connsiteY2" fmla="*/ 755054 h 759997"/>
                <a:gd name="connsiteX3" fmla="*/ 112639 w 6786585"/>
                <a:gd name="connsiteY3" fmla="*/ 755054 h 759997"/>
                <a:gd name="connsiteX4" fmla="*/ 112639 w 6786585"/>
                <a:gd name="connsiteY4" fmla="*/ 270158 h 759997"/>
                <a:gd name="connsiteX5" fmla="*/ 0 w 6786585"/>
                <a:gd name="connsiteY5" fmla="*/ 270158 h 759997"/>
                <a:gd name="connsiteX6" fmla="*/ 236619 w 6786585"/>
                <a:gd name="connsiteY6" fmla="*/ 0 h 759997"/>
                <a:gd name="connsiteX7" fmla="*/ 473238 w 6786585"/>
                <a:gd name="connsiteY7" fmla="*/ 270158 h 759997"/>
                <a:gd name="connsiteX8" fmla="*/ 360599 w 6786585"/>
                <a:gd name="connsiteY8" fmla="*/ 270158 h 759997"/>
                <a:gd name="connsiteX9" fmla="*/ 360599 w 6786585"/>
                <a:gd name="connsiteY9" fmla="*/ 507094 h 759997"/>
                <a:gd name="connsiteX10" fmla="*/ 3295974 w 6786585"/>
                <a:gd name="connsiteY10" fmla="*/ 507094 h 759997"/>
                <a:gd name="connsiteX11" fmla="*/ 3295974 w 6786585"/>
                <a:gd name="connsiteY11" fmla="*/ 512037 h 759997"/>
                <a:gd name="connsiteX12" fmla="*/ 6425986 w 6786585"/>
                <a:gd name="connsiteY12" fmla="*/ 512037 h 759997"/>
                <a:gd name="connsiteX13" fmla="*/ 6425986 w 6786585"/>
                <a:gd name="connsiteY13" fmla="*/ 275101 h 759997"/>
                <a:gd name="connsiteX14" fmla="*/ 6313347 w 6786585"/>
                <a:gd name="connsiteY14" fmla="*/ 275101 h 759997"/>
                <a:gd name="connsiteX15" fmla="*/ 6549966 w 6786585"/>
                <a:gd name="connsiteY15" fmla="*/ 4943 h 759997"/>
                <a:gd name="connsiteX16" fmla="*/ 6786585 w 6786585"/>
                <a:gd name="connsiteY16" fmla="*/ 275101 h 759997"/>
                <a:gd name="connsiteX17" fmla="*/ 6673946 w 6786585"/>
                <a:gd name="connsiteY17" fmla="*/ 275101 h 75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786585" h="759997">
                  <a:moveTo>
                    <a:pt x="6673946" y="759997"/>
                  </a:moveTo>
                  <a:lnTo>
                    <a:pt x="3295974" y="759997"/>
                  </a:lnTo>
                  <a:lnTo>
                    <a:pt x="3295974" y="755054"/>
                  </a:lnTo>
                  <a:lnTo>
                    <a:pt x="112639" y="755054"/>
                  </a:lnTo>
                  <a:lnTo>
                    <a:pt x="112639" y="270158"/>
                  </a:lnTo>
                  <a:lnTo>
                    <a:pt x="0" y="270158"/>
                  </a:lnTo>
                  <a:lnTo>
                    <a:pt x="236619" y="0"/>
                  </a:lnTo>
                  <a:lnTo>
                    <a:pt x="473238" y="270158"/>
                  </a:lnTo>
                  <a:lnTo>
                    <a:pt x="360599" y="270158"/>
                  </a:lnTo>
                  <a:lnTo>
                    <a:pt x="360599" y="507094"/>
                  </a:lnTo>
                  <a:lnTo>
                    <a:pt x="3295974" y="507094"/>
                  </a:lnTo>
                  <a:lnTo>
                    <a:pt x="3295974" y="512037"/>
                  </a:lnTo>
                  <a:lnTo>
                    <a:pt x="6425986" y="512037"/>
                  </a:lnTo>
                  <a:lnTo>
                    <a:pt x="6425986" y="275101"/>
                  </a:lnTo>
                  <a:lnTo>
                    <a:pt x="6313347" y="275101"/>
                  </a:lnTo>
                  <a:lnTo>
                    <a:pt x="6549966" y="4943"/>
                  </a:lnTo>
                  <a:lnTo>
                    <a:pt x="6786585" y="275101"/>
                  </a:lnTo>
                  <a:lnTo>
                    <a:pt x="6673946" y="27510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  <a:buFont typeface="Wingdings 3" panose="05040102010807070707" pitchFamily="18" charset="2"/>
                <a:buNone/>
              </a:pPr>
              <a:endParaRPr lang="en-IN" sz="2800" dirty="0">
                <a:solidFill>
                  <a:schemeClr val="bg1"/>
                </a:solidFill>
              </a:endParaRP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36B6AEDF-6D8C-4506-B1AF-0C0F8D590007}"/>
                </a:ext>
              </a:extLst>
            </p:cNvPr>
            <p:cNvSpPr/>
            <p:nvPr/>
          </p:nvSpPr>
          <p:spPr>
            <a:xfrm>
              <a:off x="5836511" y="3651399"/>
              <a:ext cx="138896" cy="519612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10183821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6743CC3-DCB0-A4AC-99B4-EFC533212A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Idea of Solution by Determinant Method</a:t>
            </a:r>
            <a:r>
              <a:rPr lang="en-US" dirty="0"/>
              <a:t> for Homogeneous System</a:t>
            </a:r>
            <a:endParaRPr lang="en-IN" dirty="0"/>
          </a:p>
        </p:txBody>
      </p:sp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ADACD8C8-FBF9-A0FA-156E-48C2495EC0A4}"/>
              </a:ext>
            </a:extLst>
          </p:cNvPr>
          <p:cNvSpPr txBox="1">
            <a:spLocks/>
          </p:cNvSpPr>
          <p:nvPr/>
        </p:nvSpPr>
        <p:spPr>
          <a:xfrm>
            <a:off x="124407" y="821295"/>
            <a:ext cx="11940213" cy="899727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For a </a:t>
            </a:r>
            <a:r>
              <a:rPr lang="en-IN" sz="2800" b="1" dirty="0">
                <a:solidFill>
                  <a:srgbClr val="FF0000"/>
                </a:solidFill>
              </a:rPr>
              <a:t>homogeneous</a:t>
            </a:r>
            <a:r>
              <a:rPr lang="en-IN" sz="2800" dirty="0">
                <a:solidFill>
                  <a:srgbClr val="002060"/>
                </a:solidFill>
              </a:rPr>
              <a:t> </a:t>
            </a:r>
            <a:r>
              <a:rPr lang="en-IN" sz="2800" b="1" dirty="0">
                <a:solidFill>
                  <a:srgbClr val="FF0000"/>
                </a:solidFill>
              </a:rPr>
              <a:t>system</a:t>
            </a:r>
            <a:r>
              <a:rPr lang="en-IN" sz="2800" dirty="0">
                <a:solidFill>
                  <a:srgbClr val="002060"/>
                </a:solidFill>
              </a:rPr>
              <a:t>, in which number of equations and number of variables are equal.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5273101-EB34-402E-A313-86BAA5BAE32B}"/>
              </a:ext>
            </a:extLst>
          </p:cNvPr>
          <p:cNvGrpSpPr/>
          <p:nvPr/>
        </p:nvGrpSpPr>
        <p:grpSpPr>
          <a:xfrm>
            <a:off x="1008983" y="1887153"/>
            <a:ext cx="10741740" cy="3901401"/>
            <a:chOff x="1008983" y="1887153"/>
            <a:chExt cx="10741740" cy="3901401"/>
          </a:xfrm>
        </p:grpSpPr>
        <p:sp>
          <p:nvSpPr>
            <p:cNvPr id="8" name="Arrow: Down 7">
              <a:extLst>
                <a:ext uri="{FF2B5EF4-FFF2-40B4-BE49-F238E27FC236}">
                  <a16:creationId xmlns:a16="http://schemas.microsoft.com/office/drawing/2014/main" id="{9E2DFBBA-85F1-C911-19BE-1DCC700ACBDF}"/>
                </a:ext>
              </a:extLst>
            </p:cNvPr>
            <p:cNvSpPr/>
            <p:nvPr/>
          </p:nvSpPr>
          <p:spPr>
            <a:xfrm>
              <a:off x="9542517" y="4083135"/>
              <a:ext cx="272017" cy="686148"/>
            </a:xfrm>
            <a:prstGeom prst="downArrow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Freeform 11">
                  <a:extLst>
                    <a:ext uri="{FF2B5EF4-FFF2-40B4-BE49-F238E27FC236}">
                      <a16:creationId xmlns:a16="http://schemas.microsoft.com/office/drawing/2014/main" id="{747F6A7C-BC95-0C2A-019C-6AC32824DC71}"/>
                    </a:ext>
                  </a:extLst>
                </p:cNvPr>
                <p:cNvSpPr/>
                <p:nvPr/>
              </p:nvSpPr>
              <p:spPr>
                <a:xfrm>
                  <a:off x="1008983" y="4808531"/>
                  <a:ext cx="3773516" cy="970327"/>
                </a:xfrm>
                <a:custGeom>
                  <a:avLst/>
                  <a:gdLst>
                    <a:gd name="connsiteX0" fmla="*/ 0 w 2462313"/>
                    <a:gd name="connsiteY0" fmla="*/ 275034 h 1649872"/>
                    <a:gd name="connsiteX1" fmla="*/ 275034 w 2462313"/>
                    <a:gd name="connsiteY1" fmla="*/ 0 h 1649872"/>
                    <a:gd name="connsiteX2" fmla="*/ 2187279 w 2462313"/>
                    <a:gd name="connsiteY2" fmla="*/ 0 h 1649872"/>
                    <a:gd name="connsiteX3" fmla="*/ 2462313 w 2462313"/>
                    <a:gd name="connsiteY3" fmla="*/ 275034 h 1649872"/>
                    <a:gd name="connsiteX4" fmla="*/ 2462313 w 2462313"/>
                    <a:gd name="connsiteY4" fmla="*/ 1374838 h 1649872"/>
                    <a:gd name="connsiteX5" fmla="*/ 2187279 w 2462313"/>
                    <a:gd name="connsiteY5" fmla="*/ 1649872 h 1649872"/>
                    <a:gd name="connsiteX6" fmla="*/ 275034 w 2462313"/>
                    <a:gd name="connsiteY6" fmla="*/ 1649872 h 1649872"/>
                    <a:gd name="connsiteX7" fmla="*/ 0 w 2462313"/>
                    <a:gd name="connsiteY7" fmla="*/ 1374838 h 1649872"/>
                    <a:gd name="connsiteX8" fmla="*/ 0 w 2462313"/>
                    <a:gd name="connsiteY8" fmla="*/ 275034 h 1649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62313" h="1649872">
                      <a:moveTo>
                        <a:pt x="0" y="275034"/>
                      </a:moveTo>
                      <a:cubicBezTo>
                        <a:pt x="0" y="123137"/>
                        <a:pt x="123137" y="0"/>
                        <a:pt x="275034" y="0"/>
                      </a:cubicBezTo>
                      <a:lnTo>
                        <a:pt x="2187279" y="0"/>
                      </a:lnTo>
                      <a:cubicBezTo>
                        <a:pt x="2339176" y="0"/>
                        <a:pt x="2462313" y="123137"/>
                        <a:pt x="2462313" y="275034"/>
                      </a:cubicBezTo>
                      <a:lnTo>
                        <a:pt x="2462313" y="1374838"/>
                      </a:lnTo>
                      <a:cubicBezTo>
                        <a:pt x="2462313" y="1526735"/>
                        <a:pt x="2339176" y="1649872"/>
                        <a:pt x="2187279" y="1649872"/>
                      </a:cubicBezTo>
                      <a:lnTo>
                        <a:pt x="275034" y="1649872"/>
                      </a:lnTo>
                      <a:cubicBezTo>
                        <a:pt x="123137" y="1649872"/>
                        <a:pt x="0" y="1526735"/>
                        <a:pt x="0" y="1374838"/>
                      </a:cubicBezTo>
                      <a:lnTo>
                        <a:pt x="0" y="275034"/>
                      </a:lnTo>
                      <a:close/>
                    </a:path>
                  </a:pathLst>
                </a:custGeom>
                <a:solidFill>
                  <a:schemeClr val="accent5">
                    <a:lumMod val="20000"/>
                    <a:lumOff val="80000"/>
                  </a:schemeClr>
                </a:solidFill>
                <a:ln w="28575">
                  <a:solidFill>
                    <a:schemeClr val="tx1"/>
                  </a:solidFill>
                </a:ln>
              </p:spPr>
              <p:txBody>
                <a:bodyPr vert="horz" wrap="square" lIns="91440" tIns="45720" rIns="9144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None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400" b="1" i="0" dirty="0" smtClean="0">
                            <a:latin typeface="Cambria Math" panose="02040503050406030204" pitchFamily="18" charset="0"/>
                          </a:rPr>
                          <m:t>𝐔𝐧𝐢𝐪𝐮𝐞</m:t>
                        </m:r>
                        <m:r>
                          <a:rPr lang="en-US" sz="2400" b="1" i="0" dirty="0" smtClean="0"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US" sz="2400" b="1" i="0" dirty="0" smtClean="0">
                            <a:latin typeface="Cambria Math" panose="02040503050406030204" pitchFamily="18" charset="0"/>
                          </a:rPr>
                          <m:t>𝐓𝐫𝐢𝐯𝐢𝐚𝐥</m:t>
                        </m:r>
                        <m:r>
                          <a:rPr lang="en-US" sz="2400" b="1" i="0" dirty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400" b="1" i="0" dirty="0" smtClean="0">
                            <a:latin typeface="Cambria Math" panose="02040503050406030204" pitchFamily="18" charset="0"/>
                          </a:rPr>
                          <m:t>𝐒𝐨𝐥𝐮𝐭𝐢𝐨𝐧</m:t>
                        </m:r>
                      </m:oMath>
                    </m:oMathPara>
                  </a14:m>
                  <a:endParaRPr lang="en-IN" sz="2400" b="1" dirty="0"/>
                </a:p>
              </p:txBody>
            </p:sp>
          </mc:Choice>
          <mc:Fallback xmlns="">
            <p:sp>
              <p:nvSpPr>
                <p:cNvPr id="10" name="Freeform 11">
                  <a:extLst>
                    <a:ext uri="{FF2B5EF4-FFF2-40B4-BE49-F238E27FC236}">
                      <a16:creationId xmlns:a16="http://schemas.microsoft.com/office/drawing/2014/main" id="{747F6A7C-BC95-0C2A-019C-6AC32824DC7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08983" y="4808531"/>
                  <a:ext cx="3773516" cy="970327"/>
                </a:xfrm>
                <a:custGeom>
                  <a:avLst/>
                  <a:gdLst>
                    <a:gd name="connsiteX0" fmla="*/ 0 w 2462313"/>
                    <a:gd name="connsiteY0" fmla="*/ 275034 h 1649872"/>
                    <a:gd name="connsiteX1" fmla="*/ 275034 w 2462313"/>
                    <a:gd name="connsiteY1" fmla="*/ 0 h 1649872"/>
                    <a:gd name="connsiteX2" fmla="*/ 2187279 w 2462313"/>
                    <a:gd name="connsiteY2" fmla="*/ 0 h 1649872"/>
                    <a:gd name="connsiteX3" fmla="*/ 2462313 w 2462313"/>
                    <a:gd name="connsiteY3" fmla="*/ 275034 h 1649872"/>
                    <a:gd name="connsiteX4" fmla="*/ 2462313 w 2462313"/>
                    <a:gd name="connsiteY4" fmla="*/ 1374838 h 1649872"/>
                    <a:gd name="connsiteX5" fmla="*/ 2187279 w 2462313"/>
                    <a:gd name="connsiteY5" fmla="*/ 1649872 h 1649872"/>
                    <a:gd name="connsiteX6" fmla="*/ 275034 w 2462313"/>
                    <a:gd name="connsiteY6" fmla="*/ 1649872 h 1649872"/>
                    <a:gd name="connsiteX7" fmla="*/ 0 w 2462313"/>
                    <a:gd name="connsiteY7" fmla="*/ 1374838 h 1649872"/>
                    <a:gd name="connsiteX8" fmla="*/ 0 w 2462313"/>
                    <a:gd name="connsiteY8" fmla="*/ 275034 h 1649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62313" h="1649872">
                      <a:moveTo>
                        <a:pt x="0" y="275034"/>
                      </a:moveTo>
                      <a:cubicBezTo>
                        <a:pt x="0" y="123137"/>
                        <a:pt x="123137" y="0"/>
                        <a:pt x="275034" y="0"/>
                      </a:cubicBezTo>
                      <a:lnTo>
                        <a:pt x="2187279" y="0"/>
                      </a:lnTo>
                      <a:cubicBezTo>
                        <a:pt x="2339176" y="0"/>
                        <a:pt x="2462313" y="123137"/>
                        <a:pt x="2462313" y="275034"/>
                      </a:cubicBezTo>
                      <a:lnTo>
                        <a:pt x="2462313" y="1374838"/>
                      </a:lnTo>
                      <a:cubicBezTo>
                        <a:pt x="2462313" y="1526735"/>
                        <a:pt x="2339176" y="1649872"/>
                        <a:pt x="2187279" y="1649872"/>
                      </a:cubicBezTo>
                      <a:lnTo>
                        <a:pt x="275034" y="1649872"/>
                      </a:lnTo>
                      <a:cubicBezTo>
                        <a:pt x="123137" y="1649872"/>
                        <a:pt x="0" y="1526735"/>
                        <a:pt x="0" y="1374838"/>
                      </a:cubicBezTo>
                      <a:lnTo>
                        <a:pt x="0" y="275034"/>
                      </a:lnTo>
                      <a:close/>
                    </a:path>
                  </a:pathLst>
                </a:custGeom>
                <a:blipFill>
                  <a:blip r:embed="rId2"/>
                  <a:stretch>
                    <a:fillRect/>
                  </a:stretch>
                </a:blipFill>
                <a:ln w="28575">
                  <a:solidFill>
                    <a:schemeClr val="tx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Rectangle: Diagonal Corners Rounded 10">
                  <a:extLst>
                    <a:ext uri="{FF2B5EF4-FFF2-40B4-BE49-F238E27FC236}">
                      <a16:creationId xmlns:a16="http://schemas.microsoft.com/office/drawing/2014/main" id="{1AD6DF44-2551-5C01-0547-237680BB3DBB}"/>
                    </a:ext>
                  </a:extLst>
                </p:cNvPr>
                <p:cNvSpPr/>
                <p:nvPr/>
              </p:nvSpPr>
              <p:spPr>
                <a:xfrm>
                  <a:off x="2161375" y="3545404"/>
                  <a:ext cx="1468736" cy="579777"/>
                </a:xfrm>
                <a:prstGeom prst="round2DiagRect">
                  <a:avLst/>
                </a:prstGeom>
                <a:solidFill>
                  <a:schemeClr val="tx2">
                    <a:lumMod val="20000"/>
                    <a:lumOff val="80000"/>
                  </a:schemeClr>
                </a:solidFill>
                <a:ln w="28575">
                  <a:solidFill>
                    <a:schemeClr val="tx1"/>
                  </a:solidFill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"/>
                      </m:oMathParaPr>
                      <m:oMath xmlns:m="http://schemas.openxmlformats.org/officeDocument/2006/math"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| 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|</m:t>
                        </m:r>
                        <m:r>
                          <a:rPr lang="en-IN" sz="24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≠</m:t>
                        </m:r>
                        <m:r>
                          <a:rPr lang="en-IN" sz="24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400" b="1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11" name="Rectangle: Diagonal Corners Rounded 10">
                  <a:extLst>
                    <a:ext uri="{FF2B5EF4-FFF2-40B4-BE49-F238E27FC236}">
                      <a16:creationId xmlns:a16="http://schemas.microsoft.com/office/drawing/2014/main" id="{1AD6DF44-2551-5C01-0547-237680BB3DB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161375" y="3545404"/>
                  <a:ext cx="1468736" cy="579777"/>
                </a:xfrm>
                <a:prstGeom prst="round2DiagRect">
                  <a:avLst/>
                </a:prstGeom>
                <a:blipFill>
                  <a:blip r:embed="rId3"/>
                  <a:stretch>
                    <a:fillRect b="-2000"/>
                  </a:stretch>
                </a:blipFill>
                <a:ln w="28575">
                  <a:solidFill>
                    <a:schemeClr val="tx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F2A49E1-B2AB-FF46-C8F4-E872A26BDF69}"/>
                </a:ext>
              </a:extLst>
            </p:cNvPr>
            <p:cNvGrpSpPr/>
            <p:nvPr/>
          </p:nvGrpSpPr>
          <p:grpSpPr>
            <a:xfrm>
              <a:off x="7519917" y="4818227"/>
              <a:ext cx="4230806" cy="970327"/>
              <a:chOff x="7233314" y="4628371"/>
              <a:chExt cx="4230806" cy="970327"/>
            </a:xfrm>
          </p:grpSpPr>
          <p:sp>
            <p:nvSpPr>
              <p:cNvPr id="9" name="Freeform 11">
                <a:extLst>
                  <a:ext uri="{FF2B5EF4-FFF2-40B4-BE49-F238E27FC236}">
                    <a16:creationId xmlns:a16="http://schemas.microsoft.com/office/drawing/2014/main" id="{9FAE081F-91B0-BF67-A33B-9E1BB156C74C}"/>
                  </a:ext>
                </a:extLst>
              </p:cNvPr>
              <p:cNvSpPr/>
              <p:nvPr/>
            </p:nvSpPr>
            <p:spPr>
              <a:xfrm>
                <a:off x="7233314" y="4628371"/>
                <a:ext cx="4230806" cy="970327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28575"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:endParaRPr lang="en-US" sz="2400" dirty="0">
                  <a:solidFill>
                    <a:schemeClr val="bg1"/>
                  </a:solidFill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" name="Rectangle 12">
                    <a:extLst>
                      <a:ext uri="{FF2B5EF4-FFF2-40B4-BE49-F238E27FC236}">
                        <a16:creationId xmlns:a16="http://schemas.microsoft.com/office/drawing/2014/main" id="{7FE55CE1-82EF-440F-EB30-8E67CC820E7D}"/>
                      </a:ext>
                    </a:extLst>
                  </p:cNvPr>
                  <p:cNvSpPr/>
                  <p:nvPr/>
                </p:nvSpPr>
                <p:spPr>
                  <a:xfrm>
                    <a:off x="7455929" y="4795248"/>
                    <a:ext cx="3845629" cy="637319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rtlCol="0" anchor="ctr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lnSpc>
                        <a:spcPct val="90000"/>
                      </a:lnSpc>
                      <a:spcBef>
                        <a:spcPts val="1000"/>
                      </a:spcBef>
                      <a:buClr>
                        <a:schemeClr val="accent6"/>
                      </a:buClr>
                      <a:buFont typeface="Wingdings 3" panose="05040102010807070707" pitchFamily="18" charset="2"/>
                      <a:buNone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𝐈𝐧𝐟𝐢𝐧𝐢𝐭𝐞𝐥𝐲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𝐦𝐚𝐧𝐲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𝐬𝐨𝐥𝐮𝐭𝐢𝐨𝐧𝐬</m:t>
                          </m:r>
                        </m:oMath>
                      </m:oMathPara>
                    </a14:m>
                    <a:endParaRPr lang="en-IN" sz="2400" b="1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" name="Rectangle 12">
                    <a:extLst>
                      <a:ext uri="{FF2B5EF4-FFF2-40B4-BE49-F238E27FC236}">
                        <a16:creationId xmlns:a16="http://schemas.microsoft.com/office/drawing/2014/main" id="{7FE55CE1-82EF-440F-EB30-8E67CC820E7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455929" y="4795248"/>
                    <a:ext cx="3845629" cy="637319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951" r="-158"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A37586E3-7229-231A-1B58-3EE67F57723C}"/>
                </a:ext>
              </a:extLst>
            </p:cNvPr>
            <p:cNvGrpSpPr/>
            <p:nvPr/>
          </p:nvGrpSpPr>
          <p:grpSpPr>
            <a:xfrm>
              <a:off x="4088019" y="1887153"/>
              <a:ext cx="4435007" cy="1291815"/>
              <a:chOff x="1386991" y="1101257"/>
              <a:chExt cx="1570513" cy="785300"/>
            </a:xfrm>
            <a:solidFill>
              <a:srgbClr val="92D050"/>
            </a:solidFill>
          </p:grpSpPr>
          <p:sp>
            <p:nvSpPr>
              <p:cNvPr id="17" name="Freeform 11">
                <a:extLst>
                  <a:ext uri="{FF2B5EF4-FFF2-40B4-BE49-F238E27FC236}">
                    <a16:creationId xmlns:a16="http://schemas.microsoft.com/office/drawing/2014/main" id="{C6C7511B-E979-3A55-D798-4612FA51D78F}"/>
                  </a:ext>
                </a:extLst>
              </p:cNvPr>
              <p:cNvSpPr/>
              <p:nvPr/>
            </p:nvSpPr>
            <p:spPr>
              <a:xfrm>
                <a:off x="1491345" y="1101257"/>
                <a:ext cx="1361804" cy="785300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28575"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:endParaRPr lang="en-US" sz="2800" dirty="0">
                  <a:solidFill>
                    <a:schemeClr val="bg1"/>
                  </a:solidFill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5F2177EC-9B3C-F666-FE75-988E936929DF}"/>
                      </a:ext>
                    </a:extLst>
                  </p:cNvPr>
                  <p:cNvSpPr/>
                  <p:nvPr/>
                </p:nvSpPr>
                <p:spPr>
                  <a:xfrm>
                    <a:off x="1386991" y="1179369"/>
                    <a:ext cx="1570513" cy="629075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rtlCol="0" anchor="ctr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lnSpc>
                        <a:spcPct val="90000"/>
                      </a:lnSpc>
                      <a:spcBef>
                        <a:spcPts val="1000"/>
                      </a:spcBef>
                      <a:buClr>
                        <a:schemeClr val="accent6"/>
                      </a:buClr>
                      <a:buFont typeface="Wingdings 3" panose="05040102010807070707" pitchFamily="18" charset="2"/>
                      <a:buNone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𝐅𝐢𝐧𝐝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𝐭𝐡𝐞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𝐝𝐞𝐭𝐞𝐫𝐦𝐢𝐧𝐚𝐧𝐭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𝐨𝐟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en-IN" sz="2400" b="1" i="0" dirty="0">
                      <a:solidFill>
                        <a:schemeClr val="tx1"/>
                      </a:solidFill>
                      <a:latin typeface="Cambria Math" panose="02040503050406030204" pitchFamily="18" charset="0"/>
                    </a:endParaRPr>
                  </a:p>
                  <a:p>
                    <a:pPr>
                      <a:lnSpc>
                        <a:spcPct val="90000"/>
                      </a:lnSpc>
                      <a:spcBef>
                        <a:spcPts val="1000"/>
                      </a:spcBef>
                      <a:buClr>
                        <a:schemeClr val="accent6"/>
                      </a:buClr>
                      <a:buFont typeface="Wingdings 3" panose="05040102010807070707" pitchFamily="18" charset="2"/>
                      <a:buNone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𝐜𝐨𝐞𝐟𝐟𝐢𝐜𝐢𝐞𝐧𝐭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𝐦𝐚𝐭𝐫𝐢𝐱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oMath>
                      </m:oMathPara>
                    </a14:m>
                    <a:endParaRPr lang="en-IN" sz="2400" b="1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5F2177EC-9B3C-F666-FE75-988E936929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386991" y="1179369"/>
                    <a:ext cx="1570513" cy="629075"/>
                  </a:xfrm>
                  <a:prstGeom prst="rect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sp>
          <p:nvSpPr>
            <p:cNvPr id="19" name="Bent-Up Arrow 9">
              <a:extLst>
                <a:ext uri="{FF2B5EF4-FFF2-40B4-BE49-F238E27FC236}">
                  <a16:creationId xmlns:a16="http://schemas.microsoft.com/office/drawing/2014/main" id="{7EA992E4-6D64-BB33-901B-CF00E3A13E03}"/>
                </a:ext>
              </a:extLst>
            </p:cNvPr>
            <p:cNvSpPr/>
            <p:nvPr/>
          </p:nvSpPr>
          <p:spPr>
            <a:xfrm rot="10800000" flipH="1">
              <a:off x="8228336" y="2482465"/>
              <a:ext cx="1638057" cy="1044032"/>
            </a:xfrm>
            <a:prstGeom prst="bentUpArrow">
              <a:avLst>
                <a:gd name="adj1" fmla="val 13300"/>
                <a:gd name="adj2" fmla="val 16174"/>
                <a:gd name="adj3" fmla="val 19156"/>
              </a:avLst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  <a:buFont typeface="Wingdings 3" panose="05040102010807070707" pitchFamily="18" charset="2"/>
                <a:buNone/>
              </a:pPr>
              <a:endParaRPr lang="en-IN" sz="2800" dirty="0">
                <a:solidFill>
                  <a:schemeClr val="bg1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Rectangle: Diagonal Corners Rounded 19">
                  <a:extLst>
                    <a:ext uri="{FF2B5EF4-FFF2-40B4-BE49-F238E27FC236}">
                      <a16:creationId xmlns:a16="http://schemas.microsoft.com/office/drawing/2014/main" id="{1ECBEA3B-B59D-6DEC-D07D-D6C7803B7B8A}"/>
                    </a:ext>
                  </a:extLst>
                </p:cNvPr>
                <p:cNvSpPr/>
                <p:nvPr/>
              </p:nvSpPr>
              <p:spPr>
                <a:xfrm>
                  <a:off x="8944158" y="3548654"/>
                  <a:ext cx="1468736" cy="570033"/>
                </a:xfrm>
                <a:prstGeom prst="round2DiagRect">
                  <a:avLst/>
                </a:prstGeom>
                <a:solidFill>
                  <a:schemeClr val="tx2">
                    <a:lumMod val="20000"/>
                    <a:lumOff val="80000"/>
                  </a:schemeClr>
                </a:solidFill>
                <a:ln w="28575">
                  <a:solidFill>
                    <a:schemeClr val="tx1"/>
                  </a:solidFill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"/>
                      </m:oMathParaPr>
                      <m:oMath xmlns:m="http://schemas.openxmlformats.org/officeDocument/2006/math"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| 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|</m:t>
                        </m:r>
                        <m:r>
                          <a:rPr lang="en-IN" sz="24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  <m:r>
                          <a:rPr lang="en-IN" sz="24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400" b="1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20" name="Rectangle: Diagonal Corners Rounded 19">
                  <a:extLst>
                    <a:ext uri="{FF2B5EF4-FFF2-40B4-BE49-F238E27FC236}">
                      <a16:creationId xmlns:a16="http://schemas.microsoft.com/office/drawing/2014/main" id="{1ECBEA3B-B59D-6DEC-D07D-D6C7803B7B8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44158" y="3548654"/>
                  <a:ext cx="1468736" cy="570033"/>
                </a:xfrm>
                <a:prstGeom prst="round2DiagRect">
                  <a:avLst/>
                </a:prstGeom>
                <a:blipFill>
                  <a:blip r:embed="rId7"/>
                  <a:stretch>
                    <a:fillRect b="-2020"/>
                  </a:stretch>
                </a:blipFill>
                <a:ln w="28575">
                  <a:solidFill>
                    <a:schemeClr val="tx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2" name="Arrow: Down 21">
              <a:extLst>
                <a:ext uri="{FF2B5EF4-FFF2-40B4-BE49-F238E27FC236}">
                  <a16:creationId xmlns:a16="http://schemas.microsoft.com/office/drawing/2014/main" id="{20A018FC-3A90-28B7-B970-218F99AC44FF}"/>
                </a:ext>
              </a:extLst>
            </p:cNvPr>
            <p:cNvSpPr/>
            <p:nvPr/>
          </p:nvSpPr>
          <p:spPr>
            <a:xfrm>
              <a:off x="2759733" y="4141996"/>
              <a:ext cx="272017" cy="686562"/>
            </a:xfrm>
            <a:prstGeom prst="downArrow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23" name="Bent-Up Arrow 9">
              <a:extLst>
                <a:ext uri="{FF2B5EF4-FFF2-40B4-BE49-F238E27FC236}">
                  <a16:creationId xmlns:a16="http://schemas.microsoft.com/office/drawing/2014/main" id="{9B046ABB-C0FD-F74F-0871-3FBA572F427A}"/>
                </a:ext>
              </a:extLst>
            </p:cNvPr>
            <p:cNvSpPr/>
            <p:nvPr/>
          </p:nvSpPr>
          <p:spPr>
            <a:xfrm rot="10800000">
              <a:off x="2744650" y="2484556"/>
              <a:ext cx="1638057" cy="1044032"/>
            </a:xfrm>
            <a:prstGeom prst="bentUpArrow">
              <a:avLst>
                <a:gd name="adj1" fmla="val 13300"/>
                <a:gd name="adj2" fmla="val 16174"/>
                <a:gd name="adj3" fmla="val 19156"/>
              </a:avLst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  <a:buFont typeface="Wingdings 3" panose="05040102010807070707" pitchFamily="18" charset="2"/>
                <a:buNone/>
              </a:pPr>
              <a:endParaRPr lang="en-IN" sz="2800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087400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F8C9E60-8551-A407-C966-F901E1FC55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Non-Homogeneous System of Linear Equations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EF52C52C-0607-12F8-25CE-AD9DA4F2A09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5"/>
                <a:ext cx="11929641" cy="1208424"/>
              </a:xfrm>
            </p:spPr>
            <p:txBody>
              <a:bodyPr/>
              <a:lstStyle/>
              <a:p>
                <a:pPr lvl="0"/>
                <a:r>
                  <a:rPr lang="en-US" dirty="0"/>
                  <a:t>In a system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</a:rPr>
                      <m:t>AX</m:t>
                    </m:r>
                    <m:r>
                      <a:rPr lang="en-US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, if constant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is not a zero matrix, then the system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</a:rPr>
                      <m:t>AX</m:t>
                    </m:r>
                    <m:r>
                      <a:rPr lang="en-US" b="0" i="0" smtClean="0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IN" dirty="0"/>
                  <a:t> is known as non-homogeneous system of linear equations.</a:t>
                </a:r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EF52C52C-0607-12F8-25CE-AD9DA4F2A09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5"/>
                <a:ext cx="11929641" cy="1208424"/>
              </a:xfrm>
              <a:blipFill>
                <a:blip r:embed="rId3"/>
                <a:stretch>
                  <a:fillRect l="-971" r="-1074" b="-95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TextBox 4">
            <a:extLst>
              <a:ext uri="{FF2B5EF4-FFF2-40B4-BE49-F238E27FC236}">
                <a16:creationId xmlns:a16="http://schemas.microsoft.com/office/drawing/2014/main" id="{5BD03E97-AB01-4E50-B4CC-E2C138AFED9B}"/>
              </a:ext>
            </a:extLst>
          </p:cNvPr>
          <p:cNvSpPr txBox="1"/>
          <p:nvPr/>
        </p:nvSpPr>
        <p:spPr>
          <a:xfrm>
            <a:off x="131180" y="2172027"/>
            <a:ext cx="11929641" cy="11623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65113" indent="-265113" algn="just">
              <a:lnSpc>
                <a:spcPct val="13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</a:pPr>
            <a:r>
              <a:rPr lang="en-IN" sz="2800" dirty="0">
                <a:solidFill>
                  <a:srgbClr val="002060"/>
                </a:solidFill>
              </a:rPr>
              <a:t>Non-homogeneous system has either unique solution, infinitely many solutions or no solution.</a:t>
            </a:r>
          </a:p>
        </p:txBody>
      </p:sp>
    </p:spTree>
    <p:extLst>
      <p:ext uri="{BB962C8B-B14F-4D97-AF65-F5344CB8AC3E}">
        <p14:creationId xmlns:p14="http://schemas.microsoft.com/office/powerpoint/2010/main" val="26316182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8ECD1B-8275-248E-6D26-5FAFBD289F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Idea of Solution by Rank Method for Non-Homogeneous System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E7BB182-093A-491C-B196-EA53232FC955}"/>
              </a:ext>
            </a:extLst>
          </p:cNvPr>
          <p:cNvGrpSpPr/>
          <p:nvPr/>
        </p:nvGrpSpPr>
        <p:grpSpPr>
          <a:xfrm>
            <a:off x="522106" y="836804"/>
            <a:ext cx="11159277" cy="5597832"/>
            <a:chOff x="522106" y="836804"/>
            <a:chExt cx="11159277" cy="5597832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976BDE37-68AD-6DFF-28CA-C07BA94ADEBD}"/>
                </a:ext>
              </a:extLst>
            </p:cNvPr>
            <p:cNvGrpSpPr/>
            <p:nvPr/>
          </p:nvGrpSpPr>
          <p:grpSpPr>
            <a:xfrm>
              <a:off x="5369888" y="836804"/>
              <a:ext cx="2212764" cy="755054"/>
              <a:chOff x="1380959" y="1102516"/>
              <a:chExt cx="1800000" cy="785300"/>
            </a:xfrm>
            <a:solidFill>
              <a:srgbClr val="FF0000"/>
            </a:solidFill>
          </p:grpSpPr>
          <p:sp>
            <p:nvSpPr>
              <p:cNvPr id="26" name="Freeform 11">
                <a:extLst>
                  <a:ext uri="{FF2B5EF4-FFF2-40B4-BE49-F238E27FC236}">
                    <a16:creationId xmlns:a16="http://schemas.microsoft.com/office/drawing/2014/main" id="{6B1D541F-25D9-BB1F-D784-F2FA4A98A143}"/>
                  </a:ext>
                </a:extLst>
              </p:cNvPr>
              <p:cNvSpPr/>
              <p:nvPr/>
            </p:nvSpPr>
            <p:spPr>
              <a:xfrm>
                <a:off x="1380959" y="1102516"/>
                <a:ext cx="1800000" cy="785300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solidFill>
                <a:schemeClr val="tx2">
                  <a:lumMod val="40000"/>
                  <a:lumOff val="60000"/>
                </a:schemeClr>
              </a:solidFill>
              <a:ln w="28575"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:endParaRPr lang="en-US" sz="2800" dirty="0">
                  <a:solidFill>
                    <a:schemeClr val="bg1"/>
                  </a:solidFill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id="{721A6421-DE97-3A52-31A1-269C13FE9F4C}"/>
                      </a:ext>
                    </a:extLst>
                  </p:cNvPr>
                  <p:cNvSpPr/>
                  <p:nvPr/>
                </p:nvSpPr>
                <p:spPr>
                  <a:xfrm>
                    <a:off x="1546195" y="1196674"/>
                    <a:ext cx="1469527" cy="596984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rtlCol="0" anchor="ctr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lnSpc>
                        <a:spcPct val="90000"/>
                      </a:lnSpc>
                      <a:spcBef>
                        <a:spcPts val="1000"/>
                      </a:spcBef>
                      <a:buClr>
                        <a:schemeClr val="accent6"/>
                      </a:buClr>
                      <a:buFont typeface="Wingdings 3" panose="05040102010807070707" pitchFamily="18" charset="2"/>
                      <a:buNone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3000" b="1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𝐀𝐗</m:t>
                          </m:r>
                          <m:r>
                            <a:rPr lang="en-IN" sz="3000" b="1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30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𝐁</m:t>
                          </m:r>
                        </m:oMath>
                      </m:oMathPara>
                    </a14:m>
                    <a:endParaRPr lang="en-IN" sz="3000" b="1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id="{721A6421-DE97-3A52-31A1-269C13FE9F4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546195" y="1196674"/>
                    <a:ext cx="1469527" cy="596984"/>
                  </a:xfrm>
                  <a:prstGeom prst="rect">
                    <a:avLst/>
                  </a:prstGeom>
                  <a:blipFill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00198A88-A963-5203-7808-C2BFF53EAD53}"/>
                </a:ext>
              </a:extLst>
            </p:cNvPr>
            <p:cNvGrpSpPr/>
            <p:nvPr/>
          </p:nvGrpSpPr>
          <p:grpSpPr>
            <a:xfrm>
              <a:off x="1421628" y="1870769"/>
              <a:ext cx="2778537" cy="1440386"/>
              <a:chOff x="1514530" y="1108889"/>
              <a:chExt cx="1600938" cy="785300"/>
            </a:xfrm>
            <a:solidFill>
              <a:schemeClr val="accent5">
                <a:lumMod val="20000"/>
                <a:lumOff val="80000"/>
              </a:schemeClr>
            </a:solidFill>
          </p:grpSpPr>
          <p:sp>
            <p:nvSpPr>
              <p:cNvPr id="30" name="Freeform 11">
                <a:extLst>
                  <a:ext uri="{FF2B5EF4-FFF2-40B4-BE49-F238E27FC236}">
                    <a16:creationId xmlns:a16="http://schemas.microsoft.com/office/drawing/2014/main" id="{424ABC55-1F10-7DCA-E712-652B8D20BB66}"/>
                  </a:ext>
                </a:extLst>
              </p:cNvPr>
              <p:cNvSpPr/>
              <p:nvPr/>
            </p:nvSpPr>
            <p:spPr>
              <a:xfrm>
                <a:off x="1514530" y="1108889"/>
                <a:ext cx="1600938" cy="785300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:endParaRPr lang="en-US" sz="2400" dirty="0">
                  <a:solidFill>
                    <a:schemeClr val="bg1"/>
                  </a:solidFill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" name="Rectangle 30">
                    <a:extLst>
                      <a:ext uri="{FF2B5EF4-FFF2-40B4-BE49-F238E27FC236}">
                        <a16:creationId xmlns:a16="http://schemas.microsoft.com/office/drawing/2014/main" id="{5C8B5CC4-6DD0-8FD0-733A-C7398B0509B3}"/>
                      </a:ext>
                    </a:extLst>
                  </p:cNvPr>
                  <p:cNvSpPr/>
                  <p:nvPr/>
                </p:nvSpPr>
                <p:spPr>
                  <a:xfrm>
                    <a:off x="1656290" y="1196675"/>
                    <a:ext cx="1280248" cy="317498"/>
                  </a:xfrm>
                  <a:prstGeom prst="rect">
                    <a:avLst/>
                  </a:prstGeom>
                  <a:grpFill/>
                  <a:ln>
                    <a:noFill/>
                  </a:ln>
                </p:spPr>
                <p:txBody>
                  <a:bodyPr vert="horz" wrap="square" lIns="91440" tIns="45720" rIns="91440" bIns="45720" numCol="1" rtlCol="0" anchor="ctr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lnSpc>
                        <a:spcPct val="90000"/>
                      </a:lnSpc>
                      <a:spcBef>
                        <a:spcPts val="1000"/>
                      </a:spcBef>
                      <a:buClr>
                        <a:schemeClr val="accent6"/>
                      </a:buClr>
                      <a:buFont typeface="Wingdings 3" panose="05040102010807070707" pitchFamily="18" charset="2"/>
                      <a:buNone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𝐂𝐨𝐧𝐬𝐢𝐬𝐭</m:t>
                          </m:r>
                          <m:r>
                            <a:rPr lang="en-GB" sz="28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𝐚𝐧𝐭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1" name="Rectangle 30">
                    <a:extLst>
                      <a:ext uri="{FF2B5EF4-FFF2-40B4-BE49-F238E27FC236}">
                        <a16:creationId xmlns:a16="http://schemas.microsoft.com/office/drawing/2014/main" id="{5C8B5CC4-6DD0-8FD0-733A-C7398B0509B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656290" y="1196675"/>
                    <a:ext cx="1280248" cy="317498"/>
                  </a:xfrm>
                  <a:prstGeom prst="rect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Rectangle: Rounded Corners 31">
                  <a:extLst>
                    <a:ext uri="{FF2B5EF4-FFF2-40B4-BE49-F238E27FC236}">
                      <a16:creationId xmlns:a16="http://schemas.microsoft.com/office/drawing/2014/main" id="{DA0616EB-90F8-931C-3A96-593ADCA791B4}"/>
                    </a:ext>
                  </a:extLst>
                </p:cNvPr>
                <p:cNvSpPr/>
                <p:nvPr/>
              </p:nvSpPr>
              <p:spPr>
                <a:xfrm>
                  <a:off x="1495657" y="2440931"/>
                  <a:ext cx="2719070" cy="711200"/>
                </a:xfrm>
                <a:prstGeom prst="round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𝛒</m:t>
                        </m:r>
                        <m:d>
                          <m:dPr>
                            <m:ctrlPr>
                              <a:rPr lang="en-IN" sz="2400" b="1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b="1" i="0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𝐀</m:t>
                            </m:r>
                          </m:e>
                        </m:d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𝛒</m:t>
                        </m:r>
                        <m:d>
                          <m:dPr>
                            <m:ctrlPr>
                              <a:rPr lang="en-IN" sz="2400" b="1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["/>
                                <m:endChr m:val="]"/>
                                <m:ctrlPr>
                                  <a:rPr lang="en-IN" sz="2400" b="1" i="1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d>
                                  <m:dPr>
                                    <m:begChr m:val=""/>
                                    <m:endChr m:val="|"/>
                                    <m:ctrlPr>
                                      <a:rPr lang="en-IN" sz="2400" b="1" i="1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b="1" i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𝐀</m:t>
                                    </m:r>
                                    <m:r>
                                      <a:rPr lang="en-IN" sz="2400" b="1" i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</m:d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𝐁</m:t>
                                </m:r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</m:e>
                        </m:d>
                      </m:oMath>
                    </m:oMathPara>
                  </a14:m>
                  <a:endParaRPr lang="en-IN" sz="2800" b="1" dirty="0">
                    <a:solidFill>
                      <a:srgbClr val="C00000"/>
                    </a:solidFill>
                  </a:endParaRPr>
                </a:p>
              </p:txBody>
            </p:sp>
          </mc:Choice>
          <mc:Fallback xmlns="">
            <p:sp>
              <p:nvSpPr>
                <p:cNvPr id="32" name="Rectangle: Rounded Corners 31">
                  <a:extLst>
                    <a:ext uri="{FF2B5EF4-FFF2-40B4-BE49-F238E27FC236}">
                      <a16:creationId xmlns:a16="http://schemas.microsoft.com/office/drawing/2014/main" id="{DA0616EB-90F8-931C-3A96-593ADCA791B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95657" y="2440931"/>
                  <a:ext cx="2719070" cy="711200"/>
                </a:xfrm>
                <a:prstGeom prst="roundRect">
                  <a:avLst/>
                </a:prstGeom>
                <a:blipFill>
                  <a:blip r:embed="rId5"/>
                  <a:stretch>
                    <a:fillRect l="-448" t="-65812" b="-11025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E585B74E-C826-BA17-B210-8C81E7205155}"/>
                </a:ext>
              </a:extLst>
            </p:cNvPr>
            <p:cNvGrpSpPr/>
            <p:nvPr/>
          </p:nvGrpSpPr>
          <p:grpSpPr>
            <a:xfrm>
              <a:off x="522106" y="4552609"/>
              <a:ext cx="3881271" cy="1882027"/>
              <a:chOff x="1403489" y="1108888"/>
              <a:chExt cx="1604271" cy="1026083"/>
            </a:xfrm>
            <a:solidFill>
              <a:schemeClr val="accent5">
                <a:lumMod val="20000"/>
                <a:lumOff val="80000"/>
              </a:schemeClr>
            </a:solidFill>
          </p:grpSpPr>
          <p:sp>
            <p:nvSpPr>
              <p:cNvPr id="34" name="Freeform 11">
                <a:extLst>
                  <a:ext uri="{FF2B5EF4-FFF2-40B4-BE49-F238E27FC236}">
                    <a16:creationId xmlns:a16="http://schemas.microsoft.com/office/drawing/2014/main" id="{453A7F52-2120-32D5-D7E3-99769197E852}"/>
                  </a:ext>
                </a:extLst>
              </p:cNvPr>
              <p:cNvSpPr/>
              <p:nvPr/>
            </p:nvSpPr>
            <p:spPr>
              <a:xfrm>
                <a:off x="1403489" y="1108888"/>
                <a:ext cx="1604271" cy="1026083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:endParaRPr lang="en-US" sz="2800" dirty="0">
                  <a:solidFill>
                    <a:schemeClr val="bg1"/>
                  </a:solidFill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5" name="Rectangle 34">
                    <a:extLst>
                      <a:ext uri="{FF2B5EF4-FFF2-40B4-BE49-F238E27FC236}">
                        <a16:creationId xmlns:a16="http://schemas.microsoft.com/office/drawing/2014/main" id="{DA901967-5CAB-097F-A2FB-D4CCBCAFE5E5}"/>
                      </a:ext>
                    </a:extLst>
                  </p:cNvPr>
                  <p:cNvSpPr/>
                  <p:nvPr/>
                </p:nvSpPr>
                <p:spPr>
                  <a:xfrm>
                    <a:off x="1431165" y="1245181"/>
                    <a:ext cx="1516934" cy="228145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rtlCol="0" anchor="ctr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lnSpc>
                        <a:spcPct val="90000"/>
                      </a:lnSpc>
                      <a:spcBef>
                        <a:spcPts val="1000"/>
                      </a:spcBef>
                      <a:buClr>
                        <a:schemeClr val="accent6"/>
                      </a:buClr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40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𝐔𝐧𝐢𝐪𝐮𝐞</m:t>
                          </m:r>
                          <m:r>
                            <a:rPr lang="en-IN" sz="24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/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𝐓𝐫𝐢𝐯𝐢𝐚𝐥</m:t>
                          </m:r>
                          <m:r>
                            <a:rPr lang="en-IN" sz="240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𝐒𝐨𝐥𝐮𝐭𝐢𝐨𝐧</m:t>
                          </m:r>
                        </m:oMath>
                      </m:oMathPara>
                    </a14:m>
                    <a:endParaRPr lang="en-IN" sz="2400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5" name="Rectangle 34">
                    <a:extLst>
                      <a:ext uri="{FF2B5EF4-FFF2-40B4-BE49-F238E27FC236}">
                        <a16:creationId xmlns:a16="http://schemas.microsoft.com/office/drawing/2014/main" id="{DA901967-5CAB-097F-A2FB-D4CCBCAFE5E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431165" y="1245181"/>
                    <a:ext cx="1516934" cy="228145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664" b="-23529"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" name="Rectangle: Rounded Corners 35">
                  <a:extLst>
                    <a:ext uri="{FF2B5EF4-FFF2-40B4-BE49-F238E27FC236}">
                      <a16:creationId xmlns:a16="http://schemas.microsoft.com/office/drawing/2014/main" id="{D7150AD7-84AD-632A-CB7E-FDCF2606BF6D}"/>
                    </a:ext>
                  </a:extLst>
                </p:cNvPr>
                <p:cNvSpPr/>
                <p:nvPr/>
              </p:nvSpPr>
              <p:spPr>
                <a:xfrm>
                  <a:off x="746798" y="5166578"/>
                  <a:ext cx="3349543" cy="711200"/>
                </a:xfrm>
                <a:prstGeom prst="round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𝛒</m:t>
                        </m:r>
                        <m:d>
                          <m:dPr>
                            <m:ctrlPr>
                              <a:rPr lang="en-IN" sz="2400" b="1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b="1" i="0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𝐀</m:t>
                            </m:r>
                          </m:e>
                        </m:d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𝛒</m:t>
                        </m:r>
                        <m:d>
                          <m:dPr>
                            <m:ctrlPr>
                              <a:rPr lang="en-IN" sz="2400" b="1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["/>
                                <m:endChr m:val="]"/>
                                <m:ctrlPr>
                                  <a:rPr lang="en-IN" sz="2400" b="1" i="1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d>
                                  <m:dPr>
                                    <m:begChr m:val=""/>
                                    <m:endChr m:val="|"/>
                                    <m:ctrlPr>
                                      <a:rPr lang="en-IN" sz="2400" b="1" i="1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b="1" i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𝐀</m:t>
                                    </m:r>
                                    <m:r>
                                      <a:rPr lang="en-IN" sz="2400" b="1" i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</m:d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𝐁</m:t>
                                </m:r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</m:e>
                        </m:d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𝐧</m:t>
                        </m:r>
                      </m:oMath>
                    </m:oMathPara>
                  </a14:m>
                  <a:endParaRPr lang="en-IN" sz="2400" b="1" dirty="0">
                    <a:solidFill>
                      <a:srgbClr val="C00000"/>
                    </a:solidFill>
                  </a:endParaRPr>
                </a:p>
              </p:txBody>
            </p:sp>
          </mc:Choice>
          <mc:Fallback xmlns="">
            <p:sp>
              <p:nvSpPr>
                <p:cNvPr id="36" name="Rectangle: Rounded Corners 35">
                  <a:extLst>
                    <a:ext uri="{FF2B5EF4-FFF2-40B4-BE49-F238E27FC236}">
                      <a16:creationId xmlns:a16="http://schemas.microsoft.com/office/drawing/2014/main" id="{D7150AD7-84AD-632A-CB7E-FDCF2606BF6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6798" y="5166578"/>
                  <a:ext cx="3349543" cy="711200"/>
                </a:xfrm>
                <a:prstGeom prst="roundRect">
                  <a:avLst/>
                </a:prstGeom>
                <a:blipFill>
                  <a:blip r:embed="rId7"/>
                  <a:stretch>
                    <a:fillRect t="-67241" b="-11120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9DAA5F1A-56D3-036D-24B3-1C1035B56851}"/>
                </a:ext>
              </a:extLst>
            </p:cNvPr>
            <p:cNvGrpSpPr/>
            <p:nvPr/>
          </p:nvGrpSpPr>
          <p:grpSpPr>
            <a:xfrm>
              <a:off x="5818701" y="4552609"/>
              <a:ext cx="4494278" cy="1871390"/>
              <a:chOff x="1403489" y="1108889"/>
              <a:chExt cx="2120717" cy="1020284"/>
            </a:xfrm>
            <a:solidFill>
              <a:schemeClr val="accent5">
                <a:lumMod val="20000"/>
                <a:lumOff val="80000"/>
              </a:schemeClr>
            </a:solidFill>
          </p:grpSpPr>
          <p:sp>
            <p:nvSpPr>
              <p:cNvPr id="38" name="Freeform 11">
                <a:extLst>
                  <a:ext uri="{FF2B5EF4-FFF2-40B4-BE49-F238E27FC236}">
                    <a16:creationId xmlns:a16="http://schemas.microsoft.com/office/drawing/2014/main" id="{9C072DE3-3C83-5A98-33D4-F539322E5802}"/>
                  </a:ext>
                </a:extLst>
              </p:cNvPr>
              <p:cNvSpPr/>
              <p:nvPr/>
            </p:nvSpPr>
            <p:spPr>
              <a:xfrm>
                <a:off x="1403489" y="1108889"/>
                <a:ext cx="2120717" cy="1020284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:endParaRPr lang="en-US" sz="2800" dirty="0">
                  <a:solidFill>
                    <a:schemeClr val="bg1"/>
                  </a:solidFill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" name="Rectangle 38">
                    <a:extLst>
                      <a:ext uri="{FF2B5EF4-FFF2-40B4-BE49-F238E27FC236}">
                        <a16:creationId xmlns:a16="http://schemas.microsoft.com/office/drawing/2014/main" id="{FDC96BF4-8CBD-D537-8616-5FC0ECC5ECA9}"/>
                      </a:ext>
                    </a:extLst>
                  </p:cNvPr>
                  <p:cNvSpPr/>
                  <p:nvPr/>
                </p:nvSpPr>
                <p:spPr>
                  <a:xfrm>
                    <a:off x="1546195" y="1199109"/>
                    <a:ext cx="1857649" cy="317498"/>
                  </a:xfrm>
                  <a:prstGeom prst="rect">
                    <a:avLst/>
                  </a:prstGeom>
                  <a:grpFill/>
                  <a:ln>
                    <a:noFill/>
                  </a:ln>
                </p:spPr>
                <p:txBody>
                  <a:bodyPr vert="horz" wrap="square" lIns="91440" tIns="45720" rIns="91440" bIns="45720" numCol="1" rtlCol="0" anchor="ctr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lnSpc>
                        <a:spcPct val="90000"/>
                      </a:lnSpc>
                      <a:spcBef>
                        <a:spcPts val="1000"/>
                      </a:spcBef>
                      <a:buClr>
                        <a:schemeClr val="accent6"/>
                      </a:buClr>
                    </a:pPr>
                    <a14:m>
                      <m:oMathPara xmlns:m="http://schemas.openxmlformats.org/officeDocument/2006/math">
                        <m:oMathParaPr>
                          <m:jc m:val="left"/>
                        </m:oMathParaPr>
                        <m:oMath xmlns:m="http://schemas.openxmlformats.org/officeDocument/2006/math">
                          <m:r>
                            <a:rPr lang="en-IN" sz="240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𝐈𝐧𝐟𝐢𝐧𝐢𝐭𝐞𝐥𝐲</m:t>
                          </m:r>
                          <m:r>
                            <a:rPr lang="en-IN" sz="240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𝐦𝐚𝐧𝐲</m:t>
                          </m:r>
                          <m:r>
                            <a:rPr lang="en-IN" sz="240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𝐒𝐨𝐥𝐮𝐭𝐢𝐨𝐧𝐬</m:t>
                          </m:r>
                        </m:oMath>
                      </m:oMathPara>
                    </a14:m>
                    <a:endParaRPr lang="en-IN" sz="2400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9" name="Rectangle 38">
                    <a:extLst>
                      <a:ext uri="{FF2B5EF4-FFF2-40B4-BE49-F238E27FC236}">
                        <a16:creationId xmlns:a16="http://schemas.microsoft.com/office/drawing/2014/main" id="{FDC96BF4-8CBD-D537-8616-5FC0ECC5EC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546195" y="1199109"/>
                    <a:ext cx="1857649" cy="317498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93" b="-3158"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" name="Rectangle: Rounded Corners 39">
                  <a:extLst>
                    <a:ext uri="{FF2B5EF4-FFF2-40B4-BE49-F238E27FC236}">
                      <a16:creationId xmlns:a16="http://schemas.microsoft.com/office/drawing/2014/main" id="{8C930693-D0B7-A72A-DD0F-51C752AF4821}"/>
                    </a:ext>
                  </a:extLst>
                </p:cNvPr>
                <p:cNvSpPr/>
                <p:nvPr/>
              </p:nvSpPr>
              <p:spPr>
                <a:xfrm>
                  <a:off x="6157640" y="5159552"/>
                  <a:ext cx="3900265" cy="711200"/>
                </a:xfrm>
                <a:prstGeom prst="round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𝛒</m:t>
                        </m:r>
                        <m:d>
                          <m:dPr>
                            <m:ctrlPr>
                              <a:rPr lang="en-IN" sz="2400" b="1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b="1" i="0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𝐀</m:t>
                            </m:r>
                          </m:e>
                        </m:d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𝛒</m:t>
                        </m:r>
                        <m:d>
                          <m:dPr>
                            <m:ctrlPr>
                              <a:rPr lang="en-IN" sz="2400" b="1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["/>
                                <m:endChr m:val="]"/>
                                <m:ctrlPr>
                                  <a:rPr lang="en-IN" sz="2400" b="1" i="1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d>
                                  <m:dPr>
                                    <m:begChr m:val=""/>
                                    <m:endChr m:val="|"/>
                                    <m:ctrlPr>
                                      <a:rPr lang="en-IN" sz="2400" b="1" i="1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b="1" i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𝐀</m:t>
                                    </m:r>
                                    <m:r>
                                      <a:rPr lang="en-IN" sz="2400" b="1" i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</m:d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𝐁</m:t>
                                </m:r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</m:e>
                        </m:d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𝐫</m:t>
                        </m:r>
                        <m:r>
                          <a:rPr lang="en-IN" sz="2400" b="1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𝐧</m:t>
                        </m:r>
                      </m:oMath>
                    </m:oMathPara>
                  </a14:m>
                  <a:endParaRPr lang="en-IN" sz="2400" b="1" dirty="0">
                    <a:solidFill>
                      <a:srgbClr val="C00000"/>
                    </a:solidFill>
                  </a:endParaRPr>
                </a:p>
              </p:txBody>
            </p:sp>
          </mc:Choice>
          <mc:Fallback xmlns="">
            <p:sp>
              <p:nvSpPr>
                <p:cNvPr id="40" name="Rectangle: Rounded Corners 39">
                  <a:extLst>
                    <a:ext uri="{FF2B5EF4-FFF2-40B4-BE49-F238E27FC236}">
                      <a16:creationId xmlns:a16="http://schemas.microsoft.com/office/drawing/2014/main" id="{8C930693-D0B7-A72A-DD0F-51C752AF482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57640" y="5159552"/>
                  <a:ext cx="3900265" cy="711200"/>
                </a:xfrm>
                <a:prstGeom prst="roundRect">
                  <a:avLst/>
                </a:prstGeom>
                <a:blipFill>
                  <a:blip r:embed="rId9"/>
                  <a:stretch>
                    <a:fillRect t="-65812" b="-11025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A16D21FA-A7DE-E0A0-B335-C97E9F0223B6}"/>
                    </a:ext>
                  </a:extLst>
                </p:cNvPr>
                <p:cNvSpPr/>
                <p:nvPr/>
              </p:nvSpPr>
              <p:spPr>
                <a:xfrm>
                  <a:off x="704595" y="5820521"/>
                  <a:ext cx="3391746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400" b="0" i="0" dirty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  <m:r>
                          <a:rPr lang="en-IN" sz="2400" b="0" i="0" dirty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IN" sz="2400" i="0" dirty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number</m:t>
                        </m:r>
                        <m:r>
                          <a:rPr lang="en-IN" sz="2400" i="0" dirty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400" i="0" dirty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of</m:t>
                        </m:r>
                        <m:r>
                          <a:rPr lang="en-IN" sz="2400" i="0" dirty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400" i="0" dirty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variables</m:t>
                        </m:r>
                      </m:oMath>
                    </m:oMathPara>
                  </a14:m>
                  <a:endParaRPr lang="en-IN" sz="240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A16D21FA-A7DE-E0A0-B335-C97E9F0223B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4595" y="5820521"/>
                  <a:ext cx="3391746" cy="468000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" name="Bent-Up Arrow 9">
              <a:extLst>
                <a:ext uri="{FF2B5EF4-FFF2-40B4-BE49-F238E27FC236}">
                  <a16:creationId xmlns:a16="http://schemas.microsoft.com/office/drawing/2014/main" id="{6CB98DC9-E1A1-BE6D-41F5-F04C7852093A}"/>
                </a:ext>
              </a:extLst>
            </p:cNvPr>
            <p:cNvSpPr/>
            <p:nvPr/>
          </p:nvSpPr>
          <p:spPr>
            <a:xfrm rot="10800000">
              <a:off x="2639559" y="1115715"/>
              <a:ext cx="2730328" cy="755053"/>
            </a:xfrm>
            <a:prstGeom prst="bentUpArrow">
              <a:avLst>
                <a:gd name="adj1" fmla="val 17708"/>
                <a:gd name="adj2" fmla="val 17035"/>
                <a:gd name="adj3" fmla="val 19156"/>
              </a:avLst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  <a:buFont typeface="Wingdings 3" panose="05040102010807070707" pitchFamily="18" charset="2"/>
                <a:buNone/>
              </a:pPr>
              <a:endParaRPr lang="en-IN" sz="2800" dirty="0">
                <a:solidFill>
                  <a:schemeClr val="bg1"/>
                </a:solidFill>
              </a:endParaRPr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F8B4246A-33D7-09CD-C0E1-DCE4EE02360B}"/>
                </a:ext>
              </a:extLst>
            </p:cNvPr>
            <p:cNvGrpSpPr/>
            <p:nvPr/>
          </p:nvGrpSpPr>
          <p:grpSpPr>
            <a:xfrm>
              <a:off x="8769521" y="1870769"/>
              <a:ext cx="2840021" cy="1440386"/>
              <a:chOff x="1452883" y="1108889"/>
              <a:chExt cx="1636364" cy="785300"/>
            </a:xfrm>
            <a:solidFill>
              <a:schemeClr val="accent5">
                <a:lumMod val="20000"/>
                <a:lumOff val="80000"/>
              </a:schemeClr>
            </a:solidFill>
          </p:grpSpPr>
          <p:sp>
            <p:nvSpPr>
              <p:cNvPr id="44" name="Freeform 11">
                <a:extLst>
                  <a:ext uri="{FF2B5EF4-FFF2-40B4-BE49-F238E27FC236}">
                    <a16:creationId xmlns:a16="http://schemas.microsoft.com/office/drawing/2014/main" id="{2D3AC33E-2433-6435-846A-EA9839938ADF}"/>
                  </a:ext>
                </a:extLst>
              </p:cNvPr>
              <p:cNvSpPr/>
              <p:nvPr/>
            </p:nvSpPr>
            <p:spPr>
              <a:xfrm>
                <a:off x="1452883" y="1108889"/>
                <a:ext cx="1636364" cy="785300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:endParaRPr lang="en-US" sz="2800" dirty="0">
                  <a:solidFill>
                    <a:schemeClr val="bg1"/>
                  </a:solidFill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id="{9DC11673-94F5-AD07-6FB9-E7A8A4FA30DA}"/>
                      </a:ext>
                    </a:extLst>
                  </p:cNvPr>
                  <p:cNvSpPr/>
                  <p:nvPr/>
                </p:nvSpPr>
                <p:spPr>
                  <a:xfrm>
                    <a:off x="1533746" y="1196675"/>
                    <a:ext cx="1469527" cy="317498"/>
                  </a:xfrm>
                  <a:prstGeom prst="rect">
                    <a:avLst/>
                  </a:prstGeom>
                  <a:grpFill/>
                  <a:ln>
                    <a:noFill/>
                  </a:ln>
                </p:spPr>
                <p:txBody>
                  <a:bodyPr vert="horz" wrap="square" lIns="91440" tIns="45720" rIns="91440" bIns="45720" numCol="1" rtlCol="0" anchor="ctr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lnSpc>
                        <a:spcPct val="90000"/>
                      </a:lnSpc>
                      <a:spcBef>
                        <a:spcPts val="1000"/>
                      </a:spcBef>
                      <a:buClr>
                        <a:schemeClr val="accent6"/>
                      </a:buClr>
                      <a:buFont typeface="Wingdings 3" panose="05040102010807070707" pitchFamily="18" charset="2"/>
                      <a:buNone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𝐈𝐧𝐜𝐨𝐧𝐬𝐢𝐬𝐭</m:t>
                          </m:r>
                          <m:r>
                            <a:rPr lang="en-GB" sz="28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𝐚𝐧𝐭</m:t>
                          </m:r>
                        </m:oMath>
                      </m:oMathPara>
                    </a14:m>
                    <a:endParaRPr lang="en-IN" sz="2800" b="1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id="{9DC11673-94F5-AD07-6FB9-E7A8A4FA30D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533746" y="1196675"/>
                    <a:ext cx="1469527" cy="317498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" name="Rectangle: Rounded Corners 45">
                  <a:extLst>
                    <a:ext uri="{FF2B5EF4-FFF2-40B4-BE49-F238E27FC236}">
                      <a16:creationId xmlns:a16="http://schemas.microsoft.com/office/drawing/2014/main" id="{2F78234C-596D-9733-70F5-BC031CA75544}"/>
                    </a:ext>
                  </a:extLst>
                </p:cNvPr>
                <p:cNvSpPr/>
                <p:nvPr/>
              </p:nvSpPr>
              <p:spPr>
                <a:xfrm>
                  <a:off x="8841361" y="2440931"/>
                  <a:ext cx="2840022" cy="711200"/>
                </a:xfrm>
                <a:prstGeom prst="round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𝛒</m:t>
                        </m:r>
                        <m:d>
                          <m:dPr>
                            <m:ctrlPr>
                              <a:rPr lang="en-IN" sz="2400" b="1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b="1" i="0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𝐀</m:t>
                            </m:r>
                          </m:e>
                        </m:d>
                        <m:r>
                          <a:rPr lang="en-IN" sz="2400" b="1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≠</m:t>
                        </m:r>
                        <m:r>
                          <a:rPr lang="en-IN" sz="2400" b="1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𝛒</m:t>
                        </m:r>
                        <m:d>
                          <m:dPr>
                            <m:ctrlPr>
                              <a:rPr lang="en-IN" sz="2400" b="1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["/>
                                <m:endChr m:val="]"/>
                                <m:ctrlPr>
                                  <a:rPr lang="en-IN" sz="2400" b="1" i="1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d>
                                  <m:dPr>
                                    <m:begChr m:val=""/>
                                    <m:endChr m:val="|"/>
                                    <m:ctrlPr>
                                      <a:rPr lang="en-IN" sz="2400" b="1" i="1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b="1" i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𝐀</m:t>
                                    </m:r>
                                    <m:r>
                                      <a:rPr lang="en-IN" sz="2400" b="1" i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</m:d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𝐁</m:t>
                                </m:r>
                                <m:r>
                                  <a:rPr lang="en-IN" sz="2400" b="1" i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</m:e>
                        </m:d>
                      </m:oMath>
                    </m:oMathPara>
                  </a14:m>
                  <a:endParaRPr lang="en-IN" sz="2400" b="1" dirty="0">
                    <a:solidFill>
                      <a:srgbClr val="C00000"/>
                    </a:solidFill>
                  </a:endParaRPr>
                </a:p>
              </p:txBody>
            </p:sp>
          </mc:Choice>
          <mc:Fallback xmlns="">
            <p:sp>
              <p:nvSpPr>
                <p:cNvPr id="46" name="Rectangle: Rounded Corners 45">
                  <a:extLst>
                    <a:ext uri="{FF2B5EF4-FFF2-40B4-BE49-F238E27FC236}">
                      <a16:creationId xmlns:a16="http://schemas.microsoft.com/office/drawing/2014/main" id="{2F78234C-596D-9733-70F5-BC031CA7554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41361" y="2440931"/>
                  <a:ext cx="2840022" cy="711200"/>
                </a:xfrm>
                <a:prstGeom prst="roundRect">
                  <a:avLst/>
                </a:prstGeom>
                <a:blipFill>
                  <a:blip r:embed="rId12"/>
                  <a:stretch>
                    <a:fillRect t="-65812" b="-11025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7" name="Arrow: Down 46">
              <a:extLst>
                <a:ext uri="{FF2B5EF4-FFF2-40B4-BE49-F238E27FC236}">
                  <a16:creationId xmlns:a16="http://schemas.microsoft.com/office/drawing/2014/main" id="{63E544C0-972D-1D25-03D6-E309CB9AD39E}"/>
                </a:ext>
              </a:extLst>
            </p:cNvPr>
            <p:cNvSpPr/>
            <p:nvPr/>
          </p:nvSpPr>
          <p:spPr>
            <a:xfrm>
              <a:off x="10077700" y="3336054"/>
              <a:ext cx="217520" cy="396000"/>
            </a:xfrm>
            <a:prstGeom prst="downArrow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" name="Rectangle: Rounded Corners 47">
                  <a:extLst>
                    <a:ext uri="{FF2B5EF4-FFF2-40B4-BE49-F238E27FC236}">
                      <a16:creationId xmlns:a16="http://schemas.microsoft.com/office/drawing/2014/main" id="{9BE647AC-ADDE-CE65-97F7-E19CAB78FE49}"/>
                    </a:ext>
                  </a:extLst>
                </p:cNvPr>
                <p:cNvSpPr/>
                <p:nvPr/>
              </p:nvSpPr>
              <p:spPr>
                <a:xfrm>
                  <a:off x="9153588" y="3757667"/>
                  <a:ext cx="2065744" cy="582350"/>
                </a:xfrm>
                <a:prstGeom prst="roundRect">
                  <a:avLst/>
                </a:prstGeom>
                <a:solidFill>
                  <a:schemeClr val="accent5">
                    <a:lumMod val="20000"/>
                    <a:lumOff val="80000"/>
                  </a:schemeClr>
                </a:solidFill>
                <a:ln w="28575">
                  <a:solidFill>
                    <a:schemeClr val="tx1"/>
                  </a:solidFill>
                </a:ln>
              </p:spPr>
              <p:txBody>
                <a:bodyPr vert="horz" wrap="square" lIns="91440" tIns="45720" rIns="9144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None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𝐍𝐨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𝐒𝐨𝐥𝐮𝐭𝐢𝐨𝐧</m:t>
                        </m:r>
                      </m:oMath>
                    </m:oMathPara>
                  </a14:m>
                  <a:endParaRPr lang="en-IN" sz="2400" b="1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48" name="Rectangle: Rounded Corners 47">
                  <a:extLst>
                    <a:ext uri="{FF2B5EF4-FFF2-40B4-BE49-F238E27FC236}">
                      <a16:creationId xmlns:a16="http://schemas.microsoft.com/office/drawing/2014/main" id="{9BE647AC-ADDE-CE65-97F7-E19CAB78FE4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53588" y="3757667"/>
                  <a:ext cx="2065744" cy="582350"/>
                </a:xfrm>
                <a:prstGeom prst="roundRect">
                  <a:avLst/>
                </a:prstGeom>
                <a:blipFill>
                  <a:blip r:embed="rId13"/>
                  <a:stretch>
                    <a:fillRect/>
                  </a:stretch>
                </a:blipFill>
                <a:ln w="28575">
                  <a:solidFill>
                    <a:schemeClr val="tx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FBB0C11E-0300-2228-F42B-C4D738F3CFAD}"/>
                    </a:ext>
                  </a:extLst>
                </p:cNvPr>
                <p:cNvSpPr/>
                <p:nvPr/>
              </p:nvSpPr>
              <p:spPr>
                <a:xfrm>
                  <a:off x="6087046" y="5781392"/>
                  <a:ext cx="3431704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400" b="0" i="0" dirty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  <m:r>
                          <a:rPr lang="en-IN" sz="2400" b="0" i="0" dirty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IN" sz="2400" i="0" dirty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number</m:t>
                        </m:r>
                        <m:r>
                          <a:rPr lang="en-IN" sz="2400" i="0" dirty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400" i="0" dirty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of</m:t>
                        </m:r>
                        <m:r>
                          <a:rPr lang="en-IN" sz="2400" i="0" dirty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400" i="0" dirty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variables</m:t>
                        </m:r>
                      </m:oMath>
                    </m:oMathPara>
                  </a14:m>
                  <a:endParaRPr lang="en-IN" sz="240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FBB0C11E-0300-2228-F42B-C4D738F3CFA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087046" y="5781392"/>
                  <a:ext cx="3431704" cy="468000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FCA1B0C-B4BA-160D-85B8-28A2527FFC48}"/>
                </a:ext>
              </a:extLst>
            </p:cNvPr>
            <p:cNvSpPr/>
            <p:nvPr/>
          </p:nvSpPr>
          <p:spPr>
            <a:xfrm rot="10800000">
              <a:off x="2291412" y="3999938"/>
              <a:ext cx="5950041" cy="540000"/>
            </a:xfrm>
            <a:custGeom>
              <a:avLst/>
              <a:gdLst>
                <a:gd name="connsiteX0" fmla="*/ 6673946 w 6786585"/>
                <a:gd name="connsiteY0" fmla="*/ 759997 h 759997"/>
                <a:gd name="connsiteX1" fmla="*/ 3295974 w 6786585"/>
                <a:gd name="connsiteY1" fmla="*/ 759997 h 759997"/>
                <a:gd name="connsiteX2" fmla="*/ 3295974 w 6786585"/>
                <a:gd name="connsiteY2" fmla="*/ 755054 h 759997"/>
                <a:gd name="connsiteX3" fmla="*/ 112639 w 6786585"/>
                <a:gd name="connsiteY3" fmla="*/ 755054 h 759997"/>
                <a:gd name="connsiteX4" fmla="*/ 112639 w 6786585"/>
                <a:gd name="connsiteY4" fmla="*/ 270158 h 759997"/>
                <a:gd name="connsiteX5" fmla="*/ 0 w 6786585"/>
                <a:gd name="connsiteY5" fmla="*/ 270158 h 759997"/>
                <a:gd name="connsiteX6" fmla="*/ 236619 w 6786585"/>
                <a:gd name="connsiteY6" fmla="*/ 0 h 759997"/>
                <a:gd name="connsiteX7" fmla="*/ 473238 w 6786585"/>
                <a:gd name="connsiteY7" fmla="*/ 270158 h 759997"/>
                <a:gd name="connsiteX8" fmla="*/ 360599 w 6786585"/>
                <a:gd name="connsiteY8" fmla="*/ 270158 h 759997"/>
                <a:gd name="connsiteX9" fmla="*/ 360599 w 6786585"/>
                <a:gd name="connsiteY9" fmla="*/ 507094 h 759997"/>
                <a:gd name="connsiteX10" fmla="*/ 3295974 w 6786585"/>
                <a:gd name="connsiteY10" fmla="*/ 507094 h 759997"/>
                <a:gd name="connsiteX11" fmla="*/ 3295974 w 6786585"/>
                <a:gd name="connsiteY11" fmla="*/ 512037 h 759997"/>
                <a:gd name="connsiteX12" fmla="*/ 6425986 w 6786585"/>
                <a:gd name="connsiteY12" fmla="*/ 512037 h 759997"/>
                <a:gd name="connsiteX13" fmla="*/ 6425986 w 6786585"/>
                <a:gd name="connsiteY13" fmla="*/ 275101 h 759997"/>
                <a:gd name="connsiteX14" fmla="*/ 6313347 w 6786585"/>
                <a:gd name="connsiteY14" fmla="*/ 275101 h 759997"/>
                <a:gd name="connsiteX15" fmla="*/ 6549966 w 6786585"/>
                <a:gd name="connsiteY15" fmla="*/ 4943 h 759997"/>
                <a:gd name="connsiteX16" fmla="*/ 6786585 w 6786585"/>
                <a:gd name="connsiteY16" fmla="*/ 275101 h 759997"/>
                <a:gd name="connsiteX17" fmla="*/ 6673946 w 6786585"/>
                <a:gd name="connsiteY17" fmla="*/ 275101 h 75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786585" h="759997">
                  <a:moveTo>
                    <a:pt x="6673946" y="759997"/>
                  </a:moveTo>
                  <a:lnTo>
                    <a:pt x="3295974" y="759997"/>
                  </a:lnTo>
                  <a:lnTo>
                    <a:pt x="3295974" y="755054"/>
                  </a:lnTo>
                  <a:lnTo>
                    <a:pt x="112639" y="755054"/>
                  </a:lnTo>
                  <a:lnTo>
                    <a:pt x="112639" y="270158"/>
                  </a:lnTo>
                  <a:lnTo>
                    <a:pt x="0" y="270158"/>
                  </a:lnTo>
                  <a:lnTo>
                    <a:pt x="236619" y="0"/>
                  </a:lnTo>
                  <a:lnTo>
                    <a:pt x="473238" y="270158"/>
                  </a:lnTo>
                  <a:lnTo>
                    <a:pt x="360599" y="270158"/>
                  </a:lnTo>
                  <a:lnTo>
                    <a:pt x="360599" y="507094"/>
                  </a:lnTo>
                  <a:lnTo>
                    <a:pt x="3295974" y="507094"/>
                  </a:lnTo>
                  <a:lnTo>
                    <a:pt x="3295974" y="512037"/>
                  </a:lnTo>
                  <a:lnTo>
                    <a:pt x="6425986" y="512037"/>
                  </a:lnTo>
                  <a:lnTo>
                    <a:pt x="6425986" y="275101"/>
                  </a:lnTo>
                  <a:lnTo>
                    <a:pt x="6313347" y="275101"/>
                  </a:lnTo>
                  <a:lnTo>
                    <a:pt x="6549966" y="4943"/>
                  </a:lnTo>
                  <a:lnTo>
                    <a:pt x="6786585" y="275101"/>
                  </a:lnTo>
                  <a:lnTo>
                    <a:pt x="6673946" y="27510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  <a:buFont typeface="Wingdings 3" panose="05040102010807070707" pitchFamily="18" charset="2"/>
                <a:buNone/>
              </a:pPr>
              <a:endParaRPr lang="en-IN" sz="2800" dirty="0">
                <a:solidFill>
                  <a:schemeClr val="bg1"/>
                </a:solidFill>
              </a:endParaRPr>
            </a:p>
          </p:txBody>
        </p:sp>
        <p:sp>
          <p:nvSpPr>
            <p:cNvPr id="51" name="Bent-Up Arrow 9">
              <a:extLst>
                <a:ext uri="{FF2B5EF4-FFF2-40B4-BE49-F238E27FC236}">
                  <a16:creationId xmlns:a16="http://schemas.microsoft.com/office/drawing/2014/main" id="{814F4B3B-F38C-B3AE-8EE0-2980694CEC32}"/>
                </a:ext>
              </a:extLst>
            </p:cNvPr>
            <p:cNvSpPr/>
            <p:nvPr/>
          </p:nvSpPr>
          <p:spPr>
            <a:xfrm rot="10800000" flipH="1">
              <a:off x="4200165" y="2524546"/>
              <a:ext cx="1299620" cy="1462722"/>
            </a:xfrm>
            <a:prstGeom prst="bentUpArrow">
              <a:avLst>
                <a:gd name="adj1" fmla="val 15938"/>
                <a:gd name="adj2" fmla="val 17035"/>
                <a:gd name="adj3" fmla="val 19156"/>
              </a:avLst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  <a:buFont typeface="Wingdings 3" panose="05040102010807070707" pitchFamily="18" charset="2"/>
                <a:buNone/>
              </a:pPr>
              <a:endParaRPr lang="en-IN" sz="2800" dirty="0">
                <a:solidFill>
                  <a:schemeClr val="bg1"/>
                </a:solidFill>
              </a:endParaRPr>
            </a:p>
          </p:txBody>
        </p:sp>
        <p:sp>
          <p:nvSpPr>
            <p:cNvPr id="52" name="Bent-Up Arrow 9">
              <a:extLst>
                <a:ext uri="{FF2B5EF4-FFF2-40B4-BE49-F238E27FC236}">
                  <a16:creationId xmlns:a16="http://schemas.microsoft.com/office/drawing/2014/main" id="{5292707F-200B-59AE-5393-6993A35722FD}"/>
                </a:ext>
              </a:extLst>
            </p:cNvPr>
            <p:cNvSpPr/>
            <p:nvPr/>
          </p:nvSpPr>
          <p:spPr>
            <a:xfrm rot="10800000" flipH="1">
              <a:off x="7582651" y="1119434"/>
              <a:ext cx="2730328" cy="755053"/>
            </a:xfrm>
            <a:prstGeom prst="bentUpArrow">
              <a:avLst>
                <a:gd name="adj1" fmla="val 17708"/>
                <a:gd name="adj2" fmla="val 17035"/>
                <a:gd name="adj3" fmla="val 19156"/>
              </a:avLst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  <a:buFont typeface="Wingdings 3" panose="05040102010807070707" pitchFamily="18" charset="2"/>
                <a:buNone/>
              </a:pPr>
              <a:endParaRPr lang="en-IN" sz="2800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18277074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6743CC3-DCB0-A4AC-99B4-EFC533212A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IN" dirty="0"/>
              <a:t>Idea of Solution by Determinant Method for Non-Homogeneous System</a:t>
            </a:r>
          </a:p>
        </p:txBody>
      </p:sp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ADACD8C8-FBF9-A0FA-156E-48C2495EC0A4}"/>
              </a:ext>
            </a:extLst>
          </p:cNvPr>
          <p:cNvSpPr txBox="1">
            <a:spLocks/>
          </p:cNvSpPr>
          <p:nvPr/>
        </p:nvSpPr>
        <p:spPr>
          <a:xfrm>
            <a:off x="124407" y="798435"/>
            <a:ext cx="11940213" cy="46307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For a </a:t>
            </a:r>
            <a:r>
              <a:rPr lang="en-IN" sz="2800" b="1" dirty="0">
                <a:solidFill>
                  <a:srgbClr val="FF0000"/>
                </a:solidFill>
              </a:rPr>
              <a:t>non-homogeneous</a:t>
            </a:r>
            <a:r>
              <a:rPr lang="en-IN" sz="2800" dirty="0">
                <a:solidFill>
                  <a:srgbClr val="002060"/>
                </a:solidFill>
              </a:rPr>
              <a:t> system, in which number of </a:t>
            </a:r>
            <a:r>
              <a:rPr lang="en-IN" sz="2800" dirty="0">
                <a:solidFill>
                  <a:srgbClr val="FF0000"/>
                </a:solidFill>
              </a:rPr>
              <a:t>equations</a:t>
            </a:r>
            <a:r>
              <a:rPr lang="en-IN" sz="2800" dirty="0">
                <a:solidFill>
                  <a:srgbClr val="002060"/>
                </a:solidFill>
              </a:rPr>
              <a:t> and number of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E393D60-B36B-AC0C-D227-7C6E2B7F5160}"/>
              </a:ext>
            </a:extLst>
          </p:cNvPr>
          <p:cNvSpPr txBox="1"/>
          <p:nvPr/>
        </p:nvSpPr>
        <p:spPr>
          <a:xfrm>
            <a:off x="399197" y="1234218"/>
            <a:ext cx="297180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FF0000"/>
                </a:solidFill>
              </a:rPr>
              <a:t>variables</a:t>
            </a:r>
            <a:r>
              <a:rPr lang="en-IN" sz="2800" dirty="0">
                <a:solidFill>
                  <a:srgbClr val="002060"/>
                </a:solidFill>
              </a:rPr>
              <a:t> are </a:t>
            </a:r>
            <a:r>
              <a:rPr lang="en-IN" sz="2800" dirty="0">
                <a:solidFill>
                  <a:srgbClr val="FF0000"/>
                </a:solidFill>
              </a:rPr>
              <a:t>equal</a:t>
            </a:r>
            <a:r>
              <a:rPr lang="en-IN" sz="2800" dirty="0">
                <a:solidFill>
                  <a:srgbClr val="002060"/>
                </a:solidFill>
              </a:rPr>
              <a:t>.</a:t>
            </a:r>
            <a:endParaRPr lang="en-IN" sz="28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8F66BCE-AA87-4100-83A3-6F9D8C8ED3D3}"/>
              </a:ext>
            </a:extLst>
          </p:cNvPr>
          <p:cNvGrpSpPr/>
          <p:nvPr/>
        </p:nvGrpSpPr>
        <p:grpSpPr>
          <a:xfrm>
            <a:off x="1292917" y="1697297"/>
            <a:ext cx="10239442" cy="4660108"/>
            <a:chOff x="1292917" y="1697297"/>
            <a:chExt cx="10239442" cy="4660108"/>
          </a:xfrm>
        </p:grpSpPr>
        <p:sp>
          <p:nvSpPr>
            <p:cNvPr id="8" name="Arrow: Down 7">
              <a:extLst>
                <a:ext uri="{FF2B5EF4-FFF2-40B4-BE49-F238E27FC236}">
                  <a16:creationId xmlns:a16="http://schemas.microsoft.com/office/drawing/2014/main" id="{9E2DFBBA-85F1-C911-19BE-1DCC700ACBDF}"/>
                </a:ext>
              </a:extLst>
            </p:cNvPr>
            <p:cNvSpPr/>
            <p:nvPr/>
          </p:nvSpPr>
          <p:spPr>
            <a:xfrm>
              <a:off x="9255914" y="3893279"/>
              <a:ext cx="272017" cy="686148"/>
            </a:xfrm>
            <a:prstGeom prst="downArrow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Freeform 11">
                  <a:extLst>
                    <a:ext uri="{FF2B5EF4-FFF2-40B4-BE49-F238E27FC236}">
                      <a16:creationId xmlns:a16="http://schemas.microsoft.com/office/drawing/2014/main" id="{747F6A7C-BC95-0C2A-019C-6AC32824DC71}"/>
                    </a:ext>
                  </a:extLst>
                </p:cNvPr>
                <p:cNvSpPr/>
                <p:nvPr/>
              </p:nvSpPr>
              <p:spPr>
                <a:xfrm>
                  <a:off x="1292917" y="4665005"/>
                  <a:ext cx="2632441" cy="970327"/>
                </a:xfrm>
                <a:custGeom>
                  <a:avLst/>
                  <a:gdLst>
                    <a:gd name="connsiteX0" fmla="*/ 0 w 2462313"/>
                    <a:gd name="connsiteY0" fmla="*/ 275034 h 1649872"/>
                    <a:gd name="connsiteX1" fmla="*/ 275034 w 2462313"/>
                    <a:gd name="connsiteY1" fmla="*/ 0 h 1649872"/>
                    <a:gd name="connsiteX2" fmla="*/ 2187279 w 2462313"/>
                    <a:gd name="connsiteY2" fmla="*/ 0 h 1649872"/>
                    <a:gd name="connsiteX3" fmla="*/ 2462313 w 2462313"/>
                    <a:gd name="connsiteY3" fmla="*/ 275034 h 1649872"/>
                    <a:gd name="connsiteX4" fmla="*/ 2462313 w 2462313"/>
                    <a:gd name="connsiteY4" fmla="*/ 1374838 h 1649872"/>
                    <a:gd name="connsiteX5" fmla="*/ 2187279 w 2462313"/>
                    <a:gd name="connsiteY5" fmla="*/ 1649872 h 1649872"/>
                    <a:gd name="connsiteX6" fmla="*/ 275034 w 2462313"/>
                    <a:gd name="connsiteY6" fmla="*/ 1649872 h 1649872"/>
                    <a:gd name="connsiteX7" fmla="*/ 0 w 2462313"/>
                    <a:gd name="connsiteY7" fmla="*/ 1374838 h 1649872"/>
                    <a:gd name="connsiteX8" fmla="*/ 0 w 2462313"/>
                    <a:gd name="connsiteY8" fmla="*/ 275034 h 1649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62313" h="1649872">
                      <a:moveTo>
                        <a:pt x="0" y="275034"/>
                      </a:moveTo>
                      <a:cubicBezTo>
                        <a:pt x="0" y="123137"/>
                        <a:pt x="123137" y="0"/>
                        <a:pt x="275034" y="0"/>
                      </a:cubicBezTo>
                      <a:lnTo>
                        <a:pt x="2187279" y="0"/>
                      </a:lnTo>
                      <a:cubicBezTo>
                        <a:pt x="2339176" y="0"/>
                        <a:pt x="2462313" y="123137"/>
                        <a:pt x="2462313" y="275034"/>
                      </a:cubicBezTo>
                      <a:lnTo>
                        <a:pt x="2462313" y="1374838"/>
                      </a:lnTo>
                      <a:cubicBezTo>
                        <a:pt x="2462313" y="1526735"/>
                        <a:pt x="2339176" y="1649872"/>
                        <a:pt x="2187279" y="1649872"/>
                      </a:cubicBezTo>
                      <a:lnTo>
                        <a:pt x="275034" y="1649872"/>
                      </a:lnTo>
                      <a:cubicBezTo>
                        <a:pt x="123137" y="1649872"/>
                        <a:pt x="0" y="1526735"/>
                        <a:pt x="0" y="1374838"/>
                      </a:cubicBezTo>
                      <a:lnTo>
                        <a:pt x="0" y="275034"/>
                      </a:lnTo>
                      <a:close/>
                    </a:path>
                  </a:pathLst>
                </a:custGeom>
                <a:solidFill>
                  <a:schemeClr val="accent5">
                    <a:lumMod val="20000"/>
                    <a:lumOff val="80000"/>
                  </a:schemeClr>
                </a:solidFill>
                <a:ln w="28575">
                  <a:solidFill>
                    <a:schemeClr val="tx1"/>
                  </a:solidFill>
                </a:ln>
              </p:spPr>
              <p:txBody>
                <a:bodyPr vert="horz" wrap="square" lIns="91440" tIns="45720" rIns="9144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None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400" b="1" i="0" dirty="0" smtClean="0">
                            <a:latin typeface="Cambria Math" panose="02040503050406030204" pitchFamily="18" charset="0"/>
                          </a:rPr>
                          <m:t>𝐔𝐧𝐢𝐪𝐮𝐞</m:t>
                        </m:r>
                        <m:r>
                          <a:rPr lang="en-US" sz="2400" b="1" i="0" dirty="0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2400" b="1" i="0" dirty="0" smtClean="0">
                            <a:latin typeface="Cambria Math" panose="02040503050406030204" pitchFamily="18" charset="0"/>
                          </a:rPr>
                          <m:t>𝐒𝐨𝐥𝐮𝐭𝐢𝐨𝐧</m:t>
                        </m:r>
                      </m:oMath>
                    </m:oMathPara>
                  </a14:m>
                  <a:endParaRPr lang="en-US" sz="2400" b="1" dirty="0"/>
                </a:p>
              </p:txBody>
            </p:sp>
          </mc:Choice>
          <mc:Fallback xmlns="">
            <p:sp>
              <p:nvSpPr>
                <p:cNvPr id="10" name="Freeform 11">
                  <a:extLst>
                    <a:ext uri="{FF2B5EF4-FFF2-40B4-BE49-F238E27FC236}">
                      <a16:creationId xmlns:a16="http://schemas.microsoft.com/office/drawing/2014/main" id="{747F6A7C-BC95-0C2A-019C-6AC32824DC7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292917" y="4665005"/>
                  <a:ext cx="2632441" cy="970327"/>
                </a:xfrm>
                <a:custGeom>
                  <a:avLst/>
                  <a:gdLst>
                    <a:gd name="connsiteX0" fmla="*/ 0 w 2462313"/>
                    <a:gd name="connsiteY0" fmla="*/ 275034 h 1649872"/>
                    <a:gd name="connsiteX1" fmla="*/ 275034 w 2462313"/>
                    <a:gd name="connsiteY1" fmla="*/ 0 h 1649872"/>
                    <a:gd name="connsiteX2" fmla="*/ 2187279 w 2462313"/>
                    <a:gd name="connsiteY2" fmla="*/ 0 h 1649872"/>
                    <a:gd name="connsiteX3" fmla="*/ 2462313 w 2462313"/>
                    <a:gd name="connsiteY3" fmla="*/ 275034 h 1649872"/>
                    <a:gd name="connsiteX4" fmla="*/ 2462313 w 2462313"/>
                    <a:gd name="connsiteY4" fmla="*/ 1374838 h 1649872"/>
                    <a:gd name="connsiteX5" fmla="*/ 2187279 w 2462313"/>
                    <a:gd name="connsiteY5" fmla="*/ 1649872 h 1649872"/>
                    <a:gd name="connsiteX6" fmla="*/ 275034 w 2462313"/>
                    <a:gd name="connsiteY6" fmla="*/ 1649872 h 1649872"/>
                    <a:gd name="connsiteX7" fmla="*/ 0 w 2462313"/>
                    <a:gd name="connsiteY7" fmla="*/ 1374838 h 1649872"/>
                    <a:gd name="connsiteX8" fmla="*/ 0 w 2462313"/>
                    <a:gd name="connsiteY8" fmla="*/ 275034 h 1649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62313" h="1649872">
                      <a:moveTo>
                        <a:pt x="0" y="275034"/>
                      </a:moveTo>
                      <a:cubicBezTo>
                        <a:pt x="0" y="123137"/>
                        <a:pt x="123137" y="0"/>
                        <a:pt x="275034" y="0"/>
                      </a:cubicBezTo>
                      <a:lnTo>
                        <a:pt x="2187279" y="0"/>
                      </a:lnTo>
                      <a:cubicBezTo>
                        <a:pt x="2339176" y="0"/>
                        <a:pt x="2462313" y="123137"/>
                        <a:pt x="2462313" y="275034"/>
                      </a:cubicBezTo>
                      <a:lnTo>
                        <a:pt x="2462313" y="1374838"/>
                      </a:lnTo>
                      <a:cubicBezTo>
                        <a:pt x="2462313" y="1526735"/>
                        <a:pt x="2339176" y="1649872"/>
                        <a:pt x="2187279" y="1649872"/>
                      </a:cubicBezTo>
                      <a:lnTo>
                        <a:pt x="275034" y="1649872"/>
                      </a:lnTo>
                      <a:cubicBezTo>
                        <a:pt x="123137" y="1649872"/>
                        <a:pt x="0" y="1526735"/>
                        <a:pt x="0" y="1374838"/>
                      </a:cubicBezTo>
                      <a:lnTo>
                        <a:pt x="0" y="275034"/>
                      </a:lnTo>
                      <a:close/>
                    </a:path>
                  </a:pathLst>
                </a:custGeom>
                <a:blipFill>
                  <a:blip r:embed="rId2"/>
                  <a:stretch>
                    <a:fillRect/>
                  </a:stretch>
                </a:blipFill>
                <a:ln w="28575">
                  <a:solidFill>
                    <a:schemeClr val="tx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Rectangle: Diagonal Corners Rounded 10">
                  <a:extLst>
                    <a:ext uri="{FF2B5EF4-FFF2-40B4-BE49-F238E27FC236}">
                      <a16:creationId xmlns:a16="http://schemas.microsoft.com/office/drawing/2014/main" id="{1AD6DF44-2551-5C01-0547-237680BB3DBB}"/>
                    </a:ext>
                  </a:extLst>
                </p:cNvPr>
                <p:cNvSpPr/>
                <p:nvPr/>
              </p:nvSpPr>
              <p:spPr>
                <a:xfrm>
                  <a:off x="1874772" y="3355548"/>
                  <a:ext cx="1468736" cy="579777"/>
                </a:xfrm>
                <a:prstGeom prst="round2DiagRect">
                  <a:avLst/>
                </a:prstGeom>
                <a:solidFill>
                  <a:schemeClr val="tx2">
                    <a:lumMod val="20000"/>
                    <a:lumOff val="80000"/>
                  </a:schemeClr>
                </a:solidFill>
                <a:ln w="28575">
                  <a:solidFill>
                    <a:schemeClr val="tx1"/>
                  </a:solidFill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"/>
                      </m:oMathParaPr>
                      <m:oMath xmlns:m="http://schemas.openxmlformats.org/officeDocument/2006/math"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| 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|</m:t>
                        </m:r>
                        <m:r>
                          <a:rPr lang="en-IN" sz="24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≠</m:t>
                        </m:r>
                        <m:r>
                          <a:rPr lang="en-IN" sz="24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400" b="1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11" name="Rectangle: Diagonal Corners Rounded 10">
                  <a:extLst>
                    <a:ext uri="{FF2B5EF4-FFF2-40B4-BE49-F238E27FC236}">
                      <a16:creationId xmlns:a16="http://schemas.microsoft.com/office/drawing/2014/main" id="{1AD6DF44-2551-5C01-0547-237680BB3DB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874772" y="3355548"/>
                  <a:ext cx="1468736" cy="579777"/>
                </a:xfrm>
                <a:prstGeom prst="round2DiagRect">
                  <a:avLst/>
                </a:prstGeom>
                <a:blipFill>
                  <a:blip r:embed="rId3"/>
                  <a:stretch>
                    <a:fillRect b="-1980"/>
                  </a:stretch>
                </a:blipFill>
                <a:ln w="28575">
                  <a:solidFill>
                    <a:schemeClr val="tx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A38146-6438-F123-9773-7B4FDCDF9FBB}"/>
                </a:ext>
              </a:extLst>
            </p:cNvPr>
            <p:cNvGrpSpPr/>
            <p:nvPr/>
          </p:nvGrpSpPr>
          <p:grpSpPr>
            <a:xfrm>
              <a:off x="7274256" y="4628371"/>
              <a:ext cx="4258103" cy="1729034"/>
              <a:chOff x="7274256" y="4628371"/>
              <a:chExt cx="4258103" cy="1729034"/>
            </a:xfrm>
          </p:grpSpPr>
          <p:grpSp>
            <p:nvGrpSpPr>
              <p:cNvPr id="24" name="Group 23">
                <a:extLst>
                  <a:ext uri="{FF2B5EF4-FFF2-40B4-BE49-F238E27FC236}">
                    <a16:creationId xmlns:a16="http://schemas.microsoft.com/office/drawing/2014/main" id="{3F2A49E1-B2AB-FF46-C8F4-E872A26BDF69}"/>
                  </a:ext>
                </a:extLst>
              </p:cNvPr>
              <p:cNvGrpSpPr/>
              <p:nvPr/>
            </p:nvGrpSpPr>
            <p:grpSpPr>
              <a:xfrm>
                <a:off x="7274256" y="4628371"/>
                <a:ext cx="4258103" cy="1729034"/>
                <a:chOff x="7274256" y="4628371"/>
                <a:chExt cx="4258103" cy="1729034"/>
              </a:xfrm>
            </p:grpSpPr>
            <p:sp>
              <p:nvSpPr>
                <p:cNvPr id="9" name="Freeform 11">
                  <a:extLst>
                    <a:ext uri="{FF2B5EF4-FFF2-40B4-BE49-F238E27FC236}">
                      <a16:creationId xmlns:a16="http://schemas.microsoft.com/office/drawing/2014/main" id="{9FAE081F-91B0-BF67-A33B-9E1BB156C74C}"/>
                    </a:ext>
                  </a:extLst>
                </p:cNvPr>
                <p:cNvSpPr/>
                <p:nvPr/>
              </p:nvSpPr>
              <p:spPr>
                <a:xfrm>
                  <a:off x="7274256" y="4628371"/>
                  <a:ext cx="4258103" cy="1729034"/>
                </a:xfrm>
                <a:custGeom>
                  <a:avLst/>
                  <a:gdLst>
                    <a:gd name="connsiteX0" fmla="*/ 0 w 2462313"/>
                    <a:gd name="connsiteY0" fmla="*/ 275034 h 1649872"/>
                    <a:gd name="connsiteX1" fmla="*/ 275034 w 2462313"/>
                    <a:gd name="connsiteY1" fmla="*/ 0 h 1649872"/>
                    <a:gd name="connsiteX2" fmla="*/ 2187279 w 2462313"/>
                    <a:gd name="connsiteY2" fmla="*/ 0 h 1649872"/>
                    <a:gd name="connsiteX3" fmla="*/ 2462313 w 2462313"/>
                    <a:gd name="connsiteY3" fmla="*/ 275034 h 1649872"/>
                    <a:gd name="connsiteX4" fmla="*/ 2462313 w 2462313"/>
                    <a:gd name="connsiteY4" fmla="*/ 1374838 h 1649872"/>
                    <a:gd name="connsiteX5" fmla="*/ 2187279 w 2462313"/>
                    <a:gd name="connsiteY5" fmla="*/ 1649872 h 1649872"/>
                    <a:gd name="connsiteX6" fmla="*/ 275034 w 2462313"/>
                    <a:gd name="connsiteY6" fmla="*/ 1649872 h 1649872"/>
                    <a:gd name="connsiteX7" fmla="*/ 0 w 2462313"/>
                    <a:gd name="connsiteY7" fmla="*/ 1374838 h 1649872"/>
                    <a:gd name="connsiteX8" fmla="*/ 0 w 2462313"/>
                    <a:gd name="connsiteY8" fmla="*/ 275034 h 1649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62313" h="1649872">
                      <a:moveTo>
                        <a:pt x="0" y="275034"/>
                      </a:moveTo>
                      <a:cubicBezTo>
                        <a:pt x="0" y="123137"/>
                        <a:pt x="123137" y="0"/>
                        <a:pt x="275034" y="0"/>
                      </a:cubicBezTo>
                      <a:lnTo>
                        <a:pt x="2187279" y="0"/>
                      </a:lnTo>
                      <a:cubicBezTo>
                        <a:pt x="2339176" y="0"/>
                        <a:pt x="2462313" y="123137"/>
                        <a:pt x="2462313" y="275034"/>
                      </a:cubicBezTo>
                      <a:lnTo>
                        <a:pt x="2462313" y="1374838"/>
                      </a:lnTo>
                      <a:cubicBezTo>
                        <a:pt x="2462313" y="1526735"/>
                        <a:pt x="2339176" y="1649872"/>
                        <a:pt x="2187279" y="1649872"/>
                      </a:cubicBezTo>
                      <a:lnTo>
                        <a:pt x="275034" y="1649872"/>
                      </a:lnTo>
                      <a:cubicBezTo>
                        <a:pt x="123137" y="1649872"/>
                        <a:pt x="0" y="1526735"/>
                        <a:pt x="0" y="1374838"/>
                      </a:cubicBezTo>
                      <a:lnTo>
                        <a:pt x="0" y="275034"/>
                      </a:lnTo>
                      <a:close/>
                    </a:path>
                  </a:pathLst>
                </a:custGeom>
                <a:solidFill>
                  <a:schemeClr val="accent5">
                    <a:lumMod val="20000"/>
                    <a:lumOff val="80000"/>
                  </a:schemeClr>
                </a:solidFill>
                <a:ln w="28575">
                  <a:solidFill>
                    <a:schemeClr val="tx1"/>
                  </a:solidFill>
                </a:ln>
              </p:spPr>
              <p:txBody>
                <a:bodyPr vert="horz" wrap="square" lIns="91440" tIns="45720" rIns="9144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None/>
                  </a:pPr>
                  <a:endParaRPr lang="en-US" sz="2400" dirty="0">
                    <a:solidFill>
                      <a:schemeClr val="bg1"/>
                    </a:solidFill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3" name="Rectangle 12">
                      <a:extLst>
                        <a:ext uri="{FF2B5EF4-FFF2-40B4-BE49-F238E27FC236}">
                          <a16:creationId xmlns:a16="http://schemas.microsoft.com/office/drawing/2014/main" id="{7FE55CE1-82EF-440F-EB30-8E67CC820E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3225" y="4708023"/>
                      <a:ext cx="3845629" cy="63731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rtlCol="0" anchor="ctr" anchorCtr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lnSpc>
                          <a:spcPct val="90000"/>
                        </a:lnSpc>
                        <a:spcBef>
                          <a:spcPts val="1000"/>
                        </a:spcBef>
                        <a:buClr>
                          <a:schemeClr val="accent6"/>
                        </a:buClr>
                        <a:buFont typeface="Wingdings 3" panose="05040102010807070707" pitchFamily="18" charset="2"/>
                        <a:buNone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400" b="1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𝐈𝐧𝐟𝐢𝐧𝐢𝐭𝐞𝐥𝐲</m:t>
                            </m:r>
                            <m:r>
                              <a:rPr lang="en-IN" sz="2400" b="1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IN" sz="2400" b="1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𝐦𝐚𝐧𝐲</m:t>
                            </m:r>
                            <m:r>
                              <a:rPr lang="en-IN" sz="2400" b="1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IN" sz="2400" b="1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𝐬𝐨𝐥𝐮𝐭𝐢𝐨𝐧𝐬</m:t>
                            </m:r>
                          </m:oMath>
                        </m:oMathPara>
                      </a14:m>
                      <a:endParaRPr lang="en-IN" sz="2400" b="1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3" name="Rectangle 12">
                      <a:extLst>
                        <a:ext uri="{FF2B5EF4-FFF2-40B4-BE49-F238E27FC236}">
                          <a16:creationId xmlns:a16="http://schemas.microsoft.com/office/drawing/2014/main" id="{7FE55CE1-82EF-440F-EB30-8E67CC820E7D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483225" y="4708023"/>
                      <a:ext cx="3845629" cy="637319"/>
                    </a:xfrm>
                    <a:prstGeom prst="rect">
                      <a:avLst/>
                    </a:prstGeom>
                    <a:blipFill>
                      <a:blip r:embed="rId5"/>
                      <a:stretch>
                        <a:fillRect l="-952" r="-159"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id="{A0C4B37B-9387-01BB-38A2-0C16294849D8}"/>
                      </a:ext>
                    </a:extLst>
                  </p:cNvPr>
                  <p:cNvSpPr/>
                  <p:nvPr/>
                </p:nvSpPr>
                <p:spPr>
                  <a:xfrm>
                    <a:off x="9097834" y="5218422"/>
                    <a:ext cx="888427" cy="57399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rtlCol="0" anchor="ctr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lnSpc>
                        <a:spcPct val="90000"/>
                      </a:lnSpc>
                      <a:spcBef>
                        <a:spcPts val="1000"/>
                      </a:spcBef>
                      <a:buClr>
                        <a:schemeClr val="accent6"/>
                      </a:buClr>
                      <a:buFont typeface="Wingdings 3" panose="05040102010807070707" pitchFamily="18" charset="2"/>
                      <a:buNone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𝐨𝐫</m:t>
                          </m:r>
                        </m:oMath>
                      </m:oMathPara>
                    </a14:m>
                    <a:endParaRPr lang="en-IN" sz="2800" b="1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id="{A0C4B37B-9387-01BB-38A2-0C16294849D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97834" y="5218422"/>
                    <a:ext cx="888427" cy="573991"/>
                  </a:xfrm>
                  <a:prstGeom prst="rect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" name="Rectangle 13">
                    <a:extLst>
                      <a:ext uri="{FF2B5EF4-FFF2-40B4-BE49-F238E27FC236}">
                        <a16:creationId xmlns:a16="http://schemas.microsoft.com/office/drawing/2014/main" id="{5FDC5A5A-ED2C-410E-47D4-EDE344C5310F}"/>
                      </a:ext>
                    </a:extLst>
                  </p:cNvPr>
                  <p:cNvSpPr/>
                  <p:nvPr/>
                </p:nvSpPr>
                <p:spPr>
                  <a:xfrm>
                    <a:off x="8567941" y="5680316"/>
                    <a:ext cx="1948212" cy="677088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rtlCol="0" anchor="ctr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lnSpc>
                        <a:spcPct val="90000"/>
                      </a:lnSpc>
                      <a:spcBef>
                        <a:spcPts val="1000"/>
                      </a:spcBef>
                      <a:buClr>
                        <a:schemeClr val="accent6"/>
                      </a:buClr>
                      <a:buFont typeface="Wingdings 3" panose="05040102010807070707" pitchFamily="18" charset="2"/>
                      <a:buNone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𝐍𝐨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𝐒𝐨𝐥𝐮𝐭𝐢𝐨𝐧</m:t>
                          </m:r>
                        </m:oMath>
                      </m:oMathPara>
                    </a14:m>
                    <a:endParaRPr lang="en-IN" sz="2400" b="1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" name="Rectangle 13">
                    <a:extLst>
                      <a:ext uri="{FF2B5EF4-FFF2-40B4-BE49-F238E27FC236}">
                        <a16:creationId xmlns:a16="http://schemas.microsoft.com/office/drawing/2014/main" id="{5FDC5A5A-ED2C-410E-47D4-EDE344C5310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7941" y="5680316"/>
                    <a:ext cx="1948212" cy="677088"/>
                  </a:xfrm>
                  <a:prstGeom prst="rect">
                    <a:avLst/>
                  </a:prstGeom>
                  <a:blipFill>
                    <a:blip r:embed="rId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A37586E3-7229-231A-1B58-3EE67F57723C}"/>
                </a:ext>
              </a:extLst>
            </p:cNvPr>
            <p:cNvGrpSpPr/>
            <p:nvPr/>
          </p:nvGrpSpPr>
          <p:grpSpPr>
            <a:xfrm>
              <a:off x="3801416" y="1697297"/>
              <a:ext cx="4435007" cy="1291815"/>
              <a:chOff x="1386991" y="1101257"/>
              <a:chExt cx="1570513" cy="785300"/>
            </a:xfrm>
            <a:solidFill>
              <a:srgbClr val="92D050"/>
            </a:solidFill>
          </p:grpSpPr>
          <p:sp>
            <p:nvSpPr>
              <p:cNvPr id="17" name="Freeform 11">
                <a:extLst>
                  <a:ext uri="{FF2B5EF4-FFF2-40B4-BE49-F238E27FC236}">
                    <a16:creationId xmlns:a16="http://schemas.microsoft.com/office/drawing/2014/main" id="{C6C7511B-E979-3A55-D798-4612FA51D78F}"/>
                  </a:ext>
                </a:extLst>
              </p:cNvPr>
              <p:cNvSpPr/>
              <p:nvPr/>
            </p:nvSpPr>
            <p:spPr>
              <a:xfrm>
                <a:off x="1491345" y="1101257"/>
                <a:ext cx="1361804" cy="785300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28575"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:endParaRPr lang="en-US" sz="2800" dirty="0">
                  <a:solidFill>
                    <a:schemeClr val="bg1"/>
                  </a:solidFill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5F2177EC-9B3C-F666-FE75-988E936929DF}"/>
                      </a:ext>
                    </a:extLst>
                  </p:cNvPr>
                  <p:cNvSpPr/>
                  <p:nvPr/>
                </p:nvSpPr>
                <p:spPr>
                  <a:xfrm>
                    <a:off x="1386991" y="1179369"/>
                    <a:ext cx="1570513" cy="629075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rtlCol="0" anchor="ctr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lnSpc>
                        <a:spcPct val="90000"/>
                      </a:lnSpc>
                      <a:spcBef>
                        <a:spcPts val="1000"/>
                      </a:spcBef>
                      <a:buClr>
                        <a:schemeClr val="accent6"/>
                      </a:buClr>
                      <a:buFont typeface="Wingdings 3" panose="05040102010807070707" pitchFamily="18" charset="2"/>
                      <a:buNone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𝐅𝐢𝐧𝐝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𝐭𝐡𝐞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𝐝𝐞𝐭𝐞𝐫𝐦𝐢𝐧𝐚𝐧𝐭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𝐨𝐟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en-IN" sz="2400" b="1" i="0" dirty="0">
                      <a:solidFill>
                        <a:schemeClr val="tx1"/>
                      </a:solidFill>
                      <a:latin typeface="Cambria Math" panose="02040503050406030204" pitchFamily="18" charset="0"/>
                    </a:endParaRPr>
                  </a:p>
                  <a:p>
                    <a:pPr>
                      <a:lnSpc>
                        <a:spcPct val="90000"/>
                      </a:lnSpc>
                      <a:spcBef>
                        <a:spcPts val="1000"/>
                      </a:spcBef>
                      <a:buClr>
                        <a:schemeClr val="accent6"/>
                      </a:buClr>
                      <a:buFont typeface="Wingdings 3" panose="05040102010807070707" pitchFamily="18" charset="2"/>
                      <a:buNone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𝐜𝐨𝐞𝐟𝐟𝐢𝐜𝐢𝐞𝐧𝐭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𝐦𝐚𝐭𝐫𝐢𝐱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4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oMath>
                      </m:oMathPara>
                    </a14:m>
                    <a:endParaRPr lang="en-IN" sz="2400" b="1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5F2177EC-9B3C-F666-FE75-988E936929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386991" y="1179369"/>
                    <a:ext cx="1570513" cy="629075"/>
                  </a:xfrm>
                  <a:prstGeom prst="rect">
                    <a:avLst/>
                  </a:prstGeom>
                  <a:blipFill>
                    <a:blip r:embed="rId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sp>
          <p:nvSpPr>
            <p:cNvPr id="19" name="Bent-Up Arrow 9">
              <a:extLst>
                <a:ext uri="{FF2B5EF4-FFF2-40B4-BE49-F238E27FC236}">
                  <a16:creationId xmlns:a16="http://schemas.microsoft.com/office/drawing/2014/main" id="{7EA992E4-6D64-BB33-901B-CF00E3A13E03}"/>
                </a:ext>
              </a:extLst>
            </p:cNvPr>
            <p:cNvSpPr/>
            <p:nvPr/>
          </p:nvSpPr>
          <p:spPr>
            <a:xfrm rot="10800000" flipH="1">
              <a:off x="7941733" y="2292609"/>
              <a:ext cx="1638057" cy="1044032"/>
            </a:xfrm>
            <a:prstGeom prst="bentUpArrow">
              <a:avLst>
                <a:gd name="adj1" fmla="val 13300"/>
                <a:gd name="adj2" fmla="val 16174"/>
                <a:gd name="adj3" fmla="val 19156"/>
              </a:avLst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  <a:buFont typeface="Wingdings 3" panose="05040102010807070707" pitchFamily="18" charset="2"/>
                <a:buNone/>
              </a:pPr>
              <a:endParaRPr lang="en-IN" sz="2800" dirty="0">
                <a:solidFill>
                  <a:schemeClr val="bg1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Rectangle: Diagonal Corners Rounded 19">
                  <a:extLst>
                    <a:ext uri="{FF2B5EF4-FFF2-40B4-BE49-F238E27FC236}">
                      <a16:creationId xmlns:a16="http://schemas.microsoft.com/office/drawing/2014/main" id="{1ECBEA3B-B59D-6DEC-D07D-D6C7803B7B8A}"/>
                    </a:ext>
                  </a:extLst>
                </p:cNvPr>
                <p:cNvSpPr/>
                <p:nvPr/>
              </p:nvSpPr>
              <p:spPr>
                <a:xfrm>
                  <a:off x="8657555" y="3358798"/>
                  <a:ext cx="1468736" cy="570033"/>
                </a:xfrm>
                <a:prstGeom prst="round2DiagRect">
                  <a:avLst/>
                </a:prstGeom>
                <a:solidFill>
                  <a:schemeClr val="tx2">
                    <a:lumMod val="20000"/>
                    <a:lumOff val="80000"/>
                  </a:schemeClr>
                </a:solidFill>
                <a:ln w="28575">
                  <a:solidFill>
                    <a:schemeClr val="tx1"/>
                  </a:solidFill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"/>
                      </m:oMathParaPr>
                      <m:oMath xmlns:m="http://schemas.openxmlformats.org/officeDocument/2006/math"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| 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|</m:t>
                        </m:r>
                        <m:r>
                          <a:rPr lang="en-IN" sz="24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  <m:r>
                          <a:rPr lang="en-IN" sz="24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2400" b="1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20" name="Rectangle: Diagonal Corners Rounded 19">
                  <a:extLst>
                    <a:ext uri="{FF2B5EF4-FFF2-40B4-BE49-F238E27FC236}">
                      <a16:creationId xmlns:a16="http://schemas.microsoft.com/office/drawing/2014/main" id="{1ECBEA3B-B59D-6DEC-D07D-D6C7803B7B8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57555" y="3358798"/>
                  <a:ext cx="1468736" cy="570033"/>
                </a:xfrm>
                <a:prstGeom prst="round2DiagRect">
                  <a:avLst/>
                </a:prstGeom>
                <a:blipFill>
                  <a:blip r:embed="rId9"/>
                  <a:stretch>
                    <a:fillRect b="-3061"/>
                  </a:stretch>
                </a:blipFill>
                <a:ln w="28575">
                  <a:solidFill>
                    <a:schemeClr val="tx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2" name="Arrow: Down 21">
              <a:extLst>
                <a:ext uri="{FF2B5EF4-FFF2-40B4-BE49-F238E27FC236}">
                  <a16:creationId xmlns:a16="http://schemas.microsoft.com/office/drawing/2014/main" id="{20A018FC-3A90-28B7-B970-218F99AC44FF}"/>
                </a:ext>
              </a:extLst>
            </p:cNvPr>
            <p:cNvSpPr/>
            <p:nvPr/>
          </p:nvSpPr>
          <p:spPr>
            <a:xfrm>
              <a:off x="2473130" y="3938906"/>
              <a:ext cx="272017" cy="686148"/>
            </a:xfrm>
            <a:prstGeom prst="downArrow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23" name="Bent-Up Arrow 9">
              <a:extLst>
                <a:ext uri="{FF2B5EF4-FFF2-40B4-BE49-F238E27FC236}">
                  <a16:creationId xmlns:a16="http://schemas.microsoft.com/office/drawing/2014/main" id="{9B046ABB-C0FD-F74F-0871-3FBA572F427A}"/>
                </a:ext>
              </a:extLst>
            </p:cNvPr>
            <p:cNvSpPr/>
            <p:nvPr/>
          </p:nvSpPr>
          <p:spPr>
            <a:xfrm rot="10800000">
              <a:off x="2458047" y="2294700"/>
              <a:ext cx="1638057" cy="1044032"/>
            </a:xfrm>
            <a:prstGeom prst="bentUpArrow">
              <a:avLst>
                <a:gd name="adj1" fmla="val 13300"/>
                <a:gd name="adj2" fmla="val 16174"/>
                <a:gd name="adj3" fmla="val 19156"/>
              </a:avLst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  <a:buFont typeface="Wingdings 3" panose="05040102010807070707" pitchFamily="18" charset="2"/>
                <a:buNone/>
              </a:pPr>
              <a:endParaRPr lang="en-IN" sz="2800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029716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Method – 4</a:t>
            </a:r>
            <a:br>
              <a:rPr lang="en-US" dirty="0"/>
            </a:br>
            <a:r>
              <a:rPr lang="en-US" sz="4800" dirty="0"/>
              <a:t>Gauss Elimination Method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N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407025133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1B00BB1-C1DC-B6E6-54E3-A4C9D2086B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Gauss Elimination Method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9B3B1954-9B08-5C0D-4CFA-07DAD0C7B88A}"/>
              </a:ext>
            </a:extLst>
          </p:cNvPr>
          <p:cNvGrpSpPr/>
          <p:nvPr/>
        </p:nvGrpSpPr>
        <p:grpSpPr>
          <a:xfrm>
            <a:off x="330555" y="1668788"/>
            <a:ext cx="11741238" cy="1382434"/>
            <a:chOff x="253566" y="1450166"/>
            <a:chExt cx="11741238" cy="138243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94DACE83-ADDA-614D-C194-1363CD5CB9A0}"/>
                    </a:ext>
                  </a:extLst>
                </p:cNvPr>
                <p:cNvSpPr/>
                <p:nvPr/>
              </p:nvSpPr>
              <p:spPr>
                <a:xfrm>
                  <a:off x="359739" y="1450166"/>
                  <a:ext cx="11635065" cy="1382434"/>
                </a:xfrm>
                <a:custGeom>
                  <a:avLst/>
                  <a:gdLst>
                    <a:gd name="connsiteX0" fmla="*/ 0 w 4693176"/>
                    <a:gd name="connsiteY0" fmla="*/ 0 h 1255998"/>
                    <a:gd name="connsiteX1" fmla="*/ 4065177 w 4693176"/>
                    <a:gd name="connsiteY1" fmla="*/ 0 h 1255998"/>
                    <a:gd name="connsiteX2" fmla="*/ 4693176 w 4693176"/>
                    <a:gd name="connsiteY2" fmla="*/ 627999 h 1255998"/>
                    <a:gd name="connsiteX3" fmla="*/ 4065177 w 4693176"/>
                    <a:gd name="connsiteY3" fmla="*/ 1255998 h 1255998"/>
                    <a:gd name="connsiteX4" fmla="*/ 0 w 4693176"/>
                    <a:gd name="connsiteY4" fmla="*/ 1255998 h 1255998"/>
                    <a:gd name="connsiteX5" fmla="*/ 0 w 4693176"/>
                    <a:gd name="connsiteY5" fmla="*/ 0 h 1255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693176" h="1255998">
                      <a:moveTo>
                        <a:pt x="4693176" y="1255997"/>
                      </a:moveTo>
                      <a:lnTo>
                        <a:pt x="627999" y="1255997"/>
                      </a:lnTo>
                      <a:lnTo>
                        <a:pt x="0" y="627999"/>
                      </a:lnTo>
                      <a:lnTo>
                        <a:pt x="627999" y="1"/>
                      </a:lnTo>
                      <a:lnTo>
                        <a:pt x="4693176" y="1"/>
                      </a:lnTo>
                      <a:lnTo>
                        <a:pt x="4693176" y="1255997"/>
                      </a:lnTo>
                      <a:close/>
                    </a:path>
                  </a:pathLst>
                </a:custGeom>
              </p:spPr>
              <p:style>
                <a:lnRef idx="2">
                  <a:schemeClr val="dk2">
                    <a:shade val="8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lt1"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lt1"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dk2">
                    <a:hueOff val="0"/>
                    <a:satOff val="0"/>
                    <a:lumOff val="0"/>
                    <a:alphaOff val="0"/>
                  </a:schemeClr>
                </a:fontRef>
              </p:style>
              <p:txBody>
                <a:bodyPr spcFirstLastPara="0" vert="horz" wrap="square" lIns="867859" tIns="220981" rIns="412496" bIns="220981" numCol="1" spcCol="1270" anchor="ctr" anchorCtr="0">
                  <a:noAutofit/>
                </a:bodyPr>
                <a:lstStyle/>
                <a:p>
                  <a:pPr marL="723900" algn="just" defTabSz="2578100">
                    <a:lnSpc>
                      <a:spcPct val="90000"/>
                    </a:lnSpc>
                    <a:spcBef>
                      <a:spcPct val="0"/>
                    </a:spcBef>
                    <a:spcAft>
                      <a:spcPct val="35000"/>
                    </a:spcAft>
                  </a:pPr>
                  <a:r>
                    <a:rPr lang="en-IN" sz="2800" dirty="0">
                      <a:solidFill>
                        <a:srgbClr val="002060"/>
                      </a:solidFill>
                    </a:rPr>
                    <a:t>Convert the given system of linear equations into matrix form as </a:t>
                  </a:r>
                  <a14:m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𝐀𝐗</m:t>
                      </m:r>
                      <m:r>
                        <a:rPr lang="en-IN" sz="28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𝐁</m:t>
                      </m:r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, Where, </a:t>
                  </a:r>
                  <a14:m>
                    <m:oMath xmlns:m="http://schemas.openxmlformats.org/officeDocument/2006/math">
                      <m:r>
                        <a:rPr lang="en-IN" sz="2800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𝐀</m:t>
                      </m:r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is a coefficient matrix, </a:t>
                  </a:r>
                  <a14:m>
                    <m:oMath xmlns:m="http://schemas.openxmlformats.org/officeDocument/2006/math">
                      <m:r>
                        <a:rPr lang="en-IN" sz="2800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is a variable matrix and </a:t>
                  </a: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is a constant matrix.</a:t>
                  </a:r>
                </a:p>
              </p:txBody>
            </p:sp>
          </mc:Choice>
          <mc:Fallback xmlns=""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94DACE83-ADDA-614D-C194-1363CD5CB9A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9739" y="1450166"/>
                  <a:ext cx="11635065" cy="1382434"/>
                </a:xfrm>
                <a:custGeom>
                  <a:avLst/>
                  <a:gdLst>
                    <a:gd name="connsiteX0" fmla="*/ 0 w 4693176"/>
                    <a:gd name="connsiteY0" fmla="*/ 0 h 1255998"/>
                    <a:gd name="connsiteX1" fmla="*/ 4065177 w 4693176"/>
                    <a:gd name="connsiteY1" fmla="*/ 0 h 1255998"/>
                    <a:gd name="connsiteX2" fmla="*/ 4693176 w 4693176"/>
                    <a:gd name="connsiteY2" fmla="*/ 627999 h 1255998"/>
                    <a:gd name="connsiteX3" fmla="*/ 4065177 w 4693176"/>
                    <a:gd name="connsiteY3" fmla="*/ 1255998 h 1255998"/>
                    <a:gd name="connsiteX4" fmla="*/ 0 w 4693176"/>
                    <a:gd name="connsiteY4" fmla="*/ 1255998 h 1255998"/>
                    <a:gd name="connsiteX5" fmla="*/ 0 w 4693176"/>
                    <a:gd name="connsiteY5" fmla="*/ 0 h 1255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693176" h="1255998">
                      <a:moveTo>
                        <a:pt x="4693176" y="1255997"/>
                      </a:moveTo>
                      <a:lnTo>
                        <a:pt x="627999" y="1255997"/>
                      </a:lnTo>
                      <a:lnTo>
                        <a:pt x="0" y="627999"/>
                      </a:lnTo>
                      <a:lnTo>
                        <a:pt x="627999" y="1"/>
                      </a:lnTo>
                      <a:lnTo>
                        <a:pt x="4693176" y="1"/>
                      </a:lnTo>
                      <a:lnTo>
                        <a:pt x="4693176" y="1255997"/>
                      </a:lnTo>
                      <a:close/>
                    </a:path>
                  </a:pathLst>
                </a:custGeom>
                <a:blipFill>
                  <a:blip r:embed="rId2"/>
                  <a:stretch>
                    <a:fillRect t="-2183" b="-65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57B689B9-8932-92E6-CB49-EFF3E5D935BF}"/>
                </a:ext>
              </a:extLst>
            </p:cNvPr>
            <p:cNvSpPr/>
            <p:nvPr/>
          </p:nvSpPr>
          <p:spPr>
            <a:xfrm>
              <a:off x="253566" y="1609264"/>
              <a:ext cx="977871" cy="1033414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1</a:t>
              </a:r>
              <a:endParaRPr lang="en-IN" sz="2800" b="1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30D7C9A8-3A36-5FEB-1EC4-AEFEC229559D}"/>
              </a:ext>
            </a:extLst>
          </p:cNvPr>
          <p:cNvGrpSpPr/>
          <p:nvPr/>
        </p:nvGrpSpPr>
        <p:grpSpPr>
          <a:xfrm>
            <a:off x="338570" y="3226356"/>
            <a:ext cx="11747486" cy="1033414"/>
            <a:chOff x="261580" y="2820271"/>
            <a:chExt cx="11747486" cy="103341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BEF1F792-83D2-3576-4014-6331D78EBFCE}"/>
                    </a:ext>
                  </a:extLst>
                </p:cNvPr>
                <p:cNvSpPr/>
                <p:nvPr/>
              </p:nvSpPr>
              <p:spPr>
                <a:xfrm>
                  <a:off x="374001" y="2975837"/>
                  <a:ext cx="11635065" cy="731520"/>
                </a:xfrm>
                <a:custGeom>
                  <a:avLst/>
                  <a:gdLst>
                    <a:gd name="connsiteX0" fmla="*/ 0 w 4693176"/>
                    <a:gd name="connsiteY0" fmla="*/ 0 h 1255998"/>
                    <a:gd name="connsiteX1" fmla="*/ 4065177 w 4693176"/>
                    <a:gd name="connsiteY1" fmla="*/ 0 h 1255998"/>
                    <a:gd name="connsiteX2" fmla="*/ 4693176 w 4693176"/>
                    <a:gd name="connsiteY2" fmla="*/ 627999 h 1255998"/>
                    <a:gd name="connsiteX3" fmla="*/ 4065177 w 4693176"/>
                    <a:gd name="connsiteY3" fmla="*/ 1255998 h 1255998"/>
                    <a:gd name="connsiteX4" fmla="*/ 0 w 4693176"/>
                    <a:gd name="connsiteY4" fmla="*/ 1255998 h 1255998"/>
                    <a:gd name="connsiteX5" fmla="*/ 0 w 4693176"/>
                    <a:gd name="connsiteY5" fmla="*/ 0 h 1255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693176" h="1255998">
                      <a:moveTo>
                        <a:pt x="4693176" y="1255997"/>
                      </a:moveTo>
                      <a:lnTo>
                        <a:pt x="627999" y="1255997"/>
                      </a:lnTo>
                      <a:lnTo>
                        <a:pt x="0" y="627999"/>
                      </a:lnTo>
                      <a:lnTo>
                        <a:pt x="627999" y="1"/>
                      </a:lnTo>
                      <a:lnTo>
                        <a:pt x="4693176" y="1"/>
                      </a:lnTo>
                      <a:lnTo>
                        <a:pt x="4693176" y="1255997"/>
                      </a:lnTo>
                      <a:close/>
                    </a:path>
                  </a:pathLst>
                </a:custGeom>
              </p:spPr>
              <p:style>
                <a:lnRef idx="2">
                  <a:schemeClr val="dk2">
                    <a:shade val="8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lt1"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lt1"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dk2">
                    <a:hueOff val="0"/>
                    <a:satOff val="0"/>
                    <a:lumOff val="0"/>
                    <a:alphaOff val="0"/>
                  </a:schemeClr>
                </a:fontRef>
              </p:style>
              <p:txBody>
                <a:bodyPr spcFirstLastPara="0" vert="horz" wrap="square" lIns="867859" tIns="220981" rIns="412496" bIns="220981" numCol="1" spcCol="1270" anchor="ctr" anchorCtr="0">
                  <a:noAutofit/>
                </a:bodyPr>
                <a:lstStyle/>
                <a:p>
                  <a:pPr marL="723900" lvl="0" defTabSz="2578100">
                    <a:lnSpc>
                      <a:spcPct val="90000"/>
                    </a:lnSpc>
                    <a:spcBef>
                      <a:spcPct val="0"/>
                    </a:spcBef>
                    <a:spcAft>
                      <a:spcPct val="35000"/>
                    </a:spcAft>
                    <a:buNone/>
                  </a:pPr>
                  <a:r>
                    <a:rPr lang="en-IN" sz="2800" dirty="0">
                      <a:solidFill>
                        <a:srgbClr val="002060"/>
                      </a:solidFill>
                    </a:rPr>
                    <a:t>Convert augmented matrix </a:t>
                  </a:r>
                  <a14:m>
                    <m:oMath xmlns:m="http://schemas.openxmlformats.org/officeDocument/2006/math">
                      <m:d>
                        <m:dPr>
                          <m:begChr m:val="["/>
                          <m:endChr m:val="|"/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𝐁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]</m:t>
                      </m:r>
                    </m:oMath>
                  </a14:m>
                  <a:r>
                    <a:rPr lang="en-IN" sz="2800" kern="1200" dirty="0"/>
                    <a:t> </a:t>
                  </a:r>
                  <a:r>
                    <a:rPr lang="en-IN" sz="2800" kern="1200" dirty="0">
                      <a:solidFill>
                        <a:srgbClr val="002060"/>
                      </a:solidFill>
                    </a:rPr>
                    <a:t>into </a:t>
                  </a:r>
                  <a:r>
                    <a:rPr lang="en-IN" sz="2800" b="1" kern="1200" dirty="0">
                      <a:solidFill>
                        <a:srgbClr val="FF0000"/>
                      </a:solidFill>
                    </a:rPr>
                    <a:t>row echelon form</a:t>
                  </a:r>
                  <a:r>
                    <a:rPr lang="en-IN" sz="2800" kern="1200" dirty="0">
                      <a:solidFill>
                        <a:srgbClr val="002060"/>
                      </a:solidFill>
                    </a:rPr>
                    <a:t>.</a:t>
                  </a:r>
                </a:p>
              </p:txBody>
            </p:sp>
          </mc:Choice>
          <mc:Fallback xmlns=""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BEF1F792-83D2-3576-4014-6331D78EBFC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4001" y="2975837"/>
                  <a:ext cx="11635065" cy="731520"/>
                </a:xfrm>
                <a:custGeom>
                  <a:avLst/>
                  <a:gdLst>
                    <a:gd name="connsiteX0" fmla="*/ 0 w 4693176"/>
                    <a:gd name="connsiteY0" fmla="*/ 0 h 1255998"/>
                    <a:gd name="connsiteX1" fmla="*/ 4065177 w 4693176"/>
                    <a:gd name="connsiteY1" fmla="*/ 0 h 1255998"/>
                    <a:gd name="connsiteX2" fmla="*/ 4693176 w 4693176"/>
                    <a:gd name="connsiteY2" fmla="*/ 627999 h 1255998"/>
                    <a:gd name="connsiteX3" fmla="*/ 4065177 w 4693176"/>
                    <a:gd name="connsiteY3" fmla="*/ 1255998 h 1255998"/>
                    <a:gd name="connsiteX4" fmla="*/ 0 w 4693176"/>
                    <a:gd name="connsiteY4" fmla="*/ 1255998 h 1255998"/>
                    <a:gd name="connsiteX5" fmla="*/ 0 w 4693176"/>
                    <a:gd name="connsiteY5" fmla="*/ 0 h 1255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693176" h="1255998">
                      <a:moveTo>
                        <a:pt x="4693176" y="1255997"/>
                      </a:moveTo>
                      <a:lnTo>
                        <a:pt x="627999" y="1255997"/>
                      </a:lnTo>
                      <a:lnTo>
                        <a:pt x="0" y="627999"/>
                      </a:lnTo>
                      <a:lnTo>
                        <a:pt x="627999" y="1"/>
                      </a:lnTo>
                      <a:lnTo>
                        <a:pt x="4693176" y="1"/>
                      </a:lnTo>
                      <a:lnTo>
                        <a:pt x="4693176" y="1255997"/>
                      </a:lnTo>
                      <a:close/>
                    </a:path>
                  </a:pathLst>
                </a:custGeom>
                <a:blipFill>
                  <a:blip r:embed="rId3"/>
                  <a:stretch>
                    <a:fillRect b="-491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4DA98328-5E03-DCFA-D85C-DECF85D77E95}"/>
                </a:ext>
              </a:extLst>
            </p:cNvPr>
            <p:cNvSpPr/>
            <p:nvPr/>
          </p:nvSpPr>
          <p:spPr>
            <a:xfrm>
              <a:off x="261580" y="2820271"/>
              <a:ext cx="977871" cy="1033414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2</a:t>
              </a:r>
              <a:endParaRPr lang="en-IN" sz="2800" b="1" dirty="0">
                <a:solidFill>
                  <a:schemeClr val="tx1"/>
                </a:solidFill>
              </a:endParaRPr>
            </a:p>
          </p:txBody>
        </p:sp>
      </p:grpSp>
      <p:sp>
        <p:nvSpPr>
          <p:cNvPr id="3" name="Content Placeholder 4">
            <a:extLst>
              <a:ext uri="{FF2B5EF4-FFF2-40B4-BE49-F238E27FC236}">
                <a16:creationId xmlns:a16="http://schemas.microsoft.com/office/drawing/2014/main" id="{4F87E228-89F9-0A7C-966A-E11D394AAF26}"/>
              </a:ext>
            </a:extLst>
          </p:cNvPr>
          <p:cNvSpPr txBox="1">
            <a:spLocks/>
          </p:cNvSpPr>
          <p:nvPr/>
        </p:nvSpPr>
        <p:spPr>
          <a:xfrm>
            <a:off x="0" y="786759"/>
            <a:ext cx="10678009" cy="775059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IN" sz="2800" dirty="0">
                <a:solidFill>
                  <a:srgbClr val="002060"/>
                </a:solidFill>
              </a:rPr>
              <a:t>Procedure to solve the system of simultaneous linear equations by using the Gauss Elimination Method.</a:t>
            </a:r>
            <a:endParaRPr lang="en-IN" sz="2800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A4DFEB9-4AE1-461B-92A9-CB27B947D3F2}"/>
              </a:ext>
            </a:extLst>
          </p:cNvPr>
          <p:cNvGrpSpPr/>
          <p:nvPr/>
        </p:nvGrpSpPr>
        <p:grpSpPr>
          <a:xfrm>
            <a:off x="338570" y="4366740"/>
            <a:ext cx="11733223" cy="1033414"/>
            <a:chOff x="261581" y="1435119"/>
            <a:chExt cx="11733223" cy="1033414"/>
          </a:xfrm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D5BEDDC-2E44-4FF4-BFF7-84EB5F58A923}"/>
                </a:ext>
              </a:extLst>
            </p:cNvPr>
            <p:cNvSpPr/>
            <p:nvPr/>
          </p:nvSpPr>
          <p:spPr>
            <a:xfrm>
              <a:off x="359739" y="1664953"/>
              <a:ext cx="11635065" cy="731520"/>
            </a:xfrm>
            <a:custGeom>
              <a:avLst/>
              <a:gdLst>
                <a:gd name="connsiteX0" fmla="*/ 0 w 4693176"/>
                <a:gd name="connsiteY0" fmla="*/ 0 h 1255998"/>
                <a:gd name="connsiteX1" fmla="*/ 4065177 w 4693176"/>
                <a:gd name="connsiteY1" fmla="*/ 0 h 1255998"/>
                <a:gd name="connsiteX2" fmla="*/ 4693176 w 4693176"/>
                <a:gd name="connsiteY2" fmla="*/ 627999 h 1255998"/>
                <a:gd name="connsiteX3" fmla="*/ 4065177 w 4693176"/>
                <a:gd name="connsiteY3" fmla="*/ 1255998 h 1255998"/>
                <a:gd name="connsiteX4" fmla="*/ 0 w 4693176"/>
                <a:gd name="connsiteY4" fmla="*/ 1255998 h 1255998"/>
                <a:gd name="connsiteX5" fmla="*/ 0 w 4693176"/>
                <a:gd name="connsiteY5" fmla="*/ 0 h 125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93176" h="1255998">
                  <a:moveTo>
                    <a:pt x="4693176" y="1255997"/>
                  </a:moveTo>
                  <a:lnTo>
                    <a:pt x="627999" y="1255997"/>
                  </a:lnTo>
                  <a:lnTo>
                    <a:pt x="0" y="627999"/>
                  </a:lnTo>
                  <a:lnTo>
                    <a:pt x="627999" y="1"/>
                  </a:lnTo>
                  <a:lnTo>
                    <a:pt x="4693176" y="1"/>
                  </a:lnTo>
                  <a:lnTo>
                    <a:pt x="4693176" y="1255997"/>
                  </a:lnTo>
                  <a:close/>
                </a:path>
              </a:pathLst>
            </a:cu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2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867859" tIns="220981" rIns="412496" bIns="220981" numCol="1" spcCol="1270" anchor="ctr" anchorCtr="0">
              <a:noAutofit/>
            </a:bodyPr>
            <a:lstStyle/>
            <a:p>
              <a:pPr marL="723900" lvl="0" defTabSz="2578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2800" dirty="0">
                  <a:solidFill>
                    <a:srgbClr val="002060"/>
                  </a:solidFill>
                </a:rPr>
                <a:t>Apply </a:t>
              </a:r>
              <a:r>
                <a:rPr lang="en-IN" sz="2800" b="1" dirty="0">
                  <a:solidFill>
                    <a:srgbClr val="FF0000"/>
                  </a:solidFill>
                </a:rPr>
                <a:t>back substitution</a:t>
              </a:r>
              <a:r>
                <a:rPr lang="en-IN" sz="2800" dirty="0">
                  <a:solidFill>
                    <a:srgbClr val="002060"/>
                  </a:solidFill>
                </a:rPr>
                <a:t> to get equations.</a:t>
              </a: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D73FD229-88D2-4522-AD67-3BD3C2D2362E}"/>
                </a:ext>
              </a:extLst>
            </p:cNvPr>
            <p:cNvSpPr/>
            <p:nvPr/>
          </p:nvSpPr>
          <p:spPr>
            <a:xfrm>
              <a:off x="261581" y="1435119"/>
              <a:ext cx="977871" cy="1033414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3</a:t>
              </a:r>
              <a:endParaRPr lang="en-IN" sz="2800" b="1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A8CCE246-3D3B-42E4-BC27-4841EC1CEAF8}"/>
              </a:ext>
            </a:extLst>
          </p:cNvPr>
          <p:cNvGrpSpPr/>
          <p:nvPr/>
        </p:nvGrpSpPr>
        <p:grpSpPr>
          <a:xfrm>
            <a:off x="338570" y="5488402"/>
            <a:ext cx="11747486" cy="1033414"/>
            <a:chOff x="261580" y="2820271"/>
            <a:chExt cx="11747486" cy="1033414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6AD78D03-7E83-443B-A405-832A18BC7B7F}"/>
                </a:ext>
              </a:extLst>
            </p:cNvPr>
            <p:cNvSpPr/>
            <p:nvPr/>
          </p:nvSpPr>
          <p:spPr>
            <a:xfrm>
              <a:off x="374001" y="2996767"/>
              <a:ext cx="11635065" cy="731520"/>
            </a:xfrm>
            <a:custGeom>
              <a:avLst/>
              <a:gdLst>
                <a:gd name="connsiteX0" fmla="*/ 0 w 4693176"/>
                <a:gd name="connsiteY0" fmla="*/ 0 h 1255998"/>
                <a:gd name="connsiteX1" fmla="*/ 4065177 w 4693176"/>
                <a:gd name="connsiteY1" fmla="*/ 0 h 1255998"/>
                <a:gd name="connsiteX2" fmla="*/ 4693176 w 4693176"/>
                <a:gd name="connsiteY2" fmla="*/ 627999 h 1255998"/>
                <a:gd name="connsiteX3" fmla="*/ 4065177 w 4693176"/>
                <a:gd name="connsiteY3" fmla="*/ 1255998 h 1255998"/>
                <a:gd name="connsiteX4" fmla="*/ 0 w 4693176"/>
                <a:gd name="connsiteY4" fmla="*/ 1255998 h 1255998"/>
                <a:gd name="connsiteX5" fmla="*/ 0 w 4693176"/>
                <a:gd name="connsiteY5" fmla="*/ 0 h 125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93176" h="1255998">
                  <a:moveTo>
                    <a:pt x="4693176" y="1255997"/>
                  </a:moveTo>
                  <a:lnTo>
                    <a:pt x="627999" y="1255997"/>
                  </a:lnTo>
                  <a:lnTo>
                    <a:pt x="0" y="627999"/>
                  </a:lnTo>
                  <a:lnTo>
                    <a:pt x="627999" y="1"/>
                  </a:lnTo>
                  <a:lnTo>
                    <a:pt x="4693176" y="1"/>
                  </a:lnTo>
                  <a:lnTo>
                    <a:pt x="4693176" y="1255997"/>
                  </a:lnTo>
                  <a:close/>
                </a:path>
              </a:pathLst>
            </a:cu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2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867859" tIns="220981" rIns="412496" bIns="220981" numCol="1" spcCol="1270" anchor="ctr" anchorCtr="0">
              <a:noAutofit/>
            </a:bodyPr>
            <a:lstStyle/>
            <a:p>
              <a:pPr marL="723900" lvl="0" defTabSz="2578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2800" b="1" dirty="0">
                  <a:solidFill>
                    <a:srgbClr val="FF0000"/>
                  </a:solidFill>
                </a:rPr>
                <a:t>Solve</a:t>
              </a:r>
              <a:r>
                <a:rPr lang="en-IN" sz="2800" dirty="0">
                  <a:solidFill>
                    <a:srgbClr val="002060"/>
                  </a:solidFill>
                </a:rPr>
                <a:t> the equations to get the value of unknown</a:t>
              </a:r>
              <a:r>
                <a:rPr lang="en-IN" sz="2800" kern="1200" dirty="0">
                  <a:solidFill>
                    <a:srgbClr val="002060"/>
                  </a:solidFill>
                </a:rPr>
                <a:t> variables.</a:t>
              </a: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D96B910D-59BF-4CC5-9027-4C61AF48A4A7}"/>
                </a:ext>
              </a:extLst>
            </p:cNvPr>
            <p:cNvSpPr/>
            <p:nvPr/>
          </p:nvSpPr>
          <p:spPr>
            <a:xfrm>
              <a:off x="261580" y="2820271"/>
              <a:ext cx="977871" cy="1033414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4</a:t>
              </a:r>
              <a:endParaRPr lang="en-IN" sz="2800" b="1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75087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E7928005-5CF9-47A3-8385-5436DA580D59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/>
                  <a:t>Example:1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E7928005-5CF9-47A3-8385-5436DA580D5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4BA9E474-155A-4550-B89D-2E55578C607A}"/>
              </a:ext>
            </a:extLst>
          </p:cNvPr>
          <p:cNvSpPr/>
          <p:nvPr/>
        </p:nvSpPr>
        <p:spPr>
          <a:xfrm>
            <a:off x="227999" y="870819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C5087E6B-9B1A-41DA-85A7-88AF7B161D8D}"/>
              </a:ext>
            </a:extLst>
          </p:cNvPr>
          <p:cNvSpPr/>
          <p:nvPr/>
        </p:nvSpPr>
        <p:spPr>
          <a:xfrm>
            <a:off x="227999" y="2897475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EE5C5F1-F145-410B-A9C7-0850B749B41C}"/>
              </a:ext>
            </a:extLst>
          </p:cNvPr>
          <p:cNvSpPr/>
          <p:nvPr/>
        </p:nvSpPr>
        <p:spPr>
          <a:xfrm>
            <a:off x="1979704" y="871363"/>
            <a:ext cx="9136315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By using Gauss Elimination Method solve the following system: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27A99BC6-11BB-4286-9E6E-574E4F9E55B8}"/>
                  </a:ext>
                </a:extLst>
              </p:cNvPr>
              <p:cNvSpPr/>
              <p:nvPr/>
            </p:nvSpPr>
            <p:spPr>
              <a:xfrm>
                <a:off x="3365032" y="1338819"/>
                <a:ext cx="364434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27A99BC6-11BB-4286-9E6E-574E4F9E55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65032" y="1338819"/>
                <a:ext cx="3644348" cy="468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581D8485-E9F9-4CD5-83AC-419691C7ED58}"/>
                  </a:ext>
                </a:extLst>
              </p:cNvPr>
              <p:cNvSpPr/>
              <p:nvPr/>
            </p:nvSpPr>
            <p:spPr>
              <a:xfrm>
                <a:off x="3148598" y="1797442"/>
                <a:ext cx="3933669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− 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581D8485-E9F9-4CD5-83AC-419691C7ED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8598" y="1797442"/>
                <a:ext cx="3933669" cy="468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0A9153C4-0AA7-4455-8075-B2AC6FF3D827}"/>
                  </a:ext>
                </a:extLst>
              </p:cNvPr>
              <p:cNvSpPr/>
              <p:nvPr/>
            </p:nvSpPr>
            <p:spPr>
              <a:xfrm>
                <a:off x="3260036" y="2270181"/>
                <a:ext cx="3933669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 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0A9153C4-0AA7-4455-8075-B2AC6FF3D8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60036" y="2270181"/>
                <a:ext cx="3933669" cy="468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B928DC3-6ABD-469C-913A-0FCDB280CB2B}"/>
                  </a:ext>
                </a:extLst>
              </p:cNvPr>
              <p:cNvSpPr/>
              <p:nvPr/>
            </p:nvSpPr>
            <p:spPr>
              <a:xfrm>
                <a:off x="1979703" y="2930747"/>
                <a:ext cx="9417167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The matrix representation of the above system is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𝐀𝐗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where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B928DC3-6ABD-469C-913A-0FCDB280CB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9703" y="2930747"/>
                <a:ext cx="9417167" cy="468000"/>
              </a:xfrm>
              <a:prstGeom prst="rect">
                <a:avLst/>
              </a:prstGeom>
              <a:blipFill>
                <a:blip r:embed="rId6"/>
                <a:stretch>
                  <a:fillRect l="-1359" t="-14286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Right Brace 14">
            <a:extLst>
              <a:ext uri="{FF2B5EF4-FFF2-40B4-BE49-F238E27FC236}">
                <a16:creationId xmlns:a16="http://schemas.microsoft.com/office/drawing/2014/main" id="{2D63F49B-ED1A-43BD-A6C7-2496315BA5D4}"/>
              </a:ext>
            </a:extLst>
          </p:cNvPr>
          <p:cNvSpPr/>
          <p:nvPr/>
        </p:nvSpPr>
        <p:spPr>
          <a:xfrm>
            <a:off x="7063409" y="1390963"/>
            <a:ext cx="530087" cy="1331570"/>
          </a:xfrm>
          <a:prstGeom prst="rightBrac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40CA37F1-103A-4A1B-BCCB-89BF39ABA2A1}"/>
              </a:ext>
            </a:extLst>
          </p:cNvPr>
          <p:cNvSpPr/>
          <p:nvPr/>
        </p:nvSpPr>
        <p:spPr>
          <a:xfrm>
            <a:off x="7874501" y="1371462"/>
            <a:ext cx="2753742" cy="1422007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9DAACEE-3C2E-491F-808C-6B966E4A4815}"/>
              </a:ext>
            </a:extLst>
          </p:cNvPr>
          <p:cNvGrpSpPr/>
          <p:nvPr/>
        </p:nvGrpSpPr>
        <p:grpSpPr>
          <a:xfrm>
            <a:off x="7992566" y="1371462"/>
            <a:ext cx="2676454" cy="1406291"/>
            <a:chOff x="7992566" y="1371462"/>
            <a:chExt cx="2676454" cy="1406291"/>
          </a:xfrm>
        </p:grpSpPr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C36A3356-FD60-4AD5-9C49-B2ABAD502626}"/>
                </a:ext>
              </a:extLst>
            </p:cNvPr>
            <p:cNvGrpSpPr/>
            <p:nvPr/>
          </p:nvGrpSpPr>
          <p:grpSpPr>
            <a:xfrm>
              <a:off x="8567228" y="1371462"/>
              <a:ext cx="1268896" cy="951181"/>
              <a:chOff x="8567228" y="1371462"/>
              <a:chExt cx="1268896" cy="951181"/>
            </a:xfrm>
          </p:grpSpPr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647B25E9-A3A2-4EF9-983B-7DB3E9D48677}"/>
                  </a:ext>
                </a:extLst>
              </p:cNvPr>
              <p:cNvSpPr txBox="1"/>
              <p:nvPr/>
            </p:nvSpPr>
            <p:spPr>
              <a:xfrm>
                <a:off x="8567228" y="1371462"/>
                <a:ext cx="12688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1" dirty="0">
                    <a:solidFill>
                      <a:srgbClr val="002060"/>
                    </a:solidFill>
                  </a:rPr>
                  <a:t>System</a:t>
                </a:r>
                <a:endParaRPr lang="en-IN" sz="2800" dirty="0"/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D7C08056-62E8-428F-81F9-8C9EC4925234}"/>
                  </a:ext>
                </a:extLst>
              </p:cNvPr>
              <p:cNvSpPr txBox="1"/>
              <p:nvPr/>
            </p:nvSpPr>
            <p:spPr>
              <a:xfrm>
                <a:off x="8939794" y="1799423"/>
                <a:ext cx="5237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1" dirty="0">
                    <a:solidFill>
                      <a:srgbClr val="002060"/>
                    </a:solidFill>
                  </a:rPr>
                  <a:t>of</a:t>
                </a:r>
                <a:endParaRPr lang="en-IN" sz="2800" dirty="0"/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4253C1C-E39D-44DC-A16A-1F544D6C5B3D}"/>
                </a:ext>
              </a:extLst>
            </p:cNvPr>
            <p:cNvSpPr txBox="1"/>
            <p:nvPr/>
          </p:nvSpPr>
          <p:spPr>
            <a:xfrm>
              <a:off x="7992566" y="2254533"/>
              <a:ext cx="2676454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IN" sz="2800" b="1" dirty="0">
                  <a:solidFill>
                    <a:srgbClr val="002060"/>
                  </a:solidFill>
                </a:rPr>
                <a:t>Linear Equations</a:t>
              </a:r>
              <a:endParaRPr lang="en-IN" sz="2800" dirty="0"/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61DC1649-0F2A-4EC8-BCB9-58CA449956F4}"/>
              </a:ext>
            </a:extLst>
          </p:cNvPr>
          <p:cNvGrpSpPr/>
          <p:nvPr/>
        </p:nvGrpSpPr>
        <p:grpSpPr>
          <a:xfrm>
            <a:off x="859993" y="3094005"/>
            <a:ext cx="3768549" cy="2392083"/>
            <a:chOff x="859993" y="3094005"/>
            <a:chExt cx="3768549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041F00C0-0262-4D2C-BAC5-E21DA01AAEA3}"/>
                    </a:ext>
                  </a:extLst>
                </p:cNvPr>
                <p:cNvSpPr/>
                <p:nvPr/>
              </p:nvSpPr>
              <p:spPr>
                <a:xfrm>
                  <a:off x="859993" y="3896702"/>
                  <a:ext cx="965836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𝐀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041F00C0-0262-4D2C-BAC5-E21DA01AAEA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59993" y="3896702"/>
                  <a:ext cx="965836" cy="711201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50750824-C3FC-4FA6-AAAD-37304D5D9B67}"/>
                    </a:ext>
                  </a:extLst>
                </p:cNvPr>
                <p:cNvSpPr/>
                <p:nvPr/>
              </p:nvSpPr>
              <p:spPr>
                <a:xfrm>
                  <a:off x="1327931" y="3094005"/>
                  <a:ext cx="3300611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50750824-C3FC-4FA6-AAAD-37304D5D9B6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327931" y="3094005"/>
                  <a:ext cx="3300611" cy="2392083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04D357F3-A927-4491-9ADC-19DA7143AD29}"/>
                  </a:ext>
                </a:extLst>
              </p:cNvPr>
              <p:cNvSpPr/>
              <p:nvPr/>
            </p:nvSpPr>
            <p:spPr>
              <a:xfrm>
                <a:off x="2006477" y="4584621"/>
                <a:ext cx="2078457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04D357F3-A927-4491-9ADC-19DA7143AD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6477" y="4584621"/>
                <a:ext cx="207845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4140B685-9ED6-49F4-889A-EB82C69FCDD9}"/>
                  </a:ext>
                </a:extLst>
              </p:cNvPr>
              <p:cNvSpPr/>
              <p:nvPr/>
            </p:nvSpPr>
            <p:spPr>
              <a:xfrm>
                <a:off x="1810963" y="4080638"/>
                <a:ext cx="2336967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</m:t>
                      </m:r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−1</m:t>
                      </m:r>
                    </m:oMath>
                  </m:oMathPara>
                </a14:m>
                <a:endParaRPr lang="en-IN" sz="2800" dirty="0">
                  <a:solidFill>
                    <a:schemeClr val="accent5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4140B685-9ED6-49F4-889A-EB82C69FCD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10963" y="4080638"/>
                <a:ext cx="233696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4362BFCB-8DA9-4B7B-A66C-169C72376091}"/>
                  </a:ext>
                </a:extLst>
              </p:cNvPr>
              <p:cNvSpPr/>
              <p:nvPr/>
            </p:nvSpPr>
            <p:spPr>
              <a:xfrm>
                <a:off x="1831597" y="3609726"/>
                <a:ext cx="2230098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      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4362BFCB-8DA9-4B7B-A66C-169C7237609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31597" y="3609726"/>
                <a:ext cx="2230098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CDDD2AC-02E3-48C4-B087-FFB7A221376F}"/>
                  </a:ext>
                </a:extLst>
              </p:cNvPr>
              <p:cNvSpPr/>
              <p:nvPr/>
            </p:nvSpPr>
            <p:spPr>
              <a:xfrm>
                <a:off x="4565361" y="3935145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𝐗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CDDD2AC-02E3-48C4-B087-FFB7A221376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5361" y="3935145"/>
                <a:ext cx="965836" cy="711201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604FE47-E616-4280-A435-CDBA40D8A625}"/>
                  </a:ext>
                </a:extLst>
              </p:cNvPr>
              <p:cNvSpPr/>
              <p:nvPr/>
            </p:nvSpPr>
            <p:spPr>
              <a:xfrm>
                <a:off x="7026730" y="3916832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𝐁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604FE47-E616-4280-A435-CDBA40D8A6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26730" y="3916832"/>
                <a:ext cx="965836" cy="711201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" name="Rectangle 33">
            <a:extLst>
              <a:ext uri="{FF2B5EF4-FFF2-40B4-BE49-F238E27FC236}">
                <a16:creationId xmlns:a16="http://schemas.microsoft.com/office/drawing/2014/main" id="{0261DD18-0624-418A-B337-3C0EF64099D8}"/>
              </a:ext>
            </a:extLst>
          </p:cNvPr>
          <p:cNvSpPr/>
          <p:nvPr/>
        </p:nvSpPr>
        <p:spPr>
          <a:xfrm>
            <a:off x="6205368" y="3909244"/>
            <a:ext cx="965836" cy="7112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IN" sz="2800" b="0" i="0" dirty="0">
                <a:solidFill>
                  <a:srgbClr val="002060"/>
                </a:solidFill>
                <a:latin typeface="+mj-lt"/>
                <a:ea typeface="Cambria Math" panose="02040503050406030204" pitchFamily="18" charset="0"/>
              </a:rPr>
              <a:t>and</a:t>
            </a:r>
            <a:endParaRPr lang="en-IN" sz="2800" dirty="0">
              <a:solidFill>
                <a:srgbClr val="FF0000"/>
              </a:solidFill>
            </a:endParaRPr>
          </a:p>
        </p:txBody>
      </p:sp>
      <p:sp>
        <p:nvSpPr>
          <p:cNvPr id="35" name="Right Arrow 3">
            <a:extLst>
              <a:ext uri="{FF2B5EF4-FFF2-40B4-BE49-F238E27FC236}">
                <a16:creationId xmlns:a16="http://schemas.microsoft.com/office/drawing/2014/main" id="{09B8CB42-ECBB-4608-99D5-407211EF1D64}"/>
              </a:ext>
            </a:extLst>
          </p:cNvPr>
          <p:cNvSpPr/>
          <p:nvPr/>
        </p:nvSpPr>
        <p:spPr>
          <a:xfrm rot="5400000">
            <a:off x="2784094" y="5181264"/>
            <a:ext cx="523221" cy="334851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DDAFA6BD-B4D3-42FA-B4C5-0C119065D8A5}"/>
              </a:ext>
            </a:extLst>
          </p:cNvPr>
          <p:cNvSpPr/>
          <p:nvPr/>
        </p:nvSpPr>
        <p:spPr>
          <a:xfrm>
            <a:off x="1668834" y="5665892"/>
            <a:ext cx="2753742" cy="827673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002060"/>
                </a:solidFill>
              </a:rPr>
              <a:t>Co-efficient</a:t>
            </a:r>
            <a:r>
              <a:rPr lang="en-IN" sz="2800" b="1" dirty="0">
                <a:solidFill>
                  <a:schemeClr val="bg1"/>
                </a:solidFill>
              </a:rPr>
              <a:t> </a:t>
            </a:r>
          </a:p>
          <a:p>
            <a:pPr algn="ctr"/>
            <a:r>
              <a:rPr lang="en-IN" sz="2800" b="1" dirty="0">
                <a:solidFill>
                  <a:srgbClr val="002060"/>
                </a:solidFill>
              </a:rPr>
              <a:t>Matrix</a:t>
            </a:r>
          </a:p>
        </p:txBody>
      </p:sp>
      <p:sp>
        <p:nvSpPr>
          <p:cNvPr id="37" name="Right Arrow 3">
            <a:extLst>
              <a:ext uri="{FF2B5EF4-FFF2-40B4-BE49-F238E27FC236}">
                <a16:creationId xmlns:a16="http://schemas.microsoft.com/office/drawing/2014/main" id="{ED27584B-E1CE-43F2-A47A-CDF47E196C96}"/>
              </a:ext>
            </a:extLst>
          </p:cNvPr>
          <p:cNvSpPr/>
          <p:nvPr/>
        </p:nvSpPr>
        <p:spPr>
          <a:xfrm rot="5400000">
            <a:off x="5557361" y="5206504"/>
            <a:ext cx="532176" cy="334851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48866419-59B2-421F-8344-4EE8AB38B982}"/>
              </a:ext>
            </a:extLst>
          </p:cNvPr>
          <p:cNvSpPr/>
          <p:nvPr/>
        </p:nvSpPr>
        <p:spPr>
          <a:xfrm>
            <a:off x="4715159" y="5665892"/>
            <a:ext cx="2182906" cy="827673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002060"/>
                </a:solidFill>
              </a:rPr>
              <a:t>Variable</a:t>
            </a:r>
            <a:r>
              <a:rPr lang="en-IN" sz="2800" b="1" dirty="0">
                <a:solidFill>
                  <a:schemeClr val="bg1"/>
                </a:solidFill>
              </a:rPr>
              <a:t> </a:t>
            </a:r>
          </a:p>
          <a:p>
            <a:pPr algn="ctr"/>
            <a:r>
              <a:rPr lang="en-IN" sz="2800" b="1" dirty="0">
                <a:solidFill>
                  <a:srgbClr val="002060"/>
                </a:solidFill>
              </a:rPr>
              <a:t>Matrix</a:t>
            </a:r>
          </a:p>
        </p:txBody>
      </p:sp>
      <p:sp>
        <p:nvSpPr>
          <p:cNvPr id="39" name="Right Arrow 3">
            <a:extLst>
              <a:ext uri="{FF2B5EF4-FFF2-40B4-BE49-F238E27FC236}">
                <a16:creationId xmlns:a16="http://schemas.microsoft.com/office/drawing/2014/main" id="{BF61C03E-BB6F-4733-895A-65245BE047AE}"/>
              </a:ext>
            </a:extLst>
          </p:cNvPr>
          <p:cNvSpPr/>
          <p:nvPr/>
        </p:nvSpPr>
        <p:spPr>
          <a:xfrm rot="5400000">
            <a:off x="8049772" y="5185073"/>
            <a:ext cx="530839" cy="334851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F6530147-88BD-415B-8B88-AAFEF5053DD4}"/>
              </a:ext>
            </a:extLst>
          </p:cNvPr>
          <p:cNvSpPr/>
          <p:nvPr/>
        </p:nvSpPr>
        <p:spPr>
          <a:xfrm>
            <a:off x="7215671" y="5665892"/>
            <a:ext cx="2182906" cy="827673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002060"/>
                </a:solidFill>
              </a:rPr>
              <a:t>Constant</a:t>
            </a:r>
            <a:r>
              <a:rPr lang="en-IN" sz="2800" b="1" dirty="0">
                <a:solidFill>
                  <a:schemeClr val="bg1"/>
                </a:solidFill>
              </a:rPr>
              <a:t> </a:t>
            </a:r>
          </a:p>
          <a:p>
            <a:pPr algn="ctr"/>
            <a:r>
              <a:rPr lang="en-IN" sz="2800" b="1" dirty="0">
                <a:solidFill>
                  <a:srgbClr val="002060"/>
                </a:solidFill>
              </a:rPr>
              <a:t>Matrix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35F0634A-29F0-44DB-8987-7DAB6F16A105}"/>
              </a:ext>
            </a:extLst>
          </p:cNvPr>
          <p:cNvGrpSpPr/>
          <p:nvPr/>
        </p:nvGrpSpPr>
        <p:grpSpPr>
          <a:xfrm>
            <a:off x="7647356" y="3365475"/>
            <a:ext cx="1438267" cy="1765923"/>
            <a:chOff x="7647356" y="3365475"/>
            <a:chExt cx="1438267" cy="176592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3E2C30BE-A91F-4A5D-BBAD-97BAF07834D7}"/>
                    </a:ext>
                  </a:extLst>
                </p:cNvPr>
                <p:cNvSpPr/>
                <p:nvPr/>
              </p:nvSpPr>
              <p:spPr>
                <a:xfrm>
                  <a:off x="7647356" y="3365475"/>
                  <a:ext cx="1438267" cy="176592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</m:e>
                              </m:mr>
                              <m:mr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e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3E2C30BE-A91F-4A5D-BBAD-97BAF07834D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647356" y="3365475"/>
                  <a:ext cx="1438267" cy="1765923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A91937EF-CD60-4596-B1FD-3F53F8A5383F}"/>
                </a:ext>
              </a:extLst>
            </p:cNvPr>
            <p:cNvGrpSpPr/>
            <p:nvPr/>
          </p:nvGrpSpPr>
          <p:grpSpPr>
            <a:xfrm>
              <a:off x="7948568" y="3545712"/>
              <a:ext cx="737795" cy="1444285"/>
              <a:chOff x="3661262" y="4815858"/>
              <a:chExt cx="737795" cy="144428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6" name="Rectangle 45">
                    <a:extLst>
                      <a:ext uri="{FF2B5EF4-FFF2-40B4-BE49-F238E27FC236}">
                        <a16:creationId xmlns:a16="http://schemas.microsoft.com/office/drawing/2014/main" id="{05976616-9FD7-49DD-A09F-98B764447DAA}"/>
                      </a:ext>
                    </a:extLst>
                  </p:cNvPr>
                  <p:cNvSpPr/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30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6" name="Rectangle 45">
                    <a:extLst>
                      <a:ext uri="{FF2B5EF4-FFF2-40B4-BE49-F238E27FC236}">
                        <a16:creationId xmlns:a16="http://schemas.microsoft.com/office/drawing/2014/main" id="{05976616-9FD7-49DD-A09F-98B764447DA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7" name="Rectangle 46">
                    <a:extLst>
                      <a:ext uri="{FF2B5EF4-FFF2-40B4-BE49-F238E27FC236}">
                        <a16:creationId xmlns:a16="http://schemas.microsoft.com/office/drawing/2014/main" id="{2975B2E1-4AB9-4C1C-8F7A-6472B0899AC7}"/>
                      </a:ext>
                    </a:extLst>
                  </p:cNvPr>
                  <p:cNvSpPr/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7" name="Rectangle 46">
                    <a:extLst>
                      <a:ext uri="{FF2B5EF4-FFF2-40B4-BE49-F238E27FC236}">
                        <a16:creationId xmlns:a16="http://schemas.microsoft.com/office/drawing/2014/main" id="{2975B2E1-4AB9-4C1C-8F7A-6472B0899AC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" name="Rectangle 47">
                    <a:extLst>
                      <a:ext uri="{FF2B5EF4-FFF2-40B4-BE49-F238E27FC236}">
                        <a16:creationId xmlns:a16="http://schemas.microsoft.com/office/drawing/2014/main" id="{47F96BCD-A282-4958-9F67-9979B25B2CAC}"/>
                      </a:ext>
                    </a:extLst>
                  </p:cNvPr>
                  <p:cNvSpPr/>
                  <p:nvPr/>
                </p:nvSpPr>
                <p:spPr>
                  <a:xfrm>
                    <a:off x="3661262" y="579214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8" name="Rectangle 47">
                    <a:extLst>
                      <a:ext uri="{FF2B5EF4-FFF2-40B4-BE49-F238E27FC236}">
                        <a16:creationId xmlns:a16="http://schemas.microsoft.com/office/drawing/2014/main" id="{47F96BCD-A282-4958-9F67-9979B25B2CA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61262" y="5792143"/>
                    <a:ext cx="717113" cy="468000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2C7357E-6FBD-40D0-9D12-D462B8A5D28C}"/>
              </a:ext>
            </a:extLst>
          </p:cNvPr>
          <p:cNvGrpSpPr/>
          <p:nvPr/>
        </p:nvGrpSpPr>
        <p:grpSpPr>
          <a:xfrm>
            <a:off x="5138409" y="3389472"/>
            <a:ext cx="1438267" cy="1765923"/>
            <a:chOff x="5138409" y="3389472"/>
            <a:chExt cx="1438267" cy="176592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8BE5D1F6-6B8A-4FE9-AEC0-66AD446BC7B9}"/>
                    </a:ext>
                  </a:extLst>
                </p:cNvPr>
                <p:cNvSpPr/>
                <p:nvPr/>
              </p:nvSpPr>
              <p:spPr>
                <a:xfrm>
                  <a:off x="5138409" y="3389472"/>
                  <a:ext cx="1438267" cy="176592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</m:e>
                              </m:mr>
                              <m:mr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e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8BE5D1F6-6B8A-4FE9-AEC0-66AD446BC7B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38409" y="3389472"/>
                  <a:ext cx="1438267" cy="1765923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71AEAC45-9003-409D-A497-3B317F03B760}"/>
                </a:ext>
              </a:extLst>
            </p:cNvPr>
            <p:cNvGrpSpPr/>
            <p:nvPr/>
          </p:nvGrpSpPr>
          <p:grpSpPr>
            <a:xfrm>
              <a:off x="5447051" y="3569709"/>
              <a:ext cx="730365" cy="1444285"/>
              <a:chOff x="3668692" y="4815858"/>
              <a:chExt cx="730365" cy="144428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id="{64F118CC-A638-4882-9400-26ACE8996319}"/>
                      </a:ext>
                    </a:extLst>
                  </p:cNvPr>
                  <p:cNvSpPr/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99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id="{64F118CC-A638-4882-9400-26ACE899631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id="{61D4CF70-675D-40A2-9150-475A8C97ACF5}"/>
                      </a:ext>
                    </a:extLst>
                  </p:cNvPr>
                  <p:cNvSpPr/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70C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id="{61D4CF70-675D-40A2-9150-475A8C97ACF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id="{225CD392-41F1-4F71-B12F-1AC7885D8A46}"/>
                      </a:ext>
                    </a:extLst>
                  </p:cNvPr>
                  <p:cNvSpPr/>
                  <p:nvPr/>
                </p:nvSpPr>
                <p:spPr>
                  <a:xfrm>
                    <a:off x="3674514" y="579214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z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id="{225CD392-41F1-4F71-B12F-1AC7885D8A4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74514" y="5792143"/>
                    <a:ext cx="717113" cy="468000"/>
                  </a:xfrm>
                  <a:prstGeom prst="rect">
                    <a:avLst/>
                  </a:prstGeom>
                  <a:blipFill>
                    <a:blip r:embed="rId2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</p:spTree>
    <p:extLst>
      <p:ext uri="{BB962C8B-B14F-4D97-AF65-F5344CB8AC3E}">
        <p14:creationId xmlns:p14="http://schemas.microsoft.com/office/powerpoint/2010/main" val="870631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00"/>
                            </p:stCondLst>
                            <p:childTnLst>
                              <p:par>
                                <p:cTn id="6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00"/>
                            </p:stCondLst>
                            <p:childTnLst>
                              <p:par>
                                <p:cTn id="8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5" grpId="0" animBg="1"/>
      <p:bldP spid="15" grpId="1" animBg="1"/>
      <p:bldP spid="16" grpId="0" animBg="1"/>
      <p:bldP spid="16" grpId="1" animBg="1"/>
      <p:bldP spid="27" grpId="0"/>
      <p:bldP spid="28" grpId="0"/>
      <p:bldP spid="29" grpId="0"/>
      <p:bldP spid="30" grpId="0"/>
      <p:bldP spid="32" grpId="0"/>
      <p:bldP spid="34" grpId="0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DE46B892-3E74-4C03-81A6-AD1F59F07758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Example:1(Continue) 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DE46B892-3E74-4C03-81A6-AD1F59F0775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D6BB27F5-314D-4AAC-8F53-48AA88AF0786}"/>
              </a:ext>
            </a:extLst>
          </p:cNvPr>
          <p:cNvSpPr/>
          <p:nvPr/>
        </p:nvSpPr>
        <p:spPr>
          <a:xfrm>
            <a:off x="230422" y="803967"/>
            <a:ext cx="4646384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Consider the Augmented matrix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621C6629-897D-4685-8AB6-97C2187F442B}"/>
                  </a:ext>
                </a:extLst>
              </p:cNvPr>
              <p:cNvSpPr/>
              <p:nvPr/>
            </p:nvSpPr>
            <p:spPr>
              <a:xfrm>
                <a:off x="234559" y="1817473"/>
                <a:ext cx="1879991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begChr m:val=""/>
                              <m:endChr m:val="|"/>
                              <m:ctrlPr>
                                <a:rPr lang="en-IN" sz="28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b="0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  <a:p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621C6629-897D-4685-8AB6-97C2187F44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559" y="1817473"/>
                <a:ext cx="1879991" cy="468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3A2FB486-0FEF-4083-859B-890B6FEC3645}"/>
              </a:ext>
            </a:extLst>
          </p:cNvPr>
          <p:cNvGrpSpPr/>
          <p:nvPr/>
        </p:nvGrpSpPr>
        <p:grpSpPr>
          <a:xfrm>
            <a:off x="8655266" y="649106"/>
            <a:ext cx="3768549" cy="2392083"/>
            <a:chOff x="242698" y="4297225"/>
            <a:chExt cx="3768549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E9E71515-3511-403A-827C-C81EFEFF0AB5}"/>
                    </a:ext>
                  </a:extLst>
                </p:cNvPr>
                <p:cNvSpPr/>
                <p:nvPr/>
              </p:nvSpPr>
              <p:spPr>
                <a:xfrm>
                  <a:off x="242698" y="5099922"/>
                  <a:ext cx="965836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E9E71515-3511-403A-827C-C81EFEFF0AB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2698" y="5099922"/>
                  <a:ext cx="965836" cy="711201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B5A4611D-366F-49E5-B293-C9C716D0CD4F}"/>
                    </a:ext>
                  </a:extLst>
                </p:cNvPr>
                <p:cNvSpPr/>
                <p:nvPr/>
              </p:nvSpPr>
              <p:spPr>
                <a:xfrm>
                  <a:off x="710636" y="4297225"/>
                  <a:ext cx="3300611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B5A4611D-366F-49E5-B293-C9C716D0CD4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0636" y="4297225"/>
                  <a:ext cx="3300611" cy="2392083"/>
                </a:xfrm>
                <a:prstGeom prst="rect">
                  <a:avLst/>
                </a:prstGeom>
                <a:blipFill>
                  <a:blip r:embed="rId1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06D1BC2A-D340-4FDB-9D74-894DA9BB81D4}"/>
                    </a:ext>
                  </a:extLst>
                </p:cNvPr>
                <p:cNvSpPr/>
                <p:nvPr/>
              </p:nvSpPr>
              <p:spPr>
                <a:xfrm>
                  <a:off x="1389182" y="5787841"/>
                  <a:ext cx="207845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06D1BC2A-D340-4FDB-9D74-894DA9BB81D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389182" y="5787841"/>
                  <a:ext cx="2078457" cy="523220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EC657F8A-DC83-4DBC-8DB4-63D57F968000}"/>
                    </a:ext>
                  </a:extLst>
                </p:cNvPr>
                <p:cNvSpPr/>
                <p:nvPr/>
              </p:nvSpPr>
              <p:spPr>
                <a:xfrm>
                  <a:off x="1193668" y="5283858"/>
                  <a:ext cx="233696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−1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EC657F8A-DC83-4DBC-8DB4-63D57F96800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93668" y="5283858"/>
                  <a:ext cx="2336967" cy="523220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4C0EAA2A-2267-4D0B-8724-84188DB84621}"/>
                    </a:ext>
                  </a:extLst>
                </p:cNvPr>
                <p:cNvSpPr/>
                <p:nvPr/>
              </p:nvSpPr>
              <p:spPr>
                <a:xfrm>
                  <a:off x="1214302" y="4812946"/>
                  <a:ext cx="2230098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4C0EAA2A-2267-4D0B-8724-84188DB8462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214302" y="4812946"/>
                  <a:ext cx="2230098" cy="523220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3B944340-2A20-4989-93A3-FE4DD4AC9786}"/>
              </a:ext>
            </a:extLst>
          </p:cNvPr>
          <p:cNvGrpSpPr/>
          <p:nvPr/>
        </p:nvGrpSpPr>
        <p:grpSpPr>
          <a:xfrm>
            <a:off x="10287641" y="2775860"/>
            <a:ext cx="1998551" cy="1765923"/>
            <a:chOff x="6401107" y="4702666"/>
            <a:chExt cx="1998551" cy="176592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E4BD405D-2998-4F25-B875-21E598FEF991}"/>
                    </a:ext>
                  </a:extLst>
                </p:cNvPr>
                <p:cNvSpPr/>
                <p:nvPr/>
              </p:nvSpPr>
              <p:spPr>
                <a:xfrm>
                  <a:off x="6401107" y="5283858"/>
                  <a:ext cx="965836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B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E4BD405D-2998-4F25-B875-21E598FEF99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01107" y="5283858"/>
                  <a:ext cx="965836" cy="711201"/>
                </a:xfrm>
                <a:prstGeom prst="rect">
                  <a:avLst/>
                </a:prstGeom>
                <a:blipFill>
                  <a:blip r:embed="rId1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4B37356C-745E-4F0E-8898-FAEE0A339DE8}"/>
                </a:ext>
              </a:extLst>
            </p:cNvPr>
            <p:cNvGrpSpPr/>
            <p:nvPr/>
          </p:nvGrpSpPr>
          <p:grpSpPr>
            <a:xfrm>
              <a:off x="6961391" y="4702666"/>
              <a:ext cx="1438267" cy="1765923"/>
              <a:chOff x="6961391" y="4702666"/>
              <a:chExt cx="1438267" cy="176592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3CF3CBD1-5663-42AB-8D39-AD6418ED8238}"/>
                      </a:ext>
                    </a:extLst>
                  </p:cNvPr>
                  <p:cNvSpPr/>
                  <p:nvPr/>
                </p:nvSpPr>
                <p:spPr>
                  <a:xfrm>
                    <a:off x="6961391" y="4702666"/>
                    <a:ext cx="1438267" cy="176592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smtClean="0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smtClean="0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a:rPr lang="en-IN" sz="2800" b="0" i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30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IN" sz="2800" b="0" i="0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9</m:t>
                                    </m:r>
                                  </m:e>
                                </m:mr>
                                <m:mr>
                                  <m:e>
                                    <m:eqArr>
                                      <m:eqArrPr>
                                        <m:ctrlPr>
                                          <a:rPr lang="en-IN" sz="2800" b="0" i="1" smtClean="0">
                                            <a:solidFill>
                                              <a:schemeClr val="bg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eqArrPr>
                                      <m:e>
                                        <m:r>
                                          <a:rPr lang="en-IN" sz="2800" b="0" i="0" smtClean="0">
                                            <a:solidFill>
                                              <a:schemeClr val="bg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e>
                                      <m:e>
                                        <m:r>
                                          <a:rPr lang="en-IN" sz="2800" b="0" i="0" smtClean="0">
                                            <a:solidFill>
                                              <a:schemeClr val="bg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0</m:t>
                                        </m:r>
                                      </m:e>
                                    </m:eqArr>
                                  </m:e>
                                </m:mr>
                              </m:m>
                              <m:r>
                                <a:rPr lang="en-IN" sz="2800" b="0" i="0" smtClean="0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oMath>
                      </m:oMathPara>
                    </a14:m>
                    <a:endParaRPr lang="en-IN" sz="2800" dirty="0">
                      <a:solidFill>
                        <a:srgbClr val="7030A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3CF3CBD1-5663-42AB-8D39-AD6418ED823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961391" y="4702666"/>
                    <a:ext cx="1438267" cy="1765923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DFA5F050-411D-4346-846D-12383820E806}"/>
                  </a:ext>
                </a:extLst>
              </p:cNvPr>
              <p:cNvGrpSpPr/>
              <p:nvPr/>
            </p:nvGrpSpPr>
            <p:grpSpPr>
              <a:xfrm>
                <a:off x="7270033" y="4882903"/>
                <a:ext cx="730365" cy="1444285"/>
                <a:chOff x="3668692" y="4815858"/>
                <a:chExt cx="730365" cy="1444285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" name="Rectangle 7">
                      <a:extLst>
                        <a:ext uri="{FF2B5EF4-FFF2-40B4-BE49-F238E27FC236}">
                          <a16:creationId xmlns:a16="http://schemas.microsoft.com/office/drawing/2014/main" id="{58FF369A-C68A-4161-89C8-A5220D5348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1944" y="4815858"/>
                      <a:ext cx="717113" cy="46800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890E4F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8" name="Rectangle 7">
                      <a:extLst>
                        <a:ext uri="{FF2B5EF4-FFF2-40B4-BE49-F238E27FC236}">
                          <a16:creationId xmlns:a16="http://schemas.microsoft.com/office/drawing/2014/main" id="{58FF369A-C68A-4161-89C8-A5220D5348F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681944" y="4815858"/>
                      <a:ext cx="717113" cy="468000"/>
                    </a:xfrm>
                    <a:prstGeom prst="rect">
                      <a:avLst/>
                    </a:prstGeom>
                    <a:blipFill>
                      <a:blip r:embed="rId21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" name="Rectangle 27">
                      <a:extLst>
                        <a:ext uri="{FF2B5EF4-FFF2-40B4-BE49-F238E27FC236}">
                          <a16:creationId xmlns:a16="http://schemas.microsoft.com/office/drawing/2014/main" id="{000CA531-56AD-45D8-ABEE-A0B1B3C80B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692" y="5284583"/>
                      <a:ext cx="717113" cy="46800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890E4F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8" name="Rectangle 27">
                      <a:extLst>
                        <a:ext uri="{FF2B5EF4-FFF2-40B4-BE49-F238E27FC236}">
                          <a16:creationId xmlns:a16="http://schemas.microsoft.com/office/drawing/2014/main" id="{000CA531-56AD-45D8-ABEE-A0B1B3C80B1C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668692" y="5284583"/>
                      <a:ext cx="717113" cy="468000"/>
                    </a:xfrm>
                    <a:prstGeom prst="rect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9" name="Rectangle 28">
                      <a:extLst>
                        <a:ext uri="{FF2B5EF4-FFF2-40B4-BE49-F238E27FC236}">
                          <a16:creationId xmlns:a16="http://schemas.microsoft.com/office/drawing/2014/main" id="{0D7796E4-3516-4BC5-B6EC-A28588AB86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4514" y="5792143"/>
                      <a:ext cx="717113" cy="46800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890E4F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9" name="Rectangle 28">
                      <a:extLst>
                        <a:ext uri="{FF2B5EF4-FFF2-40B4-BE49-F238E27FC236}">
                          <a16:creationId xmlns:a16="http://schemas.microsoft.com/office/drawing/2014/main" id="{0D7796E4-3516-4BC5-B6EC-A28588AB866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674514" y="5792143"/>
                      <a:ext cx="717113" cy="468000"/>
                    </a:xfrm>
                    <a:prstGeom prst="rect">
                      <a:avLst/>
                    </a:prstGeom>
                    <a:blipFill>
                      <a:blip r:embed="rId23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C3928909-65B8-47D5-89F4-F9EC8F1ACA32}"/>
                  </a:ext>
                </a:extLst>
              </p:cNvPr>
              <p:cNvSpPr/>
              <p:nvPr/>
            </p:nvSpPr>
            <p:spPr>
              <a:xfrm>
                <a:off x="5284829" y="2376406"/>
                <a:ext cx="102116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3×4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C3928909-65B8-47D5-89F4-F9EC8F1ACA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84829" y="2376406"/>
                <a:ext cx="1021164" cy="468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7A42DE3A-5517-35E2-023F-8B9EE2D78395}"/>
                  </a:ext>
                </a:extLst>
              </p:cNvPr>
              <p:cNvSpPr/>
              <p:nvPr/>
            </p:nvSpPr>
            <p:spPr>
              <a:xfrm>
                <a:off x="2030337" y="855431"/>
                <a:ext cx="3300611" cy="23920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/>
                            <m:e>
                              <m:eqArr>
                                <m:eqArrPr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</m:eqAr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GB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        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7A42DE3A-5517-35E2-023F-8B9EE2D7839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337" y="855431"/>
                <a:ext cx="3300611" cy="239208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37C0A3EB-0B0B-C620-D6E6-670405D86035}"/>
                  </a:ext>
                </a:extLst>
              </p:cNvPr>
              <p:cNvSpPr/>
              <p:nvPr/>
            </p:nvSpPr>
            <p:spPr>
              <a:xfrm>
                <a:off x="2229856" y="2321186"/>
                <a:ext cx="2078457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37C0A3EB-0B0B-C620-D6E6-670405D860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9856" y="2321186"/>
                <a:ext cx="2078457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D82A36CD-62CB-28B1-23D6-A4D9350076FC}"/>
                  </a:ext>
                </a:extLst>
              </p:cNvPr>
              <p:cNvSpPr/>
              <p:nvPr/>
            </p:nvSpPr>
            <p:spPr>
              <a:xfrm>
                <a:off x="2034342" y="1817203"/>
                <a:ext cx="2336967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</m:t>
                      </m:r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−1</m:t>
                      </m:r>
                    </m:oMath>
                  </m:oMathPara>
                </a14:m>
                <a:endParaRPr lang="en-IN" sz="2800" dirty="0">
                  <a:solidFill>
                    <a:schemeClr val="accent5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D82A36CD-62CB-28B1-23D6-A4D9350076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4342" y="1817203"/>
                <a:ext cx="2336967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E46D782B-0EC2-AFC4-8432-7136F1A5EBB9}"/>
                  </a:ext>
                </a:extLst>
              </p:cNvPr>
              <p:cNvSpPr/>
              <p:nvPr/>
            </p:nvSpPr>
            <p:spPr>
              <a:xfrm>
                <a:off x="2054976" y="1346291"/>
                <a:ext cx="2230098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      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E46D782B-0EC2-AFC4-8432-7136F1A5EB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4976" y="1346291"/>
                <a:ext cx="2230098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2E1789F5-DCCC-801B-22C1-1BF463147525}"/>
                  </a:ext>
                </a:extLst>
              </p:cNvPr>
              <p:cNvSpPr/>
              <p:nvPr/>
            </p:nvSpPr>
            <p:spPr>
              <a:xfrm>
                <a:off x="4432997" y="1354526"/>
                <a:ext cx="71711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2E1789F5-DCCC-801B-22C1-1BF4631475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32997" y="1354526"/>
                <a:ext cx="717113" cy="468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3F939E15-3182-237C-A06D-8B29E7DA217C}"/>
                  </a:ext>
                </a:extLst>
              </p:cNvPr>
              <p:cNvSpPr/>
              <p:nvPr/>
            </p:nvSpPr>
            <p:spPr>
              <a:xfrm>
                <a:off x="4419745" y="1823251"/>
                <a:ext cx="71711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3F939E15-3182-237C-A06D-8B29E7DA21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9745" y="1823251"/>
                <a:ext cx="717113" cy="468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5BAB7563-6AD4-181C-E079-6556EC3DA251}"/>
                  </a:ext>
                </a:extLst>
              </p:cNvPr>
              <p:cNvSpPr/>
              <p:nvPr/>
            </p:nvSpPr>
            <p:spPr>
              <a:xfrm>
                <a:off x="4425567" y="2330811"/>
                <a:ext cx="71711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5BAB7563-6AD4-181C-E079-6556EC3DA2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25567" y="2330811"/>
                <a:ext cx="717113" cy="468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5C6689D0-2DD9-668D-05E4-4F34B23DBB96}"/>
              </a:ext>
            </a:extLst>
          </p:cNvPr>
          <p:cNvCxnSpPr/>
          <p:nvPr/>
        </p:nvCxnSpPr>
        <p:spPr>
          <a:xfrm>
            <a:off x="4377084" y="1362900"/>
            <a:ext cx="0" cy="145608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Content Placeholder 4">
                <a:extLst>
                  <a:ext uri="{FF2B5EF4-FFF2-40B4-BE49-F238E27FC236}">
                    <a16:creationId xmlns:a16="http://schemas.microsoft.com/office/drawing/2014/main" id="{81B5E77C-C62C-E56E-15D5-B22E6E2F710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98946" y="3075442"/>
                <a:ext cx="1423196" cy="53504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indent="0"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  <a:defRPr sz="2800" b="1" i="1">
                    <a:solidFill>
                      <a:srgbClr val="FF0000"/>
                    </a:solidFill>
                    <a:latin typeface="Cambria Math" panose="02040503050406030204" pitchFamily="18" charset="0"/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>
                    <a:solidFill>
                      <a:schemeClr val="tx1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GB" b="1" i="1" smtClean="0">
                              <a:latin typeface="Cambria Math" panose="02040503050406030204" pitchFamily="18" charset="0"/>
                            </a:rPr>
                            <m:t>𝟏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b="1" i="1" smtClean="0">
                              <a:latin typeface="Cambria Math" panose="02040503050406030204" pitchFamily="18" charset="0"/>
                            </a:rPr>
                            <m:t>𝟑</m:t>
                          </m:r>
                        </m:e>
                      </m:d>
                      <m:r>
                        <a:rPr lang="en-GB" b="1" i="1" smtClean="0">
                          <a:latin typeface="Cambria Math" panose="02040503050406030204" pitchFamily="18" charset="0"/>
                        </a:rPr>
                        <m:t> ,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55" name="Content Placeholder 4">
                <a:extLst>
                  <a:ext uri="{FF2B5EF4-FFF2-40B4-BE49-F238E27FC236}">
                    <a16:creationId xmlns:a16="http://schemas.microsoft.com/office/drawing/2014/main" id="{81B5E77C-C62C-E56E-15D5-B22E6E2F71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8946" y="3075442"/>
                <a:ext cx="1423196" cy="535045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1" name="Rectangle: Rounded Corners 60">
            <a:extLst>
              <a:ext uri="{FF2B5EF4-FFF2-40B4-BE49-F238E27FC236}">
                <a16:creationId xmlns:a16="http://schemas.microsoft.com/office/drawing/2014/main" id="{BE3DC293-DC29-333E-688A-8A6FE93F7838}"/>
              </a:ext>
            </a:extLst>
          </p:cNvPr>
          <p:cNvSpPr/>
          <p:nvPr/>
        </p:nvSpPr>
        <p:spPr>
          <a:xfrm>
            <a:off x="2183321" y="1425246"/>
            <a:ext cx="645967" cy="386738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2" name="Rectangle: Rounded Corners 61">
            <a:extLst>
              <a:ext uri="{FF2B5EF4-FFF2-40B4-BE49-F238E27FC236}">
                <a16:creationId xmlns:a16="http://schemas.microsoft.com/office/drawing/2014/main" id="{C4D0E73D-CB02-0BC3-2DFE-8F451EBF8B3B}"/>
              </a:ext>
            </a:extLst>
          </p:cNvPr>
          <p:cNvSpPr/>
          <p:nvPr/>
        </p:nvSpPr>
        <p:spPr>
          <a:xfrm>
            <a:off x="2347110" y="1899997"/>
            <a:ext cx="482178" cy="3757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7F617F2F-66B6-80E9-40F2-592408EAC631}"/>
                  </a:ext>
                </a:extLst>
              </p:cNvPr>
              <p:cNvSpPr/>
              <p:nvPr/>
            </p:nvSpPr>
            <p:spPr>
              <a:xfrm>
                <a:off x="1523327" y="3357052"/>
                <a:ext cx="3854450" cy="23920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a:rPr lang="en-IN" sz="3600" i="1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~</m:t>
                    </m:r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/>
                            <m:e>
                              <m:eqArr>
                                <m:eqArrPr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</m:eqAr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GB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        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7F617F2F-66B6-80E9-40F2-592408EAC6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3327" y="3357052"/>
                <a:ext cx="3854450" cy="2392083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1B6C4F4-D821-1E8F-66F9-D4BA697103CE}"/>
                  </a:ext>
                </a:extLst>
              </p:cNvPr>
              <p:cNvSpPr/>
              <p:nvPr/>
            </p:nvSpPr>
            <p:spPr>
              <a:xfrm>
                <a:off x="2302789" y="4838494"/>
                <a:ext cx="2078457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GB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r>
                        <a:rPr lang="en-GB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   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</m:t>
                      </m:r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GB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1B6C4F4-D821-1E8F-66F9-D4BA697103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2789" y="4838494"/>
                <a:ext cx="2078457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DF7ACFD9-7D0A-6A60-77E3-3ADEFCCF3759}"/>
                  </a:ext>
                </a:extLst>
              </p:cNvPr>
              <p:cNvSpPr/>
              <p:nvPr/>
            </p:nvSpPr>
            <p:spPr>
              <a:xfrm>
                <a:off x="2067755" y="4318824"/>
                <a:ext cx="2336967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</m:t>
                      </m:r>
                      <m:r>
                        <a:rPr lang="en-GB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 </m:t>
                      </m:r>
                      <m:r>
                        <a:rPr lang="en-GB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r>
                        <a:rPr lang="en-GB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11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GB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GB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accent5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DF7ACFD9-7D0A-6A60-77E3-3ADEFCCF37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7755" y="4318824"/>
                <a:ext cx="2336967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1EA8FDE4-0A50-917B-8F46-6E62C6A8EFDF}"/>
                  </a:ext>
                </a:extLst>
              </p:cNvPr>
              <p:cNvSpPr/>
              <p:nvPr/>
            </p:nvSpPr>
            <p:spPr>
              <a:xfrm>
                <a:off x="2088389" y="3847912"/>
                <a:ext cx="2230098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      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1EA8FDE4-0A50-917B-8F46-6E62C6A8EF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8389" y="3847912"/>
                <a:ext cx="2230098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A6CC632C-0E0C-0C7C-1550-B50BB7353E35}"/>
                  </a:ext>
                </a:extLst>
              </p:cNvPr>
              <p:cNvSpPr/>
              <p:nvPr/>
            </p:nvSpPr>
            <p:spPr>
              <a:xfrm>
                <a:off x="4458805" y="3856199"/>
                <a:ext cx="71711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A6CC632C-0E0C-0C7C-1550-B50BB7353E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58805" y="3856199"/>
                <a:ext cx="717113" cy="468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F1319BAE-2DD5-8591-50E0-E5B66264DA4B}"/>
                  </a:ext>
                </a:extLst>
              </p:cNvPr>
              <p:cNvSpPr/>
              <p:nvPr/>
            </p:nvSpPr>
            <p:spPr>
              <a:xfrm>
                <a:off x="4446679" y="4314133"/>
                <a:ext cx="71711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  <m:r>
                        <a:rPr lang="en-GB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F1319BAE-2DD5-8591-50E0-E5B66264DA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46679" y="4314133"/>
                <a:ext cx="717113" cy="468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26344E3E-F785-00E4-D675-DE17458693F2}"/>
                  </a:ext>
                </a:extLst>
              </p:cNvPr>
              <p:cNvSpPr/>
              <p:nvPr/>
            </p:nvSpPr>
            <p:spPr>
              <a:xfrm>
                <a:off x="4433181" y="4835694"/>
                <a:ext cx="71711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GB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26344E3E-F785-00E4-D675-DE17458693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33181" y="4835694"/>
                <a:ext cx="717113" cy="468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AF04966F-D670-E262-6DD6-F92472DB614B}"/>
              </a:ext>
            </a:extLst>
          </p:cNvPr>
          <p:cNvCxnSpPr/>
          <p:nvPr/>
        </p:nvCxnSpPr>
        <p:spPr>
          <a:xfrm>
            <a:off x="4410497" y="3874146"/>
            <a:ext cx="0" cy="145608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2" name="Content Placeholder 4">
                <a:extLst>
                  <a:ext uri="{FF2B5EF4-FFF2-40B4-BE49-F238E27FC236}">
                    <a16:creationId xmlns:a16="http://schemas.microsoft.com/office/drawing/2014/main" id="{70A56BE1-1E11-184D-4AFA-B2DDF29760E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04839" y="3060719"/>
                <a:ext cx="1211663" cy="53504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indent="0"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  <a:defRPr sz="2800" b="1" i="1">
                    <a:solidFill>
                      <a:srgbClr val="FF0000"/>
                    </a:solidFill>
                    <a:latin typeface="Cambria Math" panose="02040503050406030204" pitchFamily="18" charset="0"/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>
                    <a:solidFill>
                      <a:schemeClr val="tx1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GB" b="1" i="1" smtClean="0">
                              <a:latin typeface="Cambria Math" panose="02040503050406030204" pitchFamily="18" charset="0"/>
                            </a:rPr>
                            <m:t>𝟏𝟑</m:t>
                          </m:r>
                        </m:sub>
                      </m:sSub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b="1" i="1" smtClean="0">
                              <a:latin typeface="Cambria Math" panose="02040503050406030204" pitchFamily="18" charset="0"/>
                            </a:rPr>
                            <m:t>𝟐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92" name="Content Placeholder 4">
                <a:extLst>
                  <a:ext uri="{FF2B5EF4-FFF2-40B4-BE49-F238E27FC236}">
                    <a16:creationId xmlns:a16="http://schemas.microsoft.com/office/drawing/2014/main" id="{70A56BE1-1E11-184D-4AFA-B2DDF29760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4839" y="3060719"/>
                <a:ext cx="1211663" cy="535045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3" name="Rectangle: Rounded Corners 92">
            <a:extLst>
              <a:ext uri="{FF2B5EF4-FFF2-40B4-BE49-F238E27FC236}">
                <a16:creationId xmlns:a16="http://schemas.microsoft.com/office/drawing/2014/main" id="{58B931AF-2079-0C0F-4571-C20AA2D10033}"/>
              </a:ext>
            </a:extLst>
          </p:cNvPr>
          <p:cNvSpPr/>
          <p:nvPr/>
        </p:nvSpPr>
        <p:spPr>
          <a:xfrm>
            <a:off x="2347110" y="2407576"/>
            <a:ext cx="482178" cy="3757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948239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38" grpId="0"/>
      <p:bldP spid="9" grpId="0"/>
      <p:bldP spid="25" grpId="0"/>
      <p:bldP spid="26" grpId="0"/>
      <p:bldP spid="27" grpId="0"/>
      <p:bldP spid="44" grpId="0"/>
      <p:bldP spid="46" grpId="0"/>
      <p:bldP spid="47" grpId="0"/>
      <p:bldP spid="55" grpId="0"/>
      <p:bldP spid="61" grpId="0" animBg="1"/>
      <p:bldP spid="61" grpId="1" animBg="1"/>
      <p:bldP spid="62" grpId="0" animBg="1"/>
      <p:bldP spid="62" grpId="1" animBg="1"/>
      <p:bldP spid="78" grpId="0"/>
      <p:bldP spid="82" grpId="0"/>
      <p:bldP spid="83" grpId="0"/>
      <p:bldP spid="84" grpId="0"/>
      <p:bldP spid="86" grpId="0"/>
      <p:bldP spid="87" grpId="0"/>
      <p:bldP spid="88" grpId="0"/>
      <p:bldP spid="92" grpId="0"/>
      <p:bldP spid="93" grpId="0" animBg="1"/>
      <p:bldP spid="93" grpId="1" animBg="1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75B29476-6EC7-4855-A23B-0F1290CBB76D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Example:1(Continue) 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75B29476-6EC7-4855-A23B-0F1290CBB76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6" name="Group 45">
            <a:extLst>
              <a:ext uri="{FF2B5EF4-FFF2-40B4-BE49-F238E27FC236}">
                <a16:creationId xmlns:a16="http://schemas.microsoft.com/office/drawing/2014/main" id="{1B2433F1-EB85-4B7B-BDE5-D90B21A0A5EB}"/>
              </a:ext>
            </a:extLst>
          </p:cNvPr>
          <p:cNvGrpSpPr/>
          <p:nvPr/>
        </p:nvGrpSpPr>
        <p:grpSpPr>
          <a:xfrm>
            <a:off x="174764" y="625526"/>
            <a:ext cx="4263327" cy="2392083"/>
            <a:chOff x="3210449" y="338847"/>
            <a:chExt cx="4263327" cy="239208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214DC76B-589E-4064-9A35-7380099D58AD}"/>
                </a:ext>
              </a:extLst>
            </p:cNvPr>
            <p:cNvGrpSpPr/>
            <p:nvPr/>
          </p:nvGrpSpPr>
          <p:grpSpPr>
            <a:xfrm>
              <a:off x="3210449" y="338847"/>
              <a:ext cx="4263327" cy="2392083"/>
              <a:chOff x="1507995" y="3116678"/>
              <a:chExt cx="4263327" cy="239208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" name="Rectangle 4">
                    <a:extLst>
                      <a:ext uri="{FF2B5EF4-FFF2-40B4-BE49-F238E27FC236}">
                        <a16:creationId xmlns:a16="http://schemas.microsoft.com/office/drawing/2014/main" id="{EC1A4A46-CFE3-4AD6-9EB6-FC4F73CA47D2}"/>
                      </a:ext>
                    </a:extLst>
                  </p:cNvPr>
                  <p:cNvSpPr/>
                  <p:nvPr/>
                </p:nvSpPr>
                <p:spPr>
                  <a:xfrm>
                    <a:off x="1886955" y="3116678"/>
                    <a:ext cx="3884367" cy="239208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  <m:e/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/>
                                    <m:e/>
                                  </m:eqArr>
                                </m:e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</m:t>
                            </m:r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5" name="Rectangle 4">
                    <a:extLst>
                      <a:ext uri="{FF2B5EF4-FFF2-40B4-BE49-F238E27FC236}">
                        <a16:creationId xmlns:a16="http://schemas.microsoft.com/office/drawing/2014/main" id="{EC1A4A46-CFE3-4AD6-9EB6-FC4F73CA47D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886955" y="3116678"/>
                    <a:ext cx="3884367" cy="2392083"/>
                  </a:xfrm>
                  <a:prstGeom prst="rect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" name="Straight Connector 5">
                <a:extLst>
                  <a:ext uri="{FF2B5EF4-FFF2-40B4-BE49-F238E27FC236}">
                    <a16:creationId xmlns:a16="http://schemas.microsoft.com/office/drawing/2014/main" id="{7E71FE38-9EE3-4E71-AFF2-DF872B639341}"/>
                  </a:ext>
                </a:extLst>
              </p:cNvPr>
              <p:cNvCxnSpPr/>
              <p:nvPr/>
            </p:nvCxnSpPr>
            <p:spPr>
              <a:xfrm>
                <a:off x="4512366" y="3626882"/>
                <a:ext cx="0" cy="1456083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" name="Rectangle 6">
                    <a:extLst>
                      <a:ext uri="{FF2B5EF4-FFF2-40B4-BE49-F238E27FC236}">
                        <a16:creationId xmlns:a16="http://schemas.microsoft.com/office/drawing/2014/main" id="{14B9DAC7-11B0-4882-A788-E1959E7CF0D6}"/>
                      </a:ext>
                    </a:extLst>
                  </p:cNvPr>
                  <p:cNvSpPr/>
                  <p:nvPr/>
                </p:nvSpPr>
                <p:spPr>
                  <a:xfrm>
                    <a:off x="1507995" y="4076326"/>
                    <a:ext cx="856661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36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3600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" name="Rectangle 6">
                    <a:extLst>
                      <a:ext uri="{FF2B5EF4-FFF2-40B4-BE49-F238E27FC236}">
                        <a16:creationId xmlns:a16="http://schemas.microsoft.com/office/drawing/2014/main" id="{14B9DAC7-11B0-4882-A788-E1959E7CF0D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507995" y="4076326"/>
                    <a:ext cx="856661" cy="711201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DD11D0B8-494D-4248-91EC-F8A60F538388}"/>
                  </a:ext>
                </a:extLst>
              </p:cNvPr>
              <p:cNvGrpSpPr/>
              <p:nvPr/>
            </p:nvGrpSpPr>
            <p:grpSpPr>
              <a:xfrm>
                <a:off x="2175831" y="3600933"/>
                <a:ext cx="3160841" cy="523220"/>
                <a:chOff x="2060713" y="1328416"/>
                <a:chExt cx="3160841" cy="523220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" name="Rectangle 8">
                      <a:extLst>
                        <a:ext uri="{FF2B5EF4-FFF2-40B4-BE49-F238E27FC236}">
                          <a16:creationId xmlns:a16="http://schemas.microsoft.com/office/drawing/2014/main" id="{5CE8D4A2-8031-4C0B-A88B-3124D1079E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0713" y="1328416"/>
                      <a:ext cx="2230098" cy="523220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1" smtClean="0">
                                <a:solidFill>
                                  <a:srgbClr val="009900"/>
                                </a:solidFill>
                                <a:latin typeface="Cambria Math" panose="02040503050406030204" pitchFamily="18" charset="0"/>
                              </a:rPr>
                              <m:t>−1</m:t>
                            </m:r>
                            <m:r>
                              <a:rPr lang="en-IN" sz="2800" b="0" i="1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      </m:t>
                            </m:r>
                            <m:r>
                              <a:rPr lang="en-IN" sz="2800" b="0" i="1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800" b="0" i="1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       </m:t>
                            </m:r>
                            <m:r>
                              <a:rPr lang="en-IN" sz="2800" b="0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B05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9" name="Rectangle 8">
                      <a:extLst>
                        <a:ext uri="{FF2B5EF4-FFF2-40B4-BE49-F238E27FC236}">
                          <a16:creationId xmlns:a16="http://schemas.microsoft.com/office/drawing/2014/main" id="{5CE8D4A2-8031-4C0B-A88B-3124D1079EE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060713" y="1328416"/>
                      <a:ext cx="2230098" cy="523220"/>
                    </a:xfrm>
                    <a:prstGeom prst="rect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" name="Rectangle 9">
                      <a:extLst>
                        <a:ext uri="{FF2B5EF4-FFF2-40B4-BE49-F238E27FC236}">
                          <a16:creationId xmlns:a16="http://schemas.microsoft.com/office/drawing/2014/main" id="{D8E863A7-DF27-4078-8797-AB5EB80939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4441" y="1329605"/>
                      <a:ext cx="717113" cy="46800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890E4F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Rectangle 9">
                      <a:extLst>
                        <a:ext uri="{FF2B5EF4-FFF2-40B4-BE49-F238E27FC236}">
                          <a16:creationId xmlns:a16="http://schemas.microsoft.com/office/drawing/2014/main" id="{D8E863A7-DF27-4078-8797-AB5EB80939D8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504441" y="1329605"/>
                      <a:ext cx="717113" cy="468000"/>
                    </a:xfrm>
                    <a:prstGeom prst="rect">
                      <a:avLst/>
                    </a:prstGeom>
                    <a:blipFill>
                      <a:blip r:embed="rId12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63BAFF99-50B9-4F3D-AF98-6D8CAD1949EE}"/>
                </a:ext>
              </a:extLst>
            </p:cNvPr>
            <p:cNvGrpSpPr/>
            <p:nvPr/>
          </p:nvGrpSpPr>
          <p:grpSpPr>
            <a:xfrm>
              <a:off x="4071767" y="1824293"/>
              <a:ext cx="2974948" cy="523220"/>
              <a:chOff x="8177854" y="4216349"/>
              <a:chExt cx="2974948" cy="52322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id="{F536774F-CF81-400E-AAF9-D2F959B4A598}"/>
                      </a:ext>
                    </a:extLst>
                  </p:cNvPr>
                  <p:cNvSpPr/>
                  <p:nvPr/>
                </p:nvSpPr>
                <p:spPr>
                  <a:xfrm>
                    <a:off x="8177854" y="4216349"/>
                    <a:ext cx="2134162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 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5     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oMath>
                      </m:oMathPara>
                    </a14:m>
                    <a:endParaRPr lang="en-IN" sz="2800" dirty="0"/>
                  </a:p>
                </p:txBody>
              </p:sp>
            </mc:Choice>
            <mc:Fallback xmlns=""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id="{F536774F-CF81-400E-AAF9-D2F959B4A59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77854" y="4216349"/>
                    <a:ext cx="2134162" cy="523220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" name="Rectangle 12">
                    <a:extLst>
                      <a:ext uri="{FF2B5EF4-FFF2-40B4-BE49-F238E27FC236}">
                        <a16:creationId xmlns:a16="http://schemas.microsoft.com/office/drawing/2014/main" id="{7CF56DEB-3DA1-417B-AF52-2F0E77460B11}"/>
                      </a:ext>
                    </a:extLst>
                  </p:cNvPr>
                  <p:cNvSpPr/>
                  <p:nvPr/>
                </p:nvSpPr>
                <p:spPr>
                  <a:xfrm>
                    <a:off x="10435689" y="4216349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70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" name="Rectangle 12">
                    <a:extLst>
                      <a:ext uri="{FF2B5EF4-FFF2-40B4-BE49-F238E27FC236}">
                        <a16:creationId xmlns:a16="http://schemas.microsoft.com/office/drawing/2014/main" id="{7CF56DEB-3DA1-417B-AF52-2F0E77460B1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435689" y="4216349"/>
                    <a:ext cx="717113" cy="468000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A7FA7296-93A6-46CB-964E-D877C6A95FF2}"/>
                </a:ext>
              </a:extLst>
            </p:cNvPr>
            <p:cNvGrpSpPr/>
            <p:nvPr/>
          </p:nvGrpSpPr>
          <p:grpSpPr>
            <a:xfrm>
              <a:off x="3868962" y="1316664"/>
              <a:ext cx="3138488" cy="523220"/>
              <a:chOff x="2081850" y="1878516"/>
              <a:chExt cx="3138488" cy="52322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id="{287AE951-A1D6-4C00-998A-C6E4B7D4C189}"/>
                      </a:ext>
                    </a:extLst>
                  </p:cNvPr>
                  <p:cNvSpPr/>
                  <p:nvPr/>
                </p:nvSpPr>
                <p:spPr>
                  <a:xfrm>
                    <a:off x="2081850" y="1878516"/>
                    <a:ext cx="2336967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  11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id="{287AE951-A1D6-4C00-998A-C6E4B7D4C18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081850" y="1878516"/>
                    <a:ext cx="2336967" cy="523220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" name="Rectangle 15">
                    <a:extLst>
                      <a:ext uri="{FF2B5EF4-FFF2-40B4-BE49-F238E27FC236}">
                        <a16:creationId xmlns:a16="http://schemas.microsoft.com/office/drawing/2014/main" id="{DA63CCEC-5718-4D16-B63B-C071918B22DA}"/>
                      </a:ext>
                    </a:extLst>
                  </p:cNvPr>
                  <p:cNvSpPr/>
                  <p:nvPr/>
                </p:nvSpPr>
                <p:spPr>
                  <a:xfrm>
                    <a:off x="4503225" y="1893704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 99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6" name="Rectangle 15">
                    <a:extLst>
                      <a:ext uri="{FF2B5EF4-FFF2-40B4-BE49-F238E27FC236}">
                        <a16:creationId xmlns:a16="http://schemas.microsoft.com/office/drawing/2014/main" id="{DA63CCEC-5718-4D16-B63B-C071918B22D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503225" y="1893704"/>
                    <a:ext cx="717113" cy="468000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FA1F897E-721B-43BF-979F-941DAF6CAA08}"/>
              </a:ext>
            </a:extLst>
          </p:cNvPr>
          <p:cNvSpPr/>
          <p:nvPr/>
        </p:nvSpPr>
        <p:spPr>
          <a:xfrm>
            <a:off x="1752751" y="1674578"/>
            <a:ext cx="526154" cy="384649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70" name="Group 69">
            <a:extLst>
              <a:ext uri="{FF2B5EF4-FFF2-40B4-BE49-F238E27FC236}">
                <a16:creationId xmlns:a16="http://schemas.microsoft.com/office/drawing/2014/main" id="{214D2F12-CFC0-4E90-B74E-8AEA24394E7F}"/>
              </a:ext>
            </a:extLst>
          </p:cNvPr>
          <p:cNvGrpSpPr/>
          <p:nvPr/>
        </p:nvGrpSpPr>
        <p:grpSpPr>
          <a:xfrm>
            <a:off x="174764" y="3591413"/>
            <a:ext cx="4263327" cy="2392083"/>
            <a:chOff x="4003301" y="4031655"/>
            <a:chExt cx="4263327" cy="2392083"/>
          </a:xfrm>
        </p:grpSpPr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2799E1A3-1F49-43A6-BA75-48B17444D7B3}"/>
                </a:ext>
              </a:extLst>
            </p:cNvPr>
            <p:cNvGrpSpPr/>
            <p:nvPr/>
          </p:nvGrpSpPr>
          <p:grpSpPr>
            <a:xfrm>
              <a:off x="4003301" y="4031655"/>
              <a:ext cx="4263327" cy="2392083"/>
              <a:chOff x="1507995" y="3116678"/>
              <a:chExt cx="4263327" cy="239208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" name="Rectangle 47">
                    <a:extLst>
                      <a:ext uri="{FF2B5EF4-FFF2-40B4-BE49-F238E27FC236}">
                        <a16:creationId xmlns:a16="http://schemas.microsoft.com/office/drawing/2014/main" id="{F9C04C91-ECFB-43C1-BC96-D0441F263F77}"/>
                      </a:ext>
                    </a:extLst>
                  </p:cNvPr>
                  <p:cNvSpPr/>
                  <p:nvPr/>
                </p:nvSpPr>
                <p:spPr>
                  <a:xfrm>
                    <a:off x="1886955" y="3116678"/>
                    <a:ext cx="3884367" cy="239208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  <m:e/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/>
                                    <m:e/>
                                  </m:eqArr>
                                </m:e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</m:t>
                            </m:r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48" name="Rectangle 47">
                    <a:extLst>
                      <a:ext uri="{FF2B5EF4-FFF2-40B4-BE49-F238E27FC236}">
                        <a16:creationId xmlns:a16="http://schemas.microsoft.com/office/drawing/2014/main" id="{F9C04C91-ECFB-43C1-BC96-D0441F263F7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886955" y="3116678"/>
                    <a:ext cx="3884367" cy="2392083"/>
                  </a:xfrm>
                  <a:prstGeom prst="rect">
                    <a:avLst/>
                  </a:prstGeom>
                  <a:blipFill>
                    <a:blip r:embed="rId2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679E2AC3-ADB9-4CF3-BDEF-310FEF0485FB}"/>
                  </a:ext>
                </a:extLst>
              </p:cNvPr>
              <p:cNvCxnSpPr/>
              <p:nvPr/>
            </p:nvCxnSpPr>
            <p:spPr>
              <a:xfrm>
                <a:off x="4472610" y="3653386"/>
                <a:ext cx="0" cy="1456083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" name="Rectangle 49">
                    <a:extLst>
                      <a:ext uri="{FF2B5EF4-FFF2-40B4-BE49-F238E27FC236}">
                        <a16:creationId xmlns:a16="http://schemas.microsoft.com/office/drawing/2014/main" id="{D994AD26-4EF1-4381-86DB-3881ABF057AB}"/>
                      </a:ext>
                    </a:extLst>
                  </p:cNvPr>
                  <p:cNvSpPr/>
                  <p:nvPr/>
                </p:nvSpPr>
                <p:spPr>
                  <a:xfrm>
                    <a:off x="1507995" y="4076326"/>
                    <a:ext cx="856661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36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3600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0" name="Rectangle 49">
                    <a:extLst>
                      <a:ext uri="{FF2B5EF4-FFF2-40B4-BE49-F238E27FC236}">
                        <a16:creationId xmlns:a16="http://schemas.microsoft.com/office/drawing/2014/main" id="{D994AD26-4EF1-4381-86DB-3881ABF057A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507995" y="4076326"/>
                    <a:ext cx="856661" cy="711201"/>
                  </a:xfrm>
                  <a:prstGeom prst="rect">
                    <a:avLst/>
                  </a:prstGeom>
                  <a:blipFill>
                    <a:blip r:embed="rId2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51" name="Group 50">
                <a:extLst>
                  <a:ext uri="{FF2B5EF4-FFF2-40B4-BE49-F238E27FC236}">
                    <a16:creationId xmlns:a16="http://schemas.microsoft.com/office/drawing/2014/main" id="{2B57E79D-1B9C-4939-8B29-3F68337309C6}"/>
                  </a:ext>
                </a:extLst>
              </p:cNvPr>
              <p:cNvGrpSpPr/>
              <p:nvPr/>
            </p:nvGrpSpPr>
            <p:grpSpPr>
              <a:xfrm>
                <a:off x="2175831" y="3586865"/>
                <a:ext cx="3160841" cy="523220"/>
                <a:chOff x="2060713" y="1314348"/>
                <a:chExt cx="3160841" cy="523220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2" name="Rectangle 51">
                      <a:extLst>
                        <a:ext uri="{FF2B5EF4-FFF2-40B4-BE49-F238E27FC236}">
                          <a16:creationId xmlns:a16="http://schemas.microsoft.com/office/drawing/2014/main" id="{3FDBB88C-C429-47C8-AB6A-A7F9549C2B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0713" y="1314348"/>
                      <a:ext cx="2308644" cy="523220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1" smtClean="0">
                                <a:solidFill>
                                  <a:srgbClr val="009900"/>
                                </a:solidFill>
                                <a:latin typeface="Cambria Math" panose="02040503050406030204" pitchFamily="18" charset="0"/>
                              </a:rPr>
                              <m:t>−1</m:t>
                            </m:r>
                            <m:r>
                              <a:rPr lang="en-IN" sz="2800" b="0" i="1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       </m:t>
                            </m:r>
                            <m:r>
                              <a:rPr lang="en-IN" sz="2800" b="0" i="1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800" b="0" i="1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       </m:t>
                            </m:r>
                            <m:r>
                              <a:rPr lang="en-IN" sz="2800" b="0" i="0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IN" sz="2800" b="0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B05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2" name="Rectangle 51">
                      <a:extLst>
                        <a:ext uri="{FF2B5EF4-FFF2-40B4-BE49-F238E27FC236}">
                          <a16:creationId xmlns:a16="http://schemas.microsoft.com/office/drawing/2014/main" id="{3FDBB88C-C429-47C8-AB6A-A7F9549C2B7A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060713" y="1314348"/>
                      <a:ext cx="2308644" cy="523220"/>
                    </a:xfrm>
                    <a:prstGeom prst="rect">
                      <a:avLst/>
                    </a:prstGeom>
                    <a:blipFill>
                      <a:blip r:embed="rId28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3" name="Rectangle 52">
                      <a:extLst>
                        <a:ext uri="{FF2B5EF4-FFF2-40B4-BE49-F238E27FC236}">
                          <a16:creationId xmlns:a16="http://schemas.microsoft.com/office/drawing/2014/main" id="{69AE7B50-4B8A-43AE-AE06-656A1501C9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4441" y="1315537"/>
                      <a:ext cx="717113" cy="46800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890E4F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3" name="Rectangle 52">
                      <a:extLst>
                        <a:ext uri="{FF2B5EF4-FFF2-40B4-BE49-F238E27FC236}">
                          <a16:creationId xmlns:a16="http://schemas.microsoft.com/office/drawing/2014/main" id="{69AE7B50-4B8A-43AE-AE06-656A1501C92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504441" y="1315537"/>
                      <a:ext cx="717113" cy="468000"/>
                    </a:xfrm>
                    <a:prstGeom prst="rect">
                      <a:avLst/>
                    </a:prstGeom>
                    <a:blipFill>
                      <a:blip r:embed="rId29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B9D72D9A-CD2D-4599-8B72-1FFDB045CF9D}"/>
                </a:ext>
              </a:extLst>
            </p:cNvPr>
            <p:cNvGrpSpPr/>
            <p:nvPr/>
          </p:nvGrpSpPr>
          <p:grpSpPr>
            <a:xfrm>
              <a:off x="4748613" y="4997783"/>
              <a:ext cx="3093302" cy="537727"/>
              <a:chOff x="2309919" y="1851500"/>
              <a:chExt cx="3093302" cy="537727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id="{B422091F-06FC-4EA8-9BA2-6E7121493381}"/>
                      </a:ext>
                    </a:extLst>
                  </p:cNvPr>
                  <p:cNvSpPr/>
                  <p:nvPr/>
                </p:nvSpPr>
                <p:spPr>
                  <a:xfrm>
                    <a:off x="2309919" y="1866007"/>
                    <a:ext cx="2336967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i="1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GB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r>
                            <a:rPr lang="en-IN" sz="2800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  <m:r>
                            <a:rPr lang="en-IN" sz="2800" i="1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  11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id="{B422091F-06FC-4EA8-9BA2-6E712149338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309919" y="1866007"/>
                    <a:ext cx="2336967" cy="523220"/>
                  </a:xfrm>
                  <a:prstGeom prst="rect">
                    <a:avLst/>
                  </a:prstGeom>
                  <a:blipFill>
                    <a:blip r:embed="rId3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6" name="Rectangle 55">
                    <a:extLst>
                      <a:ext uri="{FF2B5EF4-FFF2-40B4-BE49-F238E27FC236}">
                        <a16:creationId xmlns:a16="http://schemas.microsoft.com/office/drawing/2014/main" id="{794D99D3-4A25-4FE3-B356-612F833D75E0}"/>
                      </a:ext>
                    </a:extLst>
                  </p:cNvPr>
                  <p:cNvSpPr/>
                  <p:nvPr/>
                </p:nvSpPr>
                <p:spPr>
                  <a:xfrm>
                    <a:off x="4686108" y="1851500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99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6" name="Rectangle 55">
                    <a:extLst>
                      <a:ext uri="{FF2B5EF4-FFF2-40B4-BE49-F238E27FC236}">
                        <a16:creationId xmlns:a16="http://schemas.microsoft.com/office/drawing/2014/main" id="{794D99D3-4A25-4FE3-B356-612F833D75E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686108" y="1851500"/>
                    <a:ext cx="717113" cy="468000"/>
                  </a:xfrm>
                  <a:prstGeom prst="rect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675D430D-20B3-415A-9047-6C84DE50D194}"/>
              </a:ext>
            </a:extLst>
          </p:cNvPr>
          <p:cNvGrpSpPr/>
          <p:nvPr/>
        </p:nvGrpSpPr>
        <p:grpSpPr>
          <a:xfrm>
            <a:off x="1005553" y="5085906"/>
            <a:ext cx="2974948" cy="523220"/>
            <a:chOff x="8177854" y="4216349"/>
            <a:chExt cx="2974948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E56B710D-61E5-48EB-B12E-CF3CD440C02D}"/>
                    </a:ext>
                  </a:extLst>
                </p:cNvPr>
                <p:cNvSpPr/>
                <p:nvPr/>
              </p:nvSpPr>
              <p:spPr>
                <a:xfrm>
                  <a:off x="8177854" y="4216349"/>
                  <a:ext cx="2134162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GB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0       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E56B710D-61E5-48EB-B12E-CF3CD440C02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177854" y="4216349"/>
                  <a:ext cx="2134162" cy="523220"/>
                </a:xfrm>
                <a:prstGeom prst="rect">
                  <a:avLst/>
                </a:prstGeom>
                <a:blipFill>
                  <a:blip r:embed="rId3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AE1C9D04-CBC1-4763-8295-4583B75A92BD}"/>
                    </a:ext>
                  </a:extLst>
                </p:cNvPr>
                <p:cNvSpPr/>
                <p:nvPr/>
              </p:nvSpPr>
              <p:spPr>
                <a:xfrm>
                  <a:off x="10435689" y="4216349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AE1C9D04-CBC1-4763-8295-4583B75A92B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435689" y="4216349"/>
                  <a:ext cx="717113" cy="468000"/>
                </a:xfrm>
                <a:prstGeom prst="rect">
                  <a:avLst/>
                </a:prstGeom>
                <a:blipFill>
                  <a:blip r:embed="rId3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71" name="Rectangle: Rounded Corners 70">
            <a:extLst>
              <a:ext uri="{FF2B5EF4-FFF2-40B4-BE49-F238E27FC236}">
                <a16:creationId xmlns:a16="http://schemas.microsoft.com/office/drawing/2014/main" id="{CA107078-6120-43B1-85F1-8D1CBB04CE8A}"/>
              </a:ext>
            </a:extLst>
          </p:cNvPr>
          <p:cNvSpPr/>
          <p:nvPr/>
        </p:nvSpPr>
        <p:spPr>
          <a:xfrm>
            <a:off x="1805790" y="2176794"/>
            <a:ext cx="526154" cy="38464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B96E1A2F-85F2-4377-9273-7F997C159A0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67518" y="2816136"/>
                <a:ext cx="2656777" cy="107847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indent="0"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  <a:defRPr sz="2800" b="1" i="1">
                    <a:solidFill>
                      <a:srgbClr val="FF0000"/>
                    </a:solidFill>
                    <a:latin typeface="Cambria Math" panose="02040503050406030204" pitchFamily="18" charset="0"/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>
                    <a:solidFill>
                      <a:schemeClr val="tx1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𝟐𝟑</m:t>
                          </m:r>
                        </m:sub>
                      </m:sSub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−</m:t>
                          </m:r>
                          <m:f>
                            <m:fPr>
                              <m:ctrlPr>
                                <a:rPr lang="en-IN" b="1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𝟓</m:t>
                              </m:r>
                            </m:num>
                            <m:den>
                              <m:r>
                                <a:rPr lang="en-IN" b="1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b="1" i="1" smtClean="0">
                                  <a:latin typeface="Cambria Math" panose="02040503050406030204" pitchFamily="18" charset="0"/>
                                </a:rPr>
                                <m:t>𝟏𝟏</m:t>
                              </m:r>
                              <m:r>
                                <a:rPr lang="en-IN" b="1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0" name="Content Placeholder 4">
                <a:extLst>
                  <a:ext uri="{FF2B5EF4-FFF2-40B4-BE49-F238E27FC236}">
                    <a16:creationId xmlns:a16="http://schemas.microsoft.com/office/drawing/2014/main" id="{B96E1A2F-85F2-4377-9273-7F997C159A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67518" y="2816136"/>
                <a:ext cx="2656777" cy="107847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3743451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7" grpId="1" animBg="1"/>
      <p:bldP spid="71" grpId="0" animBg="1"/>
      <p:bldP spid="71" grpId="1" animBg="1"/>
      <p:bldP spid="20" grpId="0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BB8D08-03FC-79AD-6F73-1F5D2D88ED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Group 33">
            <a:extLst>
              <a:ext uri="{FF2B5EF4-FFF2-40B4-BE49-F238E27FC236}">
                <a16:creationId xmlns:a16="http://schemas.microsoft.com/office/drawing/2014/main" id="{66DFF353-4263-37AD-BED9-FAC75C62F8E4}"/>
              </a:ext>
            </a:extLst>
          </p:cNvPr>
          <p:cNvGrpSpPr/>
          <p:nvPr/>
        </p:nvGrpSpPr>
        <p:grpSpPr>
          <a:xfrm>
            <a:off x="353206" y="812602"/>
            <a:ext cx="4263327" cy="2392083"/>
            <a:chOff x="3820421" y="697613"/>
            <a:chExt cx="4263327" cy="2392083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FFE61B42-D8C5-9A84-56D8-FB1FBB59AEEF}"/>
                </a:ext>
              </a:extLst>
            </p:cNvPr>
            <p:cNvGrpSpPr/>
            <p:nvPr/>
          </p:nvGrpSpPr>
          <p:grpSpPr>
            <a:xfrm>
              <a:off x="3820421" y="697613"/>
              <a:ext cx="4263327" cy="2392083"/>
              <a:chOff x="4003301" y="4031655"/>
              <a:chExt cx="4263327" cy="2392083"/>
            </a:xfrm>
          </p:grpSpPr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0D1DDF36-C42C-1626-6279-798B518E45CA}"/>
                  </a:ext>
                </a:extLst>
              </p:cNvPr>
              <p:cNvGrpSpPr/>
              <p:nvPr/>
            </p:nvGrpSpPr>
            <p:grpSpPr>
              <a:xfrm>
                <a:off x="4003301" y="4031655"/>
                <a:ext cx="4263327" cy="2392083"/>
                <a:chOff x="1507995" y="3116678"/>
                <a:chExt cx="4263327" cy="239208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" name="Rectangle 10">
                      <a:extLst>
                        <a:ext uri="{FF2B5EF4-FFF2-40B4-BE49-F238E27FC236}">
                          <a16:creationId xmlns:a16="http://schemas.microsoft.com/office/drawing/2014/main" id="{02EC2018-6E3A-FAA9-BD9D-C73EFE39BF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6955" y="3116678"/>
                      <a:ext cx="3884367" cy="239208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 xmlns:m="http://schemas.openxmlformats.org/officeDocument/2006/math"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 smtClean="0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1" smtClean="0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  <m:t>  </m:t>
                              </m:r>
                              <m:m>
                                <m:mPr>
                                  <m:mcs>
                                    <m:mc>
                                      <m:mcPr>
                                        <m:count m:val="3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/>
                                  <m:e/>
                                  <m:e/>
                                </m:mr>
                                <m:mr>
                                  <m:e/>
                                  <m:e/>
                                  <m:e/>
                                </m:mr>
                                <m:m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  <m:e/>
                                  <m:e>
                                    <m:eqArr>
                                      <m:eqArrPr>
                                        <m:ctrlPr>
                                          <a:rPr lang="en-IN" sz="2800" b="0" i="1" smtClean="0">
                                            <a:solidFill>
                                              <a:schemeClr val="bg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eqArrPr>
                                      <m:e/>
                                      <m:e/>
                                    </m:eqArr>
                                  </m:e>
                                </m:mr>
                              </m:m>
                              <m:r>
                                <a:rPr lang="en-IN" sz="2800" b="0" i="1" smtClean="0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  <m:t>                </m:t>
                              </m:r>
                            </m:e>
                          </m:d>
                        </m:oMath>
                      </a14:m>
                      <a:r>
                        <a:rPr lang="en-IN" sz="2800" dirty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</a:rPr>
                        <a:t> </a:t>
                      </a:r>
                    </a:p>
                  </p:txBody>
                </p:sp>
              </mc:Choice>
              <mc:Fallback xmlns="">
                <p:sp>
                  <p:nvSpPr>
                    <p:cNvPr id="11" name="Rectangle 10">
                      <a:extLst>
                        <a:ext uri="{FF2B5EF4-FFF2-40B4-BE49-F238E27FC236}">
                          <a16:creationId xmlns:a16="http://schemas.microsoft.com/office/drawing/2014/main" id="{40E14704-530B-49E1-BB39-C925E680B0F6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886955" y="3116678"/>
                      <a:ext cx="3884367" cy="2392083"/>
                    </a:xfrm>
                    <a:prstGeom prst="rect">
                      <a:avLst/>
                    </a:prstGeom>
                    <a:blipFill>
                      <a:blip r:embed="rId2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2" name="Straight Connector 11">
                  <a:extLst>
                    <a:ext uri="{FF2B5EF4-FFF2-40B4-BE49-F238E27FC236}">
                      <a16:creationId xmlns:a16="http://schemas.microsoft.com/office/drawing/2014/main" id="{85C3E41D-8DA4-BFB3-918F-E0DE2476A02F}"/>
                    </a:ext>
                  </a:extLst>
                </p:cNvPr>
                <p:cNvCxnSpPr/>
                <p:nvPr/>
              </p:nvCxnSpPr>
              <p:spPr>
                <a:xfrm>
                  <a:off x="4472610" y="3625250"/>
                  <a:ext cx="0" cy="1456083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3" name="Rectangle 12">
                      <a:extLst>
                        <a:ext uri="{FF2B5EF4-FFF2-40B4-BE49-F238E27FC236}">
                          <a16:creationId xmlns:a16="http://schemas.microsoft.com/office/drawing/2014/main" id="{B0644DFB-DF8B-AFC8-63E5-01621952CC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07995" y="4076326"/>
                      <a:ext cx="856661" cy="71120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3600" i="1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~</m:t>
                            </m:r>
                          </m:oMath>
                        </m:oMathPara>
                      </a14:m>
                      <a:endParaRPr lang="en-IN" sz="3600" dirty="0">
                        <a:solidFill>
                          <a:srgbClr val="FF000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3" name="Rectangle 12">
                      <a:extLst>
                        <a:ext uri="{FF2B5EF4-FFF2-40B4-BE49-F238E27FC236}">
                          <a16:creationId xmlns:a16="http://schemas.microsoft.com/office/drawing/2014/main" id="{EB2F4D6D-9E00-4DB8-9BC8-ACA19318CC1E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507995" y="4076326"/>
                      <a:ext cx="856661" cy="711201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A0513363-536F-F53F-2453-AFCC93C64D39}"/>
                    </a:ext>
                  </a:extLst>
                </p:cNvPr>
                <p:cNvGrpSpPr/>
                <p:nvPr/>
              </p:nvGrpSpPr>
              <p:grpSpPr>
                <a:xfrm>
                  <a:off x="2175831" y="3586865"/>
                  <a:ext cx="3160841" cy="523220"/>
                  <a:chOff x="2060713" y="1314348"/>
                  <a:chExt cx="3160841" cy="523220"/>
                </a:xfrm>
              </p:grpSpPr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15" name="Rectangle 14">
                        <a:extLst>
                          <a:ext uri="{FF2B5EF4-FFF2-40B4-BE49-F238E27FC236}">
                            <a16:creationId xmlns:a16="http://schemas.microsoft.com/office/drawing/2014/main" id="{1EECD9AC-3F63-23F2-B6D5-E85BAD70E6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0713" y="1314348"/>
                        <a:ext cx="2230098" cy="523220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/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lang="en-IN" sz="2800" b="0" i="1" smtClean="0">
                                  <a:solidFill>
                                    <a:srgbClr val="0099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  <m:r>
                                <a:rPr lang="en-IN" sz="2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      </m:t>
                              </m:r>
                              <m:r>
                                <a:rPr lang="en-IN" sz="2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       </m:t>
                              </m:r>
                              <m:r>
                                <a:rPr lang="en-IN" sz="2800" b="0" i="0" smtClean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oMath>
                          </m:oMathPara>
                        </a14:m>
                        <a:endParaRPr lang="en-IN" sz="2800" dirty="0">
                          <a:solidFill>
                            <a:srgbClr val="00B050"/>
                          </a:solidFill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15" name="Rectangle 14">
                        <a:extLst>
                          <a:ext uri="{FF2B5EF4-FFF2-40B4-BE49-F238E27FC236}">
                            <a16:creationId xmlns:a16="http://schemas.microsoft.com/office/drawing/2014/main" id="{05238F7E-8667-4068-B31F-73433381790F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>
                        <a:off x="2060713" y="1314348"/>
                        <a:ext cx="2230098" cy="523220"/>
                      </a:xfrm>
                      <a:prstGeom prst="rect">
                        <a:avLst/>
                      </a:prstGeom>
                      <a:blipFill>
                        <a:blip r:embed="rId4"/>
                        <a:stretch>
                          <a:fillRect/>
                        </a:stretch>
                      </a:blipFill>
                    </p:spPr>
                    <p:txBody>
                      <a:bodyPr/>
                      <a:lstStyle/>
                      <a:p>
                        <a:r>
                          <a:rPr lang="en-IN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16" name="Rectangle 15">
                        <a:extLst>
                          <a:ext uri="{FF2B5EF4-FFF2-40B4-BE49-F238E27FC236}">
                            <a16:creationId xmlns:a16="http://schemas.microsoft.com/office/drawing/2014/main" id="{318EED6A-C4CE-C8C8-BC13-FFC2AF3A7F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4441" y="1315537"/>
                        <a:ext cx="717113" cy="468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/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lang="en-IN" sz="2800" b="0" i="0" smtClean="0">
                                  <a:solidFill>
                                    <a:srgbClr val="890E4F"/>
                                  </a:solidFill>
                                  <a:latin typeface="Cambria Math" panose="02040503050406030204" pitchFamily="18" charset="0"/>
                                </a:rPr>
                                <m:t>30</m:t>
                              </m:r>
                            </m:oMath>
                          </m:oMathPara>
                        </a14:m>
                        <a:endParaRPr lang="en-IN" sz="2800" dirty="0">
                          <a:solidFill>
                            <a:srgbClr val="890E4F"/>
                          </a:solidFill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16" name="Rectangle 15">
                        <a:extLst>
                          <a:ext uri="{FF2B5EF4-FFF2-40B4-BE49-F238E27FC236}">
                            <a16:creationId xmlns:a16="http://schemas.microsoft.com/office/drawing/2014/main" id="{EAB3F7A7-236E-431C-A790-9EFD223A52A7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>
                        <a:off x="4504441" y="1315537"/>
                        <a:ext cx="717113" cy="468000"/>
                      </a:xfrm>
                      <a:prstGeom prst="rect">
                        <a:avLst/>
                      </a:prstGeom>
                      <a:blipFill>
                        <a:blip r:embed="rId5"/>
                        <a:stretch>
                          <a:fillRect/>
                        </a:stretch>
                      </a:blipFill>
                      <a:ln>
                        <a:noFill/>
                      </a:ln>
                    </p:spPr>
                    <p:txBody>
                      <a:bodyPr/>
                      <a:lstStyle/>
                      <a:p>
                        <a:r>
                          <a:rPr lang="en-IN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</p:grpSp>
          </p:grp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E643B5C7-F978-55A8-CF8D-9DDC0A4E4B20}"/>
                  </a:ext>
                </a:extLst>
              </p:cNvPr>
              <p:cNvGrpSpPr/>
              <p:nvPr/>
            </p:nvGrpSpPr>
            <p:grpSpPr>
              <a:xfrm>
                <a:off x="4674852" y="4997783"/>
                <a:ext cx="3167063" cy="523220"/>
                <a:chOff x="2236158" y="1851500"/>
                <a:chExt cx="3167063" cy="523220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" name="Rectangle 8">
                      <a:extLst>
                        <a:ext uri="{FF2B5EF4-FFF2-40B4-BE49-F238E27FC236}">
                          <a16:creationId xmlns:a16="http://schemas.microsoft.com/office/drawing/2014/main" id="{AD5B3E80-F273-0F96-F433-F423BC3BCB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6158" y="1851500"/>
                      <a:ext cx="2336967" cy="523220"/>
                    </a:xfrm>
                    <a:prstGeom prst="rect">
                      <a:avLst/>
                    </a:prstGeom>
                  </p:spPr>
                  <p:txBody>
                    <a:bodyPr wrap="square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   </m:t>
                            </m:r>
                            <m:r>
                              <a:rPr lang="en-IN" sz="2800" b="0" i="1" smtClean="0">
                                <a:solidFill>
                                  <a:srgbClr val="00990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  <m:r>
                              <a:rPr lang="en-IN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      </m:t>
                            </m:r>
                            <m:r>
                              <a:rPr lang="en-IN" sz="2800" b="0" i="1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GB" sz="2800" b="0" i="1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IN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     </m:t>
                            </m:r>
                            <m:r>
                              <a:rPr lang="en-GB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IN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9" name="Rectangle 8">
                      <a:extLst>
                        <a:ext uri="{FF2B5EF4-FFF2-40B4-BE49-F238E27FC236}">
                          <a16:creationId xmlns:a16="http://schemas.microsoft.com/office/drawing/2014/main" id="{AD5B3E80-F273-0F96-F433-F423BC3BCB0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236158" y="1851500"/>
                      <a:ext cx="2336967" cy="523220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" name="Rectangle 9">
                      <a:extLst>
                        <a:ext uri="{FF2B5EF4-FFF2-40B4-BE49-F238E27FC236}">
                          <a16:creationId xmlns:a16="http://schemas.microsoft.com/office/drawing/2014/main" id="{0ADA2DEB-345E-2039-3CAA-73A195C346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6108" y="1851500"/>
                      <a:ext cx="717113" cy="46800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GB" sz="2800" b="0" i="0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a:rPr lang="en-IN" sz="2800" b="0" i="0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890E4F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Rectangle 9">
                      <a:extLst>
                        <a:ext uri="{FF2B5EF4-FFF2-40B4-BE49-F238E27FC236}">
                          <a16:creationId xmlns:a16="http://schemas.microsoft.com/office/drawing/2014/main" id="{0ADA2DEB-345E-2039-3CAA-73A195C3463D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686108" y="1851500"/>
                      <a:ext cx="717113" cy="468000"/>
                    </a:xfrm>
                    <a:prstGeom prst="rect">
                      <a:avLst/>
                    </a:prstGeom>
                    <a:blipFill>
                      <a:blip r:embed="rId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F0EAF7A6-A25D-702A-CF74-D2421F48A5A7}"/>
                </a:ext>
              </a:extLst>
            </p:cNvPr>
            <p:cNvGrpSpPr/>
            <p:nvPr/>
          </p:nvGrpSpPr>
          <p:grpSpPr>
            <a:xfrm>
              <a:off x="4651210" y="2192106"/>
              <a:ext cx="2974948" cy="523220"/>
              <a:chOff x="8177854" y="4216349"/>
              <a:chExt cx="2974948" cy="52322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C404A6C5-A9FE-CB97-C7B4-41EA3D571FF6}"/>
                      </a:ext>
                    </a:extLst>
                  </p:cNvPr>
                  <p:cNvSpPr/>
                  <p:nvPr/>
                </p:nvSpPr>
                <p:spPr>
                  <a:xfrm>
                    <a:off x="8177854" y="4216349"/>
                    <a:ext cx="2134162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 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0       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oMath>
                      </m:oMathPara>
                    </a14:m>
                    <a:endParaRPr lang="en-IN" sz="2800" dirty="0"/>
                  </a:p>
                </p:txBody>
              </p:sp>
            </mc:Choice>
            <mc:Fallback xmlns="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E71513A1-D9F9-4D67-8377-8EA54D4E6E3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77854" y="4216349"/>
                    <a:ext cx="2134162" cy="523220"/>
                  </a:xfrm>
                  <a:prstGeom prst="rect">
                    <a:avLst/>
                  </a:prstGeom>
                  <a:blipFill>
                    <a:blip r:embed="rId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" name="Rectangle 18">
                    <a:extLst>
                      <a:ext uri="{FF2B5EF4-FFF2-40B4-BE49-F238E27FC236}">
                        <a16:creationId xmlns:a16="http://schemas.microsoft.com/office/drawing/2014/main" id="{6F47F462-B6A3-FC17-C28B-803B9BD5642B}"/>
                      </a:ext>
                    </a:extLst>
                  </p:cNvPr>
                  <p:cNvSpPr/>
                  <p:nvPr/>
                </p:nvSpPr>
                <p:spPr>
                  <a:xfrm>
                    <a:off x="10435689" y="4216349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25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" name="Rectangle 18">
                    <a:extLst>
                      <a:ext uri="{FF2B5EF4-FFF2-40B4-BE49-F238E27FC236}">
                        <a16:creationId xmlns:a16="http://schemas.microsoft.com/office/drawing/2014/main" id="{3AF9FA7D-3941-446F-9B8C-4922FAD5D7A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435689" y="4216349"/>
                    <a:ext cx="717113" cy="468000"/>
                  </a:xfrm>
                  <a:prstGeom prst="rect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04B33B0E-5AA4-88B6-DCBE-ECF9F06F480A}"/>
              </a:ext>
            </a:extLst>
          </p:cNvPr>
          <p:cNvSpPr/>
          <p:nvPr/>
        </p:nvSpPr>
        <p:spPr>
          <a:xfrm>
            <a:off x="2807869" y="2403904"/>
            <a:ext cx="362100" cy="3330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AD18774B-521F-78F1-3BC1-ED76F485D9C6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Example:1(Continue) 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AD18774B-521F-78F1-3BC1-ED76F485D9C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10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C6600C35-2C05-8BF8-6D35-A6417937511D}"/>
                  </a:ext>
                </a:extLst>
              </p:cNvPr>
              <p:cNvSpPr/>
              <p:nvPr/>
            </p:nvSpPr>
            <p:spPr>
              <a:xfrm>
                <a:off x="1209867" y="783387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4A6FC05-3680-4300-AEAA-B95AE9E935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09867" y="783387"/>
                <a:ext cx="484303" cy="49292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E770339B-F35A-BF77-8AE5-C02EE12A302A}"/>
                  </a:ext>
                </a:extLst>
              </p:cNvPr>
              <p:cNvSpPr/>
              <p:nvPr/>
            </p:nvSpPr>
            <p:spPr>
              <a:xfrm>
                <a:off x="2008924" y="766913"/>
                <a:ext cx="484303" cy="52321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8B78D2B-7A93-4B1E-9284-7F90020AFD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8924" y="766913"/>
                <a:ext cx="484303" cy="523219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C40037C3-49F5-A9D2-1A18-602656AFA27E}"/>
                  </a:ext>
                </a:extLst>
              </p:cNvPr>
              <p:cNvSpPr/>
              <p:nvPr/>
            </p:nvSpPr>
            <p:spPr>
              <a:xfrm>
                <a:off x="2736847" y="792880"/>
                <a:ext cx="484303" cy="52321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6A29116C-4B31-4965-B3F0-A68DC43C900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6847" y="792880"/>
                <a:ext cx="484303" cy="523219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Rectangle 23">
            <a:extLst>
              <a:ext uri="{FF2B5EF4-FFF2-40B4-BE49-F238E27FC236}">
                <a16:creationId xmlns:a16="http://schemas.microsoft.com/office/drawing/2014/main" id="{11C55A96-CB69-9BC2-BDCB-F41950FB4F6B}"/>
              </a:ext>
            </a:extLst>
          </p:cNvPr>
          <p:cNvSpPr/>
          <p:nvPr/>
        </p:nvSpPr>
        <p:spPr>
          <a:xfrm>
            <a:off x="416317" y="2966521"/>
            <a:ext cx="4708584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Apply the Back Substitution,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75AD8A04-0CCB-DD08-F250-7AD21E718F1D}"/>
              </a:ext>
            </a:extLst>
          </p:cNvPr>
          <p:cNvSpPr/>
          <p:nvPr/>
        </p:nvSpPr>
        <p:spPr>
          <a:xfrm>
            <a:off x="1319472" y="2403645"/>
            <a:ext cx="362100" cy="3330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22478615-3990-3106-8F38-B10718F04EB6}"/>
              </a:ext>
            </a:extLst>
          </p:cNvPr>
          <p:cNvSpPr/>
          <p:nvPr/>
        </p:nvSpPr>
        <p:spPr>
          <a:xfrm>
            <a:off x="1242745" y="2379145"/>
            <a:ext cx="2949075" cy="384649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7" name="Right Arrow 3">
            <a:extLst>
              <a:ext uri="{FF2B5EF4-FFF2-40B4-BE49-F238E27FC236}">
                <a16:creationId xmlns:a16="http://schemas.microsoft.com/office/drawing/2014/main" id="{9DB8ACFF-F2A4-C7A4-F6F1-C954101B471F}"/>
              </a:ext>
            </a:extLst>
          </p:cNvPr>
          <p:cNvSpPr/>
          <p:nvPr/>
        </p:nvSpPr>
        <p:spPr>
          <a:xfrm rot="16200000" flipV="1">
            <a:off x="4009963" y="1856096"/>
            <a:ext cx="1447694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AB3832F4-1CBA-9465-7E81-B5C96D726CDE}"/>
              </a:ext>
            </a:extLst>
          </p:cNvPr>
          <p:cNvSpPr/>
          <p:nvPr/>
        </p:nvSpPr>
        <p:spPr>
          <a:xfrm>
            <a:off x="1270968" y="923991"/>
            <a:ext cx="362100" cy="3330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2FB0A974-0C2C-721E-573E-9B572B66B534}"/>
                  </a:ext>
                </a:extLst>
              </p:cNvPr>
              <p:cNvSpPr/>
              <p:nvPr/>
            </p:nvSpPr>
            <p:spPr>
              <a:xfrm>
                <a:off x="884704" y="3504520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9D17B33-E49C-448F-AE8A-42D6D19B3FB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4704" y="3504520"/>
                <a:ext cx="1344618" cy="468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E996C666-D182-7DE4-C998-D897686D4514}"/>
                  </a:ext>
                </a:extLst>
              </p:cNvPr>
              <p:cNvSpPr/>
              <p:nvPr/>
            </p:nvSpPr>
            <p:spPr>
              <a:xfrm>
                <a:off x="2295572" y="3518588"/>
                <a:ext cx="90557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7D58BB29-E74D-4EA2-AC4E-F6CDF59012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95572" y="3518588"/>
                <a:ext cx="905572" cy="468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6870BBEC-C91E-F773-5E0A-57D23E65DF21}"/>
                  </a:ext>
                </a:extLst>
              </p:cNvPr>
              <p:cNvSpPr/>
              <p:nvPr/>
            </p:nvSpPr>
            <p:spPr>
              <a:xfrm>
                <a:off x="3226580" y="3518588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5E8D2662-E061-4EA5-A901-EAA83CDCA6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6580" y="3518588"/>
                <a:ext cx="1344618" cy="468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C3BDB25E-2392-3609-EE22-146BDB6D8AFB}"/>
                  </a:ext>
                </a:extLst>
              </p:cNvPr>
              <p:cNvSpPr/>
              <p:nvPr/>
            </p:nvSpPr>
            <p:spPr>
              <a:xfrm>
                <a:off x="4031125" y="3524308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1299C9CA-FD10-4CBF-AE01-90636C596B0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1125" y="3524308"/>
                <a:ext cx="1344618" cy="468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22DEA9B9-9750-CE93-E1C8-038E7BC7B7B9}"/>
                  </a:ext>
                </a:extLst>
              </p:cNvPr>
              <p:cNvSpPr txBox="1"/>
              <p:nvPr/>
            </p:nvSpPr>
            <p:spPr>
              <a:xfrm>
                <a:off x="1856526" y="3518588"/>
                <a:ext cx="576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80D761C7-A21D-40B6-836E-458F77316C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56526" y="3518588"/>
                <a:ext cx="576776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80EBBCA2-21FD-8DA5-C41E-929AECF57ECD}"/>
              </a:ext>
            </a:extLst>
          </p:cNvPr>
          <p:cNvSpPr/>
          <p:nvPr/>
        </p:nvSpPr>
        <p:spPr>
          <a:xfrm>
            <a:off x="2065328" y="2399825"/>
            <a:ext cx="362100" cy="3330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EDEC0170-9B30-E68C-1936-76A6E0CAABD8}"/>
              </a:ext>
            </a:extLst>
          </p:cNvPr>
          <p:cNvSpPr/>
          <p:nvPr/>
        </p:nvSpPr>
        <p:spPr>
          <a:xfrm>
            <a:off x="2059028" y="920171"/>
            <a:ext cx="362100" cy="3330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84B83B1-C531-6BBA-6FEF-643CA94DF4FA}"/>
                  </a:ext>
                </a:extLst>
              </p:cNvPr>
              <p:cNvSpPr txBox="1"/>
              <p:nvPr/>
            </p:nvSpPr>
            <p:spPr>
              <a:xfrm>
                <a:off x="3043629" y="3518588"/>
                <a:ext cx="576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44E6A9A-7FAD-45B1-8667-E46692F55D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3629" y="3518588"/>
                <a:ext cx="576776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CB8083AA-5694-6B75-0B4A-EE58320E42E2}"/>
              </a:ext>
            </a:extLst>
          </p:cNvPr>
          <p:cNvSpPr/>
          <p:nvPr/>
        </p:nvSpPr>
        <p:spPr>
          <a:xfrm>
            <a:off x="2787501" y="924250"/>
            <a:ext cx="362100" cy="3330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86FAA635-11B6-E40C-ED66-9D89848079E2}"/>
              </a:ext>
            </a:extLst>
          </p:cNvPr>
          <p:cNvSpPr/>
          <p:nvPr/>
        </p:nvSpPr>
        <p:spPr>
          <a:xfrm>
            <a:off x="3547661" y="2399824"/>
            <a:ext cx="501948" cy="36396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FC7EF4A8-411B-1B43-6DAB-0DA84363B68E}"/>
                  </a:ext>
                </a:extLst>
              </p:cNvPr>
              <p:cNvSpPr txBox="1"/>
              <p:nvPr/>
            </p:nvSpPr>
            <p:spPr>
              <a:xfrm>
                <a:off x="1117096" y="4050457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5A405A8C-1245-4213-BBCB-3DDAEEB11D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7096" y="4050457"/>
                <a:ext cx="669323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4D330E5-26ED-3E04-F48F-42AE013CCBD8}"/>
                  </a:ext>
                </a:extLst>
              </p:cNvPr>
              <p:cNvSpPr/>
              <p:nvPr/>
            </p:nvSpPr>
            <p:spPr>
              <a:xfrm>
                <a:off x="1469204" y="4052944"/>
                <a:ext cx="132717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1D704860-E27B-407E-905C-454C47A13F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9204" y="4052944"/>
                <a:ext cx="1327172" cy="468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279D1047-8200-25A7-5BFE-AE837EFB614A}"/>
                  </a:ext>
                </a:extLst>
              </p:cNvPr>
              <p:cNvSpPr/>
              <p:nvPr/>
            </p:nvSpPr>
            <p:spPr>
              <a:xfrm>
                <a:off x="2287635" y="4050457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D7C9A4F2-A98E-44AB-91EA-04AFC6CDA22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7635" y="4050457"/>
                <a:ext cx="1344618" cy="468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F49BAD0-2B31-7658-0309-278065AA2373}"/>
                  </a:ext>
                </a:extLst>
              </p:cNvPr>
              <p:cNvSpPr txBox="1"/>
              <p:nvPr/>
            </p:nvSpPr>
            <p:spPr>
              <a:xfrm>
                <a:off x="1113896" y="4565555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180F4CCF-8785-4E76-BA0B-AAC69BC64E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3896" y="4565555"/>
                <a:ext cx="669323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39527BE4-1C33-2301-3A96-214740B4282B}"/>
                  </a:ext>
                </a:extLst>
              </p:cNvPr>
              <p:cNvSpPr/>
              <p:nvPr/>
            </p:nvSpPr>
            <p:spPr>
              <a:xfrm>
                <a:off x="1721553" y="4558709"/>
                <a:ext cx="1075999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0A871729-9C5D-4C29-A399-D6E419BE8E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1553" y="4558709"/>
                <a:ext cx="1075999" cy="468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9" name="Right Arrow 3">
            <a:extLst>
              <a:ext uri="{FF2B5EF4-FFF2-40B4-BE49-F238E27FC236}">
                <a16:creationId xmlns:a16="http://schemas.microsoft.com/office/drawing/2014/main" id="{AA9E5496-19EC-EDB1-3DBF-BE47A5851220}"/>
              </a:ext>
            </a:extLst>
          </p:cNvPr>
          <p:cNvSpPr/>
          <p:nvPr/>
        </p:nvSpPr>
        <p:spPr>
          <a:xfrm flipV="1">
            <a:off x="560704" y="3552926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52" name="Right Arrow 3">
            <a:extLst>
              <a:ext uri="{FF2B5EF4-FFF2-40B4-BE49-F238E27FC236}">
                <a16:creationId xmlns:a16="http://schemas.microsoft.com/office/drawing/2014/main" id="{D9865664-C622-44FA-76AB-235C1C826A5F}"/>
              </a:ext>
            </a:extLst>
          </p:cNvPr>
          <p:cNvSpPr/>
          <p:nvPr/>
        </p:nvSpPr>
        <p:spPr>
          <a:xfrm flipV="1">
            <a:off x="580271" y="5212428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7F369257-AD62-0885-2373-BE26FA9A77E6}"/>
                  </a:ext>
                </a:extLst>
              </p:cNvPr>
              <p:cNvSpPr/>
              <p:nvPr/>
            </p:nvSpPr>
            <p:spPr>
              <a:xfrm>
                <a:off x="979195" y="5138777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3AB76A57-5AAC-4CC9-8F0B-A3C251B71A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9195" y="5138777"/>
                <a:ext cx="1344618" cy="468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4" name="Rectangle: Rounded Corners 53">
            <a:extLst>
              <a:ext uri="{FF2B5EF4-FFF2-40B4-BE49-F238E27FC236}">
                <a16:creationId xmlns:a16="http://schemas.microsoft.com/office/drawing/2014/main" id="{FE5E4FA4-F1B9-8447-A4D6-0A086B7FF6E7}"/>
              </a:ext>
            </a:extLst>
          </p:cNvPr>
          <p:cNvSpPr/>
          <p:nvPr/>
        </p:nvSpPr>
        <p:spPr>
          <a:xfrm>
            <a:off x="1314579" y="1878059"/>
            <a:ext cx="362100" cy="33304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8D0FFAAD-1B34-ABDA-6488-DB6251DE3388}"/>
                  </a:ext>
                </a:extLst>
              </p:cNvPr>
              <p:cNvSpPr txBox="1"/>
              <p:nvPr/>
            </p:nvSpPr>
            <p:spPr>
              <a:xfrm>
                <a:off x="1925604" y="5138777"/>
                <a:ext cx="576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F97BFAAB-3183-4017-9C7E-1571AD39C6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5604" y="5138777"/>
                <a:ext cx="576776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FD15D272-4F29-548F-1305-2B532A10E7F5}"/>
                  </a:ext>
                </a:extLst>
              </p:cNvPr>
              <p:cNvSpPr/>
              <p:nvPr/>
            </p:nvSpPr>
            <p:spPr>
              <a:xfrm>
                <a:off x="2288073" y="5138777"/>
                <a:ext cx="1029747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GB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FD15D272-4F29-548F-1305-2B532A10E7F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8073" y="5138777"/>
                <a:ext cx="1029747" cy="468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7" name="Rectangle: Rounded Corners 56">
            <a:extLst>
              <a:ext uri="{FF2B5EF4-FFF2-40B4-BE49-F238E27FC236}">
                <a16:creationId xmlns:a16="http://schemas.microsoft.com/office/drawing/2014/main" id="{D04C63BD-FDF1-F5FB-CA34-D71E0E0CACE7}"/>
              </a:ext>
            </a:extLst>
          </p:cNvPr>
          <p:cNvSpPr/>
          <p:nvPr/>
        </p:nvSpPr>
        <p:spPr>
          <a:xfrm>
            <a:off x="2020622" y="1878058"/>
            <a:ext cx="438141" cy="350985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61458091-7053-370D-5410-010EA2159221}"/>
                  </a:ext>
                </a:extLst>
              </p:cNvPr>
              <p:cNvSpPr txBox="1"/>
              <p:nvPr/>
            </p:nvSpPr>
            <p:spPr>
              <a:xfrm>
                <a:off x="3142856" y="5147992"/>
                <a:ext cx="576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61458091-7053-370D-5410-010EA21592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2856" y="5147992"/>
                <a:ext cx="576776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9" name="Rectangle: Rounded Corners 58">
            <a:extLst>
              <a:ext uri="{FF2B5EF4-FFF2-40B4-BE49-F238E27FC236}">
                <a16:creationId xmlns:a16="http://schemas.microsoft.com/office/drawing/2014/main" id="{DCA5DF76-5395-AE21-0553-3446A5BF042D}"/>
              </a:ext>
            </a:extLst>
          </p:cNvPr>
          <p:cNvSpPr/>
          <p:nvPr/>
        </p:nvSpPr>
        <p:spPr>
          <a:xfrm>
            <a:off x="2779625" y="1875704"/>
            <a:ext cx="438141" cy="350985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FBF92D2-AF46-ED64-1169-D41F2FE7601F}"/>
                  </a:ext>
                </a:extLst>
              </p:cNvPr>
              <p:cNvSpPr/>
              <p:nvPr/>
            </p:nvSpPr>
            <p:spPr>
              <a:xfrm>
                <a:off x="3494663" y="5148359"/>
                <a:ext cx="109390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GB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FBF92D2-AF46-ED64-1169-D41F2FE7601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94663" y="5148359"/>
                <a:ext cx="1093908" cy="468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1" name="Rectangle: Rounded Corners 60">
            <a:extLst>
              <a:ext uri="{FF2B5EF4-FFF2-40B4-BE49-F238E27FC236}">
                <a16:creationId xmlns:a16="http://schemas.microsoft.com/office/drawing/2014/main" id="{7C705F53-0BEE-56C1-AB57-0DADA3C89FF1}"/>
              </a:ext>
            </a:extLst>
          </p:cNvPr>
          <p:cNvSpPr/>
          <p:nvPr/>
        </p:nvSpPr>
        <p:spPr>
          <a:xfrm>
            <a:off x="3547255" y="1862850"/>
            <a:ext cx="552143" cy="36396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491200D6-EE0C-618E-E8A9-4D009F9680A3}"/>
                  </a:ext>
                </a:extLst>
              </p:cNvPr>
              <p:cNvSpPr/>
              <p:nvPr/>
            </p:nvSpPr>
            <p:spPr>
              <a:xfrm>
                <a:off x="4475301" y="5145319"/>
                <a:ext cx="975269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  <m:r>
                        <a:rPr lang="en-GB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491200D6-EE0C-618E-E8A9-4D009F9680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75301" y="5145319"/>
                <a:ext cx="975269" cy="468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C3E419D7-5C70-5878-E07A-F1B905DB15C4}"/>
                  </a:ext>
                </a:extLst>
              </p:cNvPr>
              <p:cNvSpPr txBox="1"/>
              <p:nvPr/>
            </p:nvSpPr>
            <p:spPr>
              <a:xfrm>
                <a:off x="1117145" y="5751652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C3E419D7-5C70-5878-E07A-F1B905DB15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7145" y="5751652"/>
                <a:ext cx="669323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F8779CA1-8352-64DE-F5CF-0C6E06D520A9}"/>
                  </a:ext>
                </a:extLst>
              </p:cNvPr>
              <p:cNvSpPr txBox="1"/>
              <p:nvPr/>
            </p:nvSpPr>
            <p:spPr>
              <a:xfrm>
                <a:off x="6713951" y="901399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DE773E46-478A-49F8-A614-5A3576CBC9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3951" y="901399"/>
                <a:ext cx="669323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10A767C3-7E84-6251-18EE-38334AA9C06A}"/>
                  </a:ext>
                </a:extLst>
              </p:cNvPr>
              <p:cNvSpPr/>
              <p:nvPr/>
            </p:nvSpPr>
            <p:spPr>
              <a:xfrm>
                <a:off x="6551465" y="1401664"/>
                <a:ext cx="2611816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715B793E-A53B-4C93-B521-FCEB450BB3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1465" y="1401664"/>
                <a:ext cx="2611816" cy="468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7A6625EC-C888-EB7D-BBD4-5F318C185387}"/>
                  </a:ext>
                </a:extLst>
              </p:cNvPr>
              <p:cNvSpPr txBox="1"/>
              <p:nvPr/>
            </p:nvSpPr>
            <p:spPr>
              <a:xfrm>
                <a:off x="6709637" y="1417321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BEB6D3C1-8E79-43B3-9031-23EF857A8B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09637" y="1417321"/>
                <a:ext cx="669323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0" name="Right Arrow 3">
            <a:extLst>
              <a:ext uri="{FF2B5EF4-FFF2-40B4-BE49-F238E27FC236}">
                <a16:creationId xmlns:a16="http://schemas.microsoft.com/office/drawing/2014/main" id="{491D7C1E-C3D7-DEA1-2384-1FA15B5D346D}"/>
              </a:ext>
            </a:extLst>
          </p:cNvPr>
          <p:cNvSpPr/>
          <p:nvPr/>
        </p:nvSpPr>
        <p:spPr>
          <a:xfrm flipV="1">
            <a:off x="6117865" y="2149010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078A8C02-33B9-2513-1B42-B8A98B245833}"/>
                  </a:ext>
                </a:extLst>
              </p:cNvPr>
              <p:cNvSpPr/>
              <p:nvPr/>
            </p:nvSpPr>
            <p:spPr>
              <a:xfrm>
                <a:off x="6591736" y="2067662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72104286-2C56-411E-B2A8-BF99FEBEAE4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91736" y="2067662"/>
                <a:ext cx="1344618" cy="468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EECE53B2-6487-46B1-E626-CEE8ACFF95B0}"/>
                  </a:ext>
                </a:extLst>
              </p:cNvPr>
              <p:cNvSpPr txBox="1"/>
              <p:nvPr/>
            </p:nvSpPr>
            <p:spPr>
              <a:xfrm>
                <a:off x="7665504" y="2067662"/>
                <a:ext cx="576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7160C806-30B6-4C4F-BA41-8740A34668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65504" y="2067662"/>
                <a:ext cx="576776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02F29DA5-F45D-FBE4-64A2-149374E90188}"/>
                  </a:ext>
                </a:extLst>
              </p:cNvPr>
              <p:cNvSpPr/>
              <p:nvPr/>
            </p:nvSpPr>
            <p:spPr>
              <a:xfrm>
                <a:off x="8040400" y="2095755"/>
                <a:ext cx="90557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ADB75A11-BE64-4DAD-8150-6AE8398D5F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0400" y="2095755"/>
                <a:ext cx="905572" cy="468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3AC9D4F6-AA77-1B2E-97B0-A53CE45D0166}"/>
                  </a:ext>
                </a:extLst>
              </p:cNvPr>
              <p:cNvSpPr txBox="1"/>
              <p:nvPr/>
            </p:nvSpPr>
            <p:spPr>
              <a:xfrm>
                <a:off x="8744148" y="2075836"/>
                <a:ext cx="576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E89C0D0C-B01D-4F9C-B06F-F05E89FAF9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44148" y="2075836"/>
                <a:ext cx="576776" cy="52322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D4271BD3-1DAD-DC08-57A0-14B715955935}"/>
                  </a:ext>
                </a:extLst>
              </p:cNvPr>
              <p:cNvSpPr/>
              <p:nvPr/>
            </p:nvSpPr>
            <p:spPr>
              <a:xfrm>
                <a:off x="8907216" y="2095755"/>
                <a:ext cx="1323629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7387CE22-D075-4759-BFBF-0B5713310C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07216" y="2095755"/>
                <a:ext cx="1323629" cy="46800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BD76AEC5-C5E1-43EC-7432-9D1DB7C3DF31}"/>
                  </a:ext>
                </a:extLst>
              </p:cNvPr>
              <p:cNvSpPr/>
              <p:nvPr/>
            </p:nvSpPr>
            <p:spPr>
              <a:xfrm>
                <a:off x="9688402" y="2092310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07D14329-7D4A-4614-857F-97B6E9AAA6D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88402" y="2092310"/>
                <a:ext cx="1344618" cy="46800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352E4AE9-321A-659F-B637-C013A5DF6D59}"/>
                  </a:ext>
                </a:extLst>
              </p:cNvPr>
              <p:cNvSpPr txBox="1"/>
              <p:nvPr/>
            </p:nvSpPr>
            <p:spPr>
              <a:xfrm>
                <a:off x="6725812" y="2671581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49AB159-6A96-4F9A-8222-1ADF7907C3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5812" y="2671581"/>
                <a:ext cx="669323" cy="52322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E0DE8A4A-45CB-DABF-0B9D-88835EE88BDB}"/>
                  </a:ext>
                </a:extLst>
              </p:cNvPr>
              <p:cNvSpPr txBox="1"/>
              <p:nvPr/>
            </p:nvSpPr>
            <p:spPr>
              <a:xfrm>
                <a:off x="6746491" y="3186464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92B3F56E-4129-46CC-BD9F-A83D233A65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46491" y="3186464"/>
                <a:ext cx="669323" cy="52322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8CF7469B-D7A9-8673-7D12-ACF326C46AE1}"/>
                  </a:ext>
                </a:extLst>
              </p:cNvPr>
              <p:cNvSpPr/>
              <p:nvPr/>
            </p:nvSpPr>
            <p:spPr>
              <a:xfrm>
                <a:off x="7392611" y="3178416"/>
                <a:ext cx="1086956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75220AB9-14AD-43F4-95B4-D799CB4183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92611" y="3178416"/>
                <a:ext cx="1086956" cy="46800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D9B13457-763D-C551-38D3-4A4A437403BB}"/>
                  </a:ext>
                </a:extLst>
              </p:cNvPr>
              <p:cNvSpPr/>
              <p:nvPr/>
            </p:nvSpPr>
            <p:spPr>
              <a:xfrm>
                <a:off x="5984896" y="3787112"/>
                <a:ext cx="391153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z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2, 4, 5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15882AAF-EF30-4B6D-9A3E-476BD0CFFD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4896" y="3787112"/>
                <a:ext cx="3911532" cy="468000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3" name="Group 32">
            <a:extLst>
              <a:ext uri="{FF2B5EF4-FFF2-40B4-BE49-F238E27FC236}">
                <a16:creationId xmlns:a16="http://schemas.microsoft.com/office/drawing/2014/main" id="{4E4822A7-5DDE-8BED-6898-801D4B2D40EE}"/>
              </a:ext>
            </a:extLst>
          </p:cNvPr>
          <p:cNvGrpSpPr/>
          <p:nvPr/>
        </p:nvGrpSpPr>
        <p:grpSpPr>
          <a:xfrm>
            <a:off x="7164116" y="2660800"/>
            <a:ext cx="4571868" cy="477415"/>
            <a:chOff x="7319237" y="4217532"/>
            <a:chExt cx="4571868" cy="47741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B59B1E3A-CEF7-162A-104E-303FC28B0CFC}"/>
                    </a:ext>
                  </a:extLst>
                </p:cNvPr>
                <p:cNvSpPr/>
                <p:nvPr/>
              </p:nvSpPr>
              <p:spPr>
                <a:xfrm>
                  <a:off x="7319237" y="4217532"/>
                  <a:ext cx="362414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+3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d>
                          <m:d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d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d>
                          <m:d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456DBF5F-A8D2-4129-8F91-438B9174A25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319237" y="4217532"/>
                  <a:ext cx="3624140" cy="468000"/>
                </a:xfrm>
                <a:prstGeom prst="rect">
                  <a:avLst/>
                </a:prstGeom>
                <a:blipFill>
                  <a:blip r:embed="rId5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6" name="Rectangle 85">
                  <a:extLst>
                    <a:ext uri="{FF2B5EF4-FFF2-40B4-BE49-F238E27FC236}">
                      <a16:creationId xmlns:a16="http://schemas.microsoft.com/office/drawing/2014/main" id="{605526DC-8D01-56CE-5DC1-AB7B92E8F4F1}"/>
                    </a:ext>
                  </a:extLst>
                </p:cNvPr>
                <p:cNvSpPr/>
                <p:nvPr/>
              </p:nvSpPr>
              <p:spPr>
                <a:xfrm>
                  <a:off x="10546487" y="4226947"/>
                  <a:ext cx="1344618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6" name="Rectangle 85">
                  <a:extLst>
                    <a:ext uri="{FF2B5EF4-FFF2-40B4-BE49-F238E27FC236}">
                      <a16:creationId xmlns:a16="http://schemas.microsoft.com/office/drawing/2014/main" id="{31904ABE-D373-4469-B9F4-DCDA8752D17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546487" y="4226947"/>
                  <a:ext cx="1344618" cy="468000"/>
                </a:xfrm>
                <a:prstGeom prst="rect">
                  <a:avLst/>
                </a:prstGeom>
                <a:blipFill>
                  <a:blip r:embed="rId5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B17DF309-E2E5-8306-9736-4B9A10F9CB2F}"/>
              </a:ext>
            </a:extLst>
          </p:cNvPr>
          <p:cNvGrpSpPr/>
          <p:nvPr/>
        </p:nvGrpSpPr>
        <p:grpSpPr>
          <a:xfrm>
            <a:off x="7052180" y="870396"/>
            <a:ext cx="2289137" cy="483009"/>
            <a:chOff x="7210914" y="2633264"/>
            <a:chExt cx="2289137" cy="48300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9B739927-0365-DA5D-E521-759057C775D1}"/>
                    </a:ext>
                  </a:extLst>
                </p:cNvPr>
                <p:cNvSpPr/>
                <p:nvPr/>
              </p:nvSpPr>
              <p:spPr>
                <a:xfrm>
                  <a:off x="7210914" y="2633264"/>
                  <a:ext cx="1555279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y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+5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769A8481-FF8C-4C8D-9B6C-1CCD83F5AD4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210914" y="2633264"/>
                  <a:ext cx="1555279" cy="468000"/>
                </a:xfrm>
                <a:prstGeom prst="rect">
                  <a:avLst/>
                </a:prstGeom>
                <a:blipFill>
                  <a:blip r:embed="rId5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7" name="Rectangle 86">
                  <a:extLst>
                    <a:ext uri="{FF2B5EF4-FFF2-40B4-BE49-F238E27FC236}">
                      <a16:creationId xmlns:a16="http://schemas.microsoft.com/office/drawing/2014/main" id="{3577A255-9902-93EC-4ED6-02419940F0CF}"/>
                    </a:ext>
                  </a:extLst>
                </p:cNvPr>
                <p:cNvSpPr/>
                <p:nvPr/>
              </p:nvSpPr>
              <p:spPr>
                <a:xfrm>
                  <a:off x="8155433" y="2648273"/>
                  <a:ext cx="1344618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 </m:t>
                        </m:r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7" name="Rectangle 86">
                  <a:extLst>
                    <a:ext uri="{FF2B5EF4-FFF2-40B4-BE49-F238E27FC236}">
                      <a16:creationId xmlns:a16="http://schemas.microsoft.com/office/drawing/2014/main" id="{AD551153-EF83-4A93-BF3B-9C2CEF30967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155433" y="2648273"/>
                  <a:ext cx="1344618" cy="468000"/>
                </a:xfrm>
                <a:prstGeom prst="rect">
                  <a:avLst/>
                </a:prstGeom>
                <a:blipFill>
                  <a:blip r:embed="rId5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EF4C4798-F3AE-71AC-A1E7-60F900141FAE}"/>
              </a:ext>
            </a:extLst>
          </p:cNvPr>
          <p:cNvGrpSpPr/>
          <p:nvPr/>
        </p:nvGrpSpPr>
        <p:grpSpPr>
          <a:xfrm>
            <a:off x="1550843" y="5718310"/>
            <a:ext cx="2160276" cy="485829"/>
            <a:chOff x="7306383" y="2146249"/>
            <a:chExt cx="2160276" cy="48582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FF754C76-92FA-78BB-C50B-4BA8BCB2C8FF}"/>
                    </a:ext>
                  </a:extLst>
                </p:cNvPr>
                <p:cNvSpPr/>
                <p:nvPr/>
              </p:nvSpPr>
              <p:spPr>
                <a:xfrm>
                  <a:off x="7306383" y="2146249"/>
                  <a:ext cx="1254841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y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z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900101AA-C829-488E-B08B-24E8FD4AF0D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306383" y="2146249"/>
                  <a:ext cx="1254841" cy="468000"/>
                </a:xfrm>
                <a:prstGeom prst="rect">
                  <a:avLst/>
                </a:prstGeom>
                <a:blipFill>
                  <a:blip r:embed="rId5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1" name="Rectangle 110">
                  <a:extLst>
                    <a:ext uri="{FF2B5EF4-FFF2-40B4-BE49-F238E27FC236}">
                      <a16:creationId xmlns:a16="http://schemas.microsoft.com/office/drawing/2014/main" id="{7C182D92-9C9E-0DA1-A3B1-B7DE95571C0E}"/>
                    </a:ext>
                  </a:extLst>
                </p:cNvPr>
                <p:cNvSpPr/>
                <p:nvPr/>
              </p:nvSpPr>
              <p:spPr>
                <a:xfrm>
                  <a:off x="8122041" y="2164078"/>
                  <a:ext cx="1344618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 </m:t>
                        </m:r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11" name="Rectangle 110">
                  <a:extLst>
                    <a:ext uri="{FF2B5EF4-FFF2-40B4-BE49-F238E27FC236}">
                      <a16:creationId xmlns:a16="http://schemas.microsoft.com/office/drawing/2014/main" id="{6549FF98-67D3-40C2-BF35-CCB27FDD320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122041" y="2164078"/>
                  <a:ext cx="1344618" cy="468000"/>
                </a:xfrm>
                <a:prstGeom prst="rect">
                  <a:avLst/>
                </a:prstGeom>
                <a:blipFill>
                  <a:blip r:embed="rId5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13D83FF5-E081-E71D-7232-6DA306660851}"/>
              </a:ext>
            </a:extLst>
          </p:cNvPr>
          <p:cNvSpPr/>
          <p:nvPr/>
        </p:nvSpPr>
        <p:spPr>
          <a:xfrm>
            <a:off x="1132034" y="1329228"/>
            <a:ext cx="2125866" cy="1523026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17" name="Rectangle: Rounded Corners 116">
            <a:extLst>
              <a:ext uri="{FF2B5EF4-FFF2-40B4-BE49-F238E27FC236}">
                <a16:creationId xmlns:a16="http://schemas.microsoft.com/office/drawing/2014/main" id="{B2970923-2A4E-F8D8-F48C-E072B8751EA4}"/>
              </a:ext>
            </a:extLst>
          </p:cNvPr>
          <p:cNvSpPr/>
          <p:nvPr/>
        </p:nvSpPr>
        <p:spPr>
          <a:xfrm>
            <a:off x="5685333" y="928015"/>
            <a:ext cx="64800" cy="5400659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6DA3BB6D-F6F2-2273-1AEC-C7A04DC302B0}"/>
              </a:ext>
            </a:extLst>
          </p:cNvPr>
          <p:cNvSpPr/>
          <p:nvPr/>
        </p:nvSpPr>
        <p:spPr>
          <a:xfrm>
            <a:off x="6271955" y="3814113"/>
            <a:ext cx="3321983" cy="518427"/>
          </a:xfrm>
          <a:prstGeom prst="rect">
            <a:avLst/>
          </a:prstGeom>
          <a:noFill/>
          <a:ln w="38100">
            <a:solidFill>
              <a:srgbClr val="1D578F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3879035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22" presetClass="entr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22" presetClass="entr" presetSubtype="8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1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22" presetClass="entr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" presetID="1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1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2" presetID="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9" fill="hold">
                      <p:stCondLst>
                        <p:cond delay="indefinite"/>
                      </p:stCondLst>
                      <p:childTnLst>
                        <p:par>
                          <p:cTn id="250" fill="hold">
                            <p:stCondLst>
                              <p:cond delay="0"/>
                            </p:stCondLst>
                            <p:childTnLst>
                              <p:par>
                                <p:cTn id="2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5" fill="hold">
                      <p:stCondLst>
                        <p:cond delay="indefinite"/>
                      </p:stCondLst>
                      <p:childTnLst>
                        <p:par>
                          <p:cTn id="266" fill="hold">
                            <p:stCondLst>
                              <p:cond delay="0"/>
                            </p:stCondLst>
                            <p:childTnLst>
                              <p:par>
                                <p:cTn id="2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3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 animBg="1"/>
      <p:bldP spid="40" grpId="1" animBg="1"/>
      <p:bldP spid="21" grpId="0"/>
      <p:bldP spid="22" grpId="0"/>
      <p:bldP spid="23" grpId="0"/>
      <p:bldP spid="24" grpId="0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8" grpId="2" animBg="1"/>
      <p:bldP spid="28" grpId="3" animBg="1"/>
      <p:bldP spid="29" grpId="0"/>
      <p:bldP spid="30" grpId="0"/>
      <p:bldP spid="31" grpId="0"/>
      <p:bldP spid="32" grpId="0"/>
      <p:bldP spid="36" grpId="0"/>
      <p:bldP spid="37" grpId="0" animBg="1"/>
      <p:bldP spid="37" grpId="1" animBg="1"/>
      <p:bldP spid="38" grpId="0" animBg="1"/>
      <p:bldP spid="38" grpId="1" animBg="1"/>
      <p:bldP spid="38" grpId="2" animBg="1"/>
      <p:bldP spid="38" grpId="3" animBg="1"/>
      <p:bldP spid="39" grpId="0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4" grpId="0"/>
      <p:bldP spid="45" grpId="0"/>
      <p:bldP spid="46" grpId="0"/>
      <p:bldP spid="47" grpId="0"/>
      <p:bldP spid="48" grpId="0"/>
      <p:bldP spid="49" grpId="0" animBg="1"/>
      <p:bldP spid="52" grpId="0" animBg="1"/>
      <p:bldP spid="53" grpId="0"/>
      <p:bldP spid="54" grpId="0" animBg="1"/>
      <p:bldP spid="54" grpId="1" animBg="1"/>
      <p:bldP spid="55" grpId="0"/>
      <p:bldP spid="56" grpId="0"/>
      <p:bldP spid="57" grpId="0" animBg="1"/>
      <p:bldP spid="57" grpId="1" animBg="1"/>
      <p:bldP spid="58" grpId="0"/>
      <p:bldP spid="59" grpId="0" animBg="1"/>
      <p:bldP spid="59" grpId="1" animBg="1"/>
      <p:bldP spid="60" grpId="0"/>
      <p:bldP spid="61" grpId="0" animBg="1"/>
      <p:bldP spid="61" grpId="1" animBg="1"/>
      <p:bldP spid="62" grpId="0"/>
      <p:bldP spid="64" grpId="0"/>
      <p:bldP spid="66" grpId="0"/>
      <p:bldP spid="67" grpId="0"/>
      <p:bldP spid="68" grpId="0"/>
      <p:bldP spid="100" grpId="0" animBg="1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9" grpId="0"/>
      <p:bldP spid="110" grpId="0"/>
      <p:bldP spid="113" grpId="0"/>
      <p:bldP spid="114" grpId="0" animBg="1"/>
      <p:bldP spid="114" grpId="1" animBg="1"/>
      <p:bldP spid="117" grpId="0" animBg="1"/>
      <p:bldP spid="118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03ABF6-979A-8A26-4A01-38C2B50022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9D92EBEB-84A1-20B0-2E07-B7F5D9DD72EB}"/>
                  </a:ext>
                </a:extLst>
              </p:cNvPr>
              <p:cNvSpPr/>
              <p:nvPr/>
            </p:nvSpPr>
            <p:spPr>
              <a:xfrm>
                <a:off x="2067166" y="3074238"/>
                <a:ext cx="60718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9D92EBEB-84A1-20B0-2E07-B7F5D9DD72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7166" y="3074238"/>
                <a:ext cx="607183" cy="46800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2A3FF70C-B5AE-1998-3671-014E57595CE5}"/>
                  </a:ext>
                </a:extLst>
              </p:cNvPr>
              <p:cNvSpPr/>
              <p:nvPr/>
            </p:nvSpPr>
            <p:spPr>
              <a:xfrm>
                <a:off x="4827722" y="3074238"/>
                <a:ext cx="60718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2A3FF70C-B5AE-1998-3671-014E57595CE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27722" y="3074238"/>
                <a:ext cx="607183" cy="468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1" name="Rectangle 90">
            <a:extLst>
              <a:ext uri="{FF2B5EF4-FFF2-40B4-BE49-F238E27FC236}">
                <a16:creationId xmlns:a16="http://schemas.microsoft.com/office/drawing/2014/main" id="{41295C9A-C5B9-711C-7F54-F5AE86F409DC}"/>
              </a:ext>
            </a:extLst>
          </p:cNvPr>
          <p:cNvSpPr/>
          <p:nvPr/>
        </p:nvSpPr>
        <p:spPr>
          <a:xfrm>
            <a:off x="203485" y="3051327"/>
            <a:ext cx="954781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 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AD358F2-A19C-3923-D414-65EFE3D39215}"/>
                  </a:ext>
                </a:extLst>
              </p:cNvPr>
              <p:cNvSpPr/>
              <p:nvPr/>
            </p:nvSpPr>
            <p:spPr>
              <a:xfrm>
                <a:off x="997318" y="3063121"/>
                <a:ext cx="135287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ρ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AD358F2-A19C-3923-D414-65EFE3D392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7318" y="3063121"/>
                <a:ext cx="1352878" cy="468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5A34F96F-3881-F0E0-E08E-F2930CA01197}"/>
                  </a:ext>
                </a:extLst>
              </p:cNvPr>
              <p:cNvSpPr/>
              <p:nvPr/>
            </p:nvSpPr>
            <p:spPr>
              <a:xfrm>
                <a:off x="2524571" y="3074238"/>
                <a:ext cx="360967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&amp;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5A34F96F-3881-F0E0-E08E-F2930CA011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24571" y="3074238"/>
                <a:ext cx="360967" cy="468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47CC2F51-6991-D674-C0AF-20228E70876C}"/>
                  </a:ext>
                </a:extLst>
              </p:cNvPr>
              <p:cNvSpPr/>
              <p:nvPr/>
            </p:nvSpPr>
            <p:spPr>
              <a:xfrm>
                <a:off x="2787501" y="3051327"/>
                <a:ext cx="238037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ρ</m:t>
                      </m:r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  <m:r>
                                    <a:rPr lang="en-IN" sz="280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47CC2F51-6991-D674-C0AF-20228E7087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7501" y="3051327"/>
                <a:ext cx="2380373" cy="468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0E3C92A2-8930-9F86-EE3D-7EA03B86F804}"/>
                  </a:ext>
                </a:extLst>
              </p:cNvPr>
              <p:cNvSpPr/>
              <p:nvPr/>
            </p:nvSpPr>
            <p:spPr>
              <a:xfrm>
                <a:off x="203485" y="3736766"/>
                <a:ext cx="5809389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  <a:ea typeface="Cambria Math" panose="02040503050406030204" pitchFamily="18" charset="0"/>
                  </a:rPr>
                  <a:t>Since,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sz="2800" i="1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r>
                      <a:rPr lang="en-IN" sz="280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3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n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  <a:p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0E3C92A2-8930-9F86-EE3D-7EA03B86F8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485" y="3736766"/>
                <a:ext cx="5809389" cy="468000"/>
              </a:xfrm>
              <a:prstGeom prst="rect">
                <a:avLst/>
              </a:prstGeom>
              <a:blipFill>
                <a:blip r:embed="rId7"/>
                <a:stretch>
                  <a:fillRect l="-2099" t="-14286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Rectangle 96">
                <a:extLst>
                  <a:ext uri="{FF2B5EF4-FFF2-40B4-BE49-F238E27FC236}">
                    <a16:creationId xmlns:a16="http://schemas.microsoft.com/office/drawing/2014/main" id="{DB3473F4-E312-7072-06B4-D17BB9F75814}"/>
                  </a:ext>
                </a:extLst>
              </p:cNvPr>
              <p:cNvSpPr/>
              <p:nvPr/>
            </p:nvSpPr>
            <p:spPr>
              <a:xfrm>
                <a:off x="203485" y="4422205"/>
                <a:ext cx="480404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Where,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n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 </a:t>
                </a:r>
                <a:r>
                  <a:rPr lang="en-IN" sz="2800" dirty="0">
                    <a:solidFill>
                      <a:srgbClr val="002060"/>
                    </a:solidFill>
                  </a:rPr>
                  <a:t>number of variables</a:t>
                </a:r>
              </a:p>
            </p:txBody>
          </p:sp>
        </mc:Choice>
        <mc:Fallback xmlns="">
          <p:sp>
            <p:nvSpPr>
              <p:cNvPr id="97" name="Rectangle 96">
                <a:extLst>
                  <a:ext uri="{FF2B5EF4-FFF2-40B4-BE49-F238E27FC236}">
                    <a16:creationId xmlns:a16="http://schemas.microsoft.com/office/drawing/2014/main" id="{DB3473F4-E312-7072-06B4-D17BB9F758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485" y="4422205"/>
                <a:ext cx="4804042" cy="468000"/>
              </a:xfrm>
              <a:prstGeom prst="rect">
                <a:avLst/>
              </a:prstGeom>
              <a:blipFill>
                <a:blip r:embed="rId8"/>
                <a:stretch>
                  <a:fillRect l="-2538" t="-12987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8" name="Rectangle 97">
            <a:extLst>
              <a:ext uri="{FF2B5EF4-FFF2-40B4-BE49-F238E27FC236}">
                <a16:creationId xmlns:a16="http://schemas.microsoft.com/office/drawing/2014/main" id="{5D6E8D5A-CC49-E89D-F763-24A7DB4C3702}"/>
              </a:ext>
            </a:extLst>
          </p:cNvPr>
          <p:cNvSpPr/>
          <p:nvPr/>
        </p:nvSpPr>
        <p:spPr>
          <a:xfrm>
            <a:off x="186642" y="5107211"/>
            <a:ext cx="6747010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Thus, the given system has </a:t>
            </a:r>
            <a:r>
              <a:rPr lang="en-IN" sz="2800" b="1" dirty="0">
                <a:solidFill>
                  <a:srgbClr val="FF0000"/>
                </a:solidFill>
              </a:rPr>
              <a:t>unique solution</a:t>
            </a:r>
            <a:r>
              <a:rPr lang="en-IN" sz="2800" dirty="0">
                <a:solidFill>
                  <a:srgbClr val="002060"/>
                </a:solidFill>
              </a:rPr>
              <a:t>. </a:t>
            </a:r>
            <a:endParaRPr lang="en-IN" sz="2800" b="1" dirty="0">
              <a:solidFill>
                <a:srgbClr val="002060"/>
              </a:solidFill>
            </a:endParaRPr>
          </a:p>
          <a:p>
            <a:endParaRPr lang="en-IN" sz="2800" b="1" dirty="0">
              <a:solidFill>
                <a:srgbClr val="002060"/>
              </a:solidFill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7A50EE7F-9B80-AEC5-F78F-07D26EAA0FEF}"/>
              </a:ext>
            </a:extLst>
          </p:cNvPr>
          <p:cNvGrpSpPr/>
          <p:nvPr/>
        </p:nvGrpSpPr>
        <p:grpSpPr>
          <a:xfrm>
            <a:off x="353206" y="812602"/>
            <a:ext cx="4263327" cy="2392083"/>
            <a:chOff x="3820421" y="697613"/>
            <a:chExt cx="4263327" cy="2392083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FB6FE62F-6513-77AE-CC86-403C18E3EB91}"/>
                </a:ext>
              </a:extLst>
            </p:cNvPr>
            <p:cNvGrpSpPr/>
            <p:nvPr/>
          </p:nvGrpSpPr>
          <p:grpSpPr>
            <a:xfrm>
              <a:off x="3820421" y="697613"/>
              <a:ext cx="4263327" cy="2392083"/>
              <a:chOff x="4003301" y="4031655"/>
              <a:chExt cx="4263327" cy="2392083"/>
            </a:xfrm>
          </p:grpSpPr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30BAC768-1B4C-D00B-7CD4-D0283942FE5A}"/>
                  </a:ext>
                </a:extLst>
              </p:cNvPr>
              <p:cNvGrpSpPr/>
              <p:nvPr/>
            </p:nvGrpSpPr>
            <p:grpSpPr>
              <a:xfrm>
                <a:off x="4003301" y="4031655"/>
                <a:ext cx="4263327" cy="2392083"/>
                <a:chOff x="1507995" y="3116678"/>
                <a:chExt cx="4263327" cy="239208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" name="Rectangle 10">
                      <a:extLst>
                        <a:ext uri="{FF2B5EF4-FFF2-40B4-BE49-F238E27FC236}">
                          <a16:creationId xmlns:a16="http://schemas.microsoft.com/office/drawing/2014/main" id="{692D25F5-7AA8-1C27-A956-8AE9992EFE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6955" y="3116678"/>
                      <a:ext cx="3884367" cy="239208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 xmlns:m="http://schemas.openxmlformats.org/officeDocument/2006/math">
                          <m:d>
                            <m:dPr>
                              <m:begChr m:val="["/>
                              <m:endChr m:val="]"/>
                              <m:ctrlPr>
                                <a:rPr lang="en-IN" sz="2800" i="1" smtClean="0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1" smtClean="0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  <m:t>  </m:t>
                              </m:r>
                              <m:m>
                                <m:mPr>
                                  <m:mcs>
                                    <m:mc>
                                      <m:mcPr>
                                        <m:count m:val="3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/>
                                  <m:e/>
                                  <m:e/>
                                </m:mr>
                                <m:mr>
                                  <m:e/>
                                  <m:e/>
                                  <m:e/>
                                </m:mr>
                                <m:m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  <m:e/>
                                  <m:e>
                                    <m:eqArr>
                                      <m:eqArrPr>
                                        <m:ctrlPr>
                                          <a:rPr lang="en-IN" sz="2800" b="0" i="1" smtClean="0">
                                            <a:solidFill>
                                              <a:schemeClr val="bg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eqArrPr>
                                      <m:e/>
                                      <m:e/>
                                    </m:eqArr>
                                  </m:e>
                                </m:mr>
                              </m:m>
                              <m:r>
                                <a:rPr lang="en-IN" sz="2800" b="0" i="1" smtClean="0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  <m:t>                </m:t>
                              </m:r>
                            </m:e>
                          </m:d>
                        </m:oMath>
                      </a14:m>
                      <a:r>
                        <a:rPr lang="en-IN" sz="2800" dirty="0">
                          <a:solidFill>
                            <a:schemeClr val="tx1">
                              <a:lumMod val="90000"/>
                              <a:lumOff val="10000"/>
                            </a:schemeClr>
                          </a:solidFill>
                        </a:rPr>
                        <a:t> </a:t>
                      </a:r>
                    </a:p>
                  </p:txBody>
                </p:sp>
              </mc:Choice>
              <mc:Fallback xmlns="">
                <p:sp>
                  <p:nvSpPr>
                    <p:cNvPr id="11" name="Rectangle 10">
                      <a:extLst>
                        <a:ext uri="{FF2B5EF4-FFF2-40B4-BE49-F238E27FC236}">
                          <a16:creationId xmlns:a16="http://schemas.microsoft.com/office/drawing/2014/main" id="{40E14704-530B-49E1-BB39-C925E680B0F6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886955" y="3116678"/>
                      <a:ext cx="3884367" cy="2392083"/>
                    </a:xfrm>
                    <a:prstGeom prst="rect">
                      <a:avLst/>
                    </a:prstGeom>
                    <a:blipFill>
                      <a:blip r:embed="rId9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2" name="Straight Connector 11">
                  <a:extLst>
                    <a:ext uri="{FF2B5EF4-FFF2-40B4-BE49-F238E27FC236}">
                      <a16:creationId xmlns:a16="http://schemas.microsoft.com/office/drawing/2014/main" id="{ED1210C8-744D-4D78-2D22-680C3A48A014}"/>
                    </a:ext>
                  </a:extLst>
                </p:cNvPr>
                <p:cNvCxnSpPr/>
                <p:nvPr/>
              </p:nvCxnSpPr>
              <p:spPr>
                <a:xfrm>
                  <a:off x="4472610" y="3625250"/>
                  <a:ext cx="0" cy="1456083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3" name="Rectangle 12">
                      <a:extLst>
                        <a:ext uri="{FF2B5EF4-FFF2-40B4-BE49-F238E27FC236}">
                          <a16:creationId xmlns:a16="http://schemas.microsoft.com/office/drawing/2014/main" id="{1EC50586-427B-CEEC-23C6-3DFA1CDFA3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07995" y="4076326"/>
                      <a:ext cx="856661" cy="71120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style>
                    <a:lnRef idx="2">
                      <a:schemeClr val="accent6"/>
                    </a:lnRef>
                    <a:fillRef idx="1">
                      <a:schemeClr val="lt1"/>
                    </a:fillRef>
                    <a:effectRef idx="0">
                      <a:schemeClr val="accent6"/>
                    </a:effectRef>
                    <a:fontRef idx="minor">
                      <a:schemeClr val="dk1"/>
                    </a:fontRef>
                  </p:style>
                  <p:txBody>
                    <a:bodyPr rtlCol="0" anchor="ctr"/>
                    <a:lstStyle/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3600" i="1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~</m:t>
                            </m:r>
                          </m:oMath>
                        </m:oMathPara>
                      </a14:m>
                      <a:endParaRPr lang="en-IN" sz="3600" dirty="0">
                        <a:solidFill>
                          <a:srgbClr val="FF000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3" name="Rectangle 12">
                      <a:extLst>
                        <a:ext uri="{FF2B5EF4-FFF2-40B4-BE49-F238E27FC236}">
                          <a16:creationId xmlns:a16="http://schemas.microsoft.com/office/drawing/2014/main" id="{EB2F4D6D-9E00-4DB8-9BC8-ACA19318CC1E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507995" y="4076326"/>
                      <a:ext cx="856661" cy="711201"/>
                    </a:xfrm>
                    <a:prstGeom prst="rect">
                      <a:avLst/>
                    </a:prstGeom>
                    <a:blipFill>
                      <a:blip r:embed="rId10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B8C6CEB4-774F-424F-39EA-5FF0A58C82C1}"/>
                    </a:ext>
                  </a:extLst>
                </p:cNvPr>
                <p:cNvGrpSpPr/>
                <p:nvPr/>
              </p:nvGrpSpPr>
              <p:grpSpPr>
                <a:xfrm>
                  <a:off x="2175831" y="3586865"/>
                  <a:ext cx="3160841" cy="523220"/>
                  <a:chOff x="2060713" y="1314348"/>
                  <a:chExt cx="3160841" cy="523220"/>
                </a:xfrm>
              </p:grpSpPr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15" name="Rectangle 14">
                        <a:extLst>
                          <a:ext uri="{FF2B5EF4-FFF2-40B4-BE49-F238E27FC236}">
                            <a16:creationId xmlns:a16="http://schemas.microsoft.com/office/drawing/2014/main" id="{95BD2DA9-9104-C229-A273-7D78CA7693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0713" y="1314348"/>
                        <a:ext cx="2230098" cy="523220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/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lang="en-IN" sz="2800" b="0" i="1" smtClean="0">
                                  <a:solidFill>
                                    <a:srgbClr val="0099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  <m:r>
                                <a:rPr lang="en-IN" sz="2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      </m:t>
                              </m:r>
                              <m:r>
                                <a:rPr lang="en-IN" sz="2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       </m:t>
                              </m:r>
                              <m:r>
                                <a:rPr lang="en-IN" sz="2800" b="0" i="0" smtClean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oMath>
                          </m:oMathPara>
                        </a14:m>
                        <a:endParaRPr lang="en-IN" sz="2800" dirty="0">
                          <a:solidFill>
                            <a:srgbClr val="00B050"/>
                          </a:solidFill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15" name="Rectangle 14">
                        <a:extLst>
                          <a:ext uri="{FF2B5EF4-FFF2-40B4-BE49-F238E27FC236}">
                            <a16:creationId xmlns:a16="http://schemas.microsoft.com/office/drawing/2014/main" id="{05238F7E-8667-4068-B31F-73433381790F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>
                        <a:off x="2060713" y="1314348"/>
                        <a:ext cx="2230098" cy="523220"/>
                      </a:xfrm>
                      <a:prstGeom prst="rect">
                        <a:avLst/>
                      </a:prstGeom>
                      <a:blipFill>
                        <a:blip r:embed="rId11"/>
                        <a:stretch>
                          <a:fillRect/>
                        </a:stretch>
                      </a:blipFill>
                    </p:spPr>
                    <p:txBody>
                      <a:bodyPr/>
                      <a:lstStyle/>
                      <a:p>
                        <a:r>
                          <a:rPr lang="en-IN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16" name="Rectangle 15">
                        <a:extLst>
                          <a:ext uri="{FF2B5EF4-FFF2-40B4-BE49-F238E27FC236}">
                            <a16:creationId xmlns:a16="http://schemas.microsoft.com/office/drawing/2014/main" id="{CD9EF9D3-5763-7767-10BC-F41D7C1FDC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4441" y="1315537"/>
                        <a:ext cx="717113" cy="468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/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lang="en-IN" sz="2800" b="0" i="0" smtClean="0">
                                  <a:solidFill>
                                    <a:srgbClr val="890E4F"/>
                                  </a:solidFill>
                                  <a:latin typeface="Cambria Math" panose="02040503050406030204" pitchFamily="18" charset="0"/>
                                </a:rPr>
                                <m:t>30</m:t>
                              </m:r>
                            </m:oMath>
                          </m:oMathPara>
                        </a14:m>
                        <a:endParaRPr lang="en-IN" sz="2800" dirty="0">
                          <a:solidFill>
                            <a:srgbClr val="890E4F"/>
                          </a:solidFill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16" name="Rectangle 15">
                        <a:extLst>
                          <a:ext uri="{FF2B5EF4-FFF2-40B4-BE49-F238E27FC236}">
                            <a16:creationId xmlns:a16="http://schemas.microsoft.com/office/drawing/2014/main" id="{EAB3F7A7-236E-431C-A790-9EFD223A52A7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>
                        <a:off x="4504441" y="1315537"/>
                        <a:ext cx="717113" cy="468000"/>
                      </a:xfrm>
                      <a:prstGeom prst="rect">
                        <a:avLst/>
                      </a:prstGeom>
                      <a:blipFill>
                        <a:blip r:embed="rId12"/>
                        <a:stretch>
                          <a:fillRect/>
                        </a:stretch>
                      </a:blipFill>
                      <a:ln>
                        <a:noFill/>
                      </a:ln>
                    </p:spPr>
                    <p:txBody>
                      <a:bodyPr/>
                      <a:lstStyle/>
                      <a:p>
                        <a:r>
                          <a:rPr lang="en-IN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</p:grpSp>
          </p:grp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3B0C0055-AA3F-A89D-12C2-56F2B8A3C2C5}"/>
                  </a:ext>
                </a:extLst>
              </p:cNvPr>
              <p:cNvGrpSpPr/>
              <p:nvPr/>
            </p:nvGrpSpPr>
            <p:grpSpPr>
              <a:xfrm>
                <a:off x="4800582" y="4997783"/>
                <a:ext cx="3041333" cy="523220"/>
                <a:chOff x="2361888" y="1851500"/>
                <a:chExt cx="3041333" cy="523220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" name="Rectangle 8">
                      <a:extLst>
                        <a:ext uri="{FF2B5EF4-FFF2-40B4-BE49-F238E27FC236}">
                          <a16:creationId xmlns:a16="http://schemas.microsoft.com/office/drawing/2014/main" id="{51C03E30-9B47-10A5-37A3-5DB25FD4C5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1888" y="1851500"/>
                      <a:ext cx="2336967" cy="523220"/>
                    </a:xfrm>
                    <a:prstGeom prst="rect">
                      <a:avLst/>
                    </a:prstGeom>
                  </p:spPr>
                  <p:txBody>
                    <a:bodyPr wrap="square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i="1" smtClean="0">
                                <a:solidFill>
                                  <a:srgbClr val="00990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  <m:r>
                              <a:rPr lang="en-IN" sz="2800" i="1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  </m:t>
                            </m:r>
                            <m:r>
                              <a:rPr lang="en-GB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IN" sz="2800" i="1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   </m:t>
                            </m:r>
                            <m:r>
                              <a:rPr lang="en-IN" sz="2800" i="1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11</m:t>
                            </m:r>
                            <m:r>
                              <a:rPr lang="en-IN" sz="2800" i="1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     11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9" name="Rectangle 8">
                      <a:extLst>
                        <a:ext uri="{FF2B5EF4-FFF2-40B4-BE49-F238E27FC236}">
                          <a16:creationId xmlns:a16="http://schemas.microsoft.com/office/drawing/2014/main" id="{51C03E30-9B47-10A5-37A3-5DB25FD4C5EC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361888" y="1851500"/>
                      <a:ext cx="2336967" cy="523220"/>
                    </a:xfrm>
                    <a:prstGeom prst="rect">
                      <a:avLst/>
                    </a:prstGeom>
                    <a:blipFill>
                      <a:blip r:embed="rId13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" name="Rectangle 9">
                      <a:extLst>
                        <a:ext uri="{FF2B5EF4-FFF2-40B4-BE49-F238E27FC236}">
                          <a16:creationId xmlns:a16="http://schemas.microsoft.com/office/drawing/2014/main" id="{DFC1EE78-9042-EC58-2E77-715415F575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6108" y="1851500"/>
                      <a:ext cx="717113" cy="46800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a:rPr lang="en-GB" sz="2800" b="0" i="0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890E4F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Rectangle 9">
                      <a:extLst>
                        <a:ext uri="{FF2B5EF4-FFF2-40B4-BE49-F238E27FC236}">
                          <a16:creationId xmlns:a16="http://schemas.microsoft.com/office/drawing/2014/main" id="{DFC1EE78-9042-EC58-2E77-715415F5751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686108" y="1851500"/>
                      <a:ext cx="717113" cy="468000"/>
                    </a:xfrm>
                    <a:prstGeom prst="rect">
                      <a:avLst/>
                    </a:prstGeom>
                    <a:blipFill>
                      <a:blip r:embed="rId1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B48B0044-5E54-B054-7C5E-F9F707A6B4F5}"/>
                </a:ext>
              </a:extLst>
            </p:cNvPr>
            <p:cNvGrpSpPr/>
            <p:nvPr/>
          </p:nvGrpSpPr>
          <p:grpSpPr>
            <a:xfrm>
              <a:off x="4651210" y="2192106"/>
              <a:ext cx="2974948" cy="523220"/>
              <a:chOff x="8177854" y="4216349"/>
              <a:chExt cx="2974948" cy="52322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14BC3AE4-B55F-A84F-5B3E-CDAC6A0B0442}"/>
                      </a:ext>
                    </a:extLst>
                  </p:cNvPr>
                  <p:cNvSpPr/>
                  <p:nvPr/>
                </p:nvSpPr>
                <p:spPr>
                  <a:xfrm>
                    <a:off x="8177854" y="4216349"/>
                    <a:ext cx="2134162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 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0       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oMath>
                      </m:oMathPara>
                    </a14:m>
                    <a:endParaRPr lang="en-IN" sz="2800" dirty="0"/>
                  </a:p>
                </p:txBody>
              </p:sp>
            </mc:Choice>
            <mc:Fallback xmlns="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E71513A1-D9F9-4D67-8377-8EA54D4E6E3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77854" y="4216349"/>
                    <a:ext cx="2134162" cy="523220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" name="Rectangle 18">
                    <a:extLst>
                      <a:ext uri="{FF2B5EF4-FFF2-40B4-BE49-F238E27FC236}">
                        <a16:creationId xmlns:a16="http://schemas.microsoft.com/office/drawing/2014/main" id="{BF19806F-F69E-400A-376C-3A6371A96D0D}"/>
                      </a:ext>
                    </a:extLst>
                  </p:cNvPr>
                  <p:cNvSpPr/>
                  <p:nvPr/>
                </p:nvSpPr>
                <p:spPr>
                  <a:xfrm>
                    <a:off x="10435689" y="4216349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25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" name="Rectangle 18">
                    <a:extLst>
                      <a:ext uri="{FF2B5EF4-FFF2-40B4-BE49-F238E27FC236}">
                        <a16:creationId xmlns:a16="http://schemas.microsoft.com/office/drawing/2014/main" id="{3AF9FA7D-3941-446F-9B8C-4922FAD5D7A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435689" y="4216349"/>
                    <a:ext cx="717113" cy="468000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990CB9E0-0C32-EAF9-6C32-510319717857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/>
                  <a:t>Example:1(</a:t>
                </a:r>
                <a:r>
                  <a:rPr lang="en-IN" dirty="0">
                    <a:solidFill>
                      <a:schemeClr val="tx1"/>
                    </a:solidFill>
                  </a:rPr>
                  <a:t>For Information</a:t>
                </a:r>
                <a:r>
                  <a:rPr lang="en-IN" dirty="0"/>
                  <a:t>) 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990CB9E0-0C32-EAF9-6C32-51031971785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17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1E434008-A0EF-B9AB-1E71-43D12AE373C0}"/>
              </a:ext>
            </a:extLst>
          </p:cNvPr>
          <p:cNvSpPr/>
          <p:nvPr/>
        </p:nvSpPr>
        <p:spPr>
          <a:xfrm>
            <a:off x="1132034" y="1294938"/>
            <a:ext cx="2125866" cy="1523026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A1062C46-E55C-2D8A-E3E2-4495B9EA3280}"/>
              </a:ext>
            </a:extLst>
          </p:cNvPr>
          <p:cNvSpPr/>
          <p:nvPr/>
        </p:nvSpPr>
        <p:spPr>
          <a:xfrm>
            <a:off x="1132034" y="1294938"/>
            <a:ext cx="3049849" cy="1523026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BFAD8416-1FEA-1F3F-34C0-7816297A6B6B}"/>
                  </a:ext>
                </a:extLst>
              </p:cNvPr>
              <p:cNvSpPr/>
              <p:nvPr/>
            </p:nvSpPr>
            <p:spPr>
              <a:xfrm>
                <a:off x="8101615" y="1282789"/>
                <a:ext cx="3968465" cy="938187"/>
              </a:xfrm>
              <a:prstGeom prst="rect">
                <a:avLst/>
              </a:prstGeom>
              <a:noFill/>
              <a:ln w="38100">
                <a:solidFill>
                  <a:srgbClr val="FF000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𝛒</m:t>
                    </m:r>
                    <m:d>
                      <m:d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IN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 No. of Non – Zero </a:t>
                </a:r>
              </a:p>
              <a:p>
                <a:r>
                  <a:rPr lang="en-IN" sz="2800" b="1" dirty="0">
                    <a:solidFill>
                      <a:srgbClr val="FF0000"/>
                    </a:solidFill>
                  </a:rPr>
                  <a:t>               Rows in REF</a:t>
                </a:r>
              </a:p>
            </p:txBody>
          </p:sp>
        </mc:Choice>
        <mc:Fallback xmlns="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BFAD8416-1FEA-1F3F-34C0-7816297A6B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1615" y="1282789"/>
                <a:ext cx="3968465" cy="938187"/>
              </a:xfrm>
              <a:prstGeom prst="rect">
                <a:avLst/>
              </a:prstGeom>
              <a:blipFill>
                <a:blip r:embed="rId18"/>
                <a:stretch>
                  <a:fillRect t="-4375" r="-3349" b="-16250"/>
                </a:stretch>
              </a:blipFill>
              <a:ln w="38100">
                <a:solidFill>
                  <a:srgbClr val="FF0000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985042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/>
      <p:bldP spid="116" grpId="0"/>
      <p:bldP spid="91" grpId="0"/>
      <p:bldP spid="92" grpId="0"/>
      <p:bldP spid="94" grpId="0"/>
      <p:bldP spid="95" grpId="0"/>
      <p:bldP spid="96" grpId="0"/>
      <p:bldP spid="97" grpId="0"/>
      <p:bldP spid="98" grpId="0"/>
      <p:bldP spid="114" grpId="0" animBg="1"/>
      <p:bldP spid="114" grpId="1" animBg="1"/>
      <p:bldP spid="3" grpId="0" animBg="1"/>
      <p:bldP spid="3" grpId="1" animBg="1"/>
      <p:bldP spid="4" grpId="0" animBg="1"/>
      <p:bldP spid="4" grpId="1" animBg="1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D80B7403-56BA-46EE-A581-A3CFE1B1F890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Method:4</a:t>
                </a:r>
                <a14:m>
                  <m:oMath xmlns:m="http://schemas.openxmlformats.org/officeDocument/2006/math">
                    <m:r>
                      <a:rPr lang="en-IN" b="1" i="0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  <m:r>
                      <a:rPr lang="en-IN" b="1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dirty="0"/>
                  <a:t>Example:2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D80B7403-56BA-46EE-A581-A3CFE1B1F89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B4D4DCB-7D54-4539-BDB2-CDDF25B67081}"/>
              </a:ext>
            </a:extLst>
          </p:cNvPr>
          <p:cNvSpPr/>
          <p:nvPr/>
        </p:nvSpPr>
        <p:spPr>
          <a:xfrm>
            <a:off x="227999" y="871363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2C9DF8BF-35B4-40CC-B6F8-ABDFF4F5EEF4}"/>
              </a:ext>
            </a:extLst>
          </p:cNvPr>
          <p:cNvSpPr/>
          <p:nvPr/>
        </p:nvSpPr>
        <p:spPr>
          <a:xfrm>
            <a:off x="227999" y="2774939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E14B426-C7DD-4D0C-B244-6093FB1AF5D4}"/>
              </a:ext>
            </a:extLst>
          </p:cNvPr>
          <p:cNvSpPr/>
          <p:nvPr/>
        </p:nvSpPr>
        <p:spPr>
          <a:xfrm>
            <a:off x="1979704" y="871363"/>
            <a:ext cx="9819361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Solve the following system by using Gauss Elimination Method: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A3C200FC-68C8-4F9D-A772-C8A33C646C70}"/>
                  </a:ext>
                </a:extLst>
              </p:cNvPr>
              <p:cNvSpPr/>
              <p:nvPr/>
            </p:nvSpPr>
            <p:spPr>
              <a:xfrm>
                <a:off x="1811725" y="1448952"/>
                <a:ext cx="3644348" cy="9704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3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4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z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A3C200FC-68C8-4F9D-A772-C8A33C646C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11725" y="1448952"/>
                <a:ext cx="3644348" cy="970429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C470FCEA-838F-45E0-B234-35EB31F26C73}"/>
                  </a:ext>
                </a:extLst>
              </p:cNvPr>
              <p:cNvSpPr/>
              <p:nvPr/>
            </p:nvSpPr>
            <p:spPr>
              <a:xfrm>
                <a:off x="4954159" y="1440493"/>
                <a:ext cx="3644348" cy="9704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3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z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=9,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C470FCEA-838F-45E0-B234-35EB31F26C7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4159" y="1440493"/>
                <a:ext cx="3644348" cy="970429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FD28B48B-FAA6-483C-BEA0-388687DDE68F}"/>
                  </a:ext>
                </a:extLst>
              </p:cNvPr>
              <p:cNvSpPr/>
              <p:nvPr/>
            </p:nvSpPr>
            <p:spPr>
              <a:xfrm>
                <a:off x="7895118" y="1448951"/>
                <a:ext cx="3644348" cy="9704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z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FD28B48B-FAA6-483C-BEA0-388687DDE6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5118" y="1448951"/>
                <a:ext cx="3644348" cy="97042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Rectangle 13">
            <a:extLst>
              <a:ext uri="{FF2B5EF4-FFF2-40B4-BE49-F238E27FC236}">
                <a16:creationId xmlns:a16="http://schemas.microsoft.com/office/drawing/2014/main" id="{FE1D484C-3CA8-4209-A48F-DDC686121420}"/>
              </a:ext>
            </a:extLst>
          </p:cNvPr>
          <p:cNvSpPr/>
          <p:nvPr/>
        </p:nvSpPr>
        <p:spPr>
          <a:xfrm>
            <a:off x="2018391" y="2774939"/>
            <a:ext cx="809991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Let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E763C7B-D943-4D7E-95C5-79868EDE2727}"/>
                  </a:ext>
                </a:extLst>
              </p:cNvPr>
              <p:cNvSpPr/>
              <p:nvPr/>
            </p:nvSpPr>
            <p:spPr>
              <a:xfrm>
                <a:off x="2505653" y="2544468"/>
                <a:ext cx="1512146" cy="9704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u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E763C7B-D943-4D7E-95C5-79868EDE27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5653" y="2544468"/>
                <a:ext cx="1512146" cy="97042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52E54011-D2E6-42AF-9E25-84A04CC1B2C8}"/>
                  </a:ext>
                </a:extLst>
              </p:cNvPr>
              <p:cNvSpPr/>
              <p:nvPr/>
            </p:nvSpPr>
            <p:spPr>
              <a:xfrm>
                <a:off x="3802463" y="2552927"/>
                <a:ext cx="1512146" cy="9704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52E54011-D2E6-42AF-9E25-84A04CC1B2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2463" y="2552927"/>
                <a:ext cx="1512146" cy="97042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2A8DDFA9-9632-4097-AABE-6D13B4CB944D}"/>
                  </a:ext>
                </a:extLst>
              </p:cNvPr>
              <p:cNvSpPr/>
              <p:nvPr/>
            </p:nvSpPr>
            <p:spPr>
              <a:xfrm>
                <a:off x="4954159" y="2544468"/>
                <a:ext cx="2062865" cy="9704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&amp; 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z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w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2A8DDFA9-9632-4097-AABE-6D13B4CB94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4159" y="2544468"/>
                <a:ext cx="2062865" cy="97042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DD92DB10-7105-4DFE-8E56-1048444B7E3F}"/>
                  </a:ext>
                </a:extLst>
              </p:cNvPr>
              <p:cNvSpPr/>
              <p:nvPr/>
            </p:nvSpPr>
            <p:spPr>
              <a:xfrm>
                <a:off x="3261726" y="4768006"/>
                <a:ext cx="3959876" cy="62625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u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3⋅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4⋅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w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DD92DB10-7105-4DFE-8E56-1048444B7E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61726" y="4768006"/>
                <a:ext cx="3959876" cy="626256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B0B8D00-68FD-4F51-8805-8EF3C87B545C}"/>
                  </a:ext>
                </a:extLst>
              </p:cNvPr>
              <p:cNvSpPr/>
              <p:nvPr/>
            </p:nvSpPr>
            <p:spPr>
              <a:xfrm>
                <a:off x="3119140" y="5293981"/>
                <a:ext cx="3959876" cy="62625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u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2⋅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−     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w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B0B8D00-68FD-4F51-8805-8EF3C87B54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9140" y="5293981"/>
                <a:ext cx="3959876" cy="626256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194A3DF6-2FB9-4435-95D2-B332FE0D1546}"/>
                  </a:ext>
                </a:extLst>
              </p:cNvPr>
              <p:cNvSpPr/>
              <p:nvPr/>
            </p:nvSpPr>
            <p:spPr>
              <a:xfrm>
                <a:off x="3184236" y="5835454"/>
                <a:ext cx="3959876" cy="62625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u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     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w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194A3DF6-2FB9-4435-95D2-B332FE0D15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4236" y="5835454"/>
                <a:ext cx="3959876" cy="626256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C95D41A6-C4EC-4393-AA0B-67B8DD82EC38}"/>
                  </a:ext>
                </a:extLst>
              </p:cNvPr>
              <p:cNvSpPr/>
              <p:nvPr/>
            </p:nvSpPr>
            <p:spPr>
              <a:xfrm>
                <a:off x="1989105" y="3503011"/>
                <a:ext cx="8975989" cy="112127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Substitute the value of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den>
                    </m:f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y</m:t>
                        </m:r>
                        <m:r>
                          <a:rPr lang="en-IN" sz="280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den>
                    </m:f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z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den>
                    </m:f>
                    <m:r>
                      <a:rPr lang="en-IN" sz="280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in the above system, we get a new system.</a:t>
                </a: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C95D41A6-C4EC-4393-AA0B-67B8DD82EC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9105" y="3503011"/>
                <a:ext cx="8975989" cy="1121274"/>
              </a:xfrm>
              <a:prstGeom prst="rect">
                <a:avLst/>
              </a:prstGeom>
              <a:blipFill>
                <a:blip r:embed="rId12"/>
                <a:stretch>
                  <a:fillRect l="-1358" b="-2010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F290D5E6-99E1-4CBF-B6D2-28711FCE0071}"/>
              </a:ext>
            </a:extLst>
          </p:cNvPr>
          <p:cNvSpPr/>
          <p:nvPr/>
        </p:nvSpPr>
        <p:spPr>
          <a:xfrm>
            <a:off x="2033023" y="1458592"/>
            <a:ext cx="3143410" cy="97888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B8B4C07E-2403-4CF4-AFA5-C2EF7D420825}"/>
              </a:ext>
            </a:extLst>
          </p:cNvPr>
          <p:cNvSpPr/>
          <p:nvPr/>
        </p:nvSpPr>
        <p:spPr>
          <a:xfrm>
            <a:off x="5330439" y="1440493"/>
            <a:ext cx="2736000" cy="97888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4A60A08E-72F0-4398-97A0-33D9C462730E}"/>
              </a:ext>
            </a:extLst>
          </p:cNvPr>
          <p:cNvSpPr/>
          <p:nvPr/>
        </p:nvSpPr>
        <p:spPr>
          <a:xfrm>
            <a:off x="8255670" y="1422837"/>
            <a:ext cx="2907516" cy="97888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7" name="Right Arrow 3">
            <a:extLst>
              <a:ext uri="{FF2B5EF4-FFF2-40B4-BE49-F238E27FC236}">
                <a16:creationId xmlns:a16="http://schemas.microsoft.com/office/drawing/2014/main" id="{2D98DB68-59A5-4BB0-AD5C-33C849BE1BFA}"/>
              </a:ext>
            </a:extLst>
          </p:cNvPr>
          <p:cNvSpPr/>
          <p:nvPr/>
        </p:nvSpPr>
        <p:spPr>
          <a:xfrm flipV="1">
            <a:off x="1358041" y="3610500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39422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9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9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9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6" grpId="0"/>
      <p:bldP spid="17" grpId="0"/>
      <p:bldP spid="18" grpId="0"/>
      <p:bldP spid="19" grpId="0"/>
      <p:bldP spid="20" grpId="0"/>
      <p:bldP spid="21" grpId="0"/>
      <p:bldP spid="22" grpId="0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01BE3A1F-29DA-4859-A705-07F0D065C1FB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 b="1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  <m:r>
                      <a:rPr lang="en-IN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Example:2(Continue) 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01BE3A1F-29DA-4859-A705-07F0D065C1F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D4277EA6-B388-4DC5-BB7F-08D83AFCEE6B}"/>
                  </a:ext>
                </a:extLst>
              </p:cNvPr>
              <p:cNvSpPr/>
              <p:nvPr/>
            </p:nvSpPr>
            <p:spPr>
              <a:xfrm>
                <a:off x="3587191" y="711201"/>
                <a:ext cx="3959876" cy="62625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u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3⋅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4⋅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w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D4277EA6-B388-4DC5-BB7F-08D83AFCEE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87191" y="711201"/>
                <a:ext cx="3959876" cy="62625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650D180-3FF1-4F07-9B7A-D37303194DFC}"/>
                  </a:ext>
                </a:extLst>
              </p:cNvPr>
              <p:cNvSpPr/>
              <p:nvPr/>
            </p:nvSpPr>
            <p:spPr>
              <a:xfrm>
                <a:off x="3398401" y="1237941"/>
                <a:ext cx="3959876" cy="62625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u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2⋅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−     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w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650D180-3FF1-4F07-9B7A-D37303194D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8401" y="1237941"/>
                <a:ext cx="3959876" cy="62625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A0C1DD05-7CF9-42FD-9729-ECA770B55E08}"/>
                  </a:ext>
                </a:extLst>
              </p:cNvPr>
              <p:cNvSpPr/>
              <p:nvPr/>
            </p:nvSpPr>
            <p:spPr>
              <a:xfrm>
                <a:off x="3540697" y="1778649"/>
                <a:ext cx="3959876" cy="62625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u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    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w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A0C1DD05-7CF9-42FD-9729-ECA770B55E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40697" y="1778649"/>
                <a:ext cx="3959876" cy="62625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FF093CA0-D0EA-48B6-B8C7-755672196BCA}"/>
                  </a:ext>
                </a:extLst>
              </p:cNvPr>
              <p:cNvSpPr/>
              <p:nvPr/>
            </p:nvSpPr>
            <p:spPr>
              <a:xfrm>
                <a:off x="1033463" y="2342788"/>
                <a:ext cx="9417167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The matrix representation of the above system is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𝐀𝐗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where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FF093CA0-D0EA-48B6-B8C7-755672196B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463" y="2342788"/>
                <a:ext cx="9417167" cy="468000"/>
              </a:xfrm>
              <a:prstGeom prst="rect">
                <a:avLst/>
              </a:prstGeom>
              <a:blipFill>
                <a:blip r:embed="rId6"/>
                <a:stretch>
                  <a:fillRect l="-1360" t="-12987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6" name="Group 25">
            <a:extLst>
              <a:ext uri="{FF2B5EF4-FFF2-40B4-BE49-F238E27FC236}">
                <a16:creationId xmlns:a16="http://schemas.microsoft.com/office/drawing/2014/main" id="{CAC2862D-9D0C-4B3F-8B25-87FFF9EEE715}"/>
              </a:ext>
            </a:extLst>
          </p:cNvPr>
          <p:cNvGrpSpPr/>
          <p:nvPr/>
        </p:nvGrpSpPr>
        <p:grpSpPr>
          <a:xfrm>
            <a:off x="565525" y="2652533"/>
            <a:ext cx="3768549" cy="2392083"/>
            <a:chOff x="859993" y="3094005"/>
            <a:chExt cx="3768549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6AEC904A-B9CC-4C13-8633-62EFB8191D8B}"/>
                    </a:ext>
                  </a:extLst>
                </p:cNvPr>
                <p:cNvSpPr/>
                <p:nvPr/>
              </p:nvSpPr>
              <p:spPr>
                <a:xfrm>
                  <a:off x="859993" y="3896702"/>
                  <a:ext cx="965836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𝐀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6AEC904A-B9CC-4C13-8633-62EFB8191D8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59993" y="3896702"/>
                  <a:ext cx="965836" cy="711201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5B39E911-20E6-43CB-A3FE-629168BD579D}"/>
                    </a:ext>
                  </a:extLst>
                </p:cNvPr>
                <p:cNvSpPr/>
                <p:nvPr/>
              </p:nvSpPr>
              <p:spPr>
                <a:xfrm>
                  <a:off x="1327931" y="3094005"/>
                  <a:ext cx="3300611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5B39E911-20E6-43CB-A3FE-629168BD579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327931" y="3094005"/>
                  <a:ext cx="3300611" cy="2392083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A2186EF-9B9B-4118-BB1B-4AB66B0BA06F}"/>
                  </a:ext>
                </a:extLst>
              </p:cNvPr>
              <p:cNvSpPr/>
              <p:nvPr/>
            </p:nvSpPr>
            <p:spPr>
              <a:xfrm>
                <a:off x="1712009" y="4143149"/>
                <a:ext cx="2078457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A2186EF-9B9B-4118-BB1B-4AB66B0BA06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12009" y="4143149"/>
                <a:ext cx="207845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FDDD02CD-BCB7-401F-AD3C-091203D35781}"/>
                  </a:ext>
                </a:extLst>
              </p:cNvPr>
              <p:cNvSpPr/>
              <p:nvPr/>
            </p:nvSpPr>
            <p:spPr>
              <a:xfrm>
                <a:off x="1516495" y="3639166"/>
                <a:ext cx="2336967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</m:t>
                      </m:r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−1</m:t>
                      </m:r>
                    </m:oMath>
                  </m:oMathPara>
                </a14:m>
                <a:endParaRPr lang="en-IN" sz="2800" dirty="0">
                  <a:solidFill>
                    <a:schemeClr val="accent5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FDDD02CD-BCB7-401F-AD3C-091203D357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6495" y="3639166"/>
                <a:ext cx="233696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A3C03130-6BB7-44AE-88FE-B3094A46F794}"/>
                  </a:ext>
                </a:extLst>
              </p:cNvPr>
              <p:cNvSpPr/>
              <p:nvPr/>
            </p:nvSpPr>
            <p:spPr>
              <a:xfrm>
                <a:off x="1537129" y="3168254"/>
                <a:ext cx="2230098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      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A3C03130-6BB7-44AE-88FE-B3094A46F7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7129" y="3168254"/>
                <a:ext cx="2230098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5544419C-287F-4FE9-B5E5-8F517F53ECA8}"/>
                  </a:ext>
                </a:extLst>
              </p:cNvPr>
              <p:cNvSpPr/>
              <p:nvPr/>
            </p:nvSpPr>
            <p:spPr>
              <a:xfrm>
                <a:off x="4270893" y="3493673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𝐗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5544419C-287F-4FE9-B5E5-8F517F53EC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70893" y="3493673"/>
                <a:ext cx="965836" cy="711201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412CB6F1-5CD2-4C2C-B2BF-051BDE982A0B}"/>
                  </a:ext>
                </a:extLst>
              </p:cNvPr>
              <p:cNvSpPr/>
              <p:nvPr/>
            </p:nvSpPr>
            <p:spPr>
              <a:xfrm>
                <a:off x="6875359" y="3514179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𝐁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412CB6F1-5CD2-4C2C-B2BF-051BDE982A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75359" y="3514179"/>
                <a:ext cx="965836" cy="711201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" name="Rectangle 33">
            <a:extLst>
              <a:ext uri="{FF2B5EF4-FFF2-40B4-BE49-F238E27FC236}">
                <a16:creationId xmlns:a16="http://schemas.microsoft.com/office/drawing/2014/main" id="{03ECC904-5922-4D43-B4DC-CB4AB6A16097}"/>
              </a:ext>
            </a:extLst>
          </p:cNvPr>
          <p:cNvSpPr/>
          <p:nvPr/>
        </p:nvSpPr>
        <p:spPr>
          <a:xfrm>
            <a:off x="6076189" y="3528130"/>
            <a:ext cx="965836" cy="7112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IN" sz="2800" b="0" i="0" dirty="0">
                <a:solidFill>
                  <a:srgbClr val="002060"/>
                </a:solidFill>
                <a:latin typeface="+mj-lt"/>
                <a:ea typeface="Cambria Math" panose="02040503050406030204" pitchFamily="18" charset="0"/>
              </a:rPr>
              <a:t>and</a:t>
            </a:r>
            <a:endParaRPr lang="en-IN" sz="2800" dirty="0">
              <a:solidFill>
                <a:srgbClr val="FF0000"/>
              </a:solidFill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C9CAF7B-DB5A-416D-AC8B-AB65D5D12168}"/>
              </a:ext>
            </a:extLst>
          </p:cNvPr>
          <p:cNvGrpSpPr/>
          <p:nvPr/>
        </p:nvGrpSpPr>
        <p:grpSpPr>
          <a:xfrm>
            <a:off x="7469577" y="2954276"/>
            <a:ext cx="1438267" cy="1765923"/>
            <a:chOff x="7647356" y="3365475"/>
            <a:chExt cx="1438267" cy="176592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EFDA9983-6CF7-4AE4-B880-9139216BDF3E}"/>
                    </a:ext>
                  </a:extLst>
                </p:cNvPr>
                <p:cNvSpPr/>
                <p:nvPr/>
              </p:nvSpPr>
              <p:spPr>
                <a:xfrm>
                  <a:off x="7647356" y="3365475"/>
                  <a:ext cx="1438267" cy="176592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</m:e>
                              </m:mr>
                              <m:mr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e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EFDA9983-6CF7-4AE4-B880-9139216BDF3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647356" y="3365475"/>
                  <a:ext cx="1438267" cy="1765923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8AFC3AA9-1C12-468D-BC0D-C30FA1317731}"/>
                </a:ext>
              </a:extLst>
            </p:cNvPr>
            <p:cNvGrpSpPr/>
            <p:nvPr/>
          </p:nvGrpSpPr>
          <p:grpSpPr>
            <a:xfrm>
              <a:off x="7948568" y="3545712"/>
              <a:ext cx="737795" cy="1444285"/>
              <a:chOff x="3661262" y="4815858"/>
              <a:chExt cx="737795" cy="144428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8" name="Rectangle 37">
                    <a:extLst>
                      <a:ext uri="{FF2B5EF4-FFF2-40B4-BE49-F238E27FC236}">
                        <a16:creationId xmlns:a16="http://schemas.microsoft.com/office/drawing/2014/main" id="{E3739314-A7F6-4324-8FD8-B14835A6715A}"/>
                      </a:ext>
                    </a:extLst>
                  </p:cNvPr>
                  <p:cNvSpPr/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30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8" name="Rectangle 37">
                    <a:extLst>
                      <a:ext uri="{FF2B5EF4-FFF2-40B4-BE49-F238E27FC236}">
                        <a16:creationId xmlns:a16="http://schemas.microsoft.com/office/drawing/2014/main" id="{E3739314-A7F6-4324-8FD8-B14835A6715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" name="Rectangle 38">
                    <a:extLst>
                      <a:ext uri="{FF2B5EF4-FFF2-40B4-BE49-F238E27FC236}">
                        <a16:creationId xmlns:a16="http://schemas.microsoft.com/office/drawing/2014/main" id="{420FA0BE-3B21-4FC7-9B32-437AFE746BA0}"/>
                      </a:ext>
                    </a:extLst>
                  </p:cNvPr>
                  <p:cNvSpPr/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9" name="Rectangle 38">
                    <a:extLst>
                      <a:ext uri="{FF2B5EF4-FFF2-40B4-BE49-F238E27FC236}">
                        <a16:creationId xmlns:a16="http://schemas.microsoft.com/office/drawing/2014/main" id="{420FA0BE-3B21-4FC7-9B32-437AFE746BA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0" name="Rectangle 39">
                    <a:extLst>
                      <a:ext uri="{FF2B5EF4-FFF2-40B4-BE49-F238E27FC236}">
                        <a16:creationId xmlns:a16="http://schemas.microsoft.com/office/drawing/2014/main" id="{74F90F30-6311-4B52-8B36-8870929B3FD6}"/>
                      </a:ext>
                    </a:extLst>
                  </p:cNvPr>
                  <p:cNvSpPr/>
                  <p:nvPr/>
                </p:nvSpPr>
                <p:spPr>
                  <a:xfrm>
                    <a:off x="3661262" y="579214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0" name="Rectangle 39">
                    <a:extLst>
                      <a:ext uri="{FF2B5EF4-FFF2-40B4-BE49-F238E27FC236}">
                        <a16:creationId xmlns:a16="http://schemas.microsoft.com/office/drawing/2014/main" id="{74F90F30-6311-4B52-8B36-8870929B3FD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61262" y="5792143"/>
                    <a:ext cx="717113" cy="468000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A4F33CB0-23CC-40F6-8F89-CA171B8D564F}"/>
              </a:ext>
            </a:extLst>
          </p:cNvPr>
          <p:cNvGrpSpPr/>
          <p:nvPr/>
        </p:nvGrpSpPr>
        <p:grpSpPr>
          <a:xfrm>
            <a:off x="4914885" y="2965612"/>
            <a:ext cx="1438267" cy="1765923"/>
            <a:chOff x="5141077" y="3457054"/>
            <a:chExt cx="1438267" cy="176592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DE0DBC33-6136-4B90-8D89-F63BE9181771}"/>
                    </a:ext>
                  </a:extLst>
                </p:cNvPr>
                <p:cNvSpPr/>
                <p:nvPr/>
              </p:nvSpPr>
              <p:spPr>
                <a:xfrm>
                  <a:off x="5141077" y="3457054"/>
                  <a:ext cx="1438267" cy="176592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</m:e>
                              </m:mr>
                              <m:mr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e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DE0DBC33-6136-4B90-8D89-F63BE918177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41077" y="3457054"/>
                  <a:ext cx="1438267" cy="1765923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BCA89554-D77D-47A6-9868-02317787D5DE}"/>
                </a:ext>
              </a:extLst>
            </p:cNvPr>
            <p:cNvGrpSpPr/>
            <p:nvPr/>
          </p:nvGrpSpPr>
          <p:grpSpPr>
            <a:xfrm>
              <a:off x="5447051" y="3569709"/>
              <a:ext cx="730365" cy="1444285"/>
              <a:chOff x="3668692" y="4815858"/>
              <a:chExt cx="730365" cy="144428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4" name="Rectangle 43">
                    <a:extLst>
                      <a:ext uri="{FF2B5EF4-FFF2-40B4-BE49-F238E27FC236}">
                        <a16:creationId xmlns:a16="http://schemas.microsoft.com/office/drawing/2014/main" id="{38501FFF-099D-452B-9A64-A13A2E1F1E73}"/>
                      </a:ext>
                    </a:extLst>
                  </p:cNvPr>
                  <p:cNvSpPr/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u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99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4" name="Rectangle 43">
                    <a:extLst>
                      <a:ext uri="{FF2B5EF4-FFF2-40B4-BE49-F238E27FC236}">
                        <a16:creationId xmlns:a16="http://schemas.microsoft.com/office/drawing/2014/main" id="{38501FFF-099D-452B-9A64-A13A2E1F1E7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id="{7F8B05DE-DDB2-4B57-9CEA-3FBACB6176C3}"/>
                      </a:ext>
                    </a:extLst>
                  </p:cNvPr>
                  <p:cNvSpPr/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70C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id="{7F8B05DE-DDB2-4B57-9CEA-3FBACB6176C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6" name="Rectangle 45">
                    <a:extLst>
                      <a:ext uri="{FF2B5EF4-FFF2-40B4-BE49-F238E27FC236}">
                        <a16:creationId xmlns:a16="http://schemas.microsoft.com/office/drawing/2014/main" id="{68218352-52FC-42EC-8E49-A6A1B4BE80C8}"/>
                      </a:ext>
                    </a:extLst>
                  </p:cNvPr>
                  <p:cNvSpPr/>
                  <p:nvPr/>
                </p:nvSpPr>
                <p:spPr>
                  <a:xfrm>
                    <a:off x="3674514" y="579214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w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6" name="Rectangle 45">
                    <a:extLst>
                      <a:ext uri="{FF2B5EF4-FFF2-40B4-BE49-F238E27FC236}">
                        <a16:creationId xmlns:a16="http://schemas.microsoft.com/office/drawing/2014/main" id="{68218352-52FC-42EC-8E49-A6A1B4BE80C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74514" y="5792143"/>
                    <a:ext cx="717113" cy="468000"/>
                  </a:xfrm>
                  <a:prstGeom prst="rect">
                    <a:avLst/>
                  </a:prstGeom>
                  <a:blipFill>
                    <a:blip r:embed="rId2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sp>
        <p:nvSpPr>
          <p:cNvPr id="47" name="Right Arrow 3">
            <a:extLst>
              <a:ext uri="{FF2B5EF4-FFF2-40B4-BE49-F238E27FC236}">
                <a16:creationId xmlns:a16="http://schemas.microsoft.com/office/drawing/2014/main" id="{58FEA5AA-B1A1-4CA7-806F-C3A9D330F463}"/>
              </a:ext>
            </a:extLst>
          </p:cNvPr>
          <p:cNvSpPr/>
          <p:nvPr/>
        </p:nvSpPr>
        <p:spPr>
          <a:xfrm rot="5400000">
            <a:off x="2512148" y="4821776"/>
            <a:ext cx="523221" cy="334851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7A37FC5D-8821-4745-AD69-1657F377D53D}"/>
              </a:ext>
            </a:extLst>
          </p:cNvPr>
          <p:cNvSpPr/>
          <p:nvPr/>
        </p:nvSpPr>
        <p:spPr>
          <a:xfrm>
            <a:off x="1328522" y="5306405"/>
            <a:ext cx="2753742" cy="827673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002060"/>
                </a:solidFill>
              </a:rPr>
              <a:t>Co-efficient</a:t>
            </a:r>
            <a:r>
              <a:rPr lang="en-IN" sz="2800" b="1" dirty="0">
                <a:solidFill>
                  <a:schemeClr val="bg1"/>
                </a:solidFill>
              </a:rPr>
              <a:t> </a:t>
            </a:r>
          </a:p>
          <a:p>
            <a:pPr algn="ctr"/>
            <a:r>
              <a:rPr lang="en-IN" sz="2800" b="1" dirty="0">
                <a:solidFill>
                  <a:srgbClr val="002060"/>
                </a:solidFill>
              </a:rPr>
              <a:t>Matrix</a:t>
            </a:r>
          </a:p>
        </p:txBody>
      </p:sp>
      <p:sp>
        <p:nvSpPr>
          <p:cNvPr id="49" name="Right Arrow 3">
            <a:extLst>
              <a:ext uri="{FF2B5EF4-FFF2-40B4-BE49-F238E27FC236}">
                <a16:creationId xmlns:a16="http://schemas.microsoft.com/office/drawing/2014/main" id="{C70334E7-B679-4C5D-8C83-7935A73E17E8}"/>
              </a:ext>
            </a:extLst>
          </p:cNvPr>
          <p:cNvSpPr/>
          <p:nvPr/>
        </p:nvSpPr>
        <p:spPr>
          <a:xfrm rot="5400000">
            <a:off x="5313326" y="4826254"/>
            <a:ext cx="532176" cy="334851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6A425ED3-5735-47EC-AFAE-27CF517FD37E}"/>
              </a:ext>
            </a:extLst>
          </p:cNvPr>
          <p:cNvSpPr/>
          <p:nvPr/>
        </p:nvSpPr>
        <p:spPr>
          <a:xfrm>
            <a:off x="4487961" y="5319126"/>
            <a:ext cx="2182906" cy="827673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002060"/>
                </a:solidFill>
              </a:rPr>
              <a:t>Variable</a:t>
            </a:r>
            <a:r>
              <a:rPr lang="en-IN" sz="2800" b="1" dirty="0">
                <a:solidFill>
                  <a:schemeClr val="bg1"/>
                </a:solidFill>
              </a:rPr>
              <a:t> </a:t>
            </a:r>
          </a:p>
          <a:p>
            <a:pPr algn="ctr"/>
            <a:r>
              <a:rPr lang="en-IN" sz="2800" b="1" dirty="0">
                <a:solidFill>
                  <a:srgbClr val="002060"/>
                </a:solidFill>
              </a:rPr>
              <a:t>Matrix</a:t>
            </a:r>
          </a:p>
        </p:txBody>
      </p:sp>
      <p:sp>
        <p:nvSpPr>
          <p:cNvPr id="51" name="Right Arrow 3">
            <a:extLst>
              <a:ext uri="{FF2B5EF4-FFF2-40B4-BE49-F238E27FC236}">
                <a16:creationId xmlns:a16="http://schemas.microsoft.com/office/drawing/2014/main" id="{6C734B8E-5334-453B-A904-9958B4FABCF1}"/>
              </a:ext>
            </a:extLst>
          </p:cNvPr>
          <p:cNvSpPr/>
          <p:nvPr/>
        </p:nvSpPr>
        <p:spPr>
          <a:xfrm rot="5400000">
            <a:off x="7884607" y="4841168"/>
            <a:ext cx="530839" cy="334851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DC8DD02B-B619-4B8E-BB88-99190391D202}"/>
              </a:ext>
            </a:extLst>
          </p:cNvPr>
          <p:cNvSpPr/>
          <p:nvPr/>
        </p:nvSpPr>
        <p:spPr>
          <a:xfrm>
            <a:off x="7058574" y="5306405"/>
            <a:ext cx="2182906" cy="827673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  <a:r>
              <a:rPr lang="en-IN" sz="2800" b="1" dirty="0">
                <a:solidFill>
                  <a:srgbClr val="002060"/>
                </a:solidFill>
              </a:rPr>
              <a:t>Constant</a:t>
            </a:r>
            <a:r>
              <a:rPr lang="en-IN" sz="2800" b="1" dirty="0">
                <a:solidFill>
                  <a:schemeClr val="bg1"/>
                </a:solidFill>
              </a:rPr>
              <a:t> </a:t>
            </a:r>
          </a:p>
          <a:p>
            <a:pPr algn="ctr"/>
            <a:r>
              <a:rPr lang="en-IN" sz="2800" b="1" dirty="0">
                <a:solidFill>
                  <a:srgbClr val="002060"/>
                </a:solidFill>
              </a:rPr>
              <a:t>Matrix</a:t>
            </a:r>
          </a:p>
        </p:txBody>
      </p:sp>
      <p:sp>
        <p:nvSpPr>
          <p:cNvPr id="53" name="Right Arrow 3">
            <a:extLst>
              <a:ext uri="{FF2B5EF4-FFF2-40B4-BE49-F238E27FC236}">
                <a16:creationId xmlns:a16="http://schemas.microsoft.com/office/drawing/2014/main" id="{0DF997DB-6FC9-4BB3-8703-14FB003A353F}"/>
              </a:ext>
            </a:extLst>
          </p:cNvPr>
          <p:cNvSpPr/>
          <p:nvPr/>
        </p:nvSpPr>
        <p:spPr>
          <a:xfrm flipV="1">
            <a:off x="302251" y="2381520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87861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00"/>
                            </p:stCondLst>
                            <p:childTnLst>
                              <p:par>
                                <p:cTn id="6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9" grpId="0"/>
      <p:bldP spid="30" grpId="0"/>
      <p:bldP spid="31" grpId="0"/>
      <p:bldP spid="32" grpId="0"/>
      <p:bldP spid="33" grpId="0"/>
      <p:bldP spid="34" grpId="0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11A3BC5-5AA7-42AC-A11F-079E996A122E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Example:2(Continue) 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11A3BC5-5AA7-42AC-A11F-079E996A122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 3">
            <a:extLst>
              <a:ext uri="{FF2B5EF4-FFF2-40B4-BE49-F238E27FC236}">
                <a16:creationId xmlns:a16="http://schemas.microsoft.com/office/drawing/2014/main" id="{D173533E-6AD8-4464-AB3E-D39D7F8099B0}"/>
              </a:ext>
            </a:extLst>
          </p:cNvPr>
          <p:cNvSpPr/>
          <p:nvPr/>
        </p:nvSpPr>
        <p:spPr>
          <a:xfrm>
            <a:off x="1057019" y="780298"/>
            <a:ext cx="4646384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Consider the Augmented matrix</a:t>
            </a:r>
            <a:endParaRPr lang="en-IN" sz="2800" b="1" dirty="0">
              <a:solidFill>
                <a:srgbClr val="002060"/>
              </a:solidFill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FC9E86C-CE78-4503-A3B2-1B7FBADF93F4}"/>
              </a:ext>
            </a:extLst>
          </p:cNvPr>
          <p:cNvGrpSpPr/>
          <p:nvPr/>
        </p:nvGrpSpPr>
        <p:grpSpPr>
          <a:xfrm>
            <a:off x="32869" y="1805914"/>
            <a:ext cx="1929704" cy="483645"/>
            <a:chOff x="1233019" y="1805914"/>
            <a:chExt cx="1929704" cy="48364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id="{04E92E49-940A-4854-AE90-E97E117E9C29}"/>
                    </a:ext>
                  </a:extLst>
                </p:cNvPr>
                <p:cNvSpPr/>
                <p:nvPr/>
              </p:nvSpPr>
              <p:spPr>
                <a:xfrm>
                  <a:off x="1233019" y="1805914"/>
                  <a:ext cx="14592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sz="2800" b="0" i="1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 b="0" i="0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id="{04E92E49-940A-4854-AE90-E97E117E9C2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233019" y="1805914"/>
                  <a:ext cx="1459235" cy="468000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id="{AFCDA537-BF94-446B-A113-060738028914}"/>
                    </a:ext>
                  </a:extLst>
                </p:cNvPr>
                <p:cNvSpPr/>
                <p:nvPr/>
              </p:nvSpPr>
              <p:spPr>
                <a:xfrm>
                  <a:off x="2445610" y="1821559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id="{AFCDA537-BF94-446B-A113-06073802891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45610" y="1821559"/>
                  <a:ext cx="717113" cy="468000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66EC442-062A-4A51-B66F-290AB856A6FA}"/>
                  </a:ext>
                </a:extLst>
              </p:cNvPr>
              <p:cNvSpPr/>
              <p:nvPr/>
            </p:nvSpPr>
            <p:spPr>
              <a:xfrm>
                <a:off x="1636523" y="1024217"/>
                <a:ext cx="3884367" cy="23920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/>
                            <m:e>
                              <m:eqArr>
                                <m:eqArrPr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</m:eqAr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             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66EC442-062A-4A51-B66F-290AB856A6F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6523" y="1024217"/>
                <a:ext cx="3884367" cy="239208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C2AD5DDB-ECEC-4CC5-9D1E-EC2C74117F7A}"/>
              </a:ext>
            </a:extLst>
          </p:cNvPr>
          <p:cNvCxnSpPr/>
          <p:nvPr/>
        </p:nvCxnSpPr>
        <p:spPr>
          <a:xfrm>
            <a:off x="4366213" y="1416383"/>
            <a:ext cx="0" cy="145608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oup 36">
            <a:extLst>
              <a:ext uri="{FF2B5EF4-FFF2-40B4-BE49-F238E27FC236}">
                <a16:creationId xmlns:a16="http://schemas.microsoft.com/office/drawing/2014/main" id="{071E3D2C-49E7-4896-B699-9FA0BBEDEABB}"/>
              </a:ext>
            </a:extLst>
          </p:cNvPr>
          <p:cNvGrpSpPr/>
          <p:nvPr/>
        </p:nvGrpSpPr>
        <p:grpSpPr>
          <a:xfrm>
            <a:off x="1933910" y="1327546"/>
            <a:ext cx="2336967" cy="1682739"/>
            <a:chOff x="3134060" y="1327546"/>
            <a:chExt cx="2336967" cy="168273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2EC0346E-C691-48CB-BD71-5AA441E145E9}"/>
                    </a:ext>
                  </a:extLst>
                </p:cNvPr>
                <p:cNvSpPr/>
                <p:nvPr/>
              </p:nvSpPr>
              <p:spPr>
                <a:xfrm>
                  <a:off x="3326205" y="2487065"/>
                  <a:ext cx="207845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2EC0346E-C691-48CB-BD71-5AA441E145E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26205" y="2487065"/>
                  <a:ext cx="2078457" cy="523220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468C1645-52BF-4122-AC74-B2EE13C502C5}"/>
                    </a:ext>
                  </a:extLst>
                </p:cNvPr>
                <p:cNvSpPr/>
                <p:nvPr/>
              </p:nvSpPr>
              <p:spPr>
                <a:xfrm>
                  <a:off x="3134060" y="1900338"/>
                  <a:ext cx="233696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−1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468C1645-52BF-4122-AC74-B2EE13C502C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134060" y="1900338"/>
                  <a:ext cx="2336967" cy="523220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B65FDDC8-FEB2-41FC-9518-F3BC5B0A41DE}"/>
                    </a:ext>
                  </a:extLst>
                </p:cNvPr>
                <p:cNvSpPr/>
                <p:nvPr/>
              </p:nvSpPr>
              <p:spPr>
                <a:xfrm>
                  <a:off x="3162723" y="1327546"/>
                  <a:ext cx="2230098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B65FDDC8-FEB2-41FC-9518-F3BC5B0A41D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162723" y="1327546"/>
                  <a:ext cx="2230098" cy="523220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D1D910C-FDD2-4E4F-92C7-26BFD15C74CC}"/>
              </a:ext>
            </a:extLst>
          </p:cNvPr>
          <p:cNvGrpSpPr/>
          <p:nvPr/>
        </p:nvGrpSpPr>
        <p:grpSpPr>
          <a:xfrm>
            <a:off x="4464721" y="1327546"/>
            <a:ext cx="730365" cy="1599265"/>
            <a:chOff x="3668692" y="4815858"/>
            <a:chExt cx="730365" cy="159926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AD8EBA88-A9AB-4EE1-9E01-19FB9103BE29}"/>
                    </a:ext>
                  </a:extLst>
                </p:cNvPr>
                <p:cNvSpPr/>
                <p:nvPr/>
              </p:nvSpPr>
              <p:spPr>
                <a:xfrm>
                  <a:off x="3681944" y="481585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AD8EBA88-A9AB-4EE1-9E01-19FB9103BE2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81944" y="4815858"/>
                  <a:ext cx="717113" cy="468000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57E08C2D-858C-47B5-9F80-19CFAA34952A}"/>
                    </a:ext>
                  </a:extLst>
                </p:cNvPr>
                <p:cNvSpPr/>
                <p:nvPr/>
              </p:nvSpPr>
              <p:spPr>
                <a:xfrm>
                  <a:off x="3668692" y="5393069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57E08C2D-858C-47B5-9F80-19CFAA34952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8692" y="5393069"/>
                  <a:ext cx="717113" cy="468000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40E23ED1-FD1E-415B-8F22-76208D44A551}"/>
                    </a:ext>
                  </a:extLst>
                </p:cNvPr>
                <p:cNvSpPr/>
                <p:nvPr/>
              </p:nvSpPr>
              <p:spPr>
                <a:xfrm>
                  <a:off x="3674514" y="594712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40E23ED1-FD1E-415B-8F22-76208D44A55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4514" y="5947123"/>
                  <a:ext cx="717113" cy="468000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38" name="Right Arrow 3">
            <a:extLst>
              <a:ext uri="{FF2B5EF4-FFF2-40B4-BE49-F238E27FC236}">
                <a16:creationId xmlns:a16="http://schemas.microsoft.com/office/drawing/2014/main" id="{15C7C060-E710-42D1-81B2-25C552FA555C}"/>
              </a:ext>
            </a:extLst>
          </p:cNvPr>
          <p:cNvSpPr/>
          <p:nvPr/>
        </p:nvSpPr>
        <p:spPr>
          <a:xfrm flipV="1">
            <a:off x="261584" y="853949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ABBB8695-957A-BEAE-4121-756A784F054E}"/>
              </a:ext>
            </a:extLst>
          </p:cNvPr>
          <p:cNvGrpSpPr/>
          <p:nvPr/>
        </p:nvGrpSpPr>
        <p:grpSpPr>
          <a:xfrm>
            <a:off x="1245460" y="3816890"/>
            <a:ext cx="4263327" cy="2392083"/>
            <a:chOff x="1507995" y="3116678"/>
            <a:chExt cx="4263327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D286A594-861F-7EA3-7411-AABB57854762}"/>
                    </a:ext>
                  </a:extLst>
                </p:cNvPr>
                <p:cNvSpPr/>
                <p:nvPr/>
              </p:nvSpPr>
              <p:spPr>
                <a:xfrm>
                  <a:off x="1886955" y="3116678"/>
                  <a:ext cx="3884367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          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67" name="Rectangle 66">
                  <a:extLst>
                    <a:ext uri="{FF2B5EF4-FFF2-40B4-BE49-F238E27FC236}">
                      <a16:creationId xmlns:a16="http://schemas.microsoft.com/office/drawing/2014/main" id="{E6B631A8-C39B-4F04-B1E9-57A6ACAE424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886955" y="3116678"/>
                  <a:ext cx="3884367" cy="2392083"/>
                </a:xfrm>
                <a:prstGeom prst="rect">
                  <a:avLst/>
                </a:prstGeom>
                <a:blipFill>
                  <a:blip r:embed="rId1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8F9E210F-B010-1593-EB12-6AE0D70AE7BE}"/>
                </a:ext>
              </a:extLst>
            </p:cNvPr>
            <p:cNvCxnSpPr/>
            <p:nvPr/>
          </p:nvCxnSpPr>
          <p:spPr>
            <a:xfrm>
              <a:off x="4540850" y="3653386"/>
              <a:ext cx="0" cy="1456083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40D31304-9FB8-D632-0725-DAAE7780DDF2}"/>
                    </a:ext>
                  </a:extLst>
                </p:cNvPr>
                <p:cNvSpPr/>
                <p:nvPr/>
              </p:nvSpPr>
              <p:spPr>
                <a:xfrm>
                  <a:off x="1507995" y="4076326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70" name="Rectangle 69">
                  <a:extLst>
                    <a:ext uri="{FF2B5EF4-FFF2-40B4-BE49-F238E27FC236}">
                      <a16:creationId xmlns:a16="http://schemas.microsoft.com/office/drawing/2014/main" id="{3EB9A210-4115-4218-A28B-C41D1A12296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507995" y="4076326"/>
                  <a:ext cx="856661" cy="711201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B52A76D2-B282-E608-925F-B1F6DDA7AC37}"/>
                </a:ext>
              </a:extLst>
            </p:cNvPr>
            <p:cNvGrpSpPr/>
            <p:nvPr/>
          </p:nvGrpSpPr>
          <p:grpSpPr>
            <a:xfrm>
              <a:off x="2175831" y="3575317"/>
              <a:ext cx="3160841" cy="523220"/>
              <a:chOff x="2060713" y="1302800"/>
              <a:chExt cx="3160841" cy="52322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id="{296B7EF7-26D0-B795-835D-B16809FF7554}"/>
                      </a:ext>
                    </a:extLst>
                  </p:cNvPr>
                  <p:cNvSpPr/>
                  <p:nvPr/>
                </p:nvSpPr>
                <p:spPr>
                  <a:xfrm>
                    <a:off x="2060713" y="1302800"/>
                    <a:ext cx="2230098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      </m:t>
                          </m:r>
                          <m: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B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id="{296B7EF7-26D0-B795-835D-B16809FF755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060713" y="1302800"/>
                    <a:ext cx="2230098" cy="523220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6" name="Rectangle 45">
                    <a:extLst>
                      <a:ext uri="{FF2B5EF4-FFF2-40B4-BE49-F238E27FC236}">
                        <a16:creationId xmlns:a16="http://schemas.microsoft.com/office/drawing/2014/main" id="{DD85118D-BEF3-6AE3-C9C7-5E7E4A1A3E34}"/>
                      </a:ext>
                    </a:extLst>
                  </p:cNvPr>
                  <p:cNvSpPr/>
                  <p:nvPr/>
                </p:nvSpPr>
                <p:spPr>
                  <a:xfrm>
                    <a:off x="4504441" y="1303989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30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6" name="Rectangle 45">
                    <a:extLst>
                      <a:ext uri="{FF2B5EF4-FFF2-40B4-BE49-F238E27FC236}">
                        <a16:creationId xmlns:a16="http://schemas.microsoft.com/office/drawing/2014/main" id="{DD85118D-BEF3-6AE3-C9C7-5E7E4A1A3E3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504441" y="1303989"/>
                    <a:ext cx="717113" cy="468000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D74CE60B-EE2E-D265-754F-EE3E867EA12A}"/>
              </a:ext>
            </a:extLst>
          </p:cNvPr>
          <p:cNvGrpSpPr/>
          <p:nvPr/>
        </p:nvGrpSpPr>
        <p:grpSpPr>
          <a:xfrm>
            <a:off x="1909903" y="4759245"/>
            <a:ext cx="3130884" cy="523220"/>
            <a:chOff x="2089454" y="1851500"/>
            <a:chExt cx="3130884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7801D59E-BAA0-D007-B17B-0BA1DDE2AD0E}"/>
                    </a:ext>
                  </a:extLst>
                </p:cNvPr>
                <p:cNvSpPr/>
                <p:nvPr/>
              </p:nvSpPr>
              <p:spPr>
                <a:xfrm>
                  <a:off x="2089454" y="1851500"/>
                  <a:ext cx="233696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11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id="{3FAC5358-41FE-4EE6-AC16-90FFF7CE757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89454" y="1851500"/>
                  <a:ext cx="2336967" cy="523220"/>
                </a:xfrm>
                <a:prstGeom prst="rect">
                  <a:avLst/>
                </a:prstGeom>
                <a:blipFill>
                  <a:blip r:embed="rId4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E2B3A828-05CB-A18B-A40C-872C76778665}"/>
                    </a:ext>
                  </a:extLst>
                </p:cNvPr>
                <p:cNvSpPr/>
                <p:nvPr/>
              </p:nvSpPr>
              <p:spPr>
                <a:xfrm>
                  <a:off x="4503225" y="1851500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 99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CD0842EC-014F-4ED6-A328-31B1A8C739D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03225" y="1851500"/>
                  <a:ext cx="717113" cy="468000"/>
                </a:xfrm>
                <a:prstGeom prst="rect">
                  <a:avLst/>
                </a:prstGeom>
                <a:blipFill>
                  <a:blip r:embed="rId4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8BF320D0-C7F3-308D-DE9C-C7C0E1EEB6AF}"/>
              </a:ext>
            </a:extLst>
          </p:cNvPr>
          <p:cNvGrpSpPr/>
          <p:nvPr/>
        </p:nvGrpSpPr>
        <p:grpSpPr>
          <a:xfrm>
            <a:off x="1968495" y="5311488"/>
            <a:ext cx="3088066" cy="523220"/>
            <a:chOff x="8078804" y="4211173"/>
            <a:chExt cx="3088066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C2F30B06-C87B-BC85-3165-D6D09415FCDE}"/>
                    </a:ext>
                  </a:extLst>
                </p:cNvPr>
                <p:cNvSpPr/>
                <p:nvPr/>
              </p:nvSpPr>
              <p:spPr>
                <a:xfrm>
                  <a:off x="8078804" y="4211173"/>
                  <a:ext cx="2334529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5      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96" name="Rectangle 95">
                  <a:extLst>
                    <a:ext uri="{FF2B5EF4-FFF2-40B4-BE49-F238E27FC236}">
                      <a16:creationId xmlns:a16="http://schemas.microsoft.com/office/drawing/2014/main" id="{18145D5B-8906-4B2D-8E18-281F124AAE2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078804" y="4211173"/>
                  <a:ext cx="2334529" cy="523220"/>
                </a:xfrm>
                <a:prstGeom prst="rect">
                  <a:avLst/>
                </a:prstGeom>
                <a:blipFill>
                  <a:blip r:embed="rId4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80B3026C-46EA-995D-A2D7-A693A3295248}"/>
                    </a:ext>
                  </a:extLst>
                </p:cNvPr>
                <p:cNvSpPr/>
                <p:nvPr/>
              </p:nvSpPr>
              <p:spPr>
                <a:xfrm>
                  <a:off x="10449757" y="4216349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70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97" name="Rectangle 96">
                  <a:extLst>
                    <a:ext uri="{FF2B5EF4-FFF2-40B4-BE49-F238E27FC236}">
                      <a16:creationId xmlns:a16="http://schemas.microsoft.com/office/drawing/2014/main" id="{FAFE1D06-5A74-4031-B4C0-F5C02988E89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449757" y="4216349"/>
                  <a:ext cx="717113" cy="468000"/>
                </a:xfrm>
                <a:prstGeom prst="rect">
                  <a:avLst/>
                </a:prstGeom>
                <a:blipFill>
                  <a:blip r:embed="rId4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58" name="Rectangle: Rounded Corners 57">
            <a:extLst>
              <a:ext uri="{FF2B5EF4-FFF2-40B4-BE49-F238E27FC236}">
                <a16:creationId xmlns:a16="http://schemas.microsoft.com/office/drawing/2014/main" id="{A0909BC7-4D71-FEE2-1EBF-AB75FBCC84CC}"/>
              </a:ext>
            </a:extLst>
          </p:cNvPr>
          <p:cNvSpPr/>
          <p:nvPr/>
        </p:nvSpPr>
        <p:spPr>
          <a:xfrm>
            <a:off x="2069235" y="1395796"/>
            <a:ext cx="578769" cy="423114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59" name="Rectangle: Rounded Corners 58">
            <a:extLst>
              <a:ext uri="{FF2B5EF4-FFF2-40B4-BE49-F238E27FC236}">
                <a16:creationId xmlns:a16="http://schemas.microsoft.com/office/drawing/2014/main" id="{F85BEF0B-E772-F7D5-3E59-9618D65DABB4}"/>
              </a:ext>
            </a:extLst>
          </p:cNvPr>
          <p:cNvSpPr/>
          <p:nvPr/>
        </p:nvSpPr>
        <p:spPr>
          <a:xfrm>
            <a:off x="2296551" y="1976811"/>
            <a:ext cx="395307" cy="38464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0" name="Rectangle: Rounded Corners 59">
            <a:extLst>
              <a:ext uri="{FF2B5EF4-FFF2-40B4-BE49-F238E27FC236}">
                <a16:creationId xmlns:a16="http://schemas.microsoft.com/office/drawing/2014/main" id="{0723ADD8-5492-B64C-7558-F4C89A86C794}"/>
              </a:ext>
            </a:extLst>
          </p:cNvPr>
          <p:cNvSpPr/>
          <p:nvPr/>
        </p:nvSpPr>
        <p:spPr>
          <a:xfrm>
            <a:off x="2282903" y="2568585"/>
            <a:ext cx="395307" cy="38464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33E45655-7B9D-E2AE-9392-0E5CC7113B1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145159" y="3396732"/>
                <a:ext cx="1641766" cy="57362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𝐑</m:t>
                        </m:r>
                      </m:e>
                      <m:sub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𝟏𝟐</m:t>
                        </m:r>
                      </m:sub>
                    </m:sSub>
                    <m:d>
                      <m:d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e>
                    </m:d>
                    <m:r>
                      <a:rPr lang="en-GB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,</a:t>
                </a:r>
              </a:p>
            </p:txBody>
          </p:sp>
        </mc:Choice>
        <mc:Fallback xmlns=""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33E45655-7B9D-E2AE-9392-0E5CC7113B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45159" y="3396732"/>
                <a:ext cx="1641766" cy="573626"/>
              </a:xfrm>
              <a:prstGeom prst="rect">
                <a:avLst/>
              </a:prstGeom>
              <a:blipFill>
                <a:blip r:embed="rId46"/>
                <a:stretch>
                  <a:fillRect t="-9574" r="-1487" b="-2127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E15F08C5-2325-9C77-985D-F1855040ACB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456392" y="3380272"/>
                <a:ext cx="1571080" cy="57362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𝟏𝟑</m:t>
                          </m:r>
                        </m:sub>
                      </m:sSub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9" name="Content Placeholder 4">
                <a:extLst>
                  <a:ext uri="{FF2B5EF4-FFF2-40B4-BE49-F238E27FC236}">
                    <a16:creationId xmlns:a16="http://schemas.microsoft.com/office/drawing/2014/main" id="{E15F08C5-2325-9C77-985D-F1855040AC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6392" y="3380272"/>
                <a:ext cx="1571080" cy="573626"/>
              </a:xfrm>
              <a:prstGeom prst="rect">
                <a:avLst/>
              </a:prstGeom>
              <a:blipFill>
                <a:blip r:embed="rId47"/>
                <a:stretch>
                  <a:fillRect b="-1063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A375CB0E-B595-A4DB-0D14-F67968D3A29D}"/>
              </a:ext>
            </a:extLst>
          </p:cNvPr>
          <p:cNvSpPr/>
          <p:nvPr/>
        </p:nvSpPr>
        <p:spPr>
          <a:xfrm>
            <a:off x="5685333" y="928015"/>
            <a:ext cx="64800" cy="5400659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EEE4DD51-062D-B86B-FD40-D89ECF8006A4}"/>
              </a:ext>
            </a:extLst>
          </p:cNvPr>
          <p:cNvGrpSpPr/>
          <p:nvPr/>
        </p:nvGrpSpPr>
        <p:grpSpPr>
          <a:xfrm>
            <a:off x="6283575" y="1410567"/>
            <a:ext cx="4263327" cy="2392083"/>
            <a:chOff x="3929868" y="3494904"/>
            <a:chExt cx="4263327" cy="239208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A4F77249-616B-A595-7D4A-60A4DC4EDF69}"/>
                </a:ext>
              </a:extLst>
            </p:cNvPr>
            <p:cNvGrpSpPr/>
            <p:nvPr/>
          </p:nvGrpSpPr>
          <p:grpSpPr>
            <a:xfrm>
              <a:off x="3929868" y="3494904"/>
              <a:ext cx="4263327" cy="2392083"/>
              <a:chOff x="1507995" y="3116678"/>
              <a:chExt cx="4263327" cy="239208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" name="Rectangle 87">
                    <a:extLst>
                      <a:ext uri="{FF2B5EF4-FFF2-40B4-BE49-F238E27FC236}">
                        <a16:creationId xmlns:a16="http://schemas.microsoft.com/office/drawing/2014/main" id="{CF1E96ED-FBEE-2304-8B13-EB60816592D0}"/>
                      </a:ext>
                    </a:extLst>
                  </p:cNvPr>
                  <p:cNvSpPr/>
                  <p:nvPr/>
                </p:nvSpPr>
                <p:spPr>
                  <a:xfrm>
                    <a:off x="1886955" y="3116678"/>
                    <a:ext cx="3884367" cy="239208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  <m:e/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/>
                                    <m:e/>
                                  </m:eqArr>
                                </m:e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</m:t>
                            </m:r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11" name="Rectangle 10">
                    <a:extLst>
                      <a:ext uri="{FF2B5EF4-FFF2-40B4-BE49-F238E27FC236}">
                        <a16:creationId xmlns:a16="http://schemas.microsoft.com/office/drawing/2014/main" id="{40E14704-530B-49E1-BB39-C925E680B0F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886955" y="3116678"/>
                    <a:ext cx="3884367" cy="2392083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283D1EF0-0CEF-CC85-877C-DF9E24C30530}"/>
                  </a:ext>
                </a:extLst>
              </p:cNvPr>
              <p:cNvCxnSpPr/>
              <p:nvPr/>
            </p:nvCxnSpPr>
            <p:spPr>
              <a:xfrm>
                <a:off x="4513554" y="3625250"/>
                <a:ext cx="0" cy="1456083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" name="Rectangle 89">
                    <a:extLst>
                      <a:ext uri="{FF2B5EF4-FFF2-40B4-BE49-F238E27FC236}">
                        <a16:creationId xmlns:a16="http://schemas.microsoft.com/office/drawing/2014/main" id="{A973CBBA-063B-5EA1-5539-35C7D59BA0B4}"/>
                      </a:ext>
                    </a:extLst>
                  </p:cNvPr>
                  <p:cNvSpPr/>
                  <p:nvPr/>
                </p:nvSpPr>
                <p:spPr>
                  <a:xfrm>
                    <a:off x="1507995" y="4076326"/>
                    <a:ext cx="856661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36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3600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" name="Rectangle 12">
                    <a:extLst>
                      <a:ext uri="{FF2B5EF4-FFF2-40B4-BE49-F238E27FC236}">
                        <a16:creationId xmlns:a16="http://schemas.microsoft.com/office/drawing/2014/main" id="{EB2F4D6D-9E00-4DB8-9BC8-ACA19318CC1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507995" y="4076326"/>
                    <a:ext cx="856661" cy="711201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91" name="Group 90">
                <a:extLst>
                  <a:ext uri="{FF2B5EF4-FFF2-40B4-BE49-F238E27FC236}">
                    <a16:creationId xmlns:a16="http://schemas.microsoft.com/office/drawing/2014/main" id="{AC8678A5-6061-12DB-DB2B-16E22DDB4BAD}"/>
                  </a:ext>
                </a:extLst>
              </p:cNvPr>
              <p:cNvGrpSpPr/>
              <p:nvPr/>
            </p:nvGrpSpPr>
            <p:grpSpPr>
              <a:xfrm>
                <a:off x="2175831" y="3586865"/>
                <a:ext cx="3160841" cy="523220"/>
                <a:chOff x="2060713" y="1314348"/>
                <a:chExt cx="3160841" cy="523220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2" name="Rectangle 91">
                      <a:extLst>
                        <a:ext uri="{FF2B5EF4-FFF2-40B4-BE49-F238E27FC236}">
                          <a16:creationId xmlns:a16="http://schemas.microsoft.com/office/drawing/2014/main" id="{C925E65B-2507-D9CE-B4A4-47FC0FEA3D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0713" y="1314348"/>
                      <a:ext cx="2230098" cy="523220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1" smtClean="0">
                                <a:solidFill>
                                  <a:srgbClr val="009900"/>
                                </a:solidFill>
                                <a:latin typeface="Cambria Math" panose="02040503050406030204" pitchFamily="18" charset="0"/>
                              </a:rPr>
                              <m:t>−1</m:t>
                            </m:r>
                            <m:r>
                              <a:rPr lang="en-IN" sz="2800" b="0" i="1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      </m:t>
                            </m:r>
                            <m:r>
                              <a:rPr lang="en-IN" sz="2800" b="0" i="1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800" b="0" i="1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       </m:t>
                            </m:r>
                            <m:r>
                              <a:rPr lang="en-IN" sz="2800" b="0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B05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5" name="Rectangle 14">
                      <a:extLst>
                        <a:ext uri="{FF2B5EF4-FFF2-40B4-BE49-F238E27FC236}">
                          <a16:creationId xmlns:a16="http://schemas.microsoft.com/office/drawing/2014/main" id="{05238F7E-8667-4068-B31F-73433381790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060713" y="1314348"/>
                      <a:ext cx="2230098" cy="523220"/>
                    </a:xfrm>
                    <a:prstGeom prst="rect">
                      <a:avLst/>
                    </a:prstGeom>
                    <a:blipFill>
                      <a:blip r:embed="rId5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3" name="Rectangle 92">
                      <a:extLst>
                        <a:ext uri="{FF2B5EF4-FFF2-40B4-BE49-F238E27FC236}">
                          <a16:creationId xmlns:a16="http://schemas.microsoft.com/office/drawing/2014/main" id="{7128BB7E-B79B-F26F-3019-264490C15A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4441" y="1315537"/>
                      <a:ext cx="717113" cy="46800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890E4F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6" name="Rectangle 15">
                      <a:extLst>
                        <a:ext uri="{FF2B5EF4-FFF2-40B4-BE49-F238E27FC236}">
                          <a16:creationId xmlns:a16="http://schemas.microsoft.com/office/drawing/2014/main" id="{EAB3F7A7-236E-431C-A790-9EFD223A52A7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504441" y="1315537"/>
                      <a:ext cx="717113" cy="468000"/>
                    </a:xfrm>
                    <a:prstGeom prst="rect">
                      <a:avLst/>
                    </a:prstGeom>
                    <a:blipFill>
                      <a:blip r:embed="rId51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FCC0E87A-ABCB-6578-F368-663788E031B7}"/>
                </a:ext>
              </a:extLst>
            </p:cNvPr>
            <p:cNvGrpSpPr/>
            <p:nvPr/>
          </p:nvGrpSpPr>
          <p:grpSpPr>
            <a:xfrm>
              <a:off x="4592499" y="4468200"/>
              <a:ext cx="3130884" cy="523220"/>
              <a:chOff x="2089454" y="1851500"/>
              <a:chExt cx="3130884" cy="52322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" name="Rectangle 85">
                    <a:extLst>
                      <a:ext uri="{FF2B5EF4-FFF2-40B4-BE49-F238E27FC236}">
                        <a16:creationId xmlns:a16="http://schemas.microsoft.com/office/drawing/2014/main" id="{2ABFBC3D-5121-6639-C99B-6233C7080DF2}"/>
                      </a:ext>
                    </a:extLst>
                  </p:cNvPr>
                  <p:cNvSpPr/>
                  <p:nvPr/>
                </p:nvSpPr>
                <p:spPr>
                  <a:xfrm>
                    <a:off x="2089454" y="1851500"/>
                    <a:ext cx="2336967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  11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4" name="Rectangle 93">
                    <a:extLst>
                      <a:ext uri="{FF2B5EF4-FFF2-40B4-BE49-F238E27FC236}">
                        <a16:creationId xmlns:a16="http://schemas.microsoft.com/office/drawing/2014/main" id="{2CDE01E2-34F3-175F-AEC5-3CF56154147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089454" y="1851500"/>
                    <a:ext cx="2336967" cy="523220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" name="Rectangle 86">
                    <a:extLst>
                      <a:ext uri="{FF2B5EF4-FFF2-40B4-BE49-F238E27FC236}">
                        <a16:creationId xmlns:a16="http://schemas.microsoft.com/office/drawing/2014/main" id="{07DED167-4F8C-3A56-9282-93DFAA4C5E31}"/>
                      </a:ext>
                    </a:extLst>
                  </p:cNvPr>
                  <p:cNvSpPr/>
                  <p:nvPr/>
                </p:nvSpPr>
                <p:spPr>
                  <a:xfrm>
                    <a:off x="4503225" y="1851500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 99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5" name="Rectangle 94">
                    <a:extLst>
                      <a:ext uri="{FF2B5EF4-FFF2-40B4-BE49-F238E27FC236}">
                        <a16:creationId xmlns:a16="http://schemas.microsoft.com/office/drawing/2014/main" id="{7EC9E9A0-BE7E-D4F2-45A5-68496DB6D3C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503225" y="1851500"/>
                    <a:ext cx="717113" cy="468000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sp>
        <p:nvSpPr>
          <p:cNvPr id="107" name="Rectangle: Rounded Corners 106">
            <a:extLst>
              <a:ext uri="{FF2B5EF4-FFF2-40B4-BE49-F238E27FC236}">
                <a16:creationId xmlns:a16="http://schemas.microsoft.com/office/drawing/2014/main" id="{3ADDE9C4-CA97-5BE7-D47C-094932908FA5}"/>
              </a:ext>
            </a:extLst>
          </p:cNvPr>
          <p:cNvSpPr/>
          <p:nvPr/>
        </p:nvSpPr>
        <p:spPr>
          <a:xfrm>
            <a:off x="2835845" y="4835462"/>
            <a:ext cx="526154" cy="384649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08" name="Rectangle: Rounded Corners 107">
            <a:extLst>
              <a:ext uri="{FF2B5EF4-FFF2-40B4-BE49-F238E27FC236}">
                <a16:creationId xmlns:a16="http://schemas.microsoft.com/office/drawing/2014/main" id="{21F6E97B-2A2D-80EE-CB4D-EB4CF54FEABF}"/>
              </a:ext>
            </a:extLst>
          </p:cNvPr>
          <p:cNvSpPr/>
          <p:nvPr/>
        </p:nvSpPr>
        <p:spPr>
          <a:xfrm>
            <a:off x="2866960" y="5369948"/>
            <a:ext cx="434838" cy="38464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EF0D5974-F01A-4E26-991B-3C78087019E8}"/>
              </a:ext>
            </a:extLst>
          </p:cNvPr>
          <p:cNvGrpSpPr/>
          <p:nvPr/>
        </p:nvGrpSpPr>
        <p:grpSpPr>
          <a:xfrm>
            <a:off x="7114364" y="2905060"/>
            <a:ext cx="2974948" cy="523220"/>
            <a:chOff x="8177854" y="4216349"/>
            <a:chExt cx="2974948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0" name="Rectangle 109">
                  <a:extLst>
                    <a:ext uri="{FF2B5EF4-FFF2-40B4-BE49-F238E27FC236}">
                      <a16:creationId xmlns:a16="http://schemas.microsoft.com/office/drawing/2014/main" id="{2170EF1E-00D3-842F-38E6-34FFEDC7F175}"/>
                    </a:ext>
                  </a:extLst>
                </p:cNvPr>
                <p:cNvSpPr/>
                <p:nvPr/>
              </p:nvSpPr>
              <p:spPr>
                <a:xfrm>
                  <a:off x="8177854" y="4216349"/>
                  <a:ext cx="2134162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0       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E71513A1-D9F9-4D67-8377-8EA54D4E6E3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177854" y="4216349"/>
                  <a:ext cx="2134162" cy="523220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1" name="Rectangle 110">
                  <a:extLst>
                    <a:ext uri="{FF2B5EF4-FFF2-40B4-BE49-F238E27FC236}">
                      <a16:creationId xmlns:a16="http://schemas.microsoft.com/office/drawing/2014/main" id="{D7EEB4A7-E5DD-97E6-F668-3CCDA417023C}"/>
                    </a:ext>
                  </a:extLst>
                </p:cNvPr>
                <p:cNvSpPr/>
                <p:nvPr/>
              </p:nvSpPr>
              <p:spPr>
                <a:xfrm>
                  <a:off x="10435689" y="4216349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3AF9FA7D-3941-446F-9B8C-4922FAD5D7A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435689" y="4216349"/>
                  <a:ext cx="717113" cy="468000"/>
                </a:xfrm>
                <a:prstGeom prst="rect">
                  <a:avLst/>
                </a:prstGeom>
                <a:blipFill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Content Placeholder 4">
                <a:extLst>
                  <a:ext uri="{FF2B5EF4-FFF2-40B4-BE49-F238E27FC236}">
                    <a16:creationId xmlns:a16="http://schemas.microsoft.com/office/drawing/2014/main" id="{2591B2CD-2928-36A8-A1F3-82BCB300088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276329" y="739560"/>
                <a:ext cx="2656777" cy="107847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indent="0"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  <a:defRPr sz="2800" b="1" i="1">
                    <a:solidFill>
                      <a:srgbClr val="FF0000"/>
                    </a:solidFill>
                    <a:latin typeface="Cambria Math" panose="02040503050406030204" pitchFamily="18" charset="0"/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>
                    <a:solidFill>
                      <a:schemeClr val="tx1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𝟐𝟑</m:t>
                          </m:r>
                        </m:sub>
                      </m:sSub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−</m:t>
                          </m:r>
                          <m:f>
                            <m:fPr>
                              <m:ctrlPr>
                                <a:rPr lang="en-IN" b="1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𝟓</m:t>
                              </m:r>
                            </m:num>
                            <m:den>
                              <m:r>
                                <a:rPr lang="en-IN" b="1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b="1" i="1" smtClean="0">
                                  <a:latin typeface="Cambria Math" panose="02040503050406030204" pitchFamily="18" charset="0"/>
                                </a:rPr>
                                <m:t>𝟏𝟏</m:t>
                              </m:r>
                              <m:r>
                                <a:rPr lang="en-IN" b="1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12" name="Content Placeholder 4">
                <a:extLst>
                  <a:ext uri="{FF2B5EF4-FFF2-40B4-BE49-F238E27FC236}">
                    <a16:creationId xmlns:a16="http://schemas.microsoft.com/office/drawing/2014/main" id="{2591B2CD-2928-36A8-A1F3-82BCB30008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76329" y="739560"/>
                <a:ext cx="2656777" cy="1078470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0153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7" grpId="0"/>
      <p:bldP spid="38" grpId="0" animBg="1"/>
      <p:bldP spid="58" grpId="0" animBg="1"/>
      <p:bldP spid="59" grpId="0" animBg="1"/>
      <p:bldP spid="59" grpId="1" animBg="1"/>
      <p:bldP spid="60" grpId="0" animBg="1"/>
      <p:bldP spid="60" grpId="1" animBg="1"/>
      <p:bldP spid="17" grpId="0"/>
      <p:bldP spid="19" grpId="0"/>
      <p:bldP spid="3" grpId="0" animBg="1"/>
      <p:bldP spid="107" grpId="0" animBg="1"/>
      <p:bldP spid="108" grpId="0" animBg="1"/>
      <p:bldP spid="112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F961496D-91F8-D223-2FD4-1FD623F89FCE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 </a:t>
                </a:r>
                <a14:m>
                  <m:oMath xmlns:m="http://schemas.openxmlformats.org/officeDocument/2006/math"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 Example:2(Continue)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F961496D-91F8-D223-2FD4-1FD623F89FC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9" name="Group 18">
            <a:extLst>
              <a:ext uri="{FF2B5EF4-FFF2-40B4-BE49-F238E27FC236}">
                <a16:creationId xmlns:a16="http://schemas.microsoft.com/office/drawing/2014/main" id="{17D95026-C522-B567-4D63-E64E505ADCFC}"/>
              </a:ext>
            </a:extLst>
          </p:cNvPr>
          <p:cNvGrpSpPr/>
          <p:nvPr/>
        </p:nvGrpSpPr>
        <p:grpSpPr>
          <a:xfrm>
            <a:off x="0" y="683906"/>
            <a:ext cx="4263327" cy="2392083"/>
            <a:chOff x="3820421" y="697613"/>
            <a:chExt cx="4263327" cy="2392083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D7D925BE-1CC1-8E72-F7A9-49FDFC2DB34A}"/>
                </a:ext>
              </a:extLst>
            </p:cNvPr>
            <p:cNvGrpSpPr/>
            <p:nvPr/>
          </p:nvGrpSpPr>
          <p:grpSpPr>
            <a:xfrm>
              <a:off x="3820421" y="697613"/>
              <a:ext cx="4263327" cy="2392083"/>
              <a:chOff x="1507995" y="3116678"/>
              <a:chExt cx="4263327" cy="239208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id="{5300C635-7A30-8BC5-F442-676CDD24D2B4}"/>
                      </a:ext>
                    </a:extLst>
                  </p:cNvPr>
                  <p:cNvSpPr/>
                  <p:nvPr/>
                </p:nvSpPr>
                <p:spPr>
                  <a:xfrm>
                    <a:off x="1886955" y="3116678"/>
                    <a:ext cx="3884367" cy="239208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  <m:e/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/>
                                    <m:e/>
                                  </m:eqArr>
                                </m:e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</m:t>
                            </m:r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11" name="Rectangle 10">
                    <a:extLst>
                      <a:ext uri="{FF2B5EF4-FFF2-40B4-BE49-F238E27FC236}">
                        <a16:creationId xmlns:a16="http://schemas.microsoft.com/office/drawing/2014/main" id="{40E14704-530B-49E1-BB39-C925E680B0F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886955" y="3116678"/>
                    <a:ext cx="3884367" cy="2392083"/>
                  </a:xfrm>
                  <a:prstGeom prst="rect">
                    <a:avLst/>
                  </a:prstGeom>
                  <a:blipFill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9D134F46-A209-A8A1-DFAE-1F92C0FBB273}"/>
                  </a:ext>
                </a:extLst>
              </p:cNvPr>
              <p:cNvCxnSpPr/>
              <p:nvPr/>
            </p:nvCxnSpPr>
            <p:spPr>
              <a:xfrm>
                <a:off x="4513554" y="3625250"/>
                <a:ext cx="0" cy="1456083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" name="Rectangle 25">
                    <a:extLst>
                      <a:ext uri="{FF2B5EF4-FFF2-40B4-BE49-F238E27FC236}">
                        <a16:creationId xmlns:a16="http://schemas.microsoft.com/office/drawing/2014/main" id="{3B927D04-4B29-4097-0BE7-5CBD819E8F15}"/>
                      </a:ext>
                    </a:extLst>
                  </p:cNvPr>
                  <p:cNvSpPr/>
                  <p:nvPr/>
                </p:nvSpPr>
                <p:spPr>
                  <a:xfrm>
                    <a:off x="1507995" y="4076326"/>
                    <a:ext cx="856661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36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3600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" name="Rectangle 12">
                    <a:extLst>
                      <a:ext uri="{FF2B5EF4-FFF2-40B4-BE49-F238E27FC236}">
                        <a16:creationId xmlns:a16="http://schemas.microsoft.com/office/drawing/2014/main" id="{EB2F4D6D-9E00-4DB8-9BC8-ACA19318CC1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507995" y="4076326"/>
                    <a:ext cx="856661" cy="711201"/>
                  </a:xfrm>
                  <a:prstGeom prst="rect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362FF495-84EE-21AE-F767-7377E76D1B6F}"/>
                  </a:ext>
                </a:extLst>
              </p:cNvPr>
              <p:cNvGrpSpPr/>
              <p:nvPr/>
            </p:nvGrpSpPr>
            <p:grpSpPr>
              <a:xfrm>
                <a:off x="2175831" y="3586865"/>
                <a:ext cx="3160841" cy="523220"/>
                <a:chOff x="2060713" y="1314348"/>
                <a:chExt cx="3160841" cy="523220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" name="Rectangle 27">
                      <a:extLst>
                        <a:ext uri="{FF2B5EF4-FFF2-40B4-BE49-F238E27FC236}">
                          <a16:creationId xmlns:a16="http://schemas.microsoft.com/office/drawing/2014/main" id="{9B1DAB57-B99F-57C4-013A-C7FB87813C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0713" y="1314348"/>
                      <a:ext cx="2230098" cy="523220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1" smtClean="0">
                                <a:solidFill>
                                  <a:srgbClr val="009900"/>
                                </a:solidFill>
                                <a:latin typeface="Cambria Math" panose="02040503050406030204" pitchFamily="18" charset="0"/>
                              </a:rPr>
                              <m:t>−1</m:t>
                            </m:r>
                            <m:r>
                              <a:rPr lang="en-IN" sz="2800" b="0" i="1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      </m:t>
                            </m:r>
                            <m:r>
                              <a:rPr lang="en-IN" sz="2800" b="0" i="1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800" b="0" i="1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       </m:t>
                            </m:r>
                            <m:r>
                              <a:rPr lang="en-IN" sz="2800" b="0" i="0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B05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5" name="Rectangle 14">
                      <a:extLst>
                        <a:ext uri="{FF2B5EF4-FFF2-40B4-BE49-F238E27FC236}">
                          <a16:creationId xmlns:a16="http://schemas.microsoft.com/office/drawing/2014/main" id="{05238F7E-8667-4068-B31F-73433381790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060713" y="1314348"/>
                      <a:ext cx="2230098" cy="523220"/>
                    </a:xfrm>
                    <a:prstGeom prst="rect">
                      <a:avLst/>
                    </a:prstGeom>
                    <a:blipFill>
                      <a:blip r:embed="rId5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9" name="Rectangle 28">
                      <a:extLst>
                        <a:ext uri="{FF2B5EF4-FFF2-40B4-BE49-F238E27FC236}">
                          <a16:creationId xmlns:a16="http://schemas.microsoft.com/office/drawing/2014/main" id="{89BB534D-1B6D-2C54-864B-7E88629F37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4441" y="1315537"/>
                      <a:ext cx="717113" cy="46800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30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890E4F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6" name="Rectangle 15">
                      <a:extLst>
                        <a:ext uri="{FF2B5EF4-FFF2-40B4-BE49-F238E27FC236}">
                          <a16:creationId xmlns:a16="http://schemas.microsoft.com/office/drawing/2014/main" id="{EAB3F7A7-236E-431C-A790-9EFD223A52A7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504441" y="1315537"/>
                      <a:ext cx="717113" cy="468000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6895E0BF-4837-F607-D917-6C480547C92E}"/>
                </a:ext>
              </a:extLst>
            </p:cNvPr>
            <p:cNvGrpSpPr/>
            <p:nvPr/>
          </p:nvGrpSpPr>
          <p:grpSpPr>
            <a:xfrm>
              <a:off x="4651210" y="2192106"/>
              <a:ext cx="2974948" cy="523220"/>
              <a:chOff x="8177854" y="4216349"/>
              <a:chExt cx="2974948" cy="52322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2" name="Rectangle 21">
                    <a:extLst>
                      <a:ext uri="{FF2B5EF4-FFF2-40B4-BE49-F238E27FC236}">
                        <a16:creationId xmlns:a16="http://schemas.microsoft.com/office/drawing/2014/main" id="{4DA4683E-1564-FC9D-C47C-43B526526220}"/>
                      </a:ext>
                    </a:extLst>
                  </p:cNvPr>
                  <p:cNvSpPr/>
                  <p:nvPr/>
                </p:nvSpPr>
                <p:spPr>
                  <a:xfrm>
                    <a:off x="8177854" y="4216349"/>
                    <a:ext cx="2134162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 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0       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oMath>
                      </m:oMathPara>
                    </a14:m>
                    <a:endParaRPr lang="en-IN" sz="2800" dirty="0"/>
                  </a:p>
                </p:txBody>
              </p:sp>
            </mc:Choice>
            <mc:Fallback xmlns="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E71513A1-D9F9-4D67-8377-8EA54D4E6E3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77854" y="4216349"/>
                    <a:ext cx="2134162" cy="523220"/>
                  </a:xfrm>
                  <a:prstGeom prst="rect">
                    <a:avLst/>
                  </a:prstGeom>
                  <a:blipFill>
                    <a:blip r:embed="rId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3" name="Rectangle 22">
                    <a:extLst>
                      <a:ext uri="{FF2B5EF4-FFF2-40B4-BE49-F238E27FC236}">
                        <a16:creationId xmlns:a16="http://schemas.microsoft.com/office/drawing/2014/main" id="{06F79062-3E24-4B1C-B6E4-D1E229AFC9CE}"/>
                      </a:ext>
                    </a:extLst>
                  </p:cNvPr>
                  <p:cNvSpPr/>
                  <p:nvPr/>
                </p:nvSpPr>
                <p:spPr>
                  <a:xfrm>
                    <a:off x="10435689" y="4216349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25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" name="Rectangle 18">
                    <a:extLst>
                      <a:ext uri="{FF2B5EF4-FFF2-40B4-BE49-F238E27FC236}">
                        <a16:creationId xmlns:a16="http://schemas.microsoft.com/office/drawing/2014/main" id="{3AF9FA7D-3941-446F-9B8C-4922FAD5D7A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435689" y="4216349"/>
                    <a:ext cx="717113" cy="468000"/>
                  </a:xfrm>
                  <a:prstGeom prst="rect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1CE3C02C-9ED3-658C-D77F-3766B8D86129}"/>
              </a:ext>
            </a:extLst>
          </p:cNvPr>
          <p:cNvGrpSpPr/>
          <p:nvPr/>
        </p:nvGrpSpPr>
        <p:grpSpPr>
          <a:xfrm>
            <a:off x="662631" y="1657202"/>
            <a:ext cx="3130884" cy="523220"/>
            <a:chOff x="2089454" y="1851500"/>
            <a:chExt cx="3130884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1A29E95A-8386-6239-BAAA-4D55DA48F454}"/>
                    </a:ext>
                  </a:extLst>
                </p:cNvPr>
                <p:cNvSpPr/>
                <p:nvPr/>
              </p:nvSpPr>
              <p:spPr>
                <a:xfrm>
                  <a:off x="2089454" y="1851500"/>
                  <a:ext cx="233696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11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1A29E95A-8386-6239-BAAA-4D55DA48F45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89454" y="1851500"/>
                  <a:ext cx="2336967" cy="523220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848D5C28-A12D-BA0B-695E-A142219FD899}"/>
                    </a:ext>
                  </a:extLst>
                </p:cNvPr>
                <p:cNvSpPr/>
                <p:nvPr/>
              </p:nvSpPr>
              <p:spPr>
                <a:xfrm>
                  <a:off x="4503225" y="1851500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 99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848D5C28-A12D-BA0B-695E-A142219FD89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03225" y="1851500"/>
                  <a:ext cx="717113" cy="468000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41" name="Rectangle 40">
            <a:extLst>
              <a:ext uri="{FF2B5EF4-FFF2-40B4-BE49-F238E27FC236}">
                <a16:creationId xmlns:a16="http://schemas.microsoft.com/office/drawing/2014/main" id="{7E253A3A-9D96-C19A-82D5-B0E505CBEAC2}"/>
              </a:ext>
            </a:extLst>
          </p:cNvPr>
          <p:cNvSpPr/>
          <p:nvPr/>
        </p:nvSpPr>
        <p:spPr>
          <a:xfrm>
            <a:off x="193347" y="2698260"/>
            <a:ext cx="4708584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Apply the Back Substitution,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7061CDE-331A-D751-006E-93D68A673615}"/>
                  </a:ext>
                </a:extLst>
              </p:cNvPr>
              <p:cNvSpPr/>
              <p:nvPr/>
            </p:nvSpPr>
            <p:spPr>
              <a:xfrm>
                <a:off x="635967" y="3330930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u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7061CDE-331A-D751-006E-93D68A6736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5967" y="3330930"/>
                <a:ext cx="1344618" cy="468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1A4B9C0F-087A-B9D3-8459-194FD430D906}"/>
                  </a:ext>
                </a:extLst>
              </p:cNvPr>
              <p:cNvSpPr/>
              <p:nvPr/>
            </p:nvSpPr>
            <p:spPr>
              <a:xfrm>
                <a:off x="2046835" y="3344998"/>
                <a:ext cx="90557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1A4B9C0F-087A-B9D3-8459-194FD430D9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6835" y="3344998"/>
                <a:ext cx="905572" cy="468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762BE62-F975-9946-DDAE-E84E2726D8D4}"/>
                  </a:ext>
                </a:extLst>
              </p:cNvPr>
              <p:cNvSpPr/>
              <p:nvPr/>
            </p:nvSpPr>
            <p:spPr>
              <a:xfrm>
                <a:off x="3018787" y="3344998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w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762BE62-F975-9946-DDAE-E84E2726D8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8787" y="3344998"/>
                <a:ext cx="1344618" cy="468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42577153-8D66-F6A0-3539-4B51AAC86F64}"/>
                  </a:ext>
                </a:extLst>
              </p:cNvPr>
              <p:cNvSpPr/>
              <p:nvPr/>
            </p:nvSpPr>
            <p:spPr>
              <a:xfrm>
                <a:off x="3823332" y="3350718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42577153-8D66-F6A0-3539-4B51AAC86F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3332" y="3350718"/>
                <a:ext cx="1344618" cy="468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5A2B6BFB-0125-8271-4AAC-815997584A27}"/>
                  </a:ext>
                </a:extLst>
              </p:cNvPr>
              <p:cNvSpPr txBox="1"/>
              <p:nvPr/>
            </p:nvSpPr>
            <p:spPr>
              <a:xfrm>
                <a:off x="1607789" y="3344998"/>
                <a:ext cx="576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5A2B6BFB-0125-8271-4AAC-815997584A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7789" y="3344998"/>
                <a:ext cx="576776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013E9566-7080-E1FA-4F5D-11BB08016694}"/>
                  </a:ext>
                </a:extLst>
              </p:cNvPr>
              <p:cNvSpPr txBox="1"/>
              <p:nvPr/>
            </p:nvSpPr>
            <p:spPr>
              <a:xfrm>
                <a:off x="2794892" y="3344998"/>
                <a:ext cx="576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013E9566-7080-E1FA-4F5D-11BB080166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94892" y="3344998"/>
                <a:ext cx="57677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F1744635-36CA-C714-A6D1-3C1A870BE192}"/>
                  </a:ext>
                </a:extLst>
              </p:cNvPr>
              <p:cNvSpPr txBox="1"/>
              <p:nvPr/>
            </p:nvSpPr>
            <p:spPr>
              <a:xfrm>
                <a:off x="868359" y="3876867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F1744635-36CA-C714-A6D1-3C1A870BE19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8359" y="3876867"/>
                <a:ext cx="66932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0951B3AB-4F0F-C8FC-075A-E40ACEB024C0}"/>
                  </a:ext>
                </a:extLst>
              </p:cNvPr>
              <p:cNvSpPr/>
              <p:nvPr/>
            </p:nvSpPr>
            <p:spPr>
              <a:xfrm>
                <a:off x="1203021" y="3879354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w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0951B3AB-4F0F-C8FC-075A-E40ACEB024C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03021" y="3879354"/>
                <a:ext cx="1344618" cy="468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FC801A17-CB37-5CEF-292B-5F2241665E0C}"/>
                  </a:ext>
                </a:extLst>
              </p:cNvPr>
              <p:cNvSpPr/>
              <p:nvPr/>
            </p:nvSpPr>
            <p:spPr>
              <a:xfrm>
                <a:off x="2038898" y="3876867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FC801A17-CB37-5CEF-292B-5F2241665E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8898" y="3876867"/>
                <a:ext cx="1344618" cy="468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785D2C10-6ED8-1304-5C34-E78D56610C67}"/>
                  </a:ext>
                </a:extLst>
              </p:cNvPr>
              <p:cNvSpPr txBox="1"/>
              <p:nvPr/>
            </p:nvSpPr>
            <p:spPr>
              <a:xfrm>
                <a:off x="865159" y="4391965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785D2C10-6ED8-1304-5C34-E78D56610C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5159" y="4391965"/>
                <a:ext cx="669323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5740351F-EF54-87A1-C6DD-BDCA616DD466}"/>
                  </a:ext>
                </a:extLst>
              </p:cNvPr>
              <p:cNvSpPr/>
              <p:nvPr/>
            </p:nvSpPr>
            <p:spPr>
              <a:xfrm>
                <a:off x="1472816" y="4385119"/>
                <a:ext cx="121850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w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5740351F-EF54-87A1-C6DD-BDCA616DD46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2816" y="4385119"/>
                <a:ext cx="1218502" cy="468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7" name="Right Arrow 3">
            <a:extLst>
              <a:ext uri="{FF2B5EF4-FFF2-40B4-BE49-F238E27FC236}">
                <a16:creationId xmlns:a16="http://schemas.microsoft.com/office/drawing/2014/main" id="{1D2A9D4B-108F-3205-F55F-83D8975A8C92}"/>
              </a:ext>
            </a:extLst>
          </p:cNvPr>
          <p:cNvSpPr/>
          <p:nvPr/>
        </p:nvSpPr>
        <p:spPr>
          <a:xfrm flipV="1">
            <a:off x="311967" y="3379336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58" name="Right Arrow 3">
            <a:extLst>
              <a:ext uri="{FF2B5EF4-FFF2-40B4-BE49-F238E27FC236}">
                <a16:creationId xmlns:a16="http://schemas.microsoft.com/office/drawing/2014/main" id="{2F0F6C22-0D2D-FC5B-62A8-30A716BEAB0F}"/>
              </a:ext>
            </a:extLst>
          </p:cNvPr>
          <p:cNvSpPr/>
          <p:nvPr/>
        </p:nvSpPr>
        <p:spPr>
          <a:xfrm flipV="1">
            <a:off x="331534" y="5038838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85ECC693-9AE1-9EA1-A7B7-F71047E1B58C}"/>
                  </a:ext>
                </a:extLst>
              </p:cNvPr>
              <p:cNvSpPr/>
              <p:nvPr/>
            </p:nvSpPr>
            <p:spPr>
              <a:xfrm>
                <a:off x="730458" y="4965187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u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85ECC693-9AE1-9EA1-A7B7-F71047E1B5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458" y="4965187"/>
                <a:ext cx="1344618" cy="468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E4027ACF-A142-7938-E47E-159763F86CDA}"/>
                  </a:ext>
                </a:extLst>
              </p:cNvPr>
              <p:cNvSpPr txBox="1"/>
              <p:nvPr/>
            </p:nvSpPr>
            <p:spPr>
              <a:xfrm>
                <a:off x="1676867" y="4965187"/>
                <a:ext cx="576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E4027ACF-A142-7938-E47E-159763F86C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6867" y="4965187"/>
                <a:ext cx="576776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31F1CB58-2BFC-4C20-AA2A-591E8B20A796}"/>
                  </a:ext>
                </a:extLst>
              </p:cNvPr>
              <p:cNvSpPr/>
              <p:nvPr/>
            </p:nvSpPr>
            <p:spPr>
              <a:xfrm>
                <a:off x="2039336" y="4965187"/>
                <a:ext cx="1037065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11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31F1CB58-2BFC-4C20-AA2A-591E8B20A7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9336" y="4965187"/>
                <a:ext cx="1037065" cy="468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E5D1383B-B585-F431-7808-7B5CFF40702D}"/>
                  </a:ext>
                </a:extLst>
              </p:cNvPr>
              <p:cNvSpPr txBox="1"/>
              <p:nvPr/>
            </p:nvSpPr>
            <p:spPr>
              <a:xfrm>
                <a:off x="2920646" y="4960754"/>
                <a:ext cx="576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E5D1383B-B585-F431-7808-7B5CFF4070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0646" y="4960754"/>
                <a:ext cx="576776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ED2C56D8-E903-6D82-4BA7-9551F5304F7E}"/>
                  </a:ext>
                </a:extLst>
              </p:cNvPr>
              <p:cNvSpPr/>
              <p:nvPr/>
            </p:nvSpPr>
            <p:spPr>
              <a:xfrm>
                <a:off x="3246830" y="4957501"/>
                <a:ext cx="119392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11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w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ED2C56D8-E903-6D82-4BA7-9551F5304F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46830" y="4957501"/>
                <a:ext cx="1193922" cy="468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677F4783-B4D8-93C0-B5A4-EF5A8A5F6124}"/>
                  </a:ext>
                </a:extLst>
              </p:cNvPr>
              <p:cNvSpPr/>
              <p:nvPr/>
            </p:nvSpPr>
            <p:spPr>
              <a:xfrm>
                <a:off x="4083194" y="4973370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99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677F4783-B4D8-93C0-B5A4-EF5A8A5F61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83194" y="4973370"/>
                <a:ext cx="1344618" cy="468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264CE3FE-049B-7040-7ACB-56091C074BF0}"/>
                  </a:ext>
                </a:extLst>
              </p:cNvPr>
              <p:cNvSpPr txBox="1"/>
              <p:nvPr/>
            </p:nvSpPr>
            <p:spPr>
              <a:xfrm>
                <a:off x="850391" y="5506781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264CE3FE-049B-7040-7ACB-56091C074B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0391" y="5506781"/>
                <a:ext cx="669323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5" name="Group 74">
            <a:extLst>
              <a:ext uri="{FF2B5EF4-FFF2-40B4-BE49-F238E27FC236}">
                <a16:creationId xmlns:a16="http://schemas.microsoft.com/office/drawing/2014/main" id="{ACB5D232-92FA-0021-EDEF-F31DD4C2EC41}"/>
              </a:ext>
            </a:extLst>
          </p:cNvPr>
          <p:cNvGrpSpPr/>
          <p:nvPr/>
        </p:nvGrpSpPr>
        <p:grpSpPr>
          <a:xfrm>
            <a:off x="1284089" y="5473439"/>
            <a:ext cx="2160276" cy="485829"/>
            <a:chOff x="7306383" y="2146249"/>
            <a:chExt cx="2160276" cy="48582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E42A5587-A658-BA19-38C4-4C6C58B7AC21}"/>
                    </a:ext>
                  </a:extLst>
                </p:cNvPr>
                <p:cNvSpPr/>
                <p:nvPr/>
              </p:nvSpPr>
              <p:spPr>
                <a:xfrm>
                  <a:off x="7306383" y="2146249"/>
                  <a:ext cx="1254841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v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w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E42A5587-A658-BA19-38C4-4C6C58B7AC2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306383" y="2146249"/>
                  <a:ext cx="1254841" cy="468000"/>
                </a:xfrm>
                <a:prstGeom prst="rect">
                  <a:avLst/>
                </a:prstGeom>
                <a:blipFill>
                  <a:blip r:embed="rId3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id="{00D3A492-F7BA-47B2-6D98-46D82028129A}"/>
                    </a:ext>
                  </a:extLst>
                </p:cNvPr>
                <p:cNvSpPr/>
                <p:nvPr/>
              </p:nvSpPr>
              <p:spPr>
                <a:xfrm>
                  <a:off x="8122041" y="2164078"/>
                  <a:ext cx="1344618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 </m:t>
                        </m:r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11" name="Rectangle 110">
                  <a:extLst>
                    <a:ext uri="{FF2B5EF4-FFF2-40B4-BE49-F238E27FC236}">
                      <a16:creationId xmlns:a16="http://schemas.microsoft.com/office/drawing/2014/main" id="{6549FF98-67D3-40C2-BF35-CCB27FDD320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122041" y="2164078"/>
                  <a:ext cx="1344618" cy="468000"/>
                </a:xfrm>
                <a:prstGeom prst="rect">
                  <a:avLst/>
                </a:prstGeom>
                <a:blipFill>
                  <a:blip r:embed="rId5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88FC7463-14DA-CB39-0EE4-81EBCFB0EF0C}"/>
                  </a:ext>
                </a:extLst>
              </p:cNvPr>
              <p:cNvSpPr txBox="1"/>
              <p:nvPr/>
            </p:nvSpPr>
            <p:spPr>
              <a:xfrm>
                <a:off x="6713951" y="901399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88FC7463-14DA-CB39-0EE4-81EBCFB0EF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3951" y="901399"/>
                <a:ext cx="669323" cy="523220"/>
              </a:xfrm>
              <a:prstGeom prst="rect">
                <a:avLst/>
              </a:prstGeom>
              <a:blipFill>
                <a:blip r:embed="rId5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E214DE75-F72B-ACBE-66F5-F0F45E1FCD03}"/>
                  </a:ext>
                </a:extLst>
              </p:cNvPr>
              <p:cNvSpPr/>
              <p:nvPr/>
            </p:nvSpPr>
            <p:spPr>
              <a:xfrm>
                <a:off x="6551465" y="1401664"/>
                <a:ext cx="2611816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E214DE75-F72B-ACBE-66F5-F0F45E1FCD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1465" y="1401664"/>
                <a:ext cx="2611816" cy="468000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F83E1C13-233D-86C4-A229-8BFBD71C2C74}"/>
                  </a:ext>
                </a:extLst>
              </p:cNvPr>
              <p:cNvSpPr txBox="1"/>
              <p:nvPr/>
            </p:nvSpPr>
            <p:spPr>
              <a:xfrm>
                <a:off x="6709637" y="1417321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F83E1C13-233D-86C4-A229-8BFBD71C2C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09637" y="1417321"/>
                <a:ext cx="669323" cy="523220"/>
              </a:xfrm>
              <a:prstGeom prst="rect">
                <a:avLst/>
              </a:prstGeom>
              <a:blipFill>
                <a:blip r:embed="rId5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3" name="Right Arrow 3">
            <a:extLst>
              <a:ext uri="{FF2B5EF4-FFF2-40B4-BE49-F238E27FC236}">
                <a16:creationId xmlns:a16="http://schemas.microsoft.com/office/drawing/2014/main" id="{3026CCD7-B392-8EA8-6FEB-A41BD585B1A7}"/>
              </a:ext>
            </a:extLst>
          </p:cNvPr>
          <p:cNvSpPr/>
          <p:nvPr/>
        </p:nvSpPr>
        <p:spPr>
          <a:xfrm flipV="1">
            <a:off x="6117865" y="2149010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279B1AF7-4DBD-FF8C-1ABF-55DFCC2E3DAA}"/>
                  </a:ext>
                </a:extLst>
              </p:cNvPr>
              <p:cNvSpPr/>
              <p:nvPr/>
            </p:nvSpPr>
            <p:spPr>
              <a:xfrm>
                <a:off x="6591736" y="2067662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u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279B1AF7-4DBD-FF8C-1ABF-55DFCC2E3D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91736" y="2067662"/>
                <a:ext cx="1344618" cy="468000"/>
              </a:xfrm>
              <a:prstGeom prst="rect">
                <a:avLst/>
              </a:prstGeom>
              <a:blipFill>
                <a:blip r:embed="rId6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2D68DD75-0931-1CAE-F3BE-FC55DA06C531}"/>
                  </a:ext>
                </a:extLst>
              </p:cNvPr>
              <p:cNvSpPr txBox="1"/>
              <p:nvPr/>
            </p:nvSpPr>
            <p:spPr>
              <a:xfrm>
                <a:off x="7665504" y="2067662"/>
                <a:ext cx="576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2D68DD75-0931-1CAE-F3BE-FC55DA06C5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65504" y="2067662"/>
                <a:ext cx="576776" cy="523220"/>
              </a:xfrm>
              <a:prstGeom prst="rect">
                <a:avLst/>
              </a:prstGeom>
              <a:blipFill>
                <a:blip r:embed="rId6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C53821D5-1447-CB66-0637-F9E610BB3DE2}"/>
                  </a:ext>
                </a:extLst>
              </p:cNvPr>
              <p:cNvSpPr/>
              <p:nvPr/>
            </p:nvSpPr>
            <p:spPr>
              <a:xfrm>
                <a:off x="8040400" y="2095755"/>
                <a:ext cx="90557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C53821D5-1447-CB66-0637-F9E610BB3D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0400" y="2095755"/>
                <a:ext cx="905572" cy="468000"/>
              </a:xfrm>
              <a:prstGeom prst="rect">
                <a:avLst/>
              </a:prstGeom>
              <a:blipFill>
                <a:blip r:embed="rId6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8FDBF812-FA2E-86EC-9080-1D83F581DF50}"/>
                  </a:ext>
                </a:extLst>
              </p:cNvPr>
              <p:cNvSpPr txBox="1"/>
              <p:nvPr/>
            </p:nvSpPr>
            <p:spPr>
              <a:xfrm>
                <a:off x="8744148" y="2075836"/>
                <a:ext cx="576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8FDBF812-FA2E-86EC-9080-1D83F581DF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44148" y="2075836"/>
                <a:ext cx="576776" cy="523220"/>
              </a:xfrm>
              <a:prstGeom prst="rect">
                <a:avLst/>
              </a:prstGeom>
              <a:blipFill>
                <a:blip r:embed="rId6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A6C07259-A871-1416-F886-DFD55472B377}"/>
                  </a:ext>
                </a:extLst>
              </p:cNvPr>
              <p:cNvSpPr/>
              <p:nvPr/>
            </p:nvSpPr>
            <p:spPr>
              <a:xfrm>
                <a:off x="8948160" y="2095755"/>
                <a:ext cx="1323629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w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A6C07259-A871-1416-F886-DFD55472B3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48160" y="2095755"/>
                <a:ext cx="1323629" cy="468000"/>
              </a:xfrm>
              <a:prstGeom prst="rect">
                <a:avLst/>
              </a:prstGeom>
              <a:blipFill>
                <a:blip r:embed="rId6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E9601ED7-B823-1BAC-7124-8584760AF99D}"/>
                  </a:ext>
                </a:extLst>
              </p:cNvPr>
              <p:cNvSpPr/>
              <p:nvPr/>
            </p:nvSpPr>
            <p:spPr>
              <a:xfrm>
                <a:off x="9729346" y="2092310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E9601ED7-B823-1BAC-7124-8584760AF99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29346" y="2092310"/>
                <a:ext cx="1344618" cy="468000"/>
              </a:xfrm>
              <a:prstGeom prst="rect">
                <a:avLst/>
              </a:prstGeom>
              <a:blipFill>
                <a:blip r:embed="rId6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CAF427DE-56BA-CDAA-01E9-B89B2DC7B30D}"/>
                  </a:ext>
                </a:extLst>
              </p:cNvPr>
              <p:cNvSpPr txBox="1"/>
              <p:nvPr/>
            </p:nvSpPr>
            <p:spPr>
              <a:xfrm>
                <a:off x="6725812" y="2671581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CAF427DE-56BA-CDAA-01E9-B89B2DC7B3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5812" y="2671581"/>
                <a:ext cx="669323" cy="523220"/>
              </a:xfrm>
              <a:prstGeom prst="rect">
                <a:avLst/>
              </a:prstGeom>
              <a:blipFill>
                <a:blip r:embed="rId6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E94429DE-7E8C-5273-4889-FDA512589E48}"/>
                  </a:ext>
                </a:extLst>
              </p:cNvPr>
              <p:cNvSpPr txBox="1"/>
              <p:nvPr/>
            </p:nvSpPr>
            <p:spPr>
              <a:xfrm>
                <a:off x="6732843" y="3186464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E94429DE-7E8C-5273-4889-FDA512589E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32843" y="3186464"/>
                <a:ext cx="669323" cy="523220"/>
              </a:xfrm>
              <a:prstGeom prst="rect">
                <a:avLst/>
              </a:prstGeom>
              <a:blipFill>
                <a:blip r:embed="rId6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159060ED-0B82-C151-88E2-52514D3FE245}"/>
                  </a:ext>
                </a:extLst>
              </p:cNvPr>
              <p:cNvSpPr/>
              <p:nvPr/>
            </p:nvSpPr>
            <p:spPr>
              <a:xfrm>
                <a:off x="7378963" y="3178416"/>
                <a:ext cx="1086956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u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159060ED-0B82-C151-88E2-52514D3FE2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78963" y="3178416"/>
                <a:ext cx="1086956" cy="468000"/>
              </a:xfrm>
              <a:prstGeom prst="rect">
                <a:avLst/>
              </a:prstGeom>
              <a:blipFill>
                <a:blip r:embed="rId6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5" name="Group 94">
            <a:extLst>
              <a:ext uri="{FF2B5EF4-FFF2-40B4-BE49-F238E27FC236}">
                <a16:creationId xmlns:a16="http://schemas.microsoft.com/office/drawing/2014/main" id="{EADF5F73-D14C-4891-6F07-B8C256BCE447}"/>
              </a:ext>
            </a:extLst>
          </p:cNvPr>
          <p:cNvGrpSpPr/>
          <p:nvPr/>
        </p:nvGrpSpPr>
        <p:grpSpPr>
          <a:xfrm>
            <a:off x="7164116" y="2660800"/>
            <a:ext cx="4571868" cy="477415"/>
            <a:chOff x="7319237" y="4217532"/>
            <a:chExt cx="4571868" cy="47741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" name="Rectangle 95">
                  <a:extLst>
                    <a:ext uri="{FF2B5EF4-FFF2-40B4-BE49-F238E27FC236}">
                      <a16:creationId xmlns:a16="http://schemas.microsoft.com/office/drawing/2014/main" id="{E52EAAA4-E26C-D9E2-E5B8-FED3632AD094}"/>
                    </a:ext>
                  </a:extLst>
                </p:cNvPr>
                <p:cNvSpPr/>
                <p:nvPr/>
              </p:nvSpPr>
              <p:spPr>
                <a:xfrm>
                  <a:off x="7319237" y="4217532"/>
                  <a:ext cx="362414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u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+3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d>
                          <m:d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d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d>
                          <m:d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96" name="Rectangle 95">
                  <a:extLst>
                    <a:ext uri="{FF2B5EF4-FFF2-40B4-BE49-F238E27FC236}">
                      <a16:creationId xmlns:a16="http://schemas.microsoft.com/office/drawing/2014/main" id="{E52EAAA4-E26C-D9E2-E5B8-FED3632AD09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319237" y="4217532"/>
                  <a:ext cx="3624140" cy="468000"/>
                </a:xfrm>
                <a:prstGeom prst="rect">
                  <a:avLst/>
                </a:prstGeom>
                <a:blipFill>
                  <a:blip r:embed="rId6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7" name="Rectangle 96">
                  <a:extLst>
                    <a:ext uri="{FF2B5EF4-FFF2-40B4-BE49-F238E27FC236}">
                      <a16:creationId xmlns:a16="http://schemas.microsoft.com/office/drawing/2014/main" id="{891EF8C1-FEF9-F400-9A9A-4CF3D291477B}"/>
                    </a:ext>
                  </a:extLst>
                </p:cNvPr>
                <p:cNvSpPr/>
                <p:nvPr/>
              </p:nvSpPr>
              <p:spPr>
                <a:xfrm>
                  <a:off x="10546487" y="4226947"/>
                  <a:ext cx="1344618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6" name="Rectangle 85">
                  <a:extLst>
                    <a:ext uri="{FF2B5EF4-FFF2-40B4-BE49-F238E27FC236}">
                      <a16:creationId xmlns:a16="http://schemas.microsoft.com/office/drawing/2014/main" id="{31904ABE-D373-4469-B9F4-DCDA8752D17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546487" y="4226947"/>
                  <a:ext cx="1344618" cy="468000"/>
                </a:xfrm>
                <a:prstGeom prst="rect">
                  <a:avLst/>
                </a:prstGeom>
                <a:blipFill>
                  <a:blip r:embed="rId5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DC319846-1C5F-367C-7331-FE9663DDF5D2}"/>
              </a:ext>
            </a:extLst>
          </p:cNvPr>
          <p:cNvGrpSpPr/>
          <p:nvPr/>
        </p:nvGrpSpPr>
        <p:grpSpPr>
          <a:xfrm>
            <a:off x="7052180" y="870396"/>
            <a:ext cx="2289137" cy="483009"/>
            <a:chOff x="7210914" y="2633264"/>
            <a:chExt cx="2289137" cy="48300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" name="Rectangle 98">
                  <a:extLst>
                    <a:ext uri="{FF2B5EF4-FFF2-40B4-BE49-F238E27FC236}">
                      <a16:creationId xmlns:a16="http://schemas.microsoft.com/office/drawing/2014/main" id="{8556E8D1-1017-805F-1FC6-B4B4C441C0B1}"/>
                    </a:ext>
                  </a:extLst>
                </p:cNvPr>
                <p:cNvSpPr/>
                <p:nvPr/>
              </p:nvSpPr>
              <p:spPr>
                <a:xfrm>
                  <a:off x="7210914" y="2633264"/>
                  <a:ext cx="1555279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v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+5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99" name="Rectangle 98">
                  <a:extLst>
                    <a:ext uri="{FF2B5EF4-FFF2-40B4-BE49-F238E27FC236}">
                      <a16:creationId xmlns:a16="http://schemas.microsoft.com/office/drawing/2014/main" id="{8556E8D1-1017-805F-1FC6-B4B4C441C0B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210914" y="2633264"/>
                  <a:ext cx="1555279" cy="468000"/>
                </a:xfrm>
                <a:prstGeom prst="rect">
                  <a:avLst/>
                </a:prstGeom>
                <a:blipFill>
                  <a:blip r:embed="rId7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" name="Rectangle 99">
                  <a:extLst>
                    <a:ext uri="{FF2B5EF4-FFF2-40B4-BE49-F238E27FC236}">
                      <a16:creationId xmlns:a16="http://schemas.microsoft.com/office/drawing/2014/main" id="{AFF5AD39-BAAC-E89B-2A78-CBB3B4916841}"/>
                    </a:ext>
                  </a:extLst>
                </p:cNvPr>
                <p:cNvSpPr/>
                <p:nvPr/>
              </p:nvSpPr>
              <p:spPr>
                <a:xfrm>
                  <a:off x="8155433" y="2648273"/>
                  <a:ext cx="1344618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 </m:t>
                        </m:r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7" name="Rectangle 86">
                  <a:extLst>
                    <a:ext uri="{FF2B5EF4-FFF2-40B4-BE49-F238E27FC236}">
                      <a16:creationId xmlns:a16="http://schemas.microsoft.com/office/drawing/2014/main" id="{AD551153-EF83-4A93-BF3B-9C2CEF30967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155433" y="2648273"/>
                  <a:ext cx="1344618" cy="468000"/>
                </a:xfrm>
                <a:prstGeom prst="rect">
                  <a:avLst/>
                </a:prstGeom>
                <a:blipFill>
                  <a:blip r:embed="rId5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01" name="Rectangle: Rounded Corners 100">
            <a:extLst>
              <a:ext uri="{FF2B5EF4-FFF2-40B4-BE49-F238E27FC236}">
                <a16:creationId xmlns:a16="http://schemas.microsoft.com/office/drawing/2014/main" id="{332B26E2-0AA8-6848-126F-0136BB1A400D}"/>
              </a:ext>
            </a:extLst>
          </p:cNvPr>
          <p:cNvSpPr/>
          <p:nvPr/>
        </p:nvSpPr>
        <p:spPr>
          <a:xfrm>
            <a:off x="5685333" y="928015"/>
            <a:ext cx="64800" cy="5400659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4E21087C-E61C-9251-3694-EE18BB2A596A}"/>
                  </a:ext>
                </a:extLst>
              </p:cNvPr>
              <p:cNvSpPr/>
              <p:nvPr/>
            </p:nvSpPr>
            <p:spPr>
              <a:xfrm>
                <a:off x="952564" y="701972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u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4E21087C-E61C-9251-3694-EE18BB2A59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2564" y="701972"/>
                <a:ext cx="484303" cy="492922"/>
              </a:xfrm>
              <a:prstGeom prst="rect">
                <a:avLst/>
              </a:prstGeom>
              <a:blipFill>
                <a:blip r:embed="rId7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9D51EDCC-F939-2A9B-C2FB-CA31BF3621E9}"/>
                  </a:ext>
                </a:extLst>
              </p:cNvPr>
              <p:cNvSpPr/>
              <p:nvPr/>
            </p:nvSpPr>
            <p:spPr>
              <a:xfrm>
                <a:off x="1621271" y="698197"/>
                <a:ext cx="484303" cy="52321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9D51EDCC-F939-2A9B-C2FB-CA31BF3621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1271" y="698197"/>
                <a:ext cx="484303" cy="523219"/>
              </a:xfrm>
              <a:prstGeom prst="rect">
                <a:avLst/>
              </a:prstGeom>
              <a:blipFill>
                <a:blip r:embed="rId7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5B75DAE2-211D-D331-9ECA-E50EB6D6BBE7}"/>
                  </a:ext>
                </a:extLst>
              </p:cNvPr>
              <p:cNvSpPr/>
              <p:nvPr/>
            </p:nvSpPr>
            <p:spPr>
              <a:xfrm>
                <a:off x="2399032" y="699566"/>
                <a:ext cx="484303" cy="52321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w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5B75DAE2-211D-D331-9ECA-E50EB6D6BB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9032" y="699566"/>
                <a:ext cx="484303" cy="523219"/>
              </a:xfrm>
              <a:prstGeom prst="rect">
                <a:avLst/>
              </a:prstGeom>
              <a:blipFill>
                <a:blip r:embed="rId7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1" name="Rectangle 110">
            <a:extLst>
              <a:ext uri="{FF2B5EF4-FFF2-40B4-BE49-F238E27FC236}">
                <a16:creationId xmlns:a16="http://schemas.microsoft.com/office/drawing/2014/main" id="{1045C417-13BF-A1B8-E59D-5B705936C53F}"/>
              </a:ext>
            </a:extLst>
          </p:cNvPr>
          <p:cNvSpPr/>
          <p:nvPr/>
        </p:nvSpPr>
        <p:spPr>
          <a:xfrm>
            <a:off x="6018550" y="3962595"/>
            <a:ext cx="809991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But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8B7AB557-4D3C-01F0-A272-429199EAECD4}"/>
                  </a:ext>
                </a:extLst>
              </p:cNvPr>
              <p:cNvSpPr/>
              <p:nvPr/>
            </p:nvSpPr>
            <p:spPr>
              <a:xfrm>
                <a:off x="6585131" y="3711381"/>
                <a:ext cx="1512146" cy="9704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u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8B7AB557-4D3C-01F0-A272-429199EAEC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5131" y="3711381"/>
                <a:ext cx="1512146" cy="970429"/>
              </a:xfrm>
              <a:prstGeom prst="rect">
                <a:avLst/>
              </a:prstGeom>
              <a:blipFill>
                <a:blip r:embed="rId7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E40B3957-358D-4647-06CD-145FAF6232F1}"/>
                  </a:ext>
                </a:extLst>
              </p:cNvPr>
              <p:cNvSpPr/>
              <p:nvPr/>
            </p:nvSpPr>
            <p:spPr>
              <a:xfrm>
                <a:off x="5892871" y="4625274"/>
                <a:ext cx="2047812" cy="9704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 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E40B3957-358D-4647-06CD-145FAF6232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2871" y="4625274"/>
                <a:ext cx="2047812" cy="970429"/>
              </a:xfrm>
              <a:prstGeom prst="rect">
                <a:avLst/>
              </a:prstGeom>
              <a:blipFill>
                <a:blip r:embed="rId7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14" name="Group 113">
            <a:extLst>
              <a:ext uri="{FF2B5EF4-FFF2-40B4-BE49-F238E27FC236}">
                <a16:creationId xmlns:a16="http://schemas.microsoft.com/office/drawing/2014/main" id="{0A9B4F2A-3370-3B06-EAD0-04DEDF35B9E3}"/>
              </a:ext>
            </a:extLst>
          </p:cNvPr>
          <p:cNvGrpSpPr/>
          <p:nvPr/>
        </p:nvGrpSpPr>
        <p:grpSpPr>
          <a:xfrm>
            <a:off x="5973147" y="5522413"/>
            <a:ext cx="2080452" cy="970429"/>
            <a:chOff x="2828061" y="4898702"/>
            <a:chExt cx="2080452" cy="97042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" name="TextBox 114">
                  <a:extLst>
                    <a:ext uri="{FF2B5EF4-FFF2-40B4-BE49-F238E27FC236}">
                      <a16:creationId xmlns:a16="http://schemas.microsoft.com/office/drawing/2014/main" id="{BFF23E87-03BE-F2DF-1FD9-CB6173C5E218}"/>
                    </a:ext>
                  </a:extLst>
                </p:cNvPr>
                <p:cNvSpPr txBox="1"/>
                <p:nvPr/>
              </p:nvSpPr>
              <p:spPr>
                <a:xfrm>
                  <a:off x="2828061" y="5122306"/>
                  <a:ext cx="669323" cy="523220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⇒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15" name="TextBox 114">
                  <a:extLst>
                    <a:ext uri="{FF2B5EF4-FFF2-40B4-BE49-F238E27FC236}">
                      <a16:creationId xmlns:a16="http://schemas.microsoft.com/office/drawing/2014/main" id="{BFF23E87-03BE-F2DF-1FD9-CB6173C5E2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28061" y="5122306"/>
                  <a:ext cx="669323" cy="523220"/>
                </a:xfrm>
                <a:prstGeom prst="rect">
                  <a:avLst/>
                </a:prstGeom>
                <a:blipFill>
                  <a:blip r:embed="rId7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" name="Rectangle 115">
                  <a:extLst>
                    <a:ext uri="{FF2B5EF4-FFF2-40B4-BE49-F238E27FC236}">
                      <a16:creationId xmlns:a16="http://schemas.microsoft.com/office/drawing/2014/main" id="{F974A1F6-04B6-2CD4-818F-5BC64199F247}"/>
                    </a:ext>
                  </a:extLst>
                </p:cNvPr>
                <p:cNvSpPr/>
                <p:nvPr/>
              </p:nvSpPr>
              <p:spPr>
                <a:xfrm>
                  <a:off x="3056847" y="4898702"/>
                  <a:ext cx="1851666" cy="97042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2 </m:t>
                            </m:r>
                          </m:den>
                        </m:f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16" name="Rectangle 115">
                  <a:extLst>
                    <a:ext uri="{FF2B5EF4-FFF2-40B4-BE49-F238E27FC236}">
                      <a16:creationId xmlns:a16="http://schemas.microsoft.com/office/drawing/2014/main" id="{F974A1F6-04B6-2CD4-818F-5BC64199F24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56847" y="4898702"/>
                  <a:ext cx="1851666" cy="970429"/>
                </a:xfrm>
                <a:prstGeom prst="rect">
                  <a:avLst/>
                </a:prstGeom>
                <a:blipFill>
                  <a:blip r:embed="rId7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38591256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4" grpId="0"/>
      <p:bldP spid="45" grpId="0"/>
      <p:bldP spid="46" grpId="0"/>
      <p:bldP spid="47" grpId="0"/>
      <p:bldP spid="48" grpId="0"/>
      <p:bldP spid="50" grpId="0"/>
      <p:bldP spid="52" grpId="0"/>
      <p:bldP spid="53" grpId="0"/>
      <p:bldP spid="54" grpId="0"/>
      <p:bldP spid="55" grpId="0"/>
      <p:bldP spid="56" grpId="0"/>
      <p:bldP spid="57" grpId="0" animBg="1"/>
      <p:bldP spid="58" grpId="0" animBg="1"/>
      <p:bldP spid="59" grpId="0"/>
      <p:bldP spid="60" grpId="0"/>
      <p:bldP spid="61" grpId="0"/>
      <p:bldP spid="62" grpId="0"/>
      <p:bldP spid="63" grpId="0"/>
      <p:bldP spid="64" grpId="0"/>
      <p:bldP spid="65" grpId="0"/>
      <p:bldP spid="80" grpId="0"/>
      <p:bldP spid="81" grpId="0"/>
      <p:bldP spid="82" grpId="0"/>
      <p:bldP spid="83" grpId="0" animBg="1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101" grpId="0" animBg="1"/>
      <p:bldP spid="102" grpId="0"/>
      <p:bldP spid="103" grpId="0"/>
      <p:bldP spid="104" grpId="0"/>
      <p:bldP spid="111" grpId="0"/>
      <p:bldP spid="112" grpId="0"/>
      <p:bldP spid="113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5F39A1DC-C2AA-0A18-5BA5-5FFFE89890FD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 </a:t>
                </a:r>
                <a14:m>
                  <m:oMath xmlns:m="http://schemas.openxmlformats.org/officeDocument/2006/math"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 Example:2(Continue)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5F39A1DC-C2AA-0A18-5BA5-5FFFE89890F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70012251-CE0C-A19E-2FE3-4021EDEE63B4}"/>
                  </a:ext>
                </a:extLst>
              </p:cNvPr>
              <p:cNvSpPr/>
              <p:nvPr/>
            </p:nvSpPr>
            <p:spPr>
              <a:xfrm>
                <a:off x="115212" y="1135585"/>
                <a:ext cx="1851666" cy="9704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70012251-CE0C-A19E-2FE3-4021EDEE63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212" y="1135585"/>
                <a:ext cx="1851666" cy="970429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" name="Group 4">
            <a:extLst>
              <a:ext uri="{FF2B5EF4-FFF2-40B4-BE49-F238E27FC236}">
                <a16:creationId xmlns:a16="http://schemas.microsoft.com/office/drawing/2014/main" id="{E01CA72B-895D-8394-D7D1-D1D05176CEE3}"/>
              </a:ext>
            </a:extLst>
          </p:cNvPr>
          <p:cNvGrpSpPr/>
          <p:nvPr/>
        </p:nvGrpSpPr>
        <p:grpSpPr>
          <a:xfrm>
            <a:off x="1632216" y="1135585"/>
            <a:ext cx="2066804" cy="970429"/>
            <a:chOff x="2828061" y="4898702"/>
            <a:chExt cx="2066804" cy="97042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4D4D9B79-7CAA-99B7-56B4-A3C26B3BC614}"/>
                    </a:ext>
                  </a:extLst>
                </p:cNvPr>
                <p:cNvSpPr txBox="1"/>
                <p:nvPr/>
              </p:nvSpPr>
              <p:spPr>
                <a:xfrm>
                  <a:off x="2828061" y="5122306"/>
                  <a:ext cx="669323" cy="523220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⇒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6" name="TextBox 5">
                  <a:extLst>
                    <a:ext uri="{FF2B5EF4-FFF2-40B4-BE49-F238E27FC236}">
                      <a16:creationId xmlns:a16="http://schemas.microsoft.com/office/drawing/2014/main" id="{4D4D9B79-7CAA-99B7-56B4-A3C26B3BC61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28061" y="5122306"/>
                  <a:ext cx="669323" cy="523220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90B89838-5023-ECF4-2089-3D161291DFAA}"/>
                    </a:ext>
                  </a:extLst>
                </p:cNvPr>
                <p:cNvSpPr/>
                <p:nvPr/>
              </p:nvSpPr>
              <p:spPr>
                <a:xfrm>
                  <a:off x="3043199" y="4898702"/>
                  <a:ext cx="1851666" cy="97042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, 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1A08EAED-6B38-4039-9DD1-F67AB237709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43199" y="4898702"/>
                  <a:ext cx="1851666" cy="970429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810DF07-DE38-9618-11C8-7F9786D882DB}"/>
                  </a:ext>
                </a:extLst>
              </p:cNvPr>
              <p:cNvSpPr/>
              <p:nvPr/>
            </p:nvSpPr>
            <p:spPr>
              <a:xfrm>
                <a:off x="575319" y="3242486"/>
                <a:ext cx="1851666" cy="92948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810DF07-DE38-9618-11C8-7F9786D882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319" y="3242486"/>
                <a:ext cx="1851666" cy="929485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1968FF61-40C3-B8E8-9A33-F2B2F2A98BBA}"/>
                  </a:ext>
                </a:extLst>
              </p:cNvPr>
              <p:cNvSpPr/>
              <p:nvPr/>
            </p:nvSpPr>
            <p:spPr>
              <a:xfrm>
                <a:off x="470862" y="4358889"/>
                <a:ext cx="1851666" cy="9704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4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1968FF61-40C3-B8E8-9A33-F2B2F2A98B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0862" y="4358889"/>
                <a:ext cx="1851666" cy="970429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4" name="Group 13">
            <a:extLst>
              <a:ext uri="{FF2B5EF4-FFF2-40B4-BE49-F238E27FC236}">
                <a16:creationId xmlns:a16="http://schemas.microsoft.com/office/drawing/2014/main" id="{CD361443-0667-EAAE-83B7-F2C19077EBC5}"/>
              </a:ext>
            </a:extLst>
          </p:cNvPr>
          <p:cNvGrpSpPr/>
          <p:nvPr/>
        </p:nvGrpSpPr>
        <p:grpSpPr>
          <a:xfrm>
            <a:off x="232369" y="2106013"/>
            <a:ext cx="2194616" cy="970429"/>
            <a:chOff x="234416" y="3268497"/>
            <a:chExt cx="2194616" cy="97042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7E4145F8-3078-E1D2-3050-830A6775DC8E}"/>
                    </a:ext>
                  </a:extLst>
                </p:cNvPr>
                <p:cNvSpPr/>
                <p:nvPr/>
              </p:nvSpPr>
              <p:spPr>
                <a:xfrm>
                  <a:off x="916886" y="3268497"/>
                  <a:ext cx="1512146" cy="97042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1 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y</m:t>
                            </m:r>
                          </m:den>
                        </m:f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v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7E4145F8-3078-E1D2-3050-830A6775DC8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6886" y="3268497"/>
                  <a:ext cx="1512146" cy="970429"/>
                </a:xfrm>
                <a:prstGeom prst="rect">
                  <a:avLst/>
                </a:prstGeom>
                <a:blipFill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079D4035-941A-5117-429B-A50FDA8B8FCB}"/>
                </a:ext>
              </a:extLst>
            </p:cNvPr>
            <p:cNvSpPr/>
            <p:nvPr/>
          </p:nvSpPr>
          <p:spPr>
            <a:xfrm>
              <a:off x="234416" y="3483912"/>
              <a:ext cx="980235" cy="53959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r>
                <a:rPr lang="en-IN" sz="2800" b="0" i="0" dirty="0">
                  <a:solidFill>
                    <a:srgbClr val="002060"/>
                  </a:solidFill>
                  <a:latin typeface="+mj-lt"/>
                </a:rPr>
                <a:t>Also,</a:t>
              </a:r>
              <a:endParaRPr lang="en-IN" sz="2800" dirty="0">
                <a:solidFill>
                  <a:srgbClr val="002060"/>
                </a:solidFill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9B5D03EC-0BF5-1EB7-4D57-80041FFD0CBF}"/>
                  </a:ext>
                </a:extLst>
              </p:cNvPr>
              <p:cNvSpPr/>
              <p:nvPr/>
            </p:nvSpPr>
            <p:spPr>
              <a:xfrm>
                <a:off x="2643532" y="3464097"/>
                <a:ext cx="1851666" cy="52720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∵</m:t>
                          </m:r>
                          <m:r>
                            <m:rPr>
                              <m:sty m:val="p"/>
                            </m:rPr>
                            <a:rPr lang="en-IN" sz="280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  <m:r>
                            <a:rPr lang="en-IN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=4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9B5D03EC-0BF5-1EB7-4D57-80041FFD0C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43532" y="3464097"/>
                <a:ext cx="1851666" cy="527205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3E6B7560-0A81-5C21-F3A7-37663FB6CB9A}"/>
              </a:ext>
            </a:extLst>
          </p:cNvPr>
          <p:cNvSpPr/>
          <p:nvPr/>
        </p:nvSpPr>
        <p:spPr>
          <a:xfrm>
            <a:off x="5140804" y="908607"/>
            <a:ext cx="64800" cy="4987419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946F8F90-5A55-CDF4-0B23-5137223D9F9D}"/>
                  </a:ext>
                </a:extLst>
              </p:cNvPr>
              <p:cNvSpPr/>
              <p:nvPr/>
            </p:nvSpPr>
            <p:spPr>
              <a:xfrm>
                <a:off x="6462049" y="2106013"/>
                <a:ext cx="1851666" cy="9704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z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946F8F90-5A55-CDF4-0B23-5137223D9F9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2049" y="2106013"/>
                <a:ext cx="1851666" cy="970429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D6742B3F-6E66-3979-95EC-3C4049773FFB}"/>
                  </a:ext>
                </a:extLst>
              </p:cNvPr>
              <p:cNvSpPr/>
              <p:nvPr/>
            </p:nvSpPr>
            <p:spPr>
              <a:xfrm>
                <a:off x="6441985" y="3142929"/>
                <a:ext cx="1851666" cy="9704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5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D6742B3F-6E66-3979-95EC-3C4049773F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1985" y="3142929"/>
                <a:ext cx="1851666" cy="970429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" name="Group 22">
            <a:extLst>
              <a:ext uri="{FF2B5EF4-FFF2-40B4-BE49-F238E27FC236}">
                <a16:creationId xmlns:a16="http://schemas.microsoft.com/office/drawing/2014/main" id="{B26E3E9B-FBF8-E64B-4C33-F99D3260AD4B}"/>
              </a:ext>
            </a:extLst>
          </p:cNvPr>
          <p:cNvGrpSpPr/>
          <p:nvPr/>
        </p:nvGrpSpPr>
        <p:grpSpPr>
          <a:xfrm>
            <a:off x="6011042" y="972894"/>
            <a:ext cx="2255313" cy="970429"/>
            <a:chOff x="6096000" y="777688"/>
            <a:chExt cx="2255313" cy="97042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3FBB759C-5538-C7BB-C1C1-6ACE814AFAA4}"/>
                    </a:ext>
                  </a:extLst>
                </p:cNvPr>
                <p:cNvSpPr/>
                <p:nvPr/>
              </p:nvSpPr>
              <p:spPr>
                <a:xfrm>
                  <a:off x="7029838" y="777688"/>
                  <a:ext cx="1321475" cy="97042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1 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z</m:t>
                            </m:r>
                          </m:den>
                        </m:f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w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3FBB759C-5538-C7BB-C1C1-6ACE814AFAA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29838" y="777688"/>
                  <a:ext cx="1321475" cy="970429"/>
                </a:xfrm>
                <a:prstGeom prst="rect">
                  <a:avLst/>
                </a:prstGeom>
                <a:blipFill>
                  <a:blip r:embed="rId2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260CCAF2-06DF-47BD-748E-91B17AFE9F99}"/>
                </a:ext>
              </a:extLst>
            </p:cNvPr>
            <p:cNvSpPr/>
            <p:nvPr/>
          </p:nvSpPr>
          <p:spPr>
            <a:xfrm>
              <a:off x="6096000" y="993103"/>
              <a:ext cx="1102967" cy="53959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r>
                <a:rPr lang="en-IN" sz="2800" b="0" i="0" dirty="0">
                  <a:solidFill>
                    <a:srgbClr val="002060"/>
                  </a:solidFill>
                  <a:latin typeface="+mj-lt"/>
                </a:rPr>
                <a:t>Since,</a:t>
              </a:r>
              <a:endParaRPr lang="en-IN" sz="2800" dirty="0">
                <a:solidFill>
                  <a:srgbClr val="002060"/>
                </a:solidFill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AF69FA1C-CD90-BBC5-B617-F8BA9100AC58}"/>
                  </a:ext>
                </a:extLst>
              </p:cNvPr>
              <p:cNvSpPr/>
              <p:nvPr/>
            </p:nvSpPr>
            <p:spPr>
              <a:xfrm>
                <a:off x="8942141" y="2321428"/>
                <a:ext cx="1851666" cy="52720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∵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w</m:t>
                          </m:r>
                          <m:r>
                            <a:rPr lang="en-IN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AF69FA1C-CD90-BBC5-B617-F8BA9100AC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42141" y="2321428"/>
                <a:ext cx="1851666" cy="527205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182F83C-2F2D-DD8E-2407-E9282D5ECDAD}"/>
                  </a:ext>
                </a:extLst>
              </p:cNvPr>
              <p:cNvSpPr/>
              <p:nvPr/>
            </p:nvSpPr>
            <p:spPr>
              <a:xfrm>
                <a:off x="6457381" y="4391958"/>
                <a:ext cx="4150709" cy="110776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z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2 </m:t>
                              </m:r>
                            </m:den>
                          </m:f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4 </m:t>
                              </m:r>
                            </m:den>
                          </m:f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182F83C-2F2D-DD8E-2407-E9282D5ECD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57381" y="4391958"/>
                <a:ext cx="4150709" cy="1107767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Rectangle 25">
            <a:extLst>
              <a:ext uri="{FF2B5EF4-FFF2-40B4-BE49-F238E27FC236}">
                <a16:creationId xmlns:a16="http://schemas.microsoft.com/office/drawing/2014/main" id="{B926194F-CCCA-D880-23FD-841779F4A515}"/>
              </a:ext>
            </a:extLst>
          </p:cNvPr>
          <p:cNvSpPr/>
          <p:nvPr/>
        </p:nvSpPr>
        <p:spPr>
          <a:xfrm>
            <a:off x="6457382" y="4381881"/>
            <a:ext cx="4150708" cy="1089860"/>
          </a:xfrm>
          <a:prstGeom prst="rect">
            <a:avLst/>
          </a:prstGeom>
          <a:noFill/>
          <a:ln w="38100">
            <a:solidFill>
              <a:srgbClr val="1D578F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601157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2" grpId="0"/>
      <p:bldP spid="15" grpId="0"/>
      <p:bldP spid="16" grpId="0" animBg="1"/>
      <p:bldP spid="18" grpId="0"/>
      <p:bldP spid="21" grpId="0"/>
      <p:bldP spid="24" grpId="0"/>
      <p:bldP spid="25" grpId="0"/>
      <p:bldP spid="26" grpId="0" animBg="1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A55DE2F0-022D-4BFB-85DA-E7E9D675A48B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Method:4</a:t>
                </a:r>
                <a14:m>
                  <m:oMath xmlns:m="http://schemas.openxmlformats.org/officeDocument/2006/math">
                    <m:r>
                      <a:rPr lang="en-IN" b="1" i="0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  <m:r>
                      <a:rPr lang="en-IN" b="1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dirty="0"/>
                  <a:t>Example:6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A55DE2F0-022D-4BFB-85DA-E7E9D675A48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6C3D183D-DA12-41D6-901D-0CC87746338B}"/>
              </a:ext>
            </a:extLst>
          </p:cNvPr>
          <p:cNvSpPr/>
          <p:nvPr/>
        </p:nvSpPr>
        <p:spPr>
          <a:xfrm>
            <a:off x="227999" y="871363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04C7585D-39D9-4239-BFB0-B9864C81FEE9}"/>
              </a:ext>
            </a:extLst>
          </p:cNvPr>
          <p:cNvSpPr/>
          <p:nvPr/>
        </p:nvSpPr>
        <p:spPr>
          <a:xfrm>
            <a:off x="227999" y="2167371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D157AA6B-7AC3-40C1-883E-D0CB1B27E601}"/>
              </a:ext>
            </a:extLst>
          </p:cNvPr>
          <p:cNvSpPr/>
          <p:nvPr/>
        </p:nvSpPr>
        <p:spPr>
          <a:xfrm>
            <a:off x="1979704" y="871363"/>
            <a:ext cx="8648539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Solve by using Gauss Elimination Method: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152D8A94-CC07-4617-86FD-7B7B3D96F4E3}"/>
                  </a:ext>
                </a:extLst>
              </p:cNvPr>
              <p:cNvSpPr/>
              <p:nvPr/>
            </p:nvSpPr>
            <p:spPr>
              <a:xfrm>
                <a:off x="1934818" y="1422975"/>
                <a:ext cx="2419312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152D8A94-CC07-4617-86FD-7B7B3D96F4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4818" y="1422975"/>
                <a:ext cx="2419312" cy="53985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58AA2829-054A-4F82-AEF8-EA49BC16378B}"/>
                  </a:ext>
                </a:extLst>
              </p:cNvPr>
              <p:cNvSpPr/>
              <p:nvPr/>
            </p:nvSpPr>
            <p:spPr>
              <a:xfrm>
                <a:off x="4261141" y="1428189"/>
                <a:ext cx="3193544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−3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58AA2829-054A-4F82-AEF8-EA49BC1637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1141" y="1428189"/>
                <a:ext cx="3193544" cy="53985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1C426E6B-8BC5-41F5-822C-493BEA220EC5}"/>
                  </a:ext>
                </a:extLst>
              </p:cNvPr>
              <p:cNvSpPr/>
              <p:nvPr/>
            </p:nvSpPr>
            <p:spPr>
              <a:xfrm>
                <a:off x="7171233" y="1422975"/>
                <a:ext cx="3193544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1C426E6B-8BC5-41F5-822C-493BEA220E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71233" y="1422975"/>
                <a:ext cx="3193544" cy="53985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665C9BB-B6F1-426C-A82E-93478E4FF903}"/>
                  </a:ext>
                </a:extLst>
              </p:cNvPr>
              <p:cNvSpPr/>
              <p:nvPr/>
            </p:nvSpPr>
            <p:spPr>
              <a:xfrm>
                <a:off x="2014583" y="2167371"/>
                <a:ext cx="9417167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The matrix representation of the above system is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𝐀𝐗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where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665C9BB-B6F1-426C-A82E-93478E4FF9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14583" y="2167371"/>
                <a:ext cx="9417167" cy="468000"/>
              </a:xfrm>
              <a:prstGeom prst="rect">
                <a:avLst/>
              </a:prstGeom>
              <a:blipFill>
                <a:blip r:embed="rId6"/>
                <a:stretch>
                  <a:fillRect l="-1294" t="-14474" b="-4868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5" name="Group 14">
            <a:extLst>
              <a:ext uri="{FF2B5EF4-FFF2-40B4-BE49-F238E27FC236}">
                <a16:creationId xmlns:a16="http://schemas.microsoft.com/office/drawing/2014/main" id="{98908C8F-0A38-4BDE-B951-94AD9BFCE9F3}"/>
              </a:ext>
            </a:extLst>
          </p:cNvPr>
          <p:cNvGrpSpPr/>
          <p:nvPr/>
        </p:nvGrpSpPr>
        <p:grpSpPr>
          <a:xfrm>
            <a:off x="2478331" y="2274318"/>
            <a:ext cx="3715541" cy="2392083"/>
            <a:chOff x="913001" y="3094005"/>
            <a:chExt cx="3715541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DB4D59F8-F7FA-4DB4-AD80-342DDC5F3088}"/>
                    </a:ext>
                  </a:extLst>
                </p:cNvPr>
                <p:cNvSpPr/>
                <p:nvPr/>
              </p:nvSpPr>
              <p:spPr>
                <a:xfrm>
                  <a:off x="913001" y="3909954"/>
                  <a:ext cx="965836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𝐀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DB4D59F8-F7FA-4DB4-AD80-342DDC5F308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3001" y="3909954"/>
                  <a:ext cx="965836" cy="711201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45F0178F-390A-4DE6-A822-59697CD9AB61}"/>
                    </a:ext>
                  </a:extLst>
                </p:cNvPr>
                <p:cNvSpPr/>
                <p:nvPr/>
              </p:nvSpPr>
              <p:spPr>
                <a:xfrm>
                  <a:off x="1327931" y="3094005"/>
                  <a:ext cx="3300611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45F0178F-390A-4DE6-A822-59697CD9AB6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327931" y="3094005"/>
                  <a:ext cx="3300611" cy="2392083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AF552E48-78CA-4697-B42B-DAD3D2EA6F39}"/>
                  </a:ext>
                </a:extLst>
              </p:cNvPr>
              <p:cNvSpPr/>
              <p:nvPr/>
            </p:nvSpPr>
            <p:spPr>
              <a:xfrm>
                <a:off x="6183699" y="3115458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𝐗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AF552E48-78CA-4697-B42B-DAD3D2EA6F3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83699" y="3115458"/>
                <a:ext cx="965836" cy="711201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0EFABD79-AFB3-4FAE-9DA1-E58872E16C6D}"/>
                  </a:ext>
                </a:extLst>
              </p:cNvPr>
              <p:cNvSpPr/>
              <p:nvPr/>
            </p:nvSpPr>
            <p:spPr>
              <a:xfrm>
                <a:off x="8735157" y="3135964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𝐁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0EFABD79-AFB3-4FAE-9DA1-E58872E16C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35157" y="3135964"/>
                <a:ext cx="965836" cy="711201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Rectangle 19">
            <a:extLst>
              <a:ext uri="{FF2B5EF4-FFF2-40B4-BE49-F238E27FC236}">
                <a16:creationId xmlns:a16="http://schemas.microsoft.com/office/drawing/2014/main" id="{EA25F481-D3E0-4D73-8951-562AAFB8D697}"/>
              </a:ext>
            </a:extLst>
          </p:cNvPr>
          <p:cNvSpPr/>
          <p:nvPr/>
        </p:nvSpPr>
        <p:spPr>
          <a:xfrm>
            <a:off x="7935987" y="3149915"/>
            <a:ext cx="965836" cy="7112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IN" sz="2800" b="0" i="0" dirty="0">
                <a:solidFill>
                  <a:srgbClr val="002060"/>
                </a:solidFill>
                <a:latin typeface="+mj-lt"/>
                <a:ea typeface="Cambria Math" panose="02040503050406030204" pitchFamily="18" charset="0"/>
              </a:rPr>
              <a:t>and</a:t>
            </a:r>
            <a:endParaRPr lang="en-IN" sz="2800" dirty="0">
              <a:solidFill>
                <a:srgbClr val="FF0000"/>
              </a:solidFill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15AB380-53C6-4949-A175-3F8722A84284}"/>
              </a:ext>
            </a:extLst>
          </p:cNvPr>
          <p:cNvGrpSpPr/>
          <p:nvPr/>
        </p:nvGrpSpPr>
        <p:grpSpPr>
          <a:xfrm>
            <a:off x="9316123" y="2576061"/>
            <a:ext cx="1438267" cy="1765923"/>
            <a:chOff x="7647356" y="3365475"/>
            <a:chExt cx="1438267" cy="176592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1DE038B9-D937-4301-86E6-587DF4FB614A}"/>
                    </a:ext>
                  </a:extLst>
                </p:cNvPr>
                <p:cNvSpPr/>
                <p:nvPr/>
              </p:nvSpPr>
              <p:spPr>
                <a:xfrm>
                  <a:off x="7647356" y="3365475"/>
                  <a:ext cx="1438267" cy="176592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</m:e>
                              </m:mr>
                              <m:mr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e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1DE038B9-D937-4301-86E6-587DF4FB614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647356" y="3365475"/>
                  <a:ext cx="1438267" cy="1765923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05C92335-0407-4F93-AAC3-D43567042A9C}"/>
                </a:ext>
              </a:extLst>
            </p:cNvPr>
            <p:cNvGrpSpPr/>
            <p:nvPr/>
          </p:nvGrpSpPr>
          <p:grpSpPr>
            <a:xfrm>
              <a:off x="7850034" y="3546436"/>
              <a:ext cx="780294" cy="1494913"/>
              <a:chOff x="3562728" y="4816582"/>
              <a:chExt cx="780294" cy="149491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id="{C787F218-57AB-4D0C-9067-6CE595849CAA}"/>
                      </a:ext>
                    </a:extLst>
                  </p:cNvPr>
                  <p:cNvSpPr/>
                  <p:nvPr/>
                </p:nvSpPr>
                <p:spPr>
                  <a:xfrm>
                    <a:off x="3608773" y="4816582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   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id="{C787F218-57AB-4D0C-9067-6CE595849CA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08773" y="4816582"/>
                    <a:ext cx="717113" cy="468000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" name="Rectangle 24">
                    <a:extLst>
                      <a:ext uri="{FF2B5EF4-FFF2-40B4-BE49-F238E27FC236}">
                        <a16:creationId xmlns:a16="http://schemas.microsoft.com/office/drawing/2014/main" id="{844C7CC3-2C4B-4B88-8A94-40A9355D1175}"/>
                      </a:ext>
                    </a:extLst>
                  </p:cNvPr>
                  <p:cNvSpPr/>
                  <p:nvPr/>
                </p:nvSpPr>
                <p:spPr>
                  <a:xfrm>
                    <a:off x="3625909" y="5284582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5" name="Rectangle 24">
                    <a:extLst>
                      <a:ext uri="{FF2B5EF4-FFF2-40B4-BE49-F238E27FC236}">
                        <a16:creationId xmlns:a16="http://schemas.microsoft.com/office/drawing/2014/main" id="{844C7CC3-2C4B-4B88-8A94-40A9355D117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25909" y="5284582"/>
                    <a:ext cx="717113" cy="468000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" name="Rectangle 25">
                    <a:extLst>
                      <a:ext uri="{FF2B5EF4-FFF2-40B4-BE49-F238E27FC236}">
                        <a16:creationId xmlns:a16="http://schemas.microsoft.com/office/drawing/2014/main" id="{0D374440-EDC6-427A-AA0C-FA28FB57C0DA}"/>
                      </a:ext>
                    </a:extLst>
                  </p:cNvPr>
                  <p:cNvSpPr/>
                  <p:nvPr/>
                </p:nvSpPr>
                <p:spPr>
                  <a:xfrm>
                    <a:off x="3562728" y="5843495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    5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6" name="Rectangle 25">
                    <a:extLst>
                      <a:ext uri="{FF2B5EF4-FFF2-40B4-BE49-F238E27FC236}">
                        <a16:creationId xmlns:a16="http://schemas.microsoft.com/office/drawing/2014/main" id="{0D374440-EDC6-427A-AA0C-FA28FB57C0D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62728" y="5843495"/>
                    <a:ext cx="717113" cy="468000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7430B66-443D-4788-B1D0-81F4ED9DD0EF}"/>
              </a:ext>
            </a:extLst>
          </p:cNvPr>
          <p:cNvGrpSpPr/>
          <p:nvPr/>
        </p:nvGrpSpPr>
        <p:grpSpPr>
          <a:xfrm>
            <a:off x="6774683" y="2587397"/>
            <a:ext cx="1438267" cy="1765923"/>
            <a:chOff x="5141077" y="3457054"/>
            <a:chExt cx="1438267" cy="176592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88B1C635-91F2-42D2-A989-A9D0D45D271A}"/>
                    </a:ext>
                  </a:extLst>
                </p:cNvPr>
                <p:cNvSpPr/>
                <p:nvPr/>
              </p:nvSpPr>
              <p:spPr>
                <a:xfrm>
                  <a:off x="5141077" y="3457054"/>
                  <a:ext cx="1438267" cy="176592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</m:e>
                              </m:mr>
                              <m:mr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e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88B1C635-91F2-42D2-A989-A9D0D45D271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41077" y="3457054"/>
                  <a:ext cx="1438267" cy="1765923"/>
                </a:xfrm>
                <a:prstGeom prst="rect">
                  <a:avLst/>
                </a:prstGeom>
                <a:blipFill>
                  <a:blip r:embed="rId1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1642D468-5B0D-4C22-9892-254E9C70E2DE}"/>
                </a:ext>
              </a:extLst>
            </p:cNvPr>
            <p:cNvGrpSpPr/>
            <p:nvPr/>
          </p:nvGrpSpPr>
          <p:grpSpPr>
            <a:xfrm>
              <a:off x="5447051" y="3556830"/>
              <a:ext cx="732584" cy="1560196"/>
              <a:chOff x="3668692" y="4802979"/>
              <a:chExt cx="732584" cy="1560196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" name="Rectangle 29">
                    <a:extLst>
                      <a:ext uri="{FF2B5EF4-FFF2-40B4-BE49-F238E27FC236}">
                        <a16:creationId xmlns:a16="http://schemas.microsoft.com/office/drawing/2014/main" id="{A591F988-CC75-4498-B4CC-ABC83AD57FF1}"/>
                      </a:ext>
                    </a:extLst>
                  </p:cNvPr>
                  <p:cNvSpPr/>
                  <p:nvPr/>
                </p:nvSpPr>
                <p:spPr>
                  <a:xfrm>
                    <a:off x="3668692" y="4802979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99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0" name="Rectangle 29">
                    <a:extLst>
                      <a:ext uri="{FF2B5EF4-FFF2-40B4-BE49-F238E27FC236}">
                        <a16:creationId xmlns:a16="http://schemas.microsoft.com/office/drawing/2014/main" id="{A591F988-CC75-4498-B4CC-ABC83AD57F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68692" y="4802979"/>
                    <a:ext cx="717113" cy="468000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" name="Rectangle 30">
                    <a:extLst>
                      <a:ext uri="{FF2B5EF4-FFF2-40B4-BE49-F238E27FC236}">
                        <a16:creationId xmlns:a16="http://schemas.microsoft.com/office/drawing/2014/main" id="{D865687C-9DB3-4B53-BF81-7014119E8AC9}"/>
                      </a:ext>
                    </a:extLst>
                  </p:cNvPr>
                  <p:cNvSpPr/>
                  <p:nvPr/>
                </p:nvSpPr>
                <p:spPr>
                  <a:xfrm>
                    <a:off x="3684163" y="5386411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70C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1" name="Rectangle 30">
                    <a:extLst>
                      <a:ext uri="{FF2B5EF4-FFF2-40B4-BE49-F238E27FC236}">
                        <a16:creationId xmlns:a16="http://schemas.microsoft.com/office/drawing/2014/main" id="{D865687C-9DB3-4B53-BF81-7014119E8AC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84163" y="5386411"/>
                    <a:ext cx="717113" cy="468000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2" name="Rectangle 31">
                    <a:extLst>
                      <a:ext uri="{FF2B5EF4-FFF2-40B4-BE49-F238E27FC236}">
                        <a16:creationId xmlns:a16="http://schemas.microsoft.com/office/drawing/2014/main" id="{BD72AB20-6A84-442D-BCC1-9ECA84789FEE}"/>
                      </a:ext>
                    </a:extLst>
                  </p:cNvPr>
                  <p:cNvSpPr/>
                  <p:nvPr/>
                </p:nvSpPr>
                <p:spPr>
                  <a:xfrm>
                    <a:off x="3674514" y="5895175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2" name="Rectangle 31">
                    <a:extLst>
                      <a:ext uri="{FF2B5EF4-FFF2-40B4-BE49-F238E27FC236}">
                        <a16:creationId xmlns:a16="http://schemas.microsoft.com/office/drawing/2014/main" id="{BD72AB20-6A84-442D-BCC1-9ECA84789FE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74514" y="5895175"/>
                    <a:ext cx="717113" cy="468000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C58ED5A1-AE34-40C6-82D9-379114A95851}"/>
                  </a:ext>
                </a:extLst>
              </p:cNvPr>
              <p:cNvSpPr/>
              <p:nvPr/>
            </p:nvSpPr>
            <p:spPr>
              <a:xfrm>
                <a:off x="3569132" y="3732583"/>
                <a:ext cx="2078457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 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C58ED5A1-AE34-40C6-82D9-379114A958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69132" y="3732583"/>
                <a:ext cx="207845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995DD10E-A9C2-4462-ADDF-65C207A8B8DE}"/>
                  </a:ext>
                </a:extLst>
              </p:cNvPr>
              <p:cNvSpPr/>
              <p:nvPr/>
            </p:nvSpPr>
            <p:spPr>
              <a:xfrm>
                <a:off x="3347114" y="3241852"/>
                <a:ext cx="2336967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</m:t>
                      </m:r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−3</m:t>
                      </m:r>
                    </m:oMath>
                  </m:oMathPara>
                </a14:m>
                <a:endParaRPr lang="en-IN" sz="2800" dirty="0">
                  <a:solidFill>
                    <a:schemeClr val="accent5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995DD10E-A9C2-4462-ADDF-65C207A8B8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47114" y="3241852"/>
                <a:ext cx="233696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FD4211EF-8F10-4810-B519-2309E14696E7}"/>
                  </a:ext>
                </a:extLst>
              </p:cNvPr>
              <p:cNvSpPr/>
              <p:nvPr/>
            </p:nvSpPr>
            <p:spPr>
              <a:xfrm>
                <a:off x="3659296" y="2757688"/>
                <a:ext cx="1918346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FD4211EF-8F10-4810-B519-2309E14696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9296" y="2757688"/>
                <a:ext cx="1918346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9" name="Rectangle 48">
            <a:extLst>
              <a:ext uri="{FF2B5EF4-FFF2-40B4-BE49-F238E27FC236}">
                <a16:creationId xmlns:a16="http://schemas.microsoft.com/office/drawing/2014/main" id="{B1F241D7-EF01-40B9-86C2-1FC05D96D6C6}"/>
              </a:ext>
            </a:extLst>
          </p:cNvPr>
          <p:cNvSpPr/>
          <p:nvPr/>
        </p:nvSpPr>
        <p:spPr>
          <a:xfrm>
            <a:off x="2117875" y="4327122"/>
            <a:ext cx="4646384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Consider the Augmented Matrix</a:t>
            </a:r>
            <a:endParaRPr lang="en-IN" sz="2800" b="1" dirty="0">
              <a:solidFill>
                <a:srgbClr val="002060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7E70F7D-20E0-4D59-AC71-04018F499761}"/>
              </a:ext>
            </a:extLst>
          </p:cNvPr>
          <p:cNvGrpSpPr/>
          <p:nvPr/>
        </p:nvGrpSpPr>
        <p:grpSpPr>
          <a:xfrm>
            <a:off x="2027654" y="5357172"/>
            <a:ext cx="1944546" cy="471208"/>
            <a:chOff x="2027654" y="5357172"/>
            <a:chExt cx="1944546" cy="47120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id="{117DCA8D-0548-42B9-A1EA-C66F8819A42F}"/>
                    </a:ext>
                  </a:extLst>
                </p:cNvPr>
                <p:cNvSpPr/>
                <p:nvPr/>
              </p:nvSpPr>
              <p:spPr>
                <a:xfrm>
                  <a:off x="2027654" y="5357172"/>
                  <a:ext cx="14592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sz="2800" b="0" i="1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 b="0" i="0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id="{117DCA8D-0548-42B9-A1EA-C66F8819A42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27654" y="5357172"/>
                  <a:ext cx="1459235" cy="468000"/>
                </a:xfrm>
                <a:prstGeom prst="rect">
                  <a:avLst/>
                </a:prstGeom>
                <a:blipFill>
                  <a:blip r:embed="rId2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77A1E623-4C07-4125-A588-7F047647E764}"/>
                    </a:ext>
                  </a:extLst>
                </p:cNvPr>
                <p:cNvSpPr/>
                <p:nvPr/>
              </p:nvSpPr>
              <p:spPr>
                <a:xfrm>
                  <a:off x="3255087" y="5360380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77A1E623-4C07-4125-A588-7F047647E76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55087" y="5360380"/>
                  <a:ext cx="717113" cy="468000"/>
                </a:xfrm>
                <a:prstGeom prst="rect">
                  <a:avLst/>
                </a:prstGeom>
                <a:blipFill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FBE76F48-6569-4DEF-A6E4-2FF16FBA8861}"/>
                  </a:ext>
                </a:extLst>
              </p:cNvPr>
              <p:cNvSpPr/>
              <p:nvPr/>
            </p:nvSpPr>
            <p:spPr>
              <a:xfrm>
                <a:off x="3725556" y="4434543"/>
                <a:ext cx="3884367" cy="23920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/>
                            <m:e>
                              <m:eqArr>
                                <m:eqArrPr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</m:eqAr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             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FBE76F48-6569-4DEF-A6E4-2FF16FBA88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25556" y="4434543"/>
                <a:ext cx="3884367" cy="239208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C1DE3CDB-5269-4A5D-BE88-EE11D4F8AA1F}"/>
              </a:ext>
            </a:extLst>
          </p:cNvPr>
          <p:cNvCxnSpPr/>
          <p:nvPr/>
        </p:nvCxnSpPr>
        <p:spPr>
          <a:xfrm>
            <a:off x="6382489" y="4950938"/>
            <a:ext cx="0" cy="145608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Group 57">
            <a:extLst>
              <a:ext uri="{FF2B5EF4-FFF2-40B4-BE49-F238E27FC236}">
                <a16:creationId xmlns:a16="http://schemas.microsoft.com/office/drawing/2014/main" id="{2B808A7A-E19A-43C1-A6CE-26B696000614}"/>
              </a:ext>
            </a:extLst>
          </p:cNvPr>
          <p:cNvGrpSpPr/>
          <p:nvPr/>
        </p:nvGrpSpPr>
        <p:grpSpPr>
          <a:xfrm>
            <a:off x="9670073" y="2742719"/>
            <a:ext cx="730365" cy="1599265"/>
            <a:chOff x="3668692" y="4815858"/>
            <a:chExt cx="730365" cy="159926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EA24B104-75B4-4D0A-A0B0-258710075E8A}"/>
                    </a:ext>
                  </a:extLst>
                </p:cNvPr>
                <p:cNvSpPr/>
                <p:nvPr/>
              </p:nvSpPr>
              <p:spPr>
                <a:xfrm>
                  <a:off x="3681944" y="481585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EA24B104-75B4-4D0A-A0B0-258710075E8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81944" y="4815858"/>
                  <a:ext cx="717113" cy="468000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BE01CFD1-FC34-481B-9C97-07830AA04960}"/>
                    </a:ext>
                  </a:extLst>
                </p:cNvPr>
                <p:cNvSpPr/>
                <p:nvPr/>
              </p:nvSpPr>
              <p:spPr>
                <a:xfrm>
                  <a:off x="3668692" y="5393069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BE01CFD1-FC34-481B-9C97-07830AA0496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8692" y="5393069"/>
                  <a:ext cx="717113" cy="468000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id="{B4757A95-B36C-4350-B79D-B739783D1DFE}"/>
                    </a:ext>
                  </a:extLst>
                </p:cNvPr>
                <p:cNvSpPr/>
                <p:nvPr/>
              </p:nvSpPr>
              <p:spPr>
                <a:xfrm>
                  <a:off x="3674514" y="594712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id="{B4757A95-B36C-4350-B79D-B739783D1DF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4514" y="5947123"/>
                  <a:ext cx="717113" cy="468000"/>
                </a:xfrm>
                <a:prstGeom prst="rect">
                  <a:avLst/>
                </a:prstGeom>
                <a:blipFill>
                  <a:blip r:embed="rId2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62" name="Right Arrow 3">
            <a:extLst>
              <a:ext uri="{FF2B5EF4-FFF2-40B4-BE49-F238E27FC236}">
                <a16:creationId xmlns:a16="http://schemas.microsoft.com/office/drawing/2014/main" id="{B71E91BC-1D6F-4F75-8A1A-76D2F536EFCC}"/>
              </a:ext>
            </a:extLst>
          </p:cNvPr>
          <p:cNvSpPr/>
          <p:nvPr/>
        </p:nvSpPr>
        <p:spPr>
          <a:xfrm flipV="1">
            <a:off x="1402927" y="4363947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58776B9-5F6D-41B8-BE62-BED6FA1A05E6}"/>
              </a:ext>
            </a:extLst>
          </p:cNvPr>
          <p:cNvGrpSpPr/>
          <p:nvPr/>
        </p:nvGrpSpPr>
        <p:grpSpPr>
          <a:xfrm>
            <a:off x="3381309" y="2775458"/>
            <a:ext cx="2336967" cy="1589506"/>
            <a:chOff x="3951574" y="4872966"/>
            <a:chExt cx="2336967" cy="158950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DCA0464F-D308-4552-8F48-3E26BE752290}"/>
                    </a:ext>
                  </a:extLst>
                </p:cNvPr>
                <p:cNvSpPr/>
                <p:nvPr/>
              </p:nvSpPr>
              <p:spPr>
                <a:xfrm>
                  <a:off x="4196183" y="5939252"/>
                  <a:ext cx="207845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DCA0464F-D308-4552-8F48-3E26BE75229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96183" y="5939252"/>
                  <a:ext cx="2078457" cy="523220"/>
                </a:xfrm>
                <a:prstGeom prst="rect">
                  <a:avLst/>
                </a:prstGeom>
                <a:blipFill>
                  <a:blip r:embed="rId2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31DE3219-45FE-41AD-8F61-25AF8E101128}"/>
                    </a:ext>
                  </a:extLst>
                </p:cNvPr>
                <p:cNvSpPr/>
                <p:nvPr/>
              </p:nvSpPr>
              <p:spPr>
                <a:xfrm>
                  <a:off x="3951574" y="5412581"/>
                  <a:ext cx="233696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−3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31DE3219-45FE-41AD-8F61-25AF8E10112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51574" y="5412581"/>
                  <a:ext cx="2336967" cy="523220"/>
                </a:xfrm>
                <a:prstGeom prst="rect">
                  <a:avLst/>
                </a:prstGeom>
                <a:blipFill>
                  <a:blip r:embed="rId2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2ACD6928-2E84-4746-BAFD-D52A2A0FAA19}"/>
                    </a:ext>
                  </a:extLst>
                </p:cNvPr>
                <p:cNvSpPr/>
                <p:nvPr/>
              </p:nvSpPr>
              <p:spPr>
                <a:xfrm>
                  <a:off x="4249735" y="4872966"/>
                  <a:ext cx="1996893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2ACD6928-2E84-4746-BAFD-D52A2A0FAA1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49735" y="4872966"/>
                  <a:ext cx="1996893" cy="523220"/>
                </a:xfrm>
                <a:prstGeom prst="rect">
                  <a:avLst/>
                </a:prstGeom>
                <a:blipFill>
                  <a:blip r:embed="rId3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30216650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78 -0.00717 L 0.04231 0.29931 " pathEditMode="relative" rAng="0" ptsTypes="AA">
                                      <p:cBhvr>
                                        <p:cTn id="64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48" y="15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2000"/>
                            </p:stCondLst>
                            <p:childTnLst>
                              <p:par>
                                <p:cTn id="6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2500"/>
                            </p:stCondLst>
                            <p:childTnLst>
                              <p:par>
                                <p:cTn id="7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500"/>
                            </p:stCondLst>
                            <p:childTnLst>
                              <p:par>
                                <p:cTn id="73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4.81481E-6 L -0.2668 0.29699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346" y="1483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8" grpId="0"/>
      <p:bldP spid="19" grpId="0"/>
      <p:bldP spid="20" grpId="0"/>
      <p:bldP spid="33" grpId="0"/>
      <p:bldP spid="34" grpId="0"/>
      <p:bldP spid="35" grpId="0"/>
      <p:bldP spid="49" grpId="0"/>
      <p:bldP spid="52" grpId="0"/>
      <p:bldP spid="62" grpId="0" animBg="1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8A61520C-972A-4DD9-8339-77FA23A3AE21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Example:6(Continue) 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8A61520C-972A-4DD9-8339-77FA23A3AE2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F11AFB4B-E2A9-46A5-8A56-E9A19B5EFE85}"/>
                  </a:ext>
                </a:extLst>
              </p:cNvPr>
              <p:cNvSpPr/>
              <p:nvPr/>
            </p:nvSpPr>
            <p:spPr>
              <a:xfrm>
                <a:off x="2629239" y="1411232"/>
                <a:ext cx="1459235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begChr m:val=""/>
                              <m:endChr m:val="|"/>
                              <m:ctrlPr>
                                <a:rPr lang="en-IN" sz="28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  <m:r>
                                <a:rPr lang="en-IN" sz="2800" b="0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F11AFB4B-E2A9-46A5-8A56-E9A19B5EFE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29239" y="1411232"/>
                <a:ext cx="1459235" cy="468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E1D16199-D324-442B-B396-407B869DDC1C}"/>
                  </a:ext>
                </a:extLst>
              </p:cNvPr>
              <p:cNvSpPr/>
              <p:nvPr/>
            </p:nvSpPr>
            <p:spPr>
              <a:xfrm>
                <a:off x="3838183" y="1411232"/>
                <a:ext cx="71711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E1D16199-D324-442B-B396-407B869DDC1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8183" y="1411232"/>
                <a:ext cx="717113" cy="468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AC5F403-F620-4B03-BDAF-4C3899910C26}"/>
                  </a:ext>
                </a:extLst>
              </p:cNvPr>
              <p:cNvSpPr/>
              <p:nvPr/>
            </p:nvSpPr>
            <p:spPr>
              <a:xfrm>
                <a:off x="4308652" y="511899"/>
                <a:ext cx="3884367" cy="23920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/>
                            <m:e>
                              <m:eqArr>
                                <m:eqArrPr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</m:eqAr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             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AC5F403-F620-4B03-BDAF-4C3899910C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8652" y="511899"/>
                <a:ext cx="3884367" cy="239208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7299958-3BCF-4707-95BA-F84E35EBF576}"/>
              </a:ext>
            </a:extLst>
          </p:cNvPr>
          <p:cNvCxnSpPr>
            <a:cxnSpLocks/>
          </p:cNvCxnSpPr>
          <p:nvPr/>
        </p:nvCxnSpPr>
        <p:spPr>
          <a:xfrm>
            <a:off x="6992089" y="977532"/>
            <a:ext cx="0" cy="1510428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>
            <a:extLst>
              <a:ext uri="{FF2B5EF4-FFF2-40B4-BE49-F238E27FC236}">
                <a16:creationId xmlns:a16="http://schemas.microsoft.com/office/drawing/2014/main" id="{AF7CA023-04E9-4F28-8B11-D14D16093A5C}"/>
              </a:ext>
            </a:extLst>
          </p:cNvPr>
          <p:cNvGrpSpPr/>
          <p:nvPr/>
        </p:nvGrpSpPr>
        <p:grpSpPr>
          <a:xfrm>
            <a:off x="7039032" y="964697"/>
            <a:ext cx="732009" cy="1547491"/>
            <a:chOff x="7039032" y="964697"/>
            <a:chExt cx="732009" cy="1547491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9C84ADD2-DDC5-4F42-B7B1-355E9029C82C}"/>
                    </a:ext>
                  </a:extLst>
                </p:cNvPr>
                <p:cNvSpPr/>
                <p:nvPr/>
              </p:nvSpPr>
              <p:spPr>
                <a:xfrm>
                  <a:off x="7052284" y="964697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9C84ADD2-DDC5-4F42-B7B1-355E9029C82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52284" y="964697"/>
                  <a:ext cx="717113" cy="468000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78BD0CE2-EB8A-410F-8F15-315F693AA3ED}"/>
                    </a:ext>
                  </a:extLst>
                </p:cNvPr>
                <p:cNvSpPr/>
                <p:nvPr/>
              </p:nvSpPr>
              <p:spPr>
                <a:xfrm>
                  <a:off x="7039032" y="1502152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78BD0CE2-EB8A-410F-8F15-315F693AA3E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39032" y="1502152"/>
                  <a:ext cx="717113" cy="468000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D58D-FC5A-4182-957A-7B96452499C7}"/>
                    </a:ext>
                  </a:extLst>
                </p:cNvPr>
                <p:cNvSpPr/>
                <p:nvPr/>
              </p:nvSpPr>
              <p:spPr>
                <a:xfrm>
                  <a:off x="7053928" y="204418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D58D-FC5A-4182-957A-7B96452499C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53928" y="2044188"/>
                  <a:ext cx="717113" cy="468000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B6E6C650-75F2-44E5-9B06-19169D1107C7}"/>
              </a:ext>
            </a:extLst>
          </p:cNvPr>
          <p:cNvGrpSpPr/>
          <p:nvPr/>
        </p:nvGrpSpPr>
        <p:grpSpPr>
          <a:xfrm>
            <a:off x="4481887" y="951581"/>
            <a:ext cx="2336967" cy="1589506"/>
            <a:chOff x="4481887" y="951581"/>
            <a:chExt cx="2336967" cy="158950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19E6A7B0-69F5-4417-9F3A-E35E5C70DC4B}"/>
                    </a:ext>
                  </a:extLst>
                </p:cNvPr>
                <p:cNvSpPr/>
                <p:nvPr/>
              </p:nvSpPr>
              <p:spPr>
                <a:xfrm>
                  <a:off x="4726496" y="2017867"/>
                  <a:ext cx="207845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19E6A7B0-69F5-4417-9F3A-E35E5C70DC4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26496" y="2017867"/>
                  <a:ext cx="2078457" cy="523220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E3BB8A69-5A97-445A-BAEC-759F09402931}"/>
                    </a:ext>
                  </a:extLst>
                </p:cNvPr>
                <p:cNvSpPr/>
                <p:nvPr/>
              </p:nvSpPr>
              <p:spPr>
                <a:xfrm>
                  <a:off x="4481887" y="1491196"/>
                  <a:ext cx="233696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−3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E3BB8A69-5A97-445A-BAEC-759F0940293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81887" y="1491196"/>
                  <a:ext cx="2336967" cy="523220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D6D84DA5-2AF1-443A-AE88-B81640DA43A6}"/>
                    </a:ext>
                  </a:extLst>
                </p:cNvPr>
                <p:cNvSpPr/>
                <p:nvPr/>
              </p:nvSpPr>
              <p:spPr>
                <a:xfrm>
                  <a:off x="4780048" y="951581"/>
                  <a:ext cx="1996893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D6D84DA5-2AF1-443A-AE88-B81640DA43A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80048" y="951581"/>
                  <a:ext cx="1996893" cy="523220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Content Placeholder 4">
                <a:extLst>
                  <a:ext uri="{FF2B5EF4-FFF2-40B4-BE49-F238E27FC236}">
                    <a16:creationId xmlns:a16="http://schemas.microsoft.com/office/drawing/2014/main" id="{22CEF6B8-9739-4FD6-A04C-359A0145E3B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300007" y="3241523"/>
                <a:ext cx="789227" cy="57362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𝟏𝟑</m:t>
                          </m:r>
                        </m:sub>
                      </m:sSub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9" name="Content Placeholder 4">
                <a:extLst>
                  <a:ext uri="{FF2B5EF4-FFF2-40B4-BE49-F238E27FC236}">
                    <a16:creationId xmlns:a16="http://schemas.microsoft.com/office/drawing/2014/main" id="{22CEF6B8-9739-4FD6-A04C-359A0145E3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00007" y="3241523"/>
                <a:ext cx="789227" cy="573626"/>
              </a:xfrm>
              <a:prstGeom prst="rect">
                <a:avLst/>
              </a:prstGeom>
              <a:blipFill>
                <a:blip r:embed="rId12"/>
                <a:stretch>
                  <a:fillRect l="-7752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9A4FC081-6CEE-4EC1-81BF-F478B8873F4A}"/>
                  </a:ext>
                </a:extLst>
              </p:cNvPr>
              <p:cNvSpPr/>
              <p:nvPr/>
            </p:nvSpPr>
            <p:spPr>
              <a:xfrm>
                <a:off x="8417771" y="1031193"/>
                <a:ext cx="537397" cy="374562"/>
              </a:xfrm>
              <a:prstGeom prst="rect">
                <a:avLst/>
              </a:prstGeom>
              <a:gradFill>
                <a:gsLst>
                  <a:gs pos="10000">
                    <a:srgbClr val="0E47A1"/>
                  </a:gs>
                  <a:gs pos="100000">
                    <a:srgbClr val="03A9F5"/>
                  </a:gs>
                </a:gsLst>
                <a:lin ang="10800000" scaled="1"/>
              </a:gradFill>
              <a:ln>
                <a:noFill/>
              </a:ln>
              <a:effectLst/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:r>
                  <a:rPr lang="en-IN" sz="2800" dirty="0">
                    <a:solidFill>
                      <a:schemeClr val="bg1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9A4FC081-6CEE-4EC1-81BF-F478B8873F4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17771" y="1031193"/>
                <a:ext cx="537397" cy="374562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  <a:effectLst/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46BFBF5-2AC2-4621-8C5E-09CEC01A762F}"/>
              </a:ext>
            </a:extLst>
          </p:cNvPr>
          <p:cNvSpPr/>
          <p:nvPr/>
        </p:nvSpPr>
        <p:spPr>
          <a:xfrm>
            <a:off x="5263112" y="1018442"/>
            <a:ext cx="2336968" cy="379735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00ACE2C8-469E-43E1-A4AF-30B78065F661}"/>
              </a:ext>
            </a:extLst>
          </p:cNvPr>
          <p:cNvCxnSpPr>
            <a:cxnSpLocks/>
          </p:cNvCxnSpPr>
          <p:nvPr/>
        </p:nvCxnSpPr>
        <p:spPr>
          <a:xfrm>
            <a:off x="7609729" y="1218474"/>
            <a:ext cx="813335" cy="0"/>
          </a:xfrm>
          <a:prstGeom prst="straightConnector1">
            <a:avLst/>
          </a:prstGeom>
          <a:ln w="3810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5BD7D881-591C-4755-BEEA-98D6A3168C8B}"/>
              </a:ext>
            </a:extLst>
          </p:cNvPr>
          <p:cNvSpPr/>
          <p:nvPr/>
        </p:nvSpPr>
        <p:spPr>
          <a:xfrm>
            <a:off x="5258867" y="1024442"/>
            <a:ext cx="628769" cy="37752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002060"/>
              </a:solidFill>
            </a:endParaRPr>
          </a:p>
        </p:txBody>
      </p: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A4F26D4A-203F-4452-A3DB-A71A8BCB7C62}"/>
              </a:ext>
            </a:extLst>
          </p:cNvPr>
          <p:cNvSpPr/>
          <p:nvPr/>
        </p:nvSpPr>
        <p:spPr>
          <a:xfrm>
            <a:off x="4764388" y="1562716"/>
            <a:ext cx="451509" cy="37752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002060"/>
              </a:solidFill>
            </a:endParaRPr>
          </a:p>
        </p:txBody>
      </p: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3FE39121-784D-42C9-82C9-9E1DB5A69D9A}"/>
              </a:ext>
            </a:extLst>
          </p:cNvPr>
          <p:cNvSpPr/>
          <p:nvPr/>
        </p:nvSpPr>
        <p:spPr>
          <a:xfrm>
            <a:off x="4776642" y="1567820"/>
            <a:ext cx="2979501" cy="379735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6E44CD39-EC28-4FCC-988D-020794CB4CC9}"/>
                  </a:ext>
                </a:extLst>
              </p:cNvPr>
              <p:cNvSpPr/>
              <p:nvPr/>
            </p:nvSpPr>
            <p:spPr>
              <a:xfrm>
                <a:off x="8544132" y="1553452"/>
                <a:ext cx="537397" cy="374562"/>
              </a:xfrm>
              <a:prstGeom prst="rect">
                <a:avLst/>
              </a:prstGeom>
              <a:gradFill>
                <a:gsLst>
                  <a:gs pos="10000">
                    <a:srgbClr val="0E47A1"/>
                  </a:gs>
                  <a:gs pos="100000">
                    <a:srgbClr val="03A9F5"/>
                  </a:gs>
                </a:gsLst>
                <a:lin ang="10800000" scaled="1"/>
              </a:gradFill>
              <a:ln>
                <a:noFill/>
              </a:ln>
              <a:effectLst/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:r>
                  <a:rPr lang="en-IN" sz="2800" dirty="0">
                    <a:solidFill>
                      <a:schemeClr val="bg1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6E44CD39-EC28-4FCC-988D-020794CB4C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44132" y="1553452"/>
                <a:ext cx="537397" cy="374562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  <a:effectLst/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B749F829-2E44-4860-B3B6-65A5024B1A77}"/>
              </a:ext>
            </a:extLst>
          </p:cNvPr>
          <p:cNvCxnSpPr>
            <a:cxnSpLocks/>
          </p:cNvCxnSpPr>
          <p:nvPr/>
        </p:nvCxnSpPr>
        <p:spPr>
          <a:xfrm>
            <a:off x="7751588" y="1740733"/>
            <a:ext cx="813335" cy="0"/>
          </a:xfrm>
          <a:prstGeom prst="straightConnector1">
            <a:avLst/>
          </a:prstGeom>
          <a:ln w="3810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Rectangle: Rounded Corners 54">
            <a:extLst>
              <a:ext uri="{FF2B5EF4-FFF2-40B4-BE49-F238E27FC236}">
                <a16:creationId xmlns:a16="http://schemas.microsoft.com/office/drawing/2014/main" id="{9D821EA1-97FD-4514-90DA-442FE5E61A95}"/>
              </a:ext>
            </a:extLst>
          </p:cNvPr>
          <p:cNvSpPr/>
          <p:nvPr/>
        </p:nvSpPr>
        <p:spPr>
          <a:xfrm>
            <a:off x="4805809" y="2109885"/>
            <a:ext cx="451509" cy="34057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rgbClr val="002060"/>
              </a:solidFill>
            </a:endParaRPr>
          </a:p>
        </p:txBody>
      </p:sp>
      <p:sp>
        <p:nvSpPr>
          <p:cNvPr id="56" name="Rectangle: Rounded Corners 55">
            <a:extLst>
              <a:ext uri="{FF2B5EF4-FFF2-40B4-BE49-F238E27FC236}">
                <a16:creationId xmlns:a16="http://schemas.microsoft.com/office/drawing/2014/main" id="{67B07E06-B2B5-413A-82A9-34C11168180E}"/>
              </a:ext>
            </a:extLst>
          </p:cNvPr>
          <p:cNvSpPr/>
          <p:nvPr/>
        </p:nvSpPr>
        <p:spPr>
          <a:xfrm>
            <a:off x="4804812" y="2092665"/>
            <a:ext cx="2959448" cy="379735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4AC7D5BA-B263-4FD2-97C0-3D5B289EC466}"/>
                  </a:ext>
                </a:extLst>
              </p:cNvPr>
              <p:cNvSpPr/>
              <p:nvPr/>
            </p:nvSpPr>
            <p:spPr>
              <a:xfrm>
                <a:off x="8551837" y="2075894"/>
                <a:ext cx="537397" cy="374562"/>
              </a:xfrm>
              <a:prstGeom prst="rect">
                <a:avLst/>
              </a:prstGeom>
              <a:gradFill>
                <a:gsLst>
                  <a:gs pos="10000">
                    <a:srgbClr val="0E47A1"/>
                  </a:gs>
                  <a:gs pos="100000">
                    <a:srgbClr val="03A9F5"/>
                  </a:gs>
                </a:gsLst>
                <a:lin ang="10800000" scaled="1"/>
              </a:gradFill>
              <a:ln>
                <a:noFill/>
              </a:ln>
              <a:effectLst/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:r>
                  <a:rPr lang="en-IN" sz="2800" dirty="0">
                    <a:solidFill>
                      <a:schemeClr val="bg1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4AC7D5BA-B263-4FD2-97C0-3D5B289EC46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51837" y="2075894"/>
                <a:ext cx="537397" cy="37456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  <a:effectLst/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6D73ECE8-D5D1-41DA-A8BB-1198282D6440}"/>
              </a:ext>
            </a:extLst>
          </p:cNvPr>
          <p:cNvCxnSpPr>
            <a:cxnSpLocks/>
          </p:cNvCxnSpPr>
          <p:nvPr/>
        </p:nvCxnSpPr>
        <p:spPr>
          <a:xfrm>
            <a:off x="7764259" y="2265578"/>
            <a:ext cx="813335" cy="0"/>
          </a:xfrm>
          <a:prstGeom prst="straightConnector1">
            <a:avLst/>
          </a:prstGeom>
          <a:ln w="3810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CF1DE765-E187-4396-89D7-6AC442561309}"/>
              </a:ext>
            </a:extLst>
          </p:cNvPr>
          <p:cNvGrpSpPr/>
          <p:nvPr/>
        </p:nvGrpSpPr>
        <p:grpSpPr>
          <a:xfrm>
            <a:off x="3933514" y="2353398"/>
            <a:ext cx="4263327" cy="2392083"/>
            <a:chOff x="3964336" y="2353398"/>
            <a:chExt cx="4263327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BBD13F2B-A925-4ADE-9EC5-C2B88E30184D}"/>
                    </a:ext>
                  </a:extLst>
                </p:cNvPr>
                <p:cNvSpPr/>
                <p:nvPr/>
              </p:nvSpPr>
              <p:spPr>
                <a:xfrm>
                  <a:off x="4343296" y="2353398"/>
                  <a:ext cx="3884367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          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BBD13F2B-A925-4ADE-9EC5-C2B88E30184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343296" y="2353398"/>
                  <a:ext cx="3884367" cy="2392083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841D115E-1804-4060-8D33-09092156F2B1}"/>
                </a:ext>
              </a:extLst>
            </p:cNvPr>
            <p:cNvCxnSpPr>
              <a:cxnSpLocks/>
            </p:cNvCxnSpPr>
            <p:nvPr/>
          </p:nvCxnSpPr>
          <p:spPr>
            <a:xfrm>
              <a:off x="6928951" y="2823842"/>
              <a:ext cx="0" cy="1536862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A4CED422-8E63-4D4B-8EDD-CBAFB72C6BC6}"/>
                    </a:ext>
                  </a:extLst>
                </p:cNvPr>
                <p:cNvSpPr/>
                <p:nvPr/>
              </p:nvSpPr>
              <p:spPr>
                <a:xfrm>
                  <a:off x="3964336" y="3313046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A4CED422-8E63-4D4B-8EDD-CBAFB72C6BC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64336" y="3313046"/>
                  <a:ext cx="856661" cy="711201"/>
                </a:xfrm>
                <a:prstGeom prst="rect">
                  <a:avLst/>
                </a:prstGeom>
                <a:blipFill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" name="Rectangle 72">
                  <a:extLst>
                    <a:ext uri="{FF2B5EF4-FFF2-40B4-BE49-F238E27FC236}">
                      <a16:creationId xmlns:a16="http://schemas.microsoft.com/office/drawing/2014/main" id="{2C96AE2C-AB5C-4CAF-AFC2-E3044895F5AF}"/>
                    </a:ext>
                  </a:extLst>
                </p:cNvPr>
                <p:cNvSpPr/>
                <p:nvPr/>
              </p:nvSpPr>
              <p:spPr>
                <a:xfrm>
                  <a:off x="4517786" y="3299794"/>
                  <a:ext cx="233696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−3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3" name="Rectangle 72">
                  <a:extLst>
                    <a:ext uri="{FF2B5EF4-FFF2-40B4-BE49-F238E27FC236}">
                      <a16:creationId xmlns:a16="http://schemas.microsoft.com/office/drawing/2014/main" id="{2C96AE2C-AB5C-4CAF-AFC2-E3044895F5A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7786" y="3299794"/>
                  <a:ext cx="2336967" cy="523220"/>
                </a:xfrm>
                <a:prstGeom prst="rect">
                  <a:avLst/>
                </a:prstGeom>
                <a:blipFill>
                  <a:blip r:embed="rId2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id="{6A1C23B2-D389-40D4-9570-4D8CD3039B43}"/>
                    </a:ext>
                  </a:extLst>
                </p:cNvPr>
                <p:cNvSpPr/>
                <p:nvPr/>
              </p:nvSpPr>
              <p:spPr>
                <a:xfrm>
                  <a:off x="7033894" y="3304411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id="{6A1C23B2-D389-40D4-9570-4D8CD3039B4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33894" y="3304411"/>
                  <a:ext cx="717113" cy="468000"/>
                </a:xfrm>
                <a:prstGeom prst="rect">
                  <a:avLst/>
                </a:prstGeom>
                <a:blipFill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67" name="Rectangle: Rounded Corners 66">
            <a:extLst>
              <a:ext uri="{FF2B5EF4-FFF2-40B4-BE49-F238E27FC236}">
                <a16:creationId xmlns:a16="http://schemas.microsoft.com/office/drawing/2014/main" id="{4FC2E677-A67E-4423-BFB7-61D3AF4C47BE}"/>
              </a:ext>
            </a:extLst>
          </p:cNvPr>
          <p:cNvSpPr/>
          <p:nvPr/>
        </p:nvSpPr>
        <p:spPr>
          <a:xfrm>
            <a:off x="4785762" y="3373566"/>
            <a:ext cx="451505" cy="40744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0" name="Content Placeholder 4">
                <a:extLst>
                  <a:ext uri="{FF2B5EF4-FFF2-40B4-BE49-F238E27FC236}">
                    <a16:creationId xmlns:a16="http://schemas.microsoft.com/office/drawing/2014/main" id="{7A8D4D47-D8FA-42C2-B37F-7DA2E2CBFE9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193019" y="5028440"/>
                <a:ext cx="2012241" cy="101621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  <m:r>
                            <a:rPr lang="en-GB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f>
                            <m:f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num>
                            <m:den>
                              <m:r>
                                <a:rPr lang="en-GB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GB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  <m:r>
                                <a:rPr lang="en-GB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70" name="Content Placeholder 4">
                <a:extLst>
                  <a:ext uri="{FF2B5EF4-FFF2-40B4-BE49-F238E27FC236}">
                    <a16:creationId xmlns:a16="http://schemas.microsoft.com/office/drawing/2014/main" id="{7A8D4D47-D8FA-42C2-B37F-7DA2E2CBFE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93019" y="5028440"/>
                <a:ext cx="2012241" cy="1016215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7DD0CFAD-A7FD-FA9F-37D4-F710FEF73079}"/>
                  </a:ext>
                </a:extLst>
              </p:cNvPr>
              <p:cNvSpPr/>
              <p:nvPr/>
            </p:nvSpPr>
            <p:spPr>
              <a:xfrm>
                <a:off x="4710842" y="2801820"/>
                <a:ext cx="2078457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  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7DD0CFAD-A7FD-FA9F-37D4-F710FEF7307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10842" y="2801820"/>
                <a:ext cx="2078457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D369723-14AF-7C9C-C7BD-33D5F0EBD98D}"/>
                  </a:ext>
                </a:extLst>
              </p:cNvPr>
              <p:cNvSpPr/>
              <p:nvPr/>
            </p:nvSpPr>
            <p:spPr>
              <a:xfrm>
                <a:off x="7029864" y="2796234"/>
                <a:ext cx="71711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D369723-14AF-7C9C-C7BD-33D5F0EBD9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29864" y="2796234"/>
                <a:ext cx="717113" cy="468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E19C08D-CB71-7E7A-CAF5-4805DCFD2777}"/>
                  </a:ext>
                </a:extLst>
              </p:cNvPr>
              <p:cNvSpPr/>
              <p:nvPr/>
            </p:nvSpPr>
            <p:spPr>
              <a:xfrm>
                <a:off x="7062786" y="3767305"/>
                <a:ext cx="71711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E19C08D-CB71-7E7A-CAF5-4805DCFD27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62786" y="3767305"/>
                <a:ext cx="717113" cy="468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9E76C77-9A84-F87D-2043-C2F6258EB503}"/>
                  </a:ext>
                </a:extLst>
              </p:cNvPr>
              <p:cNvSpPr/>
              <p:nvPr/>
            </p:nvSpPr>
            <p:spPr>
              <a:xfrm>
                <a:off x="4768000" y="3771046"/>
                <a:ext cx="1996893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       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9E76C77-9A84-F87D-2043-C2F6258EB5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8000" y="3771046"/>
                <a:ext cx="1996893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C31DB75A-EC7F-DECB-E783-E33641930A0C}"/>
              </a:ext>
            </a:extLst>
          </p:cNvPr>
          <p:cNvSpPr/>
          <p:nvPr/>
        </p:nvSpPr>
        <p:spPr>
          <a:xfrm>
            <a:off x="4780681" y="2875034"/>
            <a:ext cx="451505" cy="407447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5BCD65DC-321F-776F-FA06-DF997158B0FA}"/>
              </a:ext>
            </a:extLst>
          </p:cNvPr>
          <p:cNvGrpSpPr/>
          <p:nvPr/>
        </p:nvGrpSpPr>
        <p:grpSpPr>
          <a:xfrm>
            <a:off x="3943788" y="4258398"/>
            <a:ext cx="4157339" cy="2392083"/>
            <a:chOff x="3943788" y="4258398"/>
            <a:chExt cx="4157339" cy="2392083"/>
          </a:xfrm>
        </p:grpSpPr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99874323-88FB-4CB5-A6E2-A975FC263B4A}"/>
                </a:ext>
              </a:extLst>
            </p:cNvPr>
            <p:cNvGrpSpPr/>
            <p:nvPr/>
          </p:nvGrpSpPr>
          <p:grpSpPr>
            <a:xfrm>
              <a:off x="3943788" y="4258398"/>
              <a:ext cx="4157339" cy="2392083"/>
              <a:chOff x="3964336" y="4258398"/>
              <a:chExt cx="4157339" cy="239208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id="{C32E6748-5F29-489B-A2CD-B5EA1A395B83}"/>
                      </a:ext>
                    </a:extLst>
                  </p:cNvPr>
                  <p:cNvSpPr/>
                  <p:nvPr/>
                </p:nvSpPr>
                <p:spPr>
                  <a:xfrm>
                    <a:off x="4237308" y="4258398"/>
                    <a:ext cx="3884367" cy="239208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eqArr>
                              <m:eqArrPr>
                                <m:ctrlPr>
                                  <a:rPr lang="en-IN" sz="2800" b="0" i="1" smtClean="0">
                                    <a:solidFill>
                                      <a:srgbClr val="7030A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eqArrPr>
                              <m:e>
                                <m:r>
                                  <a:rPr lang="en-IN" sz="2800" b="0" i="1" smtClean="0">
                                    <a:solidFill>
                                      <a:srgbClr val="7030A0"/>
                                    </a:solidFill>
                                    <a:latin typeface="Cambria Math" panose="02040503050406030204" pitchFamily="18" charset="0"/>
                                  </a:rPr>
                                  <m:t>  </m:t>
                                </m:r>
                                <m:m>
                                  <m:mPr>
                                    <m:mcs>
                                      <m:mc>
                                        <m:mcPr>
                                          <m:count m:val="3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/>
                                    <m:e/>
                                    <m:e/>
                                  </m:mr>
                                  <m:mr>
                                    <m:e/>
                                    <m:e/>
                                    <m:e/>
                                  </m:mr>
                                  <m:mr>
                                    <m:e>
                                      <m: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  <m:e/>
                                    <m:e>
                                      <m:eqArr>
                                        <m:eqArrPr>
                                          <m:ctrlPr>
                                            <a:rPr lang="en-IN" sz="2800" b="0" i="1" smtClean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eqArrPr>
                                        <m:e/>
                                        <m:e/>
                                      </m:eqArr>
                                    </m:e>
                                  </m:mr>
                                </m:m>
                                <m:r>
                                  <a:rPr lang="en-IN" sz="2800" b="0" i="1" smtClean="0">
                                    <a:solidFill>
                                      <a:srgbClr val="7030A0"/>
                                    </a:solidFill>
                                    <a:latin typeface="Cambria Math" panose="02040503050406030204" pitchFamily="18" charset="0"/>
                                  </a:rPr>
                                  <m:t>             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7030A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7030A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</m:e>
                            </m:eqArr>
                            <m:r>
                              <a:rPr lang="en-GB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id="{C32E6748-5F29-489B-A2CD-B5EA1A395B8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37308" y="4258398"/>
                    <a:ext cx="3884367" cy="2392083"/>
                  </a:xfrm>
                  <a:prstGeom prst="rect">
                    <a:avLst/>
                  </a:prstGeom>
                  <a:blipFill>
                    <a:blip r:embed="rId2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9738FFF8-B4D6-441B-B6B0-CD49B5A2B23E}"/>
                      </a:ext>
                    </a:extLst>
                  </p:cNvPr>
                  <p:cNvSpPr/>
                  <p:nvPr/>
                </p:nvSpPr>
                <p:spPr>
                  <a:xfrm>
                    <a:off x="3964336" y="5130410"/>
                    <a:ext cx="856661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36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3600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9738FFF8-B4D6-441B-B6B0-CD49B5A2B23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64336" y="5130410"/>
                    <a:ext cx="856661" cy="711201"/>
                  </a:xfrm>
                  <a:prstGeom prst="rect">
                    <a:avLst/>
                  </a:prstGeom>
                  <a:blipFill>
                    <a:blip r:embed="rId3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" name="Rectangle 94">
                    <a:extLst>
                      <a:ext uri="{FF2B5EF4-FFF2-40B4-BE49-F238E27FC236}">
                        <a16:creationId xmlns:a16="http://schemas.microsoft.com/office/drawing/2014/main" id="{94CBADC5-AFF7-419E-ADBD-8DAC8E26D2FD}"/>
                      </a:ext>
                    </a:extLst>
                  </p:cNvPr>
                  <p:cNvSpPr/>
                  <p:nvPr/>
                </p:nvSpPr>
                <p:spPr>
                  <a:xfrm>
                    <a:off x="7042587" y="598887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5" name="Rectangle 94">
                    <a:extLst>
                      <a:ext uri="{FF2B5EF4-FFF2-40B4-BE49-F238E27FC236}">
                        <a16:creationId xmlns:a16="http://schemas.microsoft.com/office/drawing/2014/main" id="{94CBADC5-AFF7-419E-ADBD-8DAC8E26D2F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042587" y="5988873"/>
                    <a:ext cx="717113" cy="468000"/>
                  </a:xfrm>
                  <a:prstGeom prst="rect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" name="Rectangle 96">
                    <a:extLst>
                      <a:ext uri="{FF2B5EF4-FFF2-40B4-BE49-F238E27FC236}">
                        <a16:creationId xmlns:a16="http://schemas.microsoft.com/office/drawing/2014/main" id="{81D1AA79-A979-46D3-B941-C7EB203EECC7}"/>
                      </a:ext>
                    </a:extLst>
                  </p:cNvPr>
                  <p:cNvSpPr/>
                  <p:nvPr/>
                </p:nvSpPr>
                <p:spPr>
                  <a:xfrm>
                    <a:off x="4783603" y="5975757"/>
                    <a:ext cx="1996893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       </m:t>
                          </m:r>
                          <m: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B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7" name="Rectangle 96">
                    <a:extLst>
                      <a:ext uri="{FF2B5EF4-FFF2-40B4-BE49-F238E27FC236}">
                        <a16:creationId xmlns:a16="http://schemas.microsoft.com/office/drawing/2014/main" id="{81D1AA79-A979-46D3-B941-C7EB203EECC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83603" y="5975757"/>
                    <a:ext cx="1996893" cy="523220"/>
                  </a:xfrm>
                  <a:prstGeom prst="rect">
                    <a:avLst/>
                  </a:prstGeom>
                  <a:blipFill>
                    <a:blip r:embed="rId32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43F4ED97-12A2-4E83-AF4C-070CD594A0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28951" y="4598505"/>
                <a:ext cx="0" cy="1800000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E7B63C5F-1A2B-A69D-1326-304ED2E9B0DB}"/>
                    </a:ext>
                  </a:extLst>
                </p:cNvPr>
                <p:cNvSpPr/>
                <p:nvPr/>
              </p:nvSpPr>
              <p:spPr>
                <a:xfrm>
                  <a:off x="4805376" y="4600750"/>
                  <a:ext cx="207845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GB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GB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E7B63C5F-1A2B-A69D-1326-304ED2E9B0D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05376" y="4600750"/>
                  <a:ext cx="2078457" cy="523220"/>
                </a:xfrm>
                <a:prstGeom prst="rect">
                  <a:avLst/>
                </a:prstGeom>
                <a:blipFill>
                  <a:blip r:embed="rId3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B23E51B3-3F9A-633D-2745-8B826ED346F8}"/>
                    </a:ext>
                  </a:extLst>
                </p:cNvPr>
                <p:cNvSpPr/>
                <p:nvPr/>
              </p:nvSpPr>
              <p:spPr>
                <a:xfrm>
                  <a:off x="6931690" y="460014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B23E51B3-3F9A-633D-2745-8B826ED346F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31690" y="4600148"/>
                  <a:ext cx="717113" cy="468000"/>
                </a:xfrm>
                <a:prstGeom prst="rect">
                  <a:avLst/>
                </a:prstGeom>
                <a:blipFill>
                  <a:blip r:embed="rId3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8EC0C5B-28CA-1F86-E01F-F9FF2628C4D4}"/>
                  </a:ext>
                </a:extLst>
              </p:cNvPr>
              <p:cNvSpPr/>
              <p:nvPr/>
            </p:nvSpPr>
            <p:spPr>
              <a:xfrm>
                <a:off x="4542596" y="5114893"/>
                <a:ext cx="2336967" cy="89896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</m:t>
                      </m:r>
                      <m:r>
                        <a:rPr lang="en-GB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GB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−</m:t>
                      </m:r>
                      <m:f>
                        <m:fPr>
                          <m:ctrlPr>
                            <a:rPr lang="en-GB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num>
                        <m:den>
                          <m:r>
                            <a:rPr lang="en-GB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chemeClr val="accent5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8EC0C5B-28CA-1F86-E01F-F9FF2628C4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2596" y="5114893"/>
                <a:ext cx="2336967" cy="898964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4C107BD-7963-CE22-3F39-CF2EE5BE5371}"/>
                  </a:ext>
                </a:extLst>
              </p:cNvPr>
              <p:cNvSpPr/>
              <p:nvPr/>
            </p:nvSpPr>
            <p:spPr>
              <a:xfrm>
                <a:off x="6802963" y="5117507"/>
                <a:ext cx="974566" cy="89434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GB" sz="2800" i="1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i="1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</m:num>
                        <m:den>
                          <m:r>
                            <a:rPr lang="en-GB" sz="2800" i="1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2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4C107BD-7963-CE22-3F39-CF2EE5BE53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2963" y="5117507"/>
                <a:ext cx="974566" cy="894347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44002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8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8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800"/>
                            </p:stCondLst>
                            <p:childTnLst>
                              <p:par>
                                <p:cTn id="1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8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60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8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8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8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8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600"/>
                            </p:stCondLst>
                            <p:childTnLst>
                              <p:par>
                                <p:cTn id="3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8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8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80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8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600"/>
                            </p:stCondLst>
                            <p:childTnLst>
                              <p:par>
                                <p:cTn id="5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7" grpId="0" animBg="1"/>
      <p:bldP spid="47" grpId="1" animBg="1"/>
      <p:bldP spid="48" grpId="0" animBg="1"/>
      <p:bldP spid="48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 animBg="1"/>
      <p:bldP spid="53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67" grpId="0" animBg="1"/>
      <p:bldP spid="67" grpId="1" animBg="1"/>
      <p:bldP spid="70" grpId="0"/>
      <p:bldP spid="9" grpId="0"/>
      <p:bldP spid="10" grpId="0"/>
      <p:bldP spid="11" grpId="0"/>
      <p:bldP spid="12" grpId="0"/>
      <p:bldP spid="13" grpId="0" animBg="1"/>
      <p:bldP spid="13" grpId="1" animBg="1"/>
      <p:bldP spid="21" grpId="0"/>
      <p:bldP spid="25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8A61520C-972A-4DD9-8339-77FA23A3AE21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Example:6(Continue) 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8A61520C-972A-4DD9-8339-77FA23A3AE2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Group 9">
            <a:extLst>
              <a:ext uri="{FF2B5EF4-FFF2-40B4-BE49-F238E27FC236}">
                <a16:creationId xmlns:a16="http://schemas.microsoft.com/office/drawing/2014/main" id="{0AEEA881-4884-513E-3CFA-2388DDAAAC45}"/>
              </a:ext>
            </a:extLst>
          </p:cNvPr>
          <p:cNvGrpSpPr/>
          <p:nvPr/>
        </p:nvGrpSpPr>
        <p:grpSpPr>
          <a:xfrm>
            <a:off x="283328" y="816019"/>
            <a:ext cx="4237336" cy="2481646"/>
            <a:chOff x="3813928" y="816019"/>
            <a:chExt cx="4237336" cy="2481646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D61F2F7E-DDB0-4B7D-BFEB-C92560E7680E}"/>
                </a:ext>
              </a:extLst>
            </p:cNvPr>
            <p:cNvGrpSpPr/>
            <p:nvPr/>
          </p:nvGrpSpPr>
          <p:grpSpPr>
            <a:xfrm>
              <a:off x="3813928" y="816019"/>
              <a:ext cx="4237336" cy="2481646"/>
              <a:chOff x="3926942" y="3711619"/>
              <a:chExt cx="4237336" cy="2481646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id="{C32E6748-5F29-489B-A2CD-B5EA1A395B83}"/>
                      </a:ext>
                    </a:extLst>
                  </p:cNvPr>
                  <p:cNvSpPr/>
                  <p:nvPr/>
                </p:nvSpPr>
                <p:spPr>
                  <a:xfrm>
                    <a:off x="4279911" y="3801182"/>
                    <a:ext cx="3884367" cy="239208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eqArr>
                              <m:eqArrPr>
                                <m:ctrlPr>
                                  <a:rPr lang="en-IN" sz="2800" b="0" i="1" smtClean="0">
                                    <a:solidFill>
                                      <a:srgbClr val="7030A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eqArrPr>
                              <m:e>
                                <m:r>
                                  <a:rPr lang="en-IN" sz="2800" b="0" i="1" smtClean="0">
                                    <a:solidFill>
                                      <a:srgbClr val="7030A0"/>
                                    </a:solidFill>
                                    <a:latin typeface="Cambria Math" panose="02040503050406030204" pitchFamily="18" charset="0"/>
                                  </a:rPr>
                                  <m:t>  </m:t>
                                </m:r>
                                <m:m>
                                  <m:mPr>
                                    <m:mcs>
                                      <m:mc>
                                        <m:mcPr>
                                          <m:count m:val="3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/>
                                    <m:e/>
                                    <m:e/>
                                  </m:mr>
                                  <m:mr>
                                    <m:e/>
                                    <m:e/>
                                    <m:e/>
                                  </m:mr>
                                  <m:mr>
                                    <m:e>
                                      <m: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  <m:e/>
                                    <m:e>
                                      <m:eqArr>
                                        <m:eqArrPr>
                                          <m:ctrlPr>
                                            <a:rPr lang="en-IN" sz="2800" b="0" i="1" smtClean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eqArrPr>
                                        <m:e/>
                                        <m:e/>
                                      </m:eqArr>
                                    </m:e>
                                  </m:mr>
                                </m:m>
                                <m:r>
                                  <a:rPr lang="en-IN" sz="2800" b="0" i="1" smtClean="0">
                                    <a:solidFill>
                                      <a:srgbClr val="7030A0"/>
                                    </a:solidFill>
                                    <a:latin typeface="Cambria Math" panose="02040503050406030204" pitchFamily="18" charset="0"/>
                                  </a:rPr>
                                  <m:t>             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7030A0"/>
                                    </a:solidFill>
                                    <a:latin typeface="Cambria Math" panose="02040503050406030204" pitchFamily="18" charset="0"/>
                                  </a:rPr>
                                  <m:t>    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7030A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lang="en-IN" sz="2800" b="0" i="1" smtClean="0">
                                    <a:solidFill>
                                      <a:srgbClr val="7030A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</m:e>
                            </m:eqArr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id="{C32E6748-5F29-489B-A2CD-B5EA1A395B8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79911" y="3801182"/>
                    <a:ext cx="3884367" cy="2392083"/>
                  </a:xfrm>
                  <a:prstGeom prst="rect">
                    <a:avLst/>
                  </a:prstGeom>
                  <a:blipFill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9738FFF8-B4D6-441B-B6B0-CD49B5A2B23E}"/>
                      </a:ext>
                    </a:extLst>
                  </p:cNvPr>
                  <p:cNvSpPr/>
                  <p:nvPr/>
                </p:nvSpPr>
                <p:spPr>
                  <a:xfrm>
                    <a:off x="3926942" y="4773186"/>
                    <a:ext cx="856661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36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3600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9738FFF8-B4D6-441B-B6B0-CD49B5A2B23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26942" y="4773186"/>
                    <a:ext cx="856661" cy="711201"/>
                  </a:xfrm>
                  <a:prstGeom prst="rect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" name="Rectangle 94">
                    <a:extLst>
                      <a:ext uri="{FF2B5EF4-FFF2-40B4-BE49-F238E27FC236}">
                        <a16:creationId xmlns:a16="http://schemas.microsoft.com/office/drawing/2014/main" id="{94CBADC5-AFF7-419E-ADBD-8DAC8E26D2FD}"/>
                      </a:ext>
                    </a:extLst>
                  </p:cNvPr>
                  <p:cNvSpPr/>
                  <p:nvPr/>
                </p:nvSpPr>
                <p:spPr>
                  <a:xfrm>
                    <a:off x="7108949" y="5658279"/>
                    <a:ext cx="452916" cy="48434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5" name="Rectangle 94">
                    <a:extLst>
                      <a:ext uri="{FF2B5EF4-FFF2-40B4-BE49-F238E27FC236}">
                        <a16:creationId xmlns:a16="http://schemas.microsoft.com/office/drawing/2014/main" id="{94CBADC5-AFF7-419E-ADBD-8DAC8E26D2F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108949" y="5658279"/>
                    <a:ext cx="452916" cy="484346"/>
                  </a:xfrm>
                  <a:prstGeom prst="rect">
                    <a:avLst/>
                  </a:prstGeom>
                  <a:blipFill>
                    <a:blip r:embed="rId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" name="Rectangle 96">
                    <a:extLst>
                      <a:ext uri="{FF2B5EF4-FFF2-40B4-BE49-F238E27FC236}">
                        <a16:creationId xmlns:a16="http://schemas.microsoft.com/office/drawing/2014/main" id="{81D1AA79-A979-46D3-B941-C7EB203EECC7}"/>
                      </a:ext>
                    </a:extLst>
                  </p:cNvPr>
                  <p:cNvSpPr/>
                  <p:nvPr/>
                </p:nvSpPr>
                <p:spPr>
                  <a:xfrm>
                    <a:off x="4783603" y="5653786"/>
                    <a:ext cx="1996893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       </m:t>
                          </m:r>
                          <m: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B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7" name="Rectangle 96">
                    <a:extLst>
                      <a:ext uri="{FF2B5EF4-FFF2-40B4-BE49-F238E27FC236}">
                        <a16:creationId xmlns:a16="http://schemas.microsoft.com/office/drawing/2014/main" id="{81D1AA79-A979-46D3-B941-C7EB203EECC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83603" y="5653786"/>
                    <a:ext cx="1996893" cy="523220"/>
                  </a:xfrm>
                  <a:prstGeom prst="rect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43F4ED97-12A2-4E83-AF4C-070CD594A0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28951" y="3812895"/>
                <a:ext cx="0" cy="2376000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6" name="Group 85">
                <a:extLst>
                  <a:ext uri="{FF2B5EF4-FFF2-40B4-BE49-F238E27FC236}">
                    <a16:creationId xmlns:a16="http://schemas.microsoft.com/office/drawing/2014/main" id="{3459D448-228E-48AB-9D69-376E59B7C3ED}"/>
                  </a:ext>
                </a:extLst>
              </p:cNvPr>
              <p:cNvGrpSpPr/>
              <p:nvPr/>
            </p:nvGrpSpPr>
            <p:grpSpPr>
              <a:xfrm>
                <a:off x="4761564" y="3711619"/>
                <a:ext cx="3009670" cy="898964"/>
                <a:chOff x="8457635" y="4376480"/>
                <a:chExt cx="3009670" cy="89896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7" name="Rectangle 86">
                      <a:extLst>
                        <a:ext uri="{FF2B5EF4-FFF2-40B4-BE49-F238E27FC236}">
                          <a16:creationId xmlns:a16="http://schemas.microsoft.com/office/drawing/2014/main" id="{19689FAC-2092-4A95-8D92-3B6BED487A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0163" y="4387208"/>
                      <a:ext cx="817142" cy="88823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f>
                              <m:fPr>
                                <m:ctrlPr>
                                  <a:rPr lang="en-IN" sz="2800" b="0" i="1" smtClean="0">
                                    <a:solidFill>
                                      <a:srgbClr val="890E4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800" b="0" i="1" smtClean="0">
                                    <a:solidFill>
                                      <a:srgbClr val="890E4F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num>
                              <m:den>
                                <m:r>
                                  <a:rPr lang="en-IN" sz="2800" b="0" i="1" smtClean="0">
                                    <a:solidFill>
                                      <a:srgbClr val="890E4F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den>
                            </m:f>
                          </m:oMath>
                        </m:oMathPara>
                      </a14:m>
                      <a:endParaRPr lang="en-IN" sz="2800" dirty="0">
                        <a:solidFill>
                          <a:srgbClr val="890E4F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87" name="Rectangle 86">
                      <a:extLst>
                        <a:ext uri="{FF2B5EF4-FFF2-40B4-BE49-F238E27FC236}">
                          <a16:creationId xmlns:a16="http://schemas.microsoft.com/office/drawing/2014/main" id="{19689FAC-2092-4A95-8D92-3B6BED487A86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0650163" y="4387208"/>
                      <a:ext cx="817142" cy="888236"/>
                    </a:xfrm>
                    <a:prstGeom prst="rect">
                      <a:avLst/>
                    </a:prstGeom>
                    <a:blipFill>
                      <a:blip r:embed="rId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8" name="Rectangle 87">
                      <a:extLst>
                        <a:ext uri="{FF2B5EF4-FFF2-40B4-BE49-F238E27FC236}">
                          <a16:creationId xmlns:a16="http://schemas.microsoft.com/office/drawing/2014/main" id="{7924FBEF-C697-49EE-ACEA-7AF4410C0E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7635" y="4376480"/>
                      <a:ext cx="2078457" cy="898964"/>
                    </a:xfrm>
                    <a:prstGeom prst="rect">
                      <a:avLst/>
                    </a:prstGeom>
                  </p:spPr>
                  <p:txBody>
                    <a:bodyPr wrap="square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1" smtClean="0">
                                <a:solidFill>
                                  <a:srgbClr val="00990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IN" sz="2800" b="0" i="1" smtClean="0">
                                <a:solidFill>
                                  <a:srgbClr val="00B0F0"/>
                                </a:solidFill>
                                <a:latin typeface="Cambria Math" panose="02040503050406030204" pitchFamily="18" charset="0"/>
                              </a:rPr>
                              <m:t>      </m:t>
                            </m:r>
                            <m:r>
                              <a:rPr lang="en-IN" sz="2800" b="0" i="1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       </m:t>
                            </m:r>
                            <m:f>
                              <m:fPr>
                                <m:ctrlPr>
                                  <a:rPr lang="en-IN" sz="2800" b="0" i="1" smtClean="0">
                                    <a:solidFill>
                                      <a:schemeClr val="accent5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800" b="0" i="1" smtClean="0">
                                    <a:solidFill>
                                      <a:schemeClr val="accent5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800" b="0" i="1" smtClean="0">
                                    <a:solidFill>
                                      <a:schemeClr val="accent5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oMath>
                        </m:oMathPara>
                      </a14:m>
                      <a:endParaRPr lang="en-IN" sz="2800" dirty="0"/>
                    </a:p>
                  </p:txBody>
                </p:sp>
              </mc:Choice>
              <mc:Fallback xmlns="">
                <p:sp>
                  <p:nvSpPr>
                    <p:cNvPr id="88" name="Rectangle 87">
                      <a:extLst>
                        <a:ext uri="{FF2B5EF4-FFF2-40B4-BE49-F238E27FC236}">
                          <a16:creationId xmlns:a16="http://schemas.microsoft.com/office/drawing/2014/main" id="{7924FBEF-C697-49EE-ACEA-7AF4410C0EC8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457635" y="4376480"/>
                      <a:ext cx="2078457" cy="898964"/>
                    </a:xfrm>
                    <a:prstGeom prst="rect">
                      <a:avLst/>
                    </a:prstGeom>
                    <a:blipFill>
                      <a:blip r:embed="rId8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1E39C6C9-B20D-4770-B3A1-D2112FA128DE}"/>
                </a:ext>
              </a:extLst>
            </p:cNvPr>
            <p:cNvGrpSpPr/>
            <p:nvPr/>
          </p:nvGrpSpPr>
          <p:grpSpPr>
            <a:xfrm>
              <a:off x="4505878" y="1786482"/>
              <a:ext cx="3066599" cy="910677"/>
              <a:chOff x="4505878" y="4682082"/>
              <a:chExt cx="3066599" cy="910677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" name="Rectangle 88">
                    <a:extLst>
                      <a:ext uri="{FF2B5EF4-FFF2-40B4-BE49-F238E27FC236}">
                        <a16:creationId xmlns:a16="http://schemas.microsoft.com/office/drawing/2014/main" id="{549BECDE-52EF-47BA-8FA5-DAFEA91A9612}"/>
                      </a:ext>
                    </a:extLst>
                  </p:cNvPr>
                  <p:cNvSpPr/>
                  <p:nvPr/>
                </p:nvSpPr>
                <p:spPr>
                  <a:xfrm>
                    <a:off x="4505878" y="4682082"/>
                    <a:ext cx="2336967" cy="898964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−</m:t>
                          </m:r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den>
                          </m:f>
                        </m:oMath>
                      </m:oMathPara>
                    </a14:m>
                    <a:endParaRPr lang="en-IN" sz="2800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9" name="Rectangle 88">
                    <a:extLst>
                      <a:ext uri="{FF2B5EF4-FFF2-40B4-BE49-F238E27FC236}">
                        <a16:creationId xmlns:a16="http://schemas.microsoft.com/office/drawing/2014/main" id="{549BECDE-52EF-47BA-8FA5-DAFEA91A961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505878" y="4682082"/>
                    <a:ext cx="2336967" cy="898964"/>
                  </a:xfrm>
                  <a:prstGeom prst="rect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" name="Rectangle 89">
                    <a:extLst>
                      <a:ext uri="{FF2B5EF4-FFF2-40B4-BE49-F238E27FC236}">
                        <a16:creationId xmlns:a16="http://schemas.microsoft.com/office/drawing/2014/main" id="{75BC5924-F713-4887-BB2C-009BDD5FD811}"/>
                      </a:ext>
                    </a:extLst>
                  </p:cNvPr>
                  <p:cNvSpPr/>
                  <p:nvPr/>
                </p:nvSpPr>
                <p:spPr>
                  <a:xfrm>
                    <a:off x="6727007" y="4704523"/>
                    <a:ext cx="845470" cy="88823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890E4F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890E4F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890E4F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den>
                          </m:f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0" name="Rectangle 89">
                    <a:extLst>
                      <a:ext uri="{FF2B5EF4-FFF2-40B4-BE49-F238E27FC236}">
                        <a16:creationId xmlns:a16="http://schemas.microsoft.com/office/drawing/2014/main" id="{75BC5924-F713-4887-BB2C-009BDD5FD81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27007" y="4704523"/>
                    <a:ext cx="845470" cy="888236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F990D586-2089-E6AF-CA60-5289A345CF31}"/>
              </a:ext>
            </a:extLst>
          </p:cNvPr>
          <p:cNvSpPr/>
          <p:nvPr/>
        </p:nvSpPr>
        <p:spPr>
          <a:xfrm>
            <a:off x="1592744" y="2815573"/>
            <a:ext cx="661049" cy="40744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4DAE690-1F77-18F8-75D1-AD499FD36CC6}"/>
              </a:ext>
            </a:extLst>
          </p:cNvPr>
          <p:cNvSpPr/>
          <p:nvPr/>
        </p:nvSpPr>
        <p:spPr>
          <a:xfrm>
            <a:off x="1813085" y="2063041"/>
            <a:ext cx="451505" cy="407447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FD6CF87F-C9D4-AF4A-9D2A-C524D044EC1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285130" y="4337831"/>
                <a:ext cx="2012241" cy="101621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GB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GB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num>
                            <m:den>
                              <m:r>
                                <a:rPr lang="en-GB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GB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𝟑</m:t>
                              </m:r>
                              <m:r>
                                <a:rPr lang="en-GB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FD6CF87F-C9D4-AF4A-9D2A-C524D044EC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5130" y="4337831"/>
                <a:ext cx="2012241" cy="1016215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0" name="Group 19">
            <a:extLst>
              <a:ext uri="{FF2B5EF4-FFF2-40B4-BE49-F238E27FC236}">
                <a16:creationId xmlns:a16="http://schemas.microsoft.com/office/drawing/2014/main" id="{F1F0B02E-82AA-A46F-7D3D-CF6D117AFD2D}"/>
              </a:ext>
            </a:extLst>
          </p:cNvPr>
          <p:cNvGrpSpPr/>
          <p:nvPr/>
        </p:nvGrpSpPr>
        <p:grpSpPr>
          <a:xfrm>
            <a:off x="283328" y="3560335"/>
            <a:ext cx="4237336" cy="2481646"/>
            <a:chOff x="3657385" y="3783332"/>
            <a:chExt cx="4237336" cy="248164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48E63D9E-BC99-0A47-65D5-77D01F3DC190}"/>
                    </a:ext>
                  </a:extLst>
                </p:cNvPr>
                <p:cNvSpPr/>
                <p:nvPr/>
              </p:nvSpPr>
              <p:spPr>
                <a:xfrm>
                  <a:off x="4010354" y="3872895"/>
                  <a:ext cx="3884367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IN" sz="2800" b="0" i="1" smtClean="0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r>
                                <a:rPr lang="en-IN" sz="2800" b="0" i="1" smtClean="0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  <m:t>  </m:t>
                              </m:r>
                              <m:m>
                                <m:mPr>
                                  <m:mcs>
                                    <m:mc>
                                      <m:mcPr>
                                        <m:count m:val="3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/>
                                  <m:e/>
                                  <m:e/>
                                </m:mr>
                                <m:mr>
                                  <m:e/>
                                  <m:e/>
                                  <m:e/>
                                </m:mr>
                                <m:m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  <m:e/>
                                  <m:e>
                                    <m:eqArr>
                                      <m:eqArrPr>
                                        <m:ctrlPr>
                                          <a:rPr lang="en-IN" sz="2800" b="0" i="1" smtClean="0">
                                            <a:solidFill>
                                              <a:schemeClr val="bg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eqArrPr>
                                      <m:e/>
                                      <m:e/>
                                    </m:eqArr>
                                  </m:e>
                                </m:mr>
                              </m:m>
                              <m:r>
                                <a:rPr lang="en-IN" sz="2800" b="0" i="1" smtClean="0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  <m:t>            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  <m:t>   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  <m:t>   </m:t>
                              </m:r>
                            </m:e>
                          </m:eqAr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CA771BDA-2A19-4CAB-8899-5313869C724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10354" y="3872895"/>
                  <a:ext cx="3884367" cy="2392083"/>
                </a:xfrm>
                <a:prstGeom prst="rect">
                  <a:avLst/>
                </a:prstGeom>
                <a:blipFill>
                  <a:blip r:embed="rId1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5F1D5C31-9422-13D1-777A-30B78D494CC2}"/>
                    </a:ext>
                  </a:extLst>
                </p:cNvPr>
                <p:cNvSpPr/>
                <p:nvPr/>
              </p:nvSpPr>
              <p:spPr>
                <a:xfrm>
                  <a:off x="3657385" y="4844899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23D66711-F608-4EBA-B3EC-252DC44D3E2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57385" y="4844899"/>
                  <a:ext cx="856661" cy="711201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25E60816-744D-1CB2-35F4-B40909B7CCA7}"/>
                </a:ext>
              </a:extLst>
            </p:cNvPr>
            <p:cNvCxnSpPr>
              <a:cxnSpLocks/>
            </p:cNvCxnSpPr>
            <p:nvPr/>
          </p:nvCxnSpPr>
          <p:spPr>
            <a:xfrm>
              <a:off x="6607878" y="3871729"/>
              <a:ext cx="0" cy="2376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6F9B77B8-36AD-255C-AE94-DBD2101092F7}"/>
                </a:ext>
              </a:extLst>
            </p:cNvPr>
            <p:cNvGrpSpPr/>
            <p:nvPr/>
          </p:nvGrpSpPr>
          <p:grpSpPr>
            <a:xfrm>
              <a:off x="4492007" y="3783332"/>
              <a:ext cx="3009670" cy="898964"/>
              <a:chOff x="8457635" y="4376480"/>
              <a:chExt cx="3009670" cy="898964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id="{28B7FFB7-3E2F-22F9-5B1B-3B10BA884A20}"/>
                      </a:ext>
                    </a:extLst>
                  </p:cNvPr>
                  <p:cNvSpPr/>
                  <p:nvPr/>
                </p:nvSpPr>
                <p:spPr>
                  <a:xfrm>
                    <a:off x="10650163" y="4387208"/>
                    <a:ext cx="817142" cy="88823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890E4F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890E4F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890E4F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den>
                          </m:f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6" name="Rectangle 25">
                    <a:extLst>
                      <a:ext uri="{FF2B5EF4-FFF2-40B4-BE49-F238E27FC236}">
                        <a16:creationId xmlns:a16="http://schemas.microsoft.com/office/drawing/2014/main" id="{4E8C2FBC-457A-452A-8D4A-884DE3A4499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650163" y="4387208"/>
                    <a:ext cx="817142" cy="888236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id="{C3254BB8-8F81-7BA7-F411-33AAB3F3DFC5}"/>
                      </a:ext>
                    </a:extLst>
                  </p:cNvPr>
                  <p:cNvSpPr/>
                  <p:nvPr/>
                </p:nvSpPr>
                <p:spPr>
                  <a:xfrm>
                    <a:off x="8457635" y="4376480"/>
                    <a:ext cx="2078457" cy="898964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   </m:t>
                          </m:r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chemeClr val="accent5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den>
                          </m:f>
                        </m:oMath>
                      </m:oMathPara>
                    </a14:m>
                    <a:endParaRPr lang="en-IN" sz="2800" dirty="0"/>
                  </a:p>
                </p:txBody>
              </p:sp>
            </mc:Choice>
            <mc:Fallback xmlns="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id="{17AF4D81-A0BD-4515-B3F0-01C04D63E7B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57635" y="4376480"/>
                    <a:ext cx="2078457" cy="898964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5C488DF4-65A0-5DD2-DA7B-1C423D991D5D}"/>
                    </a:ext>
                  </a:extLst>
                </p:cNvPr>
                <p:cNvSpPr/>
                <p:nvPr/>
              </p:nvSpPr>
              <p:spPr>
                <a:xfrm>
                  <a:off x="4236321" y="4753795"/>
                  <a:ext cx="2336967" cy="898964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GB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GB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5C488DF4-65A0-5DD2-DA7B-1C423D991D5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36321" y="4753795"/>
                  <a:ext cx="2336967" cy="898964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B32186DC-7F32-DB15-E1B4-578C676527AE}"/>
                    </a:ext>
                  </a:extLst>
                </p:cNvPr>
                <p:cNvSpPr/>
                <p:nvPr/>
              </p:nvSpPr>
              <p:spPr>
                <a:xfrm>
                  <a:off x="6659394" y="4761131"/>
                  <a:ext cx="717113" cy="88823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GB" sz="2800" b="0" i="0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B32186DC-7F32-DB15-E1B4-578C676527A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59394" y="4761131"/>
                  <a:ext cx="717113" cy="888236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22C20344-E3BA-035A-8F6F-34DC040222A8}"/>
              </a:ext>
            </a:extLst>
          </p:cNvPr>
          <p:cNvGrpSpPr/>
          <p:nvPr/>
        </p:nvGrpSpPr>
        <p:grpSpPr>
          <a:xfrm>
            <a:off x="1139989" y="5502502"/>
            <a:ext cx="2857936" cy="523220"/>
            <a:chOff x="4514046" y="5725499"/>
            <a:chExt cx="2857936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90D9FFEF-82EE-DBDE-3D91-6E00B3966EE4}"/>
                    </a:ext>
                  </a:extLst>
                </p:cNvPr>
                <p:cNvSpPr/>
                <p:nvPr/>
              </p:nvSpPr>
              <p:spPr>
                <a:xfrm>
                  <a:off x="6736359" y="5729992"/>
                  <a:ext cx="635623" cy="48434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375D81DC-9497-4001-8A86-D73732C7CAA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736359" y="5729992"/>
                  <a:ext cx="635623" cy="484346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35CF3123-64F6-4256-4099-ECDF237E2259}"/>
                    </a:ext>
                  </a:extLst>
                </p:cNvPr>
                <p:cNvSpPr/>
                <p:nvPr/>
              </p:nvSpPr>
              <p:spPr>
                <a:xfrm>
                  <a:off x="4514046" y="5725499"/>
                  <a:ext cx="1962397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F1B3BC38-18B3-4CF1-96A9-B24DC6766AF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4046" y="5725499"/>
                  <a:ext cx="1962397" cy="523220"/>
                </a:xfrm>
                <a:prstGeom prst="rect">
                  <a:avLst/>
                </a:prstGeom>
                <a:blipFill>
                  <a:blip r:embed="rId1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32" name="Rectangle 31">
            <a:extLst>
              <a:ext uri="{FF2B5EF4-FFF2-40B4-BE49-F238E27FC236}">
                <a16:creationId xmlns:a16="http://schemas.microsoft.com/office/drawing/2014/main" id="{CB0BEECA-6F96-44B2-D1F1-60E3110D6B98}"/>
              </a:ext>
            </a:extLst>
          </p:cNvPr>
          <p:cNvSpPr/>
          <p:nvPr/>
        </p:nvSpPr>
        <p:spPr>
          <a:xfrm>
            <a:off x="6790331" y="1282375"/>
            <a:ext cx="4708584" cy="53769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Apply the Back Substitution,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42F7973-5D4B-F2EA-2E8C-D824050DB242}"/>
                  </a:ext>
                </a:extLst>
              </p:cNvPr>
              <p:cNvSpPr/>
              <p:nvPr/>
            </p:nvSpPr>
            <p:spPr>
              <a:xfrm>
                <a:off x="7177467" y="1924519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42F7973-5D4B-F2EA-2E8C-D824050DB2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77467" y="1924519"/>
                <a:ext cx="1344618" cy="468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7CA94B91-72D5-B98C-6CD4-0E39D38D3C46}"/>
                  </a:ext>
                </a:extLst>
              </p:cNvPr>
              <p:cNvSpPr/>
              <p:nvPr/>
            </p:nvSpPr>
            <p:spPr>
              <a:xfrm>
                <a:off x="8503743" y="1931820"/>
                <a:ext cx="90557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7CA94B91-72D5-B98C-6CD4-0E39D38D3C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03743" y="1931820"/>
                <a:ext cx="905572" cy="468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77576447-79B1-9110-25BF-01D78ED4642C}"/>
                  </a:ext>
                </a:extLst>
              </p:cNvPr>
              <p:cNvSpPr/>
              <p:nvPr/>
            </p:nvSpPr>
            <p:spPr>
              <a:xfrm>
                <a:off x="9465583" y="1939121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77576447-79B1-9110-25BF-01D78ED464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65583" y="1939121"/>
                <a:ext cx="1344618" cy="468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DEF589A2-D210-1039-2E00-66147BFF0ED3}"/>
                  </a:ext>
                </a:extLst>
              </p:cNvPr>
              <p:cNvSpPr/>
              <p:nvPr/>
            </p:nvSpPr>
            <p:spPr>
              <a:xfrm>
                <a:off x="10322754" y="1932441"/>
                <a:ext cx="13446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DEF589A2-D210-1039-2E00-66147BFF0E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22754" y="1932441"/>
                <a:ext cx="1344618" cy="468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6729DE7-146F-91EA-0D8C-7C500996118A}"/>
                  </a:ext>
                </a:extLst>
              </p:cNvPr>
              <p:cNvSpPr txBox="1"/>
              <p:nvPr/>
            </p:nvSpPr>
            <p:spPr>
              <a:xfrm>
                <a:off x="9263551" y="1922362"/>
                <a:ext cx="576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6729DE7-146F-91EA-0D8C-7C50099611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63551" y="1922362"/>
                <a:ext cx="576776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Right Arrow 3">
            <a:extLst>
              <a:ext uri="{FF2B5EF4-FFF2-40B4-BE49-F238E27FC236}">
                <a16:creationId xmlns:a16="http://schemas.microsoft.com/office/drawing/2014/main" id="{0237B475-EB9D-0A2B-E2BF-234424DE9D21}"/>
              </a:ext>
            </a:extLst>
          </p:cNvPr>
          <p:cNvSpPr/>
          <p:nvPr/>
        </p:nvSpPr>
        <p:spPr>
          <a:xfrm flipV="1">
            <a:off x="6867479" y="1986798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972D578-1452-ED1D-CE5A-0F8C20C0EB68}"/>
                  </a:ext>
                </a:extLst>
              </p:cNvPr>
              <p:cNvSpPr txBox="1"/>
              <p:nvPr/>
            </p:nvSpPr>
            <p:spPr>
              <a:xfrm>
                <a:off x="8127885" y="1916072"/>
                <a:ext cx="5767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8972D578-1452-ED1D-CE5A-0F8C20C0EB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27885" y="1916072"/>
                <a:ext cx="576776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3" name="Rectangle: Rounded Corners 42">
            <a:extLst>
              <a:ext uri="{FF2B5EF4-FFF2-40B4-BE49-F238E27FC236}">
                <a16:creationId xmlns:a16="http://schemas.microsoft.com/office/drawing/2014/main" id="{3D228240-F89C-399F-4C8A-E44DE95866FE}"/>
              </a:ext>
            </a:extLst>
          </p:cNvPr>
          <p:cNvSpPr/>
          <p:nvPr/>
        </p:nvSpPr>
        <p:spPr>
          <a:xfrm>
            <a:off x="6521912" y="928015"/>
            <a:ext cx="64800" cy="5400659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9EB0023-307E-8189-8589-6CA93C17C6BD}"/>
                  </a:ext>
                </a:extLst>
              </p:cNvPr>
              <p:cNvSpPr/>
              <p:nvPr/>
            </p:nvSpPr>
            <p:spPr>
              <a:xfrm>
                <a:off x="7037151" y="2515571"/>
                <a:ext cx="502348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⇒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0=−2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; which is not possible.</a:t>
                </a: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9EB0023-307E-8189-8589-6CA93C17C6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37151" y="2515571"/>
                <a:ext cx="5023488" cy="468000"/>
              </a:xfrm>
              <a:prstGeom prst="rect">
                <a:avLst/>
              </a:prstGeom>
              <a:blipFill>
                <a:blip r:embed="rId26"/>
                <a:stretch>
                  <a:fillRect t="-14474" r="-1456" b="-4868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Rectangle 45">
            <a:extLst>
              <a:ext uri="{FF2B5EF4-FFF2-40B4-BE49-F238E27FC236}">
                <a16:creationId xmlns:a16="http://schemas.microsoft.com/office/drawing/2014/main" id="{2A723ACD-6107-7289-2323-00FD2176E8EB}"/>
              </a:ext>
            </a:extLst>
          </p:cNvPr>
          <p:cNvSpPr/>
          <p:nvPr/>
        </p:nvSpPr>
        <p:spPr>
          <a:xfrm>
            <a:off x="6790331" y="3098701"/>
            <a:ext cx="5270308" cy="97575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Thus, the given system has </a:t>
            </a:r>
            <a:r>
              <a:rPr lang="en-IN" sz="2800" b="1" dirty="0">
                <a:solidFill>
                  <a:srgbClr val="FF0000"/>
                </a:solidFill>
              </a:rPr>
              <a:t>no solution</a:t>
            </a:r>
            <a:r>
              <a:rPr lang="en-IN" sz="2800" dirty="0">
                <a:solidFill>
                  <a:srgbClr val="002060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7040374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6" grpId="0" animBg="1"/>
      <p:bldP spid="6" grpId="1" animBg="1"/>
      <p:bldP spid="7" grpId="0"/>
      <p:bldP spid="32" grpId="0"/>
      <p:bldP spid="33" grpId="0"/>
      <p:bldP spid="34" grpId="0"/>
      <p:bldP spid="35" grpId="0"/>
      <p:bldP spid="36" grpId="0"/>
      <p:bldP spid="40" grpId="0"/>
      <p:bldP spid="41" grpId="0" animBg="1"/>
      <p:bldP spid="42" grpId="0"/>
      <p:bldP spid="43" grpId="0" animBg="1"/>
      <p:bldP spid="44" grpId="0"/>
      <p:bldP spid="46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47B27015-DF4E-4BA0-9DB2-3EC156B84C2C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Example:6</a:t>
                </a:r>
                <a:r>
                  <a:rPr lang="en-IN" dirty="0"/>
                  <a:t>(</a:t>
                </a:r>
                <a:r>
                  <a:rPr lang="en-IN" dirty="0">
                    <a:solidFill>
                      <a:schemeClr val="tx1"/>
                    </a:solidFill>
                  </a:rPr>
                  <a:t>For Information</a:t>
                </a:r>
                <a:r>
                  <a:rPr lang="en-IN" dirty="0"/>
                  <a:t>)</a:t>
                </a:r>
                <a:r>
                  <a:rPr lang="en-IN" dirty="0">
                    <a:solidFill>
                      <a:schemeClr val="tx1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47B27015-DF4E-4BA0-9DB2-3EC156B84C2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" name="Group 3">
            <a:extLst>
              <a:ext uri="{FF2B5EF4-FFF2-40B4-BE49-F238E27FC236}">
                <a16:creationId xmlns:a16="http://schemas.microsoft.com/office/drawing/2014/main" id="{6A5A40A3-4E59-4720-81AE-A045026F21D0}"/>
              </a:ext>
            </a:extLst>
          </p:cNvPr>
          <p:cNvGrpSpPr/>
          <p:nvPr/>
        </p:nvGrpSpPr>
        <p:grpSpPr>
          <a:xfrm>
            <a:off x="143693" y="1006493"/>
            <a:ext cx="4161241" cy="2425892"/>
            <a:chOff x="3787130" y="2838087"/>
            <a:chExt cx="4161241" cy="24258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id="{9FC4679F-C6D9-479C-8353-9F1163D34180}"/>
                    </a:ext>
                  </a:extLst>
                </p:cNvPr>
                <p:cNvSpPr/>
                <p:nvPr/>
              </p:nvSpPr>
              <p:spPr>
                <a:xfrm>
                  <a:off x="4064004" y="2838087"/>
                  <a:ext cx="3884367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 </m:t>
                              </m:r>
                              <m:m>
                                <m:mPr>
                                  <m:mcs>
                                    <m:mc>
                                      <m:mcPr>
                                        <m:count m:val="3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/>
                                  <m:e/>
                                  <m:e/>
                                </m:mr>
                                <m:mr>
                                  <m:e/>
                                  <m:e/>
                                  <m:e/>
                                </m:mr>
                                <m:mr>
                                  <m:e>
                                    <m: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 </m:t>
                                    </m:r>
                                  </m:e>
                                  <m:e/>
                                  <m:e>
                                    <m:eqArr>
                                      <m:eqArrPr>
                                        <m:ctrlPr>
                                          <a:rPr lang="en-IN" sz="2800" b="0" i="1" smtClean="0">
                                            <a:solidFill>
                                              <a:schemeClr val="bg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eqArrPr>
                                      <m:e/>
                                      <m:e/>
                                    </m:eqArr>
                                  </m:e>
                                </m:mr>
                              </m:m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            </m:t>
                              </m:r>
                            </m:e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/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  </m:t>
                              </m:r>
                            </m:e>
                          </m:eqAr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id="{9FC4679F-C6D9-479C-8353-9F1163D3418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64004" y="2838087"/>
                  <a:ext cx="3884367" cy="2392083"/>
                </a:xfrm>
                <a:prstGeom prst="rect">
                  <a:avLst/>
                </a:prstGeom>
                <a:blipFill>
                  <a:blip r:embed="rId3"/>
                  <a:stretch>
                    <a:fillRect b="-255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id="{BF9A3102-6FB2-4E51-BBD2-8A336CB6C7A3}"/>
                    </a:ext>
                  </a:extLst>
                </p:cNvPr>
                <p:cNvSpPr/>
                <p:nvPr/>
              </p:nvSpPr>
              <p:spPr>
                <a:xfrm>
                  <a:off x="3787130" y="3900880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id="{BF9A3102-6FB2-4E51-BBD2-8A336CB6C7A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7130" y="3900880"/>
                  <a:ext cx="856661" cy="711201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C9CCE36B-D90B-4615-9B6B-93905519DBAB}"/>
                    </a:ext>
                  </a:extLst>
                </p:cNvPr>
                <p:cNvSpPr/>
                <p:nvPr/>
              </p:nvSpPr>
              <p:spPr>
                <a:xfrm>
                  <a:off x="6736332" y="4722362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C9CCE36B-D90B-4615-9B6B-93905519DBA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736332" y="4722362"/>
                  <a:ext cx="717113" cy="468000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5B9C2143-2E8B-4E14-8E3F-BF2E2C4CC91C}"/>
                    </a:ext>
                  </a:extLst>
                </p:cNvPr>
                <p:cNvSpPr/>
                <p:nvPr/>
              </p:nvSpPr>
              <p:spPr>
                <a:xfrm>
                  <a:off x="4564178" y="4740759"/>
                  <a:ext cx="1962397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5B9C2143-2E8B-4E14-8E3F-BF2E2C4CC91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64178" y="4740759"/>
                  <a:ext cx="1962397" cy="523220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2640170F-3049-4275-B2B8-0228E4F6030C}"/>
                    </a:ext>
                  </a:extLst>
                </p:cNvPr>
                <p:cNvSpPr/>
                <p:nvPr/>
              </p:nvSpPr>
              <p:spPr>
                <a:xfrm>
                  <a:off x="6736385" y="2874379"/>
                  <a:ext cx="817142" cy="88823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2640170F-3049-4275-B2B8-0228E4F6030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736385" y="2874379"/>
                  <a:ext cx="817142" cy="888236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3F2C1C8D-3135-46C3-8F28-E542C8EEEFAD}"/>
                    </a:ext>
                  </a:extLst>
                </p:cNvPr>
                <p:cNvSpPr/>
                <p:nvPr/>
              </p:nvSpPr>
              <p:spPr>
                <a:xfrm>
                  <a:off x="4507671" y="2863651"/>
                  <a:ext cx="2078457" cy="898964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3F2C1C8D-3135-46C3-8F28-E542C8EEEFA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07671" y="2863651"/>
                  <a:ext cx="2078457" cy="898964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3F618508-D7ED-4E7D-B68B-561BA4F7163A}"/>
                </a:ext>
              </a:extLst>
            </p:cNvPr>
            <p:cNvCxnSpPr>
              <a:cxnSpLocks/>
            </p:cNvCxnSpPr>
            <p:nvPr/>
          </p:nvCxnSpPr>
          <p:spPr>
            <a:xfrm>
              <a:off x="6714807" y="2900883"/>
              <a:ext cx="0" cy="2304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30123549-2D6C-43DB-A872-D077A8C7E179}"/>
                  </a:ext>
                </a:extLst>
              </p:cNvPr>
              <p:cNvSpPr/>
              <p:nvPr/>
            </p:nvSpPr>
            <p:spPr>
              <a:xfrm>
                <a:off x="578113" y="1956585"/>
                <a:ext cx="2426968" cy="89896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</m:t>
                      </m:r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chemeClr val="accent5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30123549-2D6C-43DB-A872-D077A8C7E17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8113" y="1956585"/>
                <a:ext cx="2426968" cy="8989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1CA3BF35-C5E6-4258-9A45-8557DDD1BDE1}"/>
                  </a:ext>
                </a:extLst>
              </p:cNvPr>
              <p:cNvSpPr/>
              <p:nvPr/>
            </p:nvSpPr>
            <p:spPr>
              <a:xfrm>
                <a:off x="3071370" y="1973817"/>
                <a:ext cx="717113" cy="102770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1CA3BF35-C5E6-4258-9A45-8557DDD1BD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71370" y="1973817"/>
                <a:ext cx="717113" cy="102770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8A84C0A2-5426-4F9B-B836-F56FAD14D4B9}"/>
                  </a:ext>
                </a:extLst>
              </p:cNvPr>
              <p:cNvSpPr/>
              <p:nvPr/>
            </p:nvSpPr>
            <p:spPr>
              <a:xfrm>
                <a:off x="339957" y="3772328"/>
                <a:ext cx="243753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Here,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=2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8A84C0A2-5426-4F9B-B836-F56FAD14D4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957" y="3772328"/>
                <a:ext cx="2437533" cy="468000"/>
              </a:xfrm>
              <a:prstGeom prst="rect">
                <a:avLst/>
              </a:prstGeom>
              <a:blipFill>
                <a:blip r:embed="rId11"/>
                <a:stretch>
                  <a:fillRect l="-5250" t="-14286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6AD1585-5D6E-4AA2-906D-A6DD264990CE}"/>
                  </a:ext>
                </a:extLst>
              </p:cNvPr>
              <p:cNvSpPr/>
              <p:nvPr/>
            </p:nvSpPr>
            <p:spPr>
              <a:xfrm>
                <a:off x="2810582" y="3773430"/>
                <a:ext cx="2926696" cy="5232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&amp;</m:t>
                    </m:r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 </a:t>
                </a:r>
                <a:r>
                  <a:rPr lang="en-IN" sz="2800" b="0" dirty="0">
                    <a:solidFill>
                      <a:srgbClr val="002060"/>
                    </a:solidFill>
                    <a:ea typeface="Cambria Math" panose="02040503050406030204" pitchFamily="18" charset="0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sz="2800" i="1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=3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6AD1585-5D6E-4AA2-906D-A6DD264990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10582" y="3773430"/>
                <a:ext cx="2926696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E6F4D8D3-5776-4C85-969D-9E50552000BC}"/>
                  </a:ext>
                </a:extLst>
              </p:cNvPr>
              <p:cNvSpPr/>
              <p:nvPr/>
            </p:nvSpPr>
            <p:spPr>
              <a:xfrm>
                <a:off x="420567" y="4426598"/>
                <a:ext cx="343584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⇒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sz="2800" i="1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E6F4D8D3-5776-4C85-969D-9E50552000B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67" y="4426598"/>
                <a:ext cx="3435840" cy="468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Rectangle 19">
            <a:extLst>
              <a:ext uri="{FF2B5EF4-FFF2-40B4-BE49-F238E27FC236}">
                <a16:creationId xmlns:a16="http://schemas.microsoft.com/office/drawing/2014/main" id="{320A0D1F-535F-4A2D-A8FA-258D0A08D3F1}"/>
              </a:ext>
            </a:extLst>
          </p:cNvPr>
          <p:cNvSpPr/>
          <p:nvPr/>
        </p:nvSpPr>
        <p:spPr>
          <a:xfrm>
            <a:off x="339957" y="5080868"/>
            <a:ext cx="5869419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Thus, the given system has </a:t>
            </a:r>
            <a:r>
              <a:rPr lang="en-IN" sz="2800" b="1" dirty="0">
                <a:solidFill>
                  <a:srgbClr val="FF0000"/>
                </a:solidFill>
              </a:rPr>
              <a:t>no solution</a:t>
            </a:r>
            <a:r>
              <a:rPr lang="en-IN" sz="2800" dirty="0">
                <a:solidFill>
                  <a:srgbClr val="002060"/>
                </a:solidFill>
              </a:rPr>
              <a:t>. </a:t>
            </a:r>
            <a:endParaRPr lang="en-IN" sz="2800" b="1" dirty="0">
              <a:solidFill>
                <a:srgbClr val="002060"/>
              </a:solidFill>
            </a:endParaRPr>
          </a:p>
          <a:p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E2492BB7-277F-F034-5B3C-EAEADC478E8B}"/>
              </a:ext>
            </a:extLst>
          </p:cNvPr>
          <p:cNvSpPr/>
          <p:nvPr/>
        </p:nvSpPr>
        <p:spPr>
          <a:xfrm>
            <a:off x="918713" y="1020011"/>
            <a:ext cx="2125866" cy="2452849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672EC953-CC4E-5399-613B-AB7060A702D9}"/>
              </a:ext>
            </a:extLst>
          </p:cNvPr>
          <p:cNvSpPr/>
          <p:nvPr/>
        </p:nvSpPr>
        <p:spPr>
          <a:xfrm>
            <a:off x="988155" y="2980907"/>
            <a:ext cx="1837585" cy="379735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4A479F0D-1BF5-8ACA-3158-104AC6F0562A}"/>
              </a:ext>
            </a:extLst>
          </p:cNvPr>
          <p:cNvSpPr/>
          <p:nvPr/>
        </p:nvSpPr>
        <p:spPr>
          <a:xfrm>
            <a:off x="918713" y="1018411"/>
            <a:ext cx="2952451" cy="2452849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AE72211B-1219-2976-C490-E6E8113FB10C}"/>
                  </a:ext>
                </a:extLst>
              </p:cNvPr>
              <p:cNvSpPr/>
              <p:nvPr/>
            </p:nvSpPr>
            <p:spPr>
              <a:xfrm>
                <a:off x="8055895" y="1042785"/>
                <a:ext cx="3968465" cy="938187"/>
              </a:xfrm>
              <a:prstGeom prst="rect">
                <a:avLst/>
              </a:prstGeom>
              <a:noFill/>
              <a:ln w="38100">
                <a:solidFill>
                  <a:srgbClr val="FF000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𝛒</m:t>
                    </m:r>
                    <m:d>
                      <m:d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IN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 No. of Non – Zero </a:t>
                </a:r>
              </a:p>
              <a:p>
                <a:r>
                  <a:rPr lang="en-IN" sz="2800" b="1" dirty="0">
                    <a:solidFill>
                      <a:srgbClr val="FF0000"/>
                    </a:solidFill>
                  </a:rPr>
                  <a:t>               Rows in REF</a:t>
                </a: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AE72211B-1219-2976-C490-E6E8113FB1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55895" y="1042785"/>
                <a:ext cx="3968465" cy="938187"/>
              </a:xfrm>
              <a:prstGeom prst="rect">
                <a:avLst/>
              </a:prstGeom>
              <a:blipFill>
                <a:blip r:embed="rId14"/>
                <a:stretch>
                  <a:fillRect t="-4375" r="-3196" b="-16250"/>
                </a:stretch>
              </a:blipFill>
              <a:ln w="38100">
                <a:solidFill>
                  <a:srgbClr val="FF0000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023861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8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8" grpId="0"/>
      <p:bldP spid="19" grpId="0"/>
      <p:bldP spid="20" grpId="0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" grpId="0" animBg="1"/>
      <p:bldP spid="3" grpId="1" animBg="1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>
            <a:extLst>
              <a:ext uri="{FF2B5EF4-FFF2-40B4-BE49-F238E27FC236}">
                <a16:creationId xmlns:a16="http://schemas.microsoft.com/office/drawing/2014/main" id="{CE1241C0-3DDD-4FAE-A786-DA94E79ED9AC}"/>
              </a:ext>
            </a:extLst>
          </p:cNvPr>
          <p:cNvGrpSpPr/>
          <p:nvPr/>
        </p:nvGrpSpPr>
        <p:grpSpPr>
          <a:xfrm>
            <a:off x="843636" y="3365550"/>
            <a:ext cx="5782126" cy="3003209"/>
            <a:chOff x="184055" y="3094005"/>
            <a:chExt cx="5782126" cy="300320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78A34E8A-E9BB-42BD-85C9-D1D1C59A5124}"/>
                    </a:ext>
                  </a:extLst>
                </p:cNvPr>
                <p:cNvSpPr/>
                <p:nvPr/>
              </p:nvSpPr>
              <p:spPr>
                <a:xfrm>
                  <a:off x="480165" y="3094005"/>
                  <a:ext cx="5486016" cy="3003209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78A34E8A-E9BB-42BD-85C9-D1D1C59A51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0165" y="3094005"/>
                  <a:ext cx="5486016" cy="3003209"/>
                </a:xfrm>
                <a:prstGeom prst="rect">
                  <a:avLst/>
                </a:prstGeom>
                <a:blipFill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75D4FDB8-EF0C-480B-9CF7-4453C9350C0F}"/>
                    </a:ext>
                  </a:extLst>
                </p:cNvPr>
                <p:cNvSpPr/>
                <p:nvPr/>
              </p:nvSpPr>
              <p:spPr>
                <a:xfrm>
                  <a:off x="184055" y="4303980"/>
                  <a:ext cx="965836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𝐀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75D4FDB8-EF0C-480B-9CF7-4453C9350C0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84055" y="4303980"/>
                  <a:ext cx="965836" cy="711201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AEF01D4F-BB77-4450-9D5D-7A34DCBE32AA}"/>
                  </a:ext>
                </a:extLst>
              </p:cNvPr>
              <p:cNvSpPr/>
              <p:nvPr/>
            </p:nvSpPr>
            <p:spPr>
              <a:xfrm>
                <a:off x="1905605" y="4936832"/>
                <a:ext cx="398812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0     0      5     10    0     15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AEF01D4F-BB77-4450-9D5D-7A34DCBE32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605" y="4936832"/>
                <a:ext cx="3988120" cy="53985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440BEE93-38BF-4145-8E30-54B93E7371AA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/>
                  <a:t>Example:9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440BEE93-38BF-4145-8E30-54B93E7371A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5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FE5A59A6-61D3-4B1D-9344-0517921E50DE}"/>
              </a:ext>
            </a:extLst>
          </p:cNvPr>
          <p:cNvSpPr/>
          <p:nvPr/>
        </p:nvSpPr>
        <p:spPr>
          <a:xfrm>
            <a:off x="240989" y="894150"/>
            <a:ext cx="1512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65110184-F78F-47D2-97B0-83722DCC1AAB}"/>
              </a:ext>
            </a:extLst>
          </p:cNvPr>
          <p:cNvSpPr/>
          <p:nvPr/>
        </p:nvSpPr>
        <p:spPr>
          <a:xfrm>
            <a:off x="240989" y="2737461"/>
            <a:ext cx="1512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7FF56FE0-733F-46DA-A99F-8D7FAEFDF0CD}"/>
              </a:ext>
            </a:extLst>
          </p:cNvPr>
          <p:cNvSpPr/>
          <p:nvPr/>
        </p:nvSpPr>
        <p:spPr>
          <a:xfrm>
            <a:off x="1992101" y="871363"/>
            <a:ext cx="9852895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Find the solution set of the given system of linear equations by using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90EAD75A-3B26-45DB-9BEE-1D29F822BAA7}"/>
                  </a:ext>
                </a:extLst>
              </p:cNvPr>
              <p:cNvSpPr/>
              <p:nvPr/>
            </p:nvSpPr>
            <p:spPr>
              <a:xfrm>
                <a:off x="5692601" y="1298900"/>
                <a:ext cx="4527975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+3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+2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90EAD75A-3B26-45DB-9BEE-1D29F822BA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92601" y="1298900"/>
                <a:ext cx="4527975" cy="539851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5DE8FD22-4921-493C-BBC4-1C3A94B68A10}"/>
                  </a:ext>
                </a:extLst>
              </p:cNvPr>
              <p:cNvSpPr/>
              <p:nvPr/>
            </p:nvSpPr>
            <p:spPr>
              <a:xfrm>
                <a:off x="1874013" y="1763954"/>
                <a:ext cx="6700322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+6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−5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+4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=−1,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5DE8FD22-4921-493C-BBC4-1C3A94B68A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74013" y="1763954"/>
                <a:ext cx="6700322" cy="539851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BA5DC714-E90A-4A6B-A064-F5FEEC333B0B}"/>
                  </a:ext>
                </a:extLst>
              </p:cNvPr>
              <p:cNvSpPr/>
              <p:nvPr/>
            </p:nvSpPr>
            <p:spPr>
              <a:xfrm>
                <a:off x="1586150" y="2206420"/>
                <a:ext cx="4527975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+10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+15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BA5DC714-E90A-4A6B-A064-F5FEEC333B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6150" y="2206420"/>
                <a:ext cx="4527975" cy="539851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5EFC2D8-B6D1-417B-8D11-83AB74FD1BF3}"/>
                  </a:ext>
                </a:extLst>
              </p:cNvPr>
              <p:cNvSpPr/>
              <p:nvPr/>
            </p:nvSpPr>
            <p:spPr>
              <a:xfrm>
                <a:off x="5662646" y="2200686"/>
                <a:ext cx="542877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+6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+8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+4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+18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5EFC2D8-B6D1-417B-8D11-83AB74FD1B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62646" y="2200686"/>
                <a:ext cx="5428770" cy="539851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821BE698-9FF1-46D5-A89B-3627937ADE33}"/>
                  </a:ext>
                </a:extLst>
              </p:cNvPr>
              <p:cNvSpPr/>
              <p:nvPr/>
            </p:nvSpPr>
            <p:spPr>
              <a:xfrm>
                <a:off x="1991451" y="2768238"/>
                <a:ext cx="9417167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The matrix representation of the above system is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𝐀𝐗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where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821BE698-9FF1-46D5-A89B-3627937ADE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1451" y="2768238"/>
                <a:ext cx="9417167" cy="468000"/>
              </a:xfrm>
              <a:prstGeom prst="rect">
                <a:avLst/>
              </a:prstGeom>
              <a:blipFill>
                <a:blip r:embed="rId10"/>
                <a:stretch>
                  <a:fillRect l="-1360" t="-12987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B84ED339-0548-43C7-8C96-760C98358242}"/>
                  </a:ext>
                </a:extLst>
              </p:cNvPr>
              <p:cNvSpPr/>
              <p:nvPr/>
            </p:nvSpPr>
            <p:spPr>
              <a:xfrm>
                <a:off x="6192837" y="4585455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𝐗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B84ED339-0548-43C7-8C96-760C983582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92837" y="4585455"/>
                <a:ext cx="965836" cy="711201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FD9CE46C-D2AC-4CDD-9EAE-DB6086501CF2}"/>
                  </a:ext>
                </a:extLst>
              </p:cNvPr>
              <p:cNvSpPr/>
              <p:nvPr/>
            </p:nvSpPr>
            <p:spPr>
              <a:xfrm>
                <a:off x="8787336" y="4575769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𝐁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FD9CE46C-D2AC-4CDD-9EAE-DB6086501C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7336" y="4575769"/>
                <a:ext cx="965836" cy="711201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Rectangle 19">
            <a:extLst>
              <a:ext uri="{FF2B5EF4-FFF2-40B4-BE49-F238E27FC236}">
                <a16:creationId xmlns:a16="http://schemas.microsoft.com/office/drawing/2014/main" id="{2EB8A1C2-6106-4113-B6D0-7F892E118034}"/>
              </a:ext>
            </a:extLst>
          </p:cNvPr>
          <p:cNvSpPr/>
          <p:nvPr/>
        </p:nvSpPr>
        <p:spPr>
          <a:xfrm>
            <a:off x="7871880" y="4575225"/>
            <a:ext cx="965836" cy="7112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IN" sz="2800" b="0" i="0" dirty="0">
                <a:solidFill>
                  <a:srgbClr val="002060"/>
                </a:solidFill>
                <a:latin typeface="+mj-lt"/>
                <a:ea typeface="Cambria Math" panose="02040503050406030204" pitchFamily="18" charset="0"/>
              </a:rPr>
              <a:t>and</a:t>
            </a:r>
            <a:endParaRPr lang="en-IN" sz="2800" dirty="0">
              <a:solidFill>
                <a:srgbClr val="FF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701F7C1B-3955-4699-8A46-294FA4CCD8A9}"/>
                  </a:ext>
                </a:extLst>
              </p:cNvPr>
              <p:cNvSpPr/>
              <p:nvPr/>
            </p:nvSpPr>
            <p:spPr>
              <a:xfrm>
                <a:off x="1874013" y="4336304"/>
                <a:ext cx="398812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6 −5 −2     4  −3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701F7C1B-3955-4699-8A46-294FA4CCD8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74013" y="4336304"/>
                <a:ext cx="3988120" cy="539851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D7C92E67-2491-4680-B9D8-C5E82CBFDF7D}"/>
                  </a:ext>
                </a:extLst>
              </p:cNvPr>
              <p:cNvSpPr/>
              <p:nvPr/>
            </p:nvSpPr>
            <p:spPr>
              <a:xfrm>
                <a:off x="1856078" y="3773525"/>
                <a:ext cx="398812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     3 −2      0     2       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D7C92E67-2491-4680-B9D8-C5E82CBFDF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56078" y="3773525"/>
                <a:ext cx="3988120" cy="539851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60360D14-262A-49F9-A34D-416045C69995}"/>
                  </a:ext>
                </a:extLst>
              </p:cNvPr>
              <p:cNvSpPr/>
              <p:nvPr/>
            </p:nvSpPr>
            <p:spPr>
              <a:xfrm>
                <a:off x="1905605" y="5537360"/>
                <a:ext cx="398812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6      0      8      4     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60360D14-262A-49F9-A34D-416045C6999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605" y="5537360"/>
                <a:ext cx="3988120" cy="539851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4" name="Group 43">
            <a:extLst>
              <a:ext uri="{FF2B5EF4-FFF2-40B4-BE49-F238E27FC236}">
                <a16:creationId xmlns:a16="http://schemas.microsoft.com/office/drawing/2014/main" id="{6BAC3C3A-51B6-4189-A58E-BBABFF6A08A8}"/>
              </a:ext>
            </a:extLst>
          </p:cNvPr>
          <p:cNvGrpSpPr/>
          <p:nvPr/>
        </p:nvGrpSpPr>
        <p:grpSpPr>
          <a:xfrm>
            <a:off x="6775318" y="3256686"/>
            <a:ext cx="1438267" cy="3003209"/>
            <a:chOff x="6341099" y="2805688"/>
            <a:chExt cx="1438267" cy="300320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E74D48DA-67C0-4F8A-849D-ED96AB4A71D5}"/>
                    </a:ext>
                  </a:extLst>
                </p:cNvPr>
                <p:cNvSpPr/>
                <p:nvPr/>
              </p:nvSpPr>
              <p:spPr>
                <a:xfrm>
                  <a:off x="6341099" y="2805688"/>
                  <a:ext cx="1438267" cy="3003209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eqArr>
                              <m:eqArrPr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eqArrPr>
                              <m:e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30</m:t>
                                      </m:r>
                                    </m:e>
                                  </m:mr>
                                  <m:m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9</m:t>
                                      </m:r>
                                    </m:e>
                                  </m:mr>
                                  <m:mr>
                                    <m:e>
                                      <m:eqArr>
                                        <m:eqArrPr>
                                          <m:ctrlPr>
                                            <a:rPr lang="en-IN" sz="2800" b="0" i="1" smtClean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eqArrPr>
                                        <m:e/>
                                        <m:e/>
                                        <m:e/>
                                        <m:e/>
                                        <m:e/>
                                      </m:eqArr>
                                    </m:e>
                                  </m:mr>
                                </m:m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eqAr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E74D48DA-67C0-4F8A-849D-ED96AB4A71D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1099" y="2805688"/>
                  <a:ext cx="1438267" cy="3003209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54C2F07F-3536-4C2B-93AF-69CE514EAE9C}"/>
                    </a:ext>
                  </a:extLst>
                </p:cNvPr>
                <p:cNvSpPr/>
                <p:nvPr/>
              </p:nvSpPr>
              <p:spPr>
                <a:xfrm>
                  <a:off x="6679157" y="292025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9900"/>
                    </a:solidFill>
                  </a:endParaRPr>
                </a:p>
              </p:txBody>
            </p:sp>
          </mc:Choice>
          <mc:Fallback xmlns="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54C2F07F-3536-4C2B-93AF-69CE514EAE9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79157" y="2920258"/>
                  <a:ext cx="717113" cy="468000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BE9102DE-5625-4FFD-A1AA-2F4C0C9E33C1}"/>
                    </a:ext>
                  </a:extLst>
                </p:cNvPr>
                <p:cNvSpPr/>
                <p:nvPr/>
              </p:nvSpPr>
              <p:spPr>
                <a:xfrm>
                  <a:off x="6676911" y="3342489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70C0"/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BE9102DE-5625-4FFD-A1AA-2F4C0C9E33C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76911" y="3342489"/>
                  <a:ext cx="717113" cy="468000"/>
                </a:xfrm>
                <a:prstGeom prst="rect">
                  <a:avLst/>
                </a:prstGeom>
                <a:blipFill>
                  <a:blip r:embed="rId1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F5101BBC-0EDF-4769-A0DC-66460A4D8AEC}"/>
                    </a:ext>
                  </a:extLst>
                </p:cNvPr>
                <p:cNvSpPr/>
                <p:nvPr/>
              </p:nvSpPr>
              <p:spPr>
                <a:xfrm>
                  <a:off x="6662617" y="3792585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F5101BBC-0EDF-4769-A0DC-66460A4D8AE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62617" y="3792585"/>
                  <a:ext cx="717113" cy="468000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5E67BD9D-BA51-4AAB-975B-A39047ABEB1F}"/>
                    </a:ext>
                  </a:extLst>
                </p:cNvPr>
                <p:cNvSpPr/>
                <p:nvPr/>
              </p:nvSpPr>
              <p:spPr>
                <a:xfrm>
                  <a:off x="6678608" y="4248346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5E67BD9D-BA51-4AAB-975B-A39047ABEB1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78608" y="4248346"/>
                  <a:ext cx="717113" cy="468000"/>
                </a:xfrm>
                <a:prstGeom prst="rect">
                  <a:avLst/>
                </a:prstGeom>
                <a:blipFill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841F811E-FD7E-4F42-833C-0317FA273D14}"/>
                    </a:ext>
                  </a:extLst>
                </p:cNvPr>
                <p:cNvSpPr/>
                <p:nvPr/>
              </p:nvSpPr>
              <p:spPr>
                <a:xfrm>
                  <a:off x="6672346" y="4681497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841F811E-FD7E-4F42-833C-0317FA273D1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72346" y="4681497"/>
                  <a:ext cx="717113" cy="468000"/>
                </a:xfrm>
                <a:prstGeom prst="rect">
                  <a:avLst/>
                </a:prstGeom>
                <a:blipFill>
                  <a:blip r:embed="rId2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" name="Rectangle 39">
                  <a:extLst>
                    <a:ext uri="{FF2B5EF4-FFF2-40B4-BE49-F238E27FC236}">
                      <a16:creationId xmlns:a16="http://schemas.microsoft.com/office/drawing/2014/main" id="{7CE2E01B-1A97-4BB3-BF01-3C7980F7904D}"/>
                    </a:ext>
                  </a:extLst>
                </p:cNvPr>
                <p:cNvSpPr/>
                <p:nvPr/>
              </p:nvSpPr>
              <p:spPr>
                <a:xfrm>
                  <a:off x="6672347" y="5140441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40" name="Rectangle 39">
                  <a:extLst>
                    <a:ext uri="{FF2B5EF4-FFF2-40B4-BE49-F238E27FC236}">
                      <a16:creationId xmlns:a16="http://schemas.microsoft.com/office/drawing/2014/main" id="{7CE2E01B-1A97-4BB3-BF01-3C7980F7904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72347" y="5140441"/>
                  <a:ext cx="717113" cy="468000"/>
                </a:xfrm>
                <a:prstGeom prst="rect">
                  <a:avLst/>
                </a:prstGeom>
                <a:blipFill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17270320-4EB7-45F1-BE42-BCD4BB736519}"/>
              </a:ext>
            </a:extLst>
          </p:cNvPr>
          <p:cNvGrpSpPr/>
          <p:nvPr/>
        </p:nvGrpSpPr>
        <p:grpSpPr>
          <a:xfrm>
            <a:off x="9304533" y="3674872"/>
            <a:ext cx="1438267" cy="2384567"/>
            <a:chOff x="10448621" y="2834301"/>
            <a:chExt cx="1438267" cy="2384567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33B2D6CD-EE06-410B-A7AA-EAAC444BCDE6}"/>
                    </a:ext>
                  </a:extLst>
                </p:cNvPr>
                <p:cNvSpPr/>
                <p:nvPr/>
              </p:nvSpPr>
              <p:spPr>
                <a:xfrm>
                  <a:off x="10448621" y="2834301"/>
                  <a:ext cx="1438267" cy="2384567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eqArr>
                              <m:eqArrPr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eqArrPr>
                              <m:e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30</m:t>
                                      </m:r>
                                    </m:e>
                                  </m:mr>
                                  <m:m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9</m:t>
                                      </m:r>
                                    </m:e>
                                  </m:mr>
                                  <m:mr>
                                    <m:e>
                                      <m:eqArr>
                                        <m:eqArrPr>
                                          <m:ctrlPr>
                                            <a:rPr lang="en-IN" sz="2800" b="0" i="1" smtClean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eqArrPr>
                                        <m:e/>
                                        <m:e/>
                                        <m:e/>
                                      </m:eqArr>
                                    </m:e>
                                  </m:mr>
                                </m:m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eqAr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33B2D6CD-EE06-410B-A7AA-EAAC444BCDE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448621" y="2834301"/>
                  <a:ext cx="1438267" cy="2384567"/>
                </a:xfrm>
                <a:prstGeom prst="rect">
                  <a:avLst/>
                </a:prstGeom>
                <a:blipFill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91FC9493-CD44-4791-A947-E9B71C63641A}"/>
                    </a:ext>
                  </a:extLst>
                </p:cNvPr>
                <p:cNvSpPr/>
                <p:nvPr/>
              </p:nvSpPr>
              <p:spPr>
                <a:xfrm>
                  <a:off x="10770035" y="3126466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91FC9493-CD44-4791-A947-E9B71C63641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770035" y="3126466"/>
                  <a:ext cx="717113" cy="468000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B161F9CC-19BA-465F-B9BC-0CF8D06BFDC9}"/>
                    </a:ext>
                  </a:extLst>
                </p:cNvPr>
                <p:cNvSpPr/>
                <p:nvPr/>
              </p:nvSpPr>
              <p:spPr>
                <a:xfrm>
                  <a:off x="10763001" y="3607485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B161F9CC-19BA-465F-B9BC-0CF8D06BFDC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763001" y="3607485"/>
                  <a:ext cx="717113" cy="468000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E55E478A-F679-4228-8529-11AE98CD1917}"/>
                    </a:ext>
                  </a:extLst>
                </p:cNvPr>
                <p:cNvSpPr/>
                <p:nvPr/>
              </p:nvSpPr>
              <p:spPr>
                <a:xfrm>
                  <a:off x="10781403" y="407235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E55E478A-F679-4228-8529-11AE98CD191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781403" y="4072353"/>
                  <a:ext cx="717113" cy="468000"/>
                </a:xfrm>
                <a:prstGeom prst="rect">
                  <a:avLst/>
                </a:prstGeom>
                <a:blipFill>
                  <a:blip r:embed="rId2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188D090F-8364-4388-A718-24654B630FF8}"/>
                    </a:ext>
                  </a:extLst>
                </p:cNvPr>
                <p:cNvSpPr/>
                <p:nvPr/>
              </p:nvSpPr>
              <p:spPr>
                <a:xfrm>
                  <a:off x="10781402" y="4492571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188D090F-8364-4388-A718-24654B630FF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781402" y="4492571"/>
                  <a:ext cx="717113" cy="468000"/>
                </a:xfrm>
                <a:prstGeom prst="rect">
                  <a:avLst/>
                </a:prstGeom>
                <a:blipFill>
                  <a:blip r:embed="rId2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5" name="Rectangle 4">
            <a:extLst>
              <a:ext uri="{FF2B5EF4-FFF2-40B4-BE49-F238E27FC236}">
                <a16:creationId xmlns:a16="http://schemas.microsoft.com/office/drawing/2014/main" id="{93180358-A998-4F84-FFE9-F6CFC9080A66}"/>
              </a:ext>
            </a:extLst>
          </p:cNvPr>
          <p:cNvSpPr/>
          <p:nvPr/>
        </p:nvSpPr>
        <p:spPr>
          <a:xfrm>
            <a:off x="1991451" y="1320597"/>
            <a:ext cx="4104549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Gauss Elimination Method:</a:t>
            </a:r>
          </a:p>
        </p:txBody>
      </p:sp>
    </p:spTree>
    <p:extLst>
      <p:ext uri="{BB962C8B-B14F-4D97-AF65-F5344CB8AC3E}">
        <p14:creationId xmlns:p14="http://schemas.microsoft.com/office/powerpoint/2010/main" val="20181825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14" grpId="0"/>
      <p:bldP spid="18" grpId="0"/>
      <p:bldP spid="19" grpId="0"/>
      <p:bldP spid="20" grpId="0"/>
      <p:bldP spid="33" grpId="0"/>
      <p:bldP spid="34" grpId="0"/>
      <p:bldP spid="36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" name="Group 110">
            <a:extLst>
              <a:ext uri="{FF2B5EF4-FFF2-40B4-BE49-F238E27FC236}">
                <a16:creationId xmlns:a16="http://schemas.microsoft.com/office/drawing/2014/main" id="{B2E57A18-4138-D917-E03C-9D4699F6A8BD}"/>
              </a:ext>
            </a:extLst>
          </p:cNvPr>
          <p:cNvGrpSpPr/>
          <p:nvPr/>
        </p:nvGrpSpPr>
        <p:grpSpPr>
          <a:xfrm>
            <a:off x="1996824" y="3591353"/>
            <a:ext cx="6559193" cy="3003209"/>
            <a:chOff x="1996824" y="3591353"/>
            <a:chExt cx="6559193" cy="3003209"/>
          </a:xfrm>
        </p:grpSpPr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769D5F15-B9B6-4BA2-888C-E1268CDDF808}"/>
                </a:ext>
              </a:extLst>
            </p:cNvPr>
            <p:cNvGrpSpPr/>
            <p:nvPr/>
          </p:nvGrpSpPr>
          <p:grpSpPr>
            <a:xfrm>
              <a:off x="1996824" y="3591353"/>
              <a:ext cx="6559193" cy="3003209"/>
              <a:chOff x="1996824" y="3591353"/>
              <a:chExt cx="6559193" cy="3003209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id="{BC2AE298-D347-4A36-8496-DB0FDC8CF62E}"/>
                      </a:ext>
                    </a:extLst>
                  </p:cNvPr>
                  <p:cNvSpPr/>
                  <p:nvPr/>
                </p:nvSpPr>
                <p:spPr>
                  <a:xfrm>
                    <a:off x="1996824" y="3591353"/>
                    <a:ext cx="6559193" cy="3003209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rgbClr val="002060"/>
                        </a:solidFill>
                      </a:rPr>
                      <a:t> </a:t>
                    </a:r>
                    <a:endPara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id="{BC2AE298-D347-4A36-8496-DB0FDC8CF62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6824" y="3591353"/>
                    <a:ext cx="6559193" cy="3003209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0" name="Rectangle 39">
                    <a:extLst>
                      <a:ext uri="{FF2B5EF4-FFF2-40B4-BE49-F238E27FC236}">
                        <a16:creationId xmlns:a16="http://schemas.microsoft.com/office/drawing/2014/main" id="{FD54F877-3615-42BB-B280-7F2B18540C0B}"/>
                      </a:ext>
                    </a:extLst>
                  </p:cNvPr>
                  <p:cNvSpPr/>
                  <p:nvPr/>
                </p:nvSpPr>
                <p:spPr>
                  <a:xfrm>
                    <a:off x="2098003" y="4771823"/>
                    <a:ext cx="856661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36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3600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0" name="Rectangle 39">
                    <a:extLst>
                      <a:ext uri="{FF2B5EF4-FFF2-40B4-BE49-F238E27FC236}">
                        <a16:creationId xmlns:a16="http://schemas.microsoft.com/office/drawing/2014/main" id="{FD54F877-3615-42BB-B280-7F2B18540C0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098003" y="4771823"/>
                    <a:ext cx="856661" cy="711201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02A7F16-560F-49B1-84D8-3927F497DAA4}"/>
                </a:ext>
              </a:extLst>
            </p:cNvPr>
            <p:cNvCxnSpPr/>
            <p:nvPr/>
          </p:nvCxnSpPr>
          <p:spPr>
            <a:xfrm>
              <a:off x="6855224" y="4047424"/>
              <a:ext cx="0" cy="216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18AF0452-844C-11BE-0A9C-9AE3D1A7796E}"/>
                </a:ext>
              </a:extLst>
            </p:cNvPr>
            <p:cNvGrpSpPr/>
            <p:nvPr/>
          </p:nvGrpSpPr>
          <p:grpSpPr>
            <a:xfrm>
              <a:off x="2954664" y="3967275"/>
              <a:ext cx="3707165" cy="541635"/>
              <a:chOff x="2941014" y="1467802"/>
              <a:chExt cx="3707165" cy="54163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" name="Rectangle 74">
                    <a:extLst>
                      <a:ext uri="{FF2B5EF4-FFF2-40B4-BE49-F238E27FC236}">
                        <a16:creationId xmlns:a16="http://schemas.microsoft.com/office/drawing/2014/main" id="{F698BC28-7E15-9BFB-E992-17475C04DA57}"/>
                      </a:ext>
                    </a:extLst>
                  </p:cNvPr>
                  <p:cNvSpPr/>
                  <p:nvPr/>
                </p:nvSpPr>
                <p:spPr>
                  <a:xfrm>
                    <a:off x="2941014" y="1467803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5" name="Rectangle 74">
                    <a:extLst>
                      <a:ext uri="{FF2B5EF4-FFF2-40B4-BE49-F238E27FC236}">
                        <a16:creationId xmlns:a16="http://schemas.microsoft.com/office/drawing/2014/main" id="{F698BC28-7E15-9BFB-E992-17475C04DA5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1467803"/>
                    <a:ext cx="369374" cy="539851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6" name="Rectangle 75">
                    <a:extLst>
                      <a:ext uri="{FF2B5EF4-FFF2-40B4-BE49-F238E27FC236}">
                        <a16:creationId xmlns:a16="http://schemas.microsoft.com/office/drawing/2014/main" id="{585C0DFA-4CEA-3CED-A854-7A75864401A0}"/>
                      </a:ext>
                    </a:extLst>
                  </p:cNvPr>
                  <p:cNvSpPr/>
                  <p:nvPr/>
                </p:nvSpPr>
                <p:spPr>
                  <a:xfrm>
                    <a:off x="3503743" y="1469586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6" name="Rectangle 75">
                    <a:extLst>
                      <a:ext uri="{FF2B5EF4-FFF2-40B4-BE49-F238E27FC236}">
                        <a16:creationId xmlns:a16="http://schemas.microsoft.com/office/drawing/2014/main" id="{585C0DFA-4CEA-3CED-A854-7A75864401A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03743" y="1469586"/>
                    <a:ext cx="369374" cy="539851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7" name="Rectangle 76">
                    <a:extLst>
                      <a:ext uri="{FF2B5EF4-FFF2-40B4-BE49-F238E27FC236}">
                        <a16:creationId xmlns:a16="http://schemas.microsoft.com/office/drawing/2014/main" id="{91EA269C-D430-A097-5E8D-628E6444484A}"/>
                      </a:ext>
                    </a:extLst>
                  </p:cNvPr>
                  <p:cNvSpPr/>
                  <p:nvPr/>
                </p:nvSpPr>
                <p:spPr>
                  <a:xfrm>
                    <a:off x="3933410" y="1467803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7" name="Rectangle 76">
                    <a:extLst>
                      <a:ext uri="{FF2B5EF4-FFF2-40B4-BE49-F238E27FC236}">
                        <a16:creationId xmlns:a16="http://schemas.microsoft.com/office/drawing/2014/main" id="{91EA269C-D430-A097-5E8D-628E6444484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33410" y="1467803"/>
                    <a:ext cx="706471" cy="539851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AEBC7555-BD0A-0147-43A4-96F156B49294}"/>
                      </a:ext>
                    </a:extLst>
                  </p:cNvPr>
                  <p:cNvSpPr/>
                  <p:nvPr/>
                </p:nvSpPr>
                <p:spPr>
                  <a:xfrm>
                    <a:off x="4872425" y="1467802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AEBC7555-BD0A-0147-43A4-96F156B4929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72425" y="1467802"/>
                    <a:ext cx="369374" cy="539851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id="{92E63DC7-D319-B398-F475-BB19F32165CE}"/>
                      </a:ext>
                    </a:extLst>
                  </p:cNvPr>
                  <p:cNvSpPr/>
                  <p:nvPr/>
                </p:nvSpPr>
                <p:spPr>
                  <a:xfrm>
                    <a:off x="5574770" y="1469234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id="{92E63DC7-D319-B398-F475-BB19F32165C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74770" y="1469234"/>
                    <a:ext cx="369374" cy="539851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" name="Rectangle 79">
                    <a:extLst>
                      <a:ext uri="{FF2B5EF4-FFF2-40B4-BE49-F238E27FC236}">
                        <a16:creationId xmlns:a16="http://schemas.microsoft.com/office/drawing/2014/main" id="{001B6DE0-1097-255B-FBAC-EAA3080BB062}"/>
                      </a:ext>
                    </a:extLst>
                  </p:cNvPr>
                  <p:cNvSpPr/>
                  <p:nvPr/>
                </p:nvSpPr>
                <p:spPr>
                  <a:xfrm>
                    <a:off x="6278805" y="1468864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0" name="Rectangle 79">
                    <a:extLst>
                      <a:ext uri="{FF2B5EF4-FFF2-40B4-BE49-F238E27FC236}">
                        <a16:creationId xmlns:a16="http://schemas.microsoft.com/office/drawing/2014/main" id="{001B6DE0-1097-255B-FBAC-EAA3080BB06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278805" y="1468864"/>
                    <a:ext cx="369374" cy="539851"/>
                  </a:xfrm>
                  <a:prstGeom prst="rect">
                    <a:avLst/>
                  </a:prstGeom>
                  <a:blipFill>
                    <a:blip r:embed="rId2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A9484FC8-3EA1-C9DB-A1CC-0E997163150C}"/>
                </a:ext>
              </a:extLst>
            </p:cNvPr>
            <p:cNvGrpSpPr/>
            <p:nvPr/>
          </p:nvGrpSpPr>
          <p:grpSpPr>
            <a:xfrm>
              <a:off x="2954664" y="4530143"/>
              <a:ext cx="3766672" cy="556180"/>
              <a:chOff x="2941014" y="1989726"/>
              <a:chExt cx="3766672" cy="55618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2" name="Rectangle 81">
                    <a:extLst>
                      <a:ext uri="{FF2B5EF4-FFF2-40B4-BE49-F238E27FC236}">
                        <a16:creationId xmlns:a16="http://schemas.microsoft.com/office/drawing/2014/main" id="{69DC2C47-ACA2-CDC6-F4AF-437536A18B8B}"/>
                      </a:ext>
                    </a:extLst>
                  </p:cNvPr>
                  <p:cNvSpPr/>
                  <p:nvPr/>
                </p:nvSpPr>
                <p:spPr>
                  <a:xfrm>
                    <a:off x="2941014" y="1989727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2" name="Rectangle 81">
                    <a:extLst>
                      <a:ext uri="{FF2B5EF4-FFF2-40B4-BE49-F238E27FC236}">
                        <a16:creationId xmlns:a16="http://schemas.microsoft.com/office/drawing/2014/main" id="{69DC2C47-ACA2-CDC6-F4AF-437536A18B8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1989727"/>
                    <a:ext cx="369374" cy="539851"/>
                  </a:xfrm>
                  <a:prstGeom prst="rect">
                    <a:avLst/>
                  </a:prstGeom>
                  <a:blipFill>
                    <a:blip r:embed="rId2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id="{6152449D-F358-0BDA-ED72-1F9C04CDA419}"/>
                      </a:ext>
                    </a:extLst>
                  </p:cNvPr>
                  <p:cNvSpPr/>
                  <p:nvPr/>
                </p:nvSpPr>
                <p:spPr>
                  <a:xfrm>
                    <a:off x="3489806" y="2006055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id="{6152449D-F358-0BDA-ED72-1F9C04CDA41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489806" y="2006055"/>
                    <a:ext cx="369374" cy="539851"/>
                  </a:xfrm>
                  <a:prstGeom prst="rect">
                    <a:avLst/>
                  </a:prstGeom>
                  <a:blipFill>
                    <a:blip r:embed="rId2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75408034-C9F6-B793-2645-47C77543DA47}"/>
                      </a:ext>
                    </a:extLst>
                  </p:cNvPr>
                  <p:cNvSpPr/>
                  <p:nvPr/>
                </p:nvSpPr>
                <p:spPr>
                  <a:xfrm>
                    <a:off x="3936336" y="2003560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−5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75408034-C9F6-B793-2645-47C77543DA4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36336" y="2003560"/>
                    <a:ext cx="706471" cy="539851"/>
                  </a:xfrm>
                  <a:prstGeom prst="rect">
                    <a:avLst/>
                  </a:prstGeom>
                  <a:blipFill>
                    <a:blip r:embed="rId2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5" name="Rectangle 84">
                    <a:extLst>
                      <a:ext uri="{FF2B5EF4-FFF2-40B4-BE49-F238E27FC236}">
                        <a16:creationId xmlns:a16="http://schemas.microsoft.com/office/drawing/2014/main" id="{6ED98DBF-318F-00EA-C809-10966C08E40E}"/>
                      </a:ext>
                    </a:extLst>
                  </p:cNvPr>
                  <p:cNvSpPr/>
                  <p:nvPr/>
                </p:nvSpPr>
                <p:spPr>
                  <a:xfrm>
                    <a:off x="4579501" y="1989726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5" name="Rectangle 84">
                    <a:extLst>
                      <a:ext uri="{FF2B5EF4-FFF2-40B4-BE49-F238E27FC236}">
                        <a16:creationId xmlns:a16="http://schemas.microsoft.com/office/drawing/2014/main" id="{6ED98DBF-318F-00EA-C809-10966C08E40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579501" y="1989726"/>
                    <a:ext cx="706471" cy="539851"/>
                  </a:xfrm>
                  <a:prstGeom prst="rect">
                    <a:avLst/>
                  </a:prstGeom>
                  <a:blipFill>
                    <a:blip r:embed="rId2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" name="Rectangle 85">
                    <a:extLst>
                      <a:ext uri="{FF2B5EF4-FFF2-40B4-BE49-F238E27FC236}">
                        <a16:creationId xmlns:a16="http://schemas.microsoft.com/office/drawing/2014/main" id="{935D8C11-F874-561D-A866-1473D8EDCFAD}"/>
                      </a:ext>
                    </a:extLst>
                  </p:cNvPr>
                  <p:cNvSpPr/>
                  <p:nvPr/>
                </p:nvSpPr>
                <p:spPr>
                  <a:xfrm>
                    <a:off x="5541389" y="1992918"/>
                    <a:ext cx="42754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6" name="Rectangle 85">
                    <a:extLst>
                      <a:ext uri="{FF2B5EF4-FFF2-40B4-BE49-F238E27FC236}">
                        <a16:creationId xmlns:a16="http://schemas.microsoft.com/office/drawing/2014/main" id="{935D8C11-F874-561D-A866-1473D8EDCFA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41389" y="1992918"/>
                    <a:ext cx="427541" cy="539851"/>
                  </a:xfrm>
                  <a:prstGeom prst="rect">
                    <a:avLst/>
                  </a:prstGeom>
                  <a:blipFill>
                    <a:blip r:embed="rId2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" name="Rectangle 86">
                    <a:extLst>
                      <a:ext uri="{FF2B5EF4-FFF2-40B4-BE49-F238E27FC236}">
                        <a16:creationId xmlns:a16="http://schemas.microsoft.com/office/drawing/2014/main" id="{E7FE1C55-09FF-B2FE-EA06-46BB941202A4}"/>
                      </a:ext>
                    </a:extLst>
                  </p:cNvPr>
                  <p:cNvSpPr/>
                  <p:nvPr/>
                </p:nvSpPr>
                <p:spPr>
                  <a:xfrm>
                    <a:off x="6001215" y="2005558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7" name="Rectangle 86">
                    <a:extLst>
                      <a:ext uri="{FF2B5EF4-FFF2-40B4-BE49-F238E27FC236}">
                        <a16:creationId xmlns:a16="http://schemas.microsoft.com/office/drawing/2014/main" id="{E7FE1C55-09FF-B2FE-EA06-46BB941202A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001215" y="2005558"/>
                    <a:ext cx="706471" cy="539851"/>
                  </a:xfrm>
                  <a:prstGeom prst="rect">
                    <a:avLst/>
                  </a:prstGeom>
                  <a:blipFill>
                    <a:blip r:embed="rId2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" name="Rectangle 102">
                  <a:extLst>
                    <a:ext uri="{FF2B5EF4-FFF2-40B4-BE49-F238E27FC236}">
                      <a16:creationId xmlns:a16="http://schemas.microsoft.com/office/drawing/2014/main" id="{BAE84B06-27FD-FC1B-7954-7D982E153C5C}"/>
                    </a:ext>
                  </a:extLst>
                </p:cNvPr>
                <p:cNvSpPr/>
                <p:nvPr/>
              </p:nvSpPr>
              <p:spPr>
                <a:xfrm>
                  <a:off x="6900162" y="398092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03" name="Rectangle 102">
                  <a:extLst>
                    <a:ext uri="{FF2B5EF4-FFF2-40B4-BE49-F238E27FC236}">
                      <a16:creationId xmlns:a16="http://schemas.microsoft.com/office/drawing/2014/main" id="{BAE84B06-27FD-FC1B-7954-7D982E153C5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00162" y="3980923"/>
                  <a:ext cx="717113" cy="468000"/>
                </a:xfrm>
                <a:prstGeom prst="rect">
                  <a:avLst/>
                </a:prstGeom>
                <a:blipFill>
                  <a:blip r:embed="rId2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4" name="Rectangle 103">
                  <a:extLst>
                    <a:ext uri="{FF2B5EF4-FFF2-40B4-BE49-F238E27FC236}">
                      <a16:creationId xmlns:a16="http://schemas.microsoft.com/office/drawing/2014/main" id="{4706C544-75A4-CA0A-F903-A8E2E1C4E546}"/>
                    </a:ext>
                  </a:extLst>
                </p:cNvPr>
                <p:cNvSpPr/>
                <p:nvPr/>
              </p:nvSpPr>
              <p:spPr>
                <a:xfrm>
                  <a:off x="6863198" y="453339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04" name="Rectangle 103">
                  <a:extLst>
                    <a:ext uri="{FF2B5EF4-FFF2-40B4-BE49-F238E27FC236}">
                      <a16:creationId xmlns:a16="http://schemas.microsoft.com/office/drawing/2014/main" id="{4706C544-75A4-CA0A-F903-A8E2E1C4E54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63198" y="4533398"/>
                  <a:ext cx="717113" cy="468000"/>
                </a:xfrm>
                <a:prstGeom prst="rect">
                  <a:avLst/>
                </a:prstGeom>
                <a:blipFill>
                  <a:blip r:embed="rId2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AE4EE2AB-CDBC-2BB4-FCDD-19FFB021113C}"/>
              </a:ext>
            </a:extLst>
          </p:cNvPr>
          <p:cNvGrpSpPr/>
          <p:nvPr/>
        </p:nvGrpSpPr>
        <p:grpSpPr>
          <a:xfrm>
            <a:off x="1996824" y="1089501"/>
            <a:ext cx="6559193" cy="3003209"/>
            <a:chOff x="1996824" y="1089501"/>
            <a:chExt cx="6559193" cy="3003209"/>
          </a:xfrm>
        </p:grpSpPr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7ACA9D4B-F7F2-CFD1-6103-A7AC0DDF662F}"/>
                </a:ext>
              </a:extLst>
            </p:cNvPr>
            <p:cNvGrpSpPr/>
            <p:nvPr/>
          </p:nvGrpSpPr>
          <p:grpSpPr>
            <a:xfrm>
              <a:off x="1996824" y="1089501"/>
              <a:ext cx="6559193" cy="3003209"/>
              <a:chOff x="1996824" y="1089501"/>
              <a:chExt cx="6559193" cy="3003209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id="{B8E47A6A-26B9-4151-902E-E41CE7BFD7A6}"/>
                      </a:ext>
                    </a:extLst>
                  </p:cNvPr>
                  <p:cNvSpPr/>
                  <p:nvPr/>
                </p:nvSpPr>
                <p:spPr>
                  <a:xfrm>
                    <a:off x="1996824" y="1089501"/>
                    <a:ext cx="6559193" cy="3003209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rgbClr val="002060"/>
                        </a:solidFill>
                      </a:rPr>
                      <a:t> </a:t>
                    </a:r>
                    <a:endPara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id="{B8E47A6A-26B9-4151-902E-E41CE7BFD7A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6824" y="1089501"/>
                    <a:ext cx="6559193" cy="3003209"/>
                  </a:xfrm>
                  <a:prstGeom prst="rect">
                    <a:avLst/>
                  </a:prstGeom>
                  <a:blipFill>
                    <a:blip r:embed="rId3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B90E2D03-DA82-4460-8B84-C9EB5923F37B}"/>
                  </a:ext>
                </a:extLst>
              </p:cNvPr>
              <p:cNvGrpSpPr/>
              <p:nvPr/>
            </p:nvGrpSpPr>
            <p:grpSpPr>
              <a:xfrm>
                <a:off x="6872807" y="1483196"/>
                <a:ext cx="754077" cy="2187028"/>
                <a:chOff x="9600350" y="3706145"/>
                <a:chExt cx="754077" cy="2187028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2" name="Rectangle 21">
                      <a:extLst>
                        <a:ext uri="{FF2B5EF4-FFF2-40B4-BE49-F238E27FC236}">
                          <a16:creationId xmlns:a16="http://schemas.microsoft.com/office/drawing/2014/main" id="{7D20812A-61CC-46DD-8998-039DEFC4FA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37314" y="3706145"/>
                      <a:ext cx="717113" cy="46800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2" name="Rectangle 21">
                      <a:extLst>
                        <a:ext uri="{FF2B5EF4-FFF2-40B4-BE49-F238E27FC236}">
                          <a16:creationId xmlns:a16="http://schemas.microsoft.com/office/drawing/2014/main" id="{7D20812A-61CC-46DD-8998-039DEFC4FA08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9637314" y="3706145"/>
                      <a:ext cx="717113" cy="468000"/>
                    </a:xfrm>
                    <a:prstGeom prst="rect">
                      <a:avLst/>
                    </a:prstGeom>
                    <a:blipFill>
                      <a:blip r:embed="rId10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3" name="Rectangle 22">
                      <a:extLst>
                        <a:ext uri="{FF2B5EF4-FFF2-40B4-BE49-F238E27FC236}">
                          <a16:creationId xmlns:a16="http://schemas.microsoft.com/office/drawing/2014/main" id="{9BA90793-27FE-49FF-933E-944A421048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00350" y="4244972"/>
                      <a:ext cx="717113" cy="46800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−1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3" name="Rectangle 22">
                      <a:extLst>
                        <a:ext uri="{FF2B5EF4-FFF2-40B4-BE49-F238E27FC236}">
                          <a16:creationId xmlns:a16="http://schemas.microsoft.com/office/drawing/2014/main" id="{9BA90793-27FE-49FF-933E-944A42104868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9600350" y="4244972"/>
                      <a:ext cx="717113" cy="468000"/>
                    </a:xfrm>
                    <a:prstGeom prst="rect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4" name="Rectangle 23">
                      <a:extLst>
                        <a:ext uri="{FF2B5EF4-FFF2-40B4-BE49-F238E27FC236}">
                          <a16:creationId xmlns:a16="http://schemas.microsoft.com/office/drawing/2014/main" id="{411ABAD7-56D9-4EDA-8F06-5CB0243DB5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37314" y="4868275"/>
                      <a:ext cx="717113" cy="46800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4" name="Rectangle 23">
                      <a:extLst>
                        <a:ext uri="{FF2B5EF4-FFF2-40B4-BE49-F238E27FC236}">
                          <a16:creationId xmlns:a16="http://schemas.microsoft.com/office/drawing/2014/main" id="{411ABAD7-56D9-4EDA-8F06-5CB0243DB5FE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9637314" y="4868275"/>
                      <a:ext cx="717113" cy="468000"/>
                    </a:xfrm>
                    <a:prstGeom prst="rect">
                      <a:avLst/>
                    </a:prstGeom>
                    <a:blipFill>
                      <a:blip r:embed="rId31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5" name="Rectangle 24">
                      <a:extLst>
                        <a:ext uri="{FF2B5EF4-FFF2-40B4-BE49-F238E27FC236}">
                          <a16:creationId xmlns:a16="http://schemas.microsoft.com/office/drawing/2014/main" id="{50BB39C6-BE39-498D-B598-B53BA026CF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37314" y="5425173"/>
                      <a:ext cx="717113" cy="46800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5" name="Rectangle 24">
                      <a:extLst>
                        <a:ext uri="{FF2B5EF4-FFF2-40B4-BE49-F238E27FC236}">
                          <a16:creationId xmlns:a16="http://schemas.microsoft.com/office/drawing/2014/main" id="{50BB39C6-BE39-498D-B598-B53BA026CF1A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9637314" y="5425173"/>
                      <a:ext cx="717113" cy="468000"/>
                    </a:xfrm>
                    <a:prstGeom prst="rect">
                      <a:avLst/>
                    </a:prstGeom>
                    <a:blipFill>
                      <a:blip r:embed="rId13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62" name="Group 61">
                <a:extLst>
                  <a:ext uri="{FF2B5EF4-FFF2-40B4-BE49-F238E27FC236}">
                    <a16:creationId xmlns:a16="http://schemas.microsoft.com/office/drawing/2014/main" id="{A95EA6A8-DCFA-AC0C-7192-4E827A55A560}"/>
                  </a:ext>
                </a:extLst>
              </p:cNvPr>
              <p:cNvGrpSpPr/>
              <p:nvPr/>
            </p:nvGrpSpPr>
            <p:grpSpPr>
              <a:xfrm>
                <a:off x="2941014" y="1467802"/>
                <a:ext cx="3707165" cy="541635"/>
                <a:chOff x="2941014" y="1467802"/>
                <a:chExt cx="3707165" cy="541635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6" name="Rectangle 15">
                      <a:extLst>
                        <a:ext uri="{FF2B5EF4-FFF2-40B4-BE49-F238E27FC236}">
                          <a16:creationId xmlns:a16="http://schemas.microsoft.com/office/drawing/2014/main" id="{F7381956-A1EE-49C7-9876-5E50EDD007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1014" y="1467803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6" name="Rectangle 15">
                      <a:extLst>
                        <a:ext uri="{FF2B5EF4-FFF2-40B4-BE49-F238E27FC236}">
                          <a16:creationId xmlns:a16="http://schemas.microsoft.com/office/drawing/2014/main" id="{F7381956-A1EE-49C7-9876-5E50EDD007ED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941014" y="1467803"/>
                      <a:ext cx="369374" cy="539851"/>
                    </a:xfrm>
                    <a:prstGeom prst="rect">
                      <a:avLst/>
                    </a:prstGeom>
                    <a:blipFill>
                      <a:blip r:embed="rId32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3" name="Rectangle 12">
                      <a:extLst>
                        <a:ext uri="{FF2B5EF4-FFF2-40B4-BE49-F238E27FC236}">
                          <a16:creationId xmlns:a16="http://schemas.microsoft.com/office/drawing/2014/main" id="{35524E65-B4EC-9F7D-C6BB-243CA3C5A5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03743" y="1469586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3" name="Rectangle 12">
                      <a:extLst>
                        <a:ext uri="{FF2B5EF4-FFF2-40B4-BE49-F238E27FC236}">
                          <a16:creationId xmlns:a16="http://schemas.microsoft.com/office/drawing/2014/main" id="{35524E65-B4EC-9F7D-C6BB-243CA3C5A5C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503743" y="1469586"/>
                      <a:ext cx="369374" cy="539851"/>
                    </a:xfrm>
                    <a:prstGeom prst="rect">
                      <a:avLst/>
                    </a:prstGeom>
                    <a:blipFill>
                      <a:blip r:embed="rId33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0" name="Rectangle 19">
                      <a:extLst>
                        <a:ext uri="{FF2B5EF4-FFF2-40B4-BE49-F238E27FC236}">
                          <a16:creationId xmlns:a16="http://schemas.microsoft.com/office/drawing/2014/main" id="{2B57F11C-071A-E090-4514-B110536083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3410" y="1467803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−2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0" name="Rectangle 19">
                      <a:extLst>
                        <a:ext uri="{FF2B5EF4-FFF2-40B4-BE49-F238E27FC236}">
                          <a16:creationId xmlns:a16="http://schemas.microsoft.com/office/drawing/2014/main" id="{2B57F11C-071A-E090-4514-B1105360837D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933410" y="1467803"/>
                      <a:ext cx="706471" cy="539851"/>
                    </a:xfrm>
                    <a:prstGeom prst="rect">
                      <a:avLst/>
                    </a:prstGeom>
                    <a:blipFill>
                      <a:blip r:embed="rId3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1" name="Rectangle 20">
                      <a:extLst>
                        <a:ext uri="{FF2B5EF4-FFF2-40B4-BE49-F238E27FC236}">
                          <a16:creationId xmlns:a16="http://schemas.microsoft.com/office/drawing/2014/main" id="{867641E7-4AF3-6035-B6E9-B376623585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2425" y="1467802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1" name="Rectangle 20">
                      <a:extLst>
                        <a:ext uri="{FF2B5EF4-FFF2-40B4-BE49-F238E27FC236}">
                          <a16:creationId xmlns:a16="http://schemas.microsoft.com/office/drawing/2014/main" id="{867641E7-4AF3-6035-B6E9-B37662358548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872425" y="1467802"/>
                      <a:ext cx="369374" cy="539851"/>
                    </a:xfrm>
                    <a:prstGeom prst="rect">
                      <a:avLst/>
                    </a:prstGeom>
                    <a:blipFill>
                      <a:blip r:embed="rId3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" name="Rectangle 27">
                      <a:extLst>
                        <a:ext uri="{FF2B5EF4-FFF2-40B4-BE49-F238E27FC236}">
                          <a16:creationId xmlns:a16="http://schemas.microsoft.com/office/drawing/2014/main" id="{27F28CBD-05FA-52A6-0588-93B3F81712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74770" y="1469234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8" name="Rectangle 27">
                      <a:extLst>
                        <a:ext uri="{FF2B5EF4-FFF2-40B4-BE49-F238E27FC236}">
                          <a16:creationId xmlns:a16="http://schemas.microsoft.com/office/drawing/2014/main" id="{27F28CBD-05FA-52A6-0588-93B3F81712D7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574770" y="1469234"/>
                      <a:ext cx="369374" cy="539851"/>
                    </a:xfrm>
                    <a:prstGeom prst="rect">
                      <a:avLst/>
                    </a:prstGeom>
                    <a:blipFill>
                      <a:blip r:embed="rId3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9" name="Rectangle 28">
                      <a:extLst>
                        <a:ext uri="{FF2B5EF4-FFF2-40B4-BE49-F238E27FC236}">
                          <a16:creationId xmlns:a16="http://schemas.microsoft.com/office/drawing/2014/main" id="{5E86B52A-086F-27E3-623D-86097D2312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8805" y="1468864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9" name="Rectangle 28">
                      <a:extLst>
                        <a:ext uri="{FF2B5EF4-FFF2-40B4-BE49-F238E27FC236}">
                          <a16:creationId xmlns:a16="http://schemas.microsoft.com/office/drawing/2014/main" id="{5E86B52A-086F-27E3-623D-86097D2312BD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278805" y="1468864"/>
                      <a:ext cx="369374" cy="539851"/>
                    </a:xfrm>
                    <a:prstGeom prst="rect">
                      <a:avLst/>
                    </a:prstGeom>
                    <a:blipFill>
                      <a:blip r:embed="rId3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3473C9EC-C24A-3F75-4956-5C4C37E681EE}"/>
                  </a:ext>
                </a:extLst>
              </p:cNvPr>
              <p:cNvGrpSpPr/>
              <p:nvPr/>
            </p:nvGrpSpPr>
            <p:grpSpPr>
              <a:xfrm>
                <a:off x="2941014" y="2030670"/>
                <a:ext cx="3766672" cy="556180"/>
                <a:chOff x="2941014" y="1989726"/>
                <a:chExt cx="3766672" cy="556180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2" name="Rectangle 31">
                      <a:extLst>
                        <a:ext uri="{FF2B5EF4-FFF2-40B4-BE49-F238E27FC236}">
                          <a16:creationId xmlns:a16="http://schemas.microsoft.com/office/drawing/2014/main" id="{A485F5BB-7772-4B6E-077D-992A87C855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1014" y="1989727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32" name="Rectangle 31">
                      <a:extLst>
                        <a:ext uri="{FF2B5EF4-FFF2-40B4-BE49-F238E27FC236}">
                          <a16:creationId xmlns:a16="http://schemas.microsoft.com/office/drawing/2014/main" id="{A485F5BB-7772-4B6E-077D-992A87C855D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941014" y="1989727"/>
                      <a:ext cx="369374" cy="539851"/>
                    </a:xfrm>
                    <a:prstGeom prst="rect">
                      <a:avLst/>
                    </a:prstGeom>
                    <a:blipFill>
                      <a:blip r:embed="rId38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6" name="Rectangle 45">
                      <a:extLst>
                        <a:ext uri="{FF2B5EF4-FFF2-40B4-BE49-F238E27FC236}">
                          <a16:creationId xmlns:a16="http://schemas.microsoft.com/office/drawing/2014/main" id="{C1A4665A-4C7F-8DC5-FDCE-BBF1DB7557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89806" y="2006055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6" name="Rectangle 45">
                      <a:extLst>
                        <a:ext uri="{FF2B5EF4-FFF2-40B4-BE49-F238E27FC236}">
                          <a16:creationId xmlns:a16="http://schemas.microsoft.com/office/drawing/2014/main" id="{C1A4665A-4C7F-8DC5-FDCE-BBF1DB75571B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489806" y="2006055"/>
                      <a:ext cx="369374" cy="539851"/>
                    </a:xfrm>
                    <a:prstGeom prst="rect">
                      <a:avLst/>
                    </a:prstGeom>
                    <a:blipFill>
                      <a:blip r:embed="rId39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8" name="Rectangle 47">
                      <a:extLst>
                        <a:ext uri="{FF2B5EF4-FFF2-40B4-BE49-F238E27FC236}">
                          <a16:creationId xmlns:a16="http://schemas.microsoft.com/office/drawing/2014/main" id="{0AB09181-F543-D8E5-C5BA-98B6790D86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6336" y="2003560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−5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8" name="Rectangle 47">
                      <a:extLst>
                        <a:ext uri="{FF2B5EF4-FFF2-40B4-BE49-F238E27FC236}">
                          <a16:creationId xmlns:a16="http://schemas.microsoft.com/office/drawing/2014/main" id="{0AB09181-F543-D8E5-C5BA-98B6790D865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936336" y="2003560"/>
                      <a:ext cx="706471" cy="539851"/>
                    </a:xfrm>
                    <a:prstGeom prst="rect">
                      <a:avLst/>
                    </a:prstGeom>
                    <a:blipFill>
                      <a:blip r:embed="rId40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9" name="Rectangle 48">
                      <a:extLst>
                        <a:ext uri="{FF2B5EF4-FFF2-40B4-BE49-F238E27FC236}">
                          <a16:creationId xmlns:a16="http://schemas.microsoft.com/office/drawing/2014/main" id="{199E2E7B-D579-23AB-49A7-65C48DB347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9501" y="1989726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−2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" name="Rectangle 48">
                      <a:extLst>
                        <a:ext uri="{FF2B5EF4-FFF2-40B4-BE49-F238E27FC236}">
                          <a16:creationId xmlns:a16="http://schemas.microsoft.com/office/drawing/2014/main" id="{199E2E7B-D579-23AB-49A7-65C48DB3476B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579501" y="1989726"/>
                      <a:ext cx="706471" cy="539851"/>
                    </a:xfrm>
                    <a:prstGeom prst="rect">
                      <a:avLst/>
                    </a:prstGeom>
                    <a:blipFill>
                      <a:blip r:embed="rId41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0" name="Rectangle 49">
                      <a:extLst>
                        <a:ext uri="{FF2B5EF4-FFF2-40B4-BE49-F238E27FC236}">
                          <a16:creationId xmlns:a16="http://schemas.microsoft.com/office/drawing/2014/main" id="{5CA45AFA-39B7-5FD4-5F50-92313124C2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1389" y="1992918"/>
                      <a:ext cx="42754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0" name="Rectangle 49">
                      <a:extLst>
                        <a:ext uri="{FF2B5EF4-FFF2-40B4-BE49-F238E27FC236}">
                          <a16:creationId xmlns:a16="http://schemas.microsoft.com/office/drawing/2014/main" id="{5CA45AFA-39B7-5FD4-5F50-92313124C2D7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541389" y="1992918"/>
                      <a:ext cx="427541" cy="539851"/>
                    </a:xfrm>
                    <a:prstGeom prst="rect">
                      <a:avLst/>
                    </a:prstGeom>
                    <a:blipFill>
                      <a:blip r:embed="rId42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1" name="Rectangle 50">
                      <a:extLst>
                        <a:ext uri="{FF2B5EF4-FFF2-40B4-BE49-F238E27FC236}">
                          <a16:creationId xmlns:a16="http://schemas.microsoft.com/office/drawing/2014/main" id="{A6DEBF67-6A2A-00B5-9133-E0D7EC7714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1215" y="2005558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−3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1" name="Rectangle 50">
                      <a:extLst>
                        <a:ext uri="{FF2B5EF4-FFF2-40B4-BE49-F238E27FC236}">
                          <a16:creationId xmlns:a16="http://schemas.microsoft.com/office/drawing/2014/main" id="{A6DEBF67-6A2A-00B5-9133-E0D7EC7714C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001215" y="2005558"/>
                      <a:ext cx="706471" cy="539851"/>
                    </a:xfrm>
                    <a:prstGeom prst="rect">
                      <a:avLst/>
                    </a:prstGeom>
                    <a:blipFill>
                      <a:blip r:embed="rId43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64" name="Group 63">
                <a:extLst>
                  <a:ext uri="{FF2B5EF4-FFF2-40B4-BE49-F238E27FC236}">
                    <a16:creationId xmlns:a16="http://schemas.microsoft.com/office/drawing/2014/main" id="{DAC69678-BD9E-3655-9F74-DC1824289848}"/>
                  </a:ext>
                </a:extLst>
              </p:cNvPr>
              <p:cNvGrpSpPr/>
              <p:nvPr/>
            </p:nvGrpSpPr>
            <p:grpSpPr>
              <a:xfrm>
                <a:off x="2941501" y="2636119"/>
                <a:ext cx="3757766" cy="555645"/>
                <a:chOff x="2941501" y="2513287"/>
                <a:chExt cx="3757766" cy="555645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9" name="Rectangle 38">
                      <a:extLst>
                        <a:ext uri="{FF2B5EF4-FFF2-40B4-BE49-F238E27FC236}">
                          <a16:creationId xmlns:a16="http://schemas.microsoft.com/office/drawing/2014/main" id="{CB04F619-CBEE-E7C8-E7A9-428F15EF46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1501" y="2525159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39" name="Rectangle 38">
                      <a:extLst>
                        <a:ext uri="{FF2B5EF4-FFF2-40B4-BE49-F238E27FC236}">
                          <a16:creationId xmlns:a16="http://schemas.microsoft.com/office/drawing/2014/main" id="{CB04F619-CBEE-E7C8-E7A9-428F15EF46E7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941501" y="2525159"/>
                      <a:ext cx="369374" cy="539851"/>
                    </a:xfrm>
                    <a:prstGeom prst="rect">
                      <a:avLst/>
                    </a:prstGeom>
                    <a:blipFill>
                      <a:blip r:embed="rId4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2" name="Rectangle 51">
                      <a:extLst>
                        <a:ext uri="{FF2B5EF4-FFF2-40B4-BE49-F238E27FC236}">
                          <a16:creationId xmlns:a16="http://schemas.microsoft.com/office/drawing/2014/main" id="{688E4BE4-E07F-886B-CB3F-6DAC88C018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2433" y="2513287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2" name="Rectangle 51">
                      <a:extLst>
                        <a:ext uri="{FF2B5EF4-FFF2-40B4-BE49-F238E27FC236}">
                          <a16:creationId xmlns:a16="http://schemas.microsoft.com/office/drawing/2014/main" id="{688E4BE4-E07F-886B-CB3F-6DAC88C0188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512433" y="2513287"/>
                      <a:ext cx="369374" cy="539851"/>
                    </a:xfrm>
                    <a:prstGeom prst="rect">
                      <a:avLst/>
                    </a:prstGeom>
                    <a:blipFill>
                      <a:blip r:embed="rId4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3" name="Rectangle 52">
                      <a:extLst>
                        <a:ext uri="{FF2B5EF4-FFF2-40B4-BE49-F238E27FC236}">
                          <a16:creationId xmlns:a16="http://schemas.microsoft.com/office/drawing/2014/main" id="{8A1AD319-8009-7A46-9B80-BCD5005141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7252" y="2529081"/>
                      <a:ext cx="353405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3" name="Rectangle 52">
                      <a:extLst>
                        <a:ext uri="{FF2B5EF4-FFF2-40B4-BE49-F238E27FC236}">
                          <a16:creationId xmlns:a16="http://schemas.microsoft.com/office/drawing/2014/main" id="{8A1AD319-8009-7A46-9B80-BCD5005141E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227252" y="2529081"/>
                      <a:ext cx="353405" cy="539851"/>
                    </a:xfrm>
                    <a:prstGeom prst="rect">
                      <a:avLst/>
                    </a:prstGeom>
                    <a:blipFill>
                      <a:blip r:embed="rId4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4" name="Rectangle 53">
                      <a:extLst>
                        <a:ext uri="{FF2B5EF4-FFF2-40B4-BE49-F238E27FC236}">
                          <a16:creationId xmlns:a16="http://schemas.microsoft.com/office/drawing/2014/main" id="{7DAD2163-A4BC-9113-F2C4-9C5DF69CEC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48777" y="2517559"/>
                      <a:ext cx="555450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4" name="Rectangle 53">
                      <a:extLst>
                        <a:ext uri="{FF2B5EF4-FFF2-40B4-BE49-F238E27FC236}">
                          <a16:creationId xmlns:a16="http://schemas.microsoft.com/office/drawing/2014/main" id="{7DAD2163-A4BC-9113-F2C4-9C5DF69CECFB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748777" y="2517559"/>
                      <a:ext cx="555450" cy="539851"/>
                    </a:xfrm>
                    <a:prstGeom prst="rect">
                      <a:avLst/>
                    </a:prstGeom>
                    <a:blipFill>
                      <a:blip r:embed="rId4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5" name="Rectangle 54">
                      <a:extLst>
                        <a:ext uri="{FF2B5EF4-FFF2-40B4-BE49-F238E27FC236}">
                          <a16:creationId xmlns:a16="http://schemas.microsoft.com/office/drawing/2014/main" id="{29D70E10-ED4C-C43A-179B-AC903CB6A3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4371" y="2519695"/>
                      <a:ext cx="42754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5" name="Rectangle 54">
                      <a:extLst>
                        <a:ext uri="{FF2B5EF4-FFF2-40B4-BE49-F238E27FC236}">
                          <a16:creationId xmlns:a16="http://schemas.microsoft.com/office/drawing/2014/main" id="{29D70E10-ED4C-C43A-179B-AC903CB6A38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544371" y="2519695"/>
                      <a:ext cx="427541" cy="539851"/>
                    </a:xfrm>
                    <a:prstGeom prst="rect">
                      <a:avLst/>
                    </a:prstGeom>
                    <a:blipFill>
                      <a:blip r:embed="rId48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6" name="Rectangle 55">
                      <a:extLst>
                        <a:ext uri="{FF2B5EF4-FFF2-40B4-BE49-F238E27FC236}">
                          <a16:creationId xmlns:a16="http://schemas.microsoft.com/office/drawing/2014/main" id="{44A4C59F-23E6-9C80-E31D-76BC9FCE38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51851" y="2521831"/>
                      <a:ext cx="547416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6" name="Rectangle 55">
                      <a:extLst>
                        <a:ext uri="{FF2B5EF4-FFF2-40B4-BE49-F238E27FC236}">
                          <a16:creationId xmlns:a16="http://schemas.microsoft.com/office/drawing/2014/main" id="{44A4C59F-23E6-9C80-E31D-76BC9FCE3860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151851" y="2521831"/>
                      <a:ext cx="547416" cy="539851"/>
                    </a:xfrm>
                    <a:prstGeom prst="rect">
                      <a:avLst/>
                    </a:prstGeom>
                    <a:blipFill>
                      <a:blip r:embed="rId49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438BE16C-75FF-D1BD-34EF-D82712CE54FB}"/>
                  </a:ext>
                </a:extLst>
              </p:cNvPr>
              <p:cNvGrpSpPr/>
              <p:nvPr/>
            </p:nvGrpSpPr>
            <p:grpSpPr>
              <a:xfrm>
                <a:off x="2941014" y="3183703"/>
                <a:ext cx="3678686" cy="563625"/>
                <a:chOff x="2941014" y="3033575"/>
                <a:chExt cx="3678686" cy="563625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5" name="Rectangle 44">
                      <a:extLst>
                        <a:ext uri="{FF2B5EF4-FFF2-40B4-BE49-F238E27FC236}">
                          <a16:creationId xmlns:a16="http://schemas.microsoft.com/office/drawing/2014/main" id="{269516B2-5747-3957-1EBD-730F9C0E0E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1014" y="3033575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5" name="Rectangle 44">
                      <a:extLst>
                        <a:ext uri="{FF2B5EF4-FFF2-40B4-BE49-F238E27FC236}">
                          <a16:creationId xmlns:a16="http://schemas.microsoft.com/office/drawing/2014/main" id="{269516B2-5747-3957-1EBD-730F9C0E0EEC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941014" y="3033575"/>
                      <a:ext cx="369374" cy="539851"/>
                    </a:xfrm>
                    <a:prstGeom prst="rect">
                      <a:avLst/>
                    </a:prstGeom>
                    <a:blipFill>
                      <a:blip r:embed="rId50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7" name="Rectangle 56">
                      <a:extLst>
                        <a:ext uri="{FF2B5EF4-FFF2-40B4-BE49-F238E27FC236}">
                          <a16:creationId xmlns:a16="http://schemas.microsoft.com/office/drawing/2014/main" id="{516CCAC5-3C7E-0E66-BFA2-942E25F651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110" y="3045653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7" name="Rectangle 56">
                      <a:extLst>
                        <a:ext uri="{FF2B5EF4-FFF2-40B4-BE49-F238E27FC236}">
                          <a16:creationId xmlns:a16="http://schemas.microsoft.com/office/drawing/2014/main" id="{516CCAC5-3C7E-0E66-BFA2-942E25F651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518110" y="3045653"/>
                      <a:ext cx="369374" cy="539851"/>
                    </a:xfrm>
                    <a:prstGeom prst="rect">
                      <a:avLst/>
                    </a:prstGeom>
                    <a:blipFill>
                      <a:blip r:embed="rId51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Rectangle 57">
                      <a:extLst>
                        <a:ext uri="{FF2B5EF4-FFF2-40B4-BE49-F238E27FC236}">
                          <a16:creationId xmlns:a16="http://schemas.microsoft.com/office/drawing/2014/main" id="{C36B84AC-73E0-4FDA-5FCE-53AB6B2ACE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8460" y="3048577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Rectangle 57">
                      <a:extLst>
                        <a:ext uri="{FF2B5EF4-FFF2-40B4-BE49-F238E27FC236}">
                          <a16:creationId xmlns:a16="http://schemas.microsoft.com/office/drawing/2014/main" id="{C36B84AC-73E0-4FDA-5FCE-53AB6B2ACE6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228460" y="3048577"/>
                      <a:ext cx="369374" cy="539851"/>
                    </a:xfrm>
                    <a:prstGeom prst="rect">
                      <a:avLst/>
                    </a:prstGeom>
                    <a:blipFill>
                      <a:blip r:embed="rId52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9" name="Rectangle 58">
                      <a:extLst>
                        <a:ext uri="{FF2B5EF4-FFF2-40B4-BE49-F238E27FC236}">
                          <a16:creationId xmlns:a16="http://schemas.microsoft.com/office/drawing/2014/main" id="{A65632BB-5AEB-233F-035D-1A887D5633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84218" y="3051501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9" name="Rectangle 58">
                      <a:extLst>
                        <a:ext uri="{FF2B5EF4-FFF2-40B4-BE49-F238E27FC236}">
                          <a16:creationId xmlns:a16="http://schemas.microsoft.com/office/drawing/2014/main" id="{A65632BB-5AEB-233F-035D-1A887D56338A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884218" y="3051501"/>
                      <a:ext cx="369374" cy="539851"/>
                    </a:xfrm>
                    <a:prstGeom prst="rect">
                      <a:avLst/>
                    </a:prstGeom>
                    <a:blipFill>
                      <a:blip r:embed="rId53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0" name="Rectangle 59">
                      <a:extLst>
                        <a:ext uri="{FF2B5EF4-FFF2-40B4-BE49-F238E27FC236}">
                          <a16:creationId xmlns:a16="http://schemas.microsoft.com/office/drawing/2014/main" id="{BF16B5AC-6776-93D6-383A-66FC66F0BA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80920" y="3054425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0" name="Rectangle 59">
                      <a:extLst>
                        <a:ext uri="{FF2B5EF4-FFF2-40B4-BE49-F238E27FC236}">
                          <a16:creationId xmlns:a16="http://schemas.microsoft.com/office/drawing/2014/main" id="{BF16B5AC-6776-93D6-383A-66FC66F0BA6E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580920" y="3054425"/>
                      <a:ext cx="369374" cy="539851"/>
                    </a:xfrm>
                    <a:prstGeom prst="rect">
                      <a:avLst/>
                    </a:prstGeom>
                    <a:blipFill>
                      <a:blip r:embed="rId5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1" name="Rectangle 60">
                      <a:extLst>
                        <a:ext uri="{FF2B5EF4-FFF2-40B4-BE49-F238E27FC236}">
                          <a16:creationId xmlns:a16="http://schemas.microsoft.com/office/drawing/2014/main" id="{1A51B430-4700-C746-B55E-40BCEB537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57464" y="3057349"/>
                      <a:ext cx="462236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1" name="Rectangle 60">
                      <a:extLst>
                        <a:ext uri="{FF2B5EF4-FFF2-40B4-BE49-F238E27FC236}">
                          <a16:creationId xmlns:a16="http://schemas.microsoft.com/office/drawing/2014/main" id="{1A51B430-4700-C746-B55E-40BCEB537F3E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157464" y="3057349"/>
                      <a:ext cx="462236" cy="539851"/>
                    </a:xfrm>
                    <a:prstGeom prst="rect">
                      <a:avLst/>
                    </a:prstGeom>
                    <a:blipFill>
                      <a:blip r:embed="rId55"/>
                      <a:stretch>
                        <a:fillRect r="-1316"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</p:grp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745601C6-AAAE-4A09-8797-41837F5847DE}"/>
                </a:ext>
              </a:extLst>
            </p:cNvPr>
            <p:cNvCxnSpPr/>
            <p:nvPr/>
          </p:nvCxnSpPr>
          <p:spPr>
            <a:xfrm>
              <a:off x="6855224" y="1545572"/>
              <a:ext cx="0" cy="216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AB8D3A28-F1C6-1CB5-8D8C-774E2B20ADD9}"/>
              </a:ext>
            </a:extLst>
          </p:cNvPr>
          <p:cNvGrpSpPr/>
          <p:nvPr/>
        </p:nvGrpSpPr>
        <p:grpSpPr>
          <a:xfrm>
            <a:off x="2947562" y="2638383"/>
            <a:ext cx="4662124" cy="555645"/>
            <a:chOff x="2947562" y="2638383"/>
            <a:chExt cx="4662124" cy="555645"/>
          </a:xfrm>
        </p:grpSpPr>
        <p:grpSp>
          <p:nvGrpSpPr>
            <p:cNvPr id="88" name="Group 87">
              <a:extLst>
                <a:ext uri="{FF2B5EF4-FFF2-40B4-BE49-F238E27FC236}">
                  <a16:creationId xmlns:a16="http://schemas.microsoft.com/office/drawing/2014/main" id="{F50AD763-CA9B-DC0C-E05D-90D2CDFAF440}"/>
                </a:ext>
              </a:extLst>
            </p:cNvPr>
            <p:cNvGrpSpPr/>
            <p:nvPr/>
          </p:nvGrpSpPr>
          <p:grpSpPr>
            <a:xfrm>
              <a:off x="2947562" y="2638383"/>
              <a:ext cx="3757766" cy="555645"/>
              <a:chOff x="2941501" y="2513287"/>
              <a:chExt cx="3757766" cy="55564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" name="Rectangle 88">
                    <a:extLst>
                      <a:ext uri="{FF2B5EF4-FFF2-40B4-BE49-F238E27FC236}">
                        <a16:creationId xmlns:a16="http://schemas.microsoft.com/office/drawing/2014/main" id="{0F028C0F-F8F7-97C9-6EA7-E922DF37B771}"/>
                      </a:ext>
                    </a:extLst>
                  </p:cNvPr>
                  <p:cNvSpPr/>
                  <p:nvPr/>
                </p:nvSpPr>
                <p:spPr>
                  <a:xfrm>
                    <a:off x="2941501" y="2525159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9" name="Rectangle 88">
                    <a:extLst>
                      <a:ext uri="{FF2B5EF4-FFF2-40B4-BE49-F238E27FC236}">
                        <a16:creationId xmlns:a16="http://schemas.microsoft.com/office/drawing/2014/main" id="{0F028C0F-F8F7-97C9-6EA7-E922DF37B77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501" y="2525159"/>
                    <a:ext cx="369374" cy="539851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" name="Rectangle 89">
                    <a:extLst>
                      <a:ext uri="{FF2B5EF4-FFF2-40B4-BE49-F238E27FC236}">
                        <a16:creationId xmlns:a16="http://schemas.microsoft.com/office/drawing/2014/main" id="{EC3B10F5-98F4-8976-A518-4A58864F2C90}"/>
                      </a:ext>
                    </a:extLst>
                  </p:cNvPr>
                  <p:cNvSpPr/>
                  <p:nvPr/>
                </p:nvSpPr>
                <p:spPr>
                  <a:xfrm>
                    <a:off x="3512433" y="2513287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0" name="Rectangle 89">
                    <a:extLst>
                      <a:ext uri="{FF2B5EF4-FFF2-40B4-BE49-F238E27FC236}">
                        <a16:creationId xmlns:a16="http://schemas.microsoft.com/office/drawing/2014/main" id="{EC3B10F5-98F4-8976-A518-4A58864F2C9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12433" y="2513287"/>
                    <a:ext cx="369374" cy="539851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1" name="Rectangle 90">
                    <a:extLst>
                      <a:ext uri="{FF2B5EF4-FFF2-40B4-BE49-F238E27FC236}">
                        <a16:creationId xmlns:a16="http://schemas.microsoft.com/office/drawing/2014/main" id="{6BCE1975-60A8-8424-5CD7-23717F6F453D}"/>
                      </a:ext>
                    </a:extLst>
                  </p:cNvPr>
                  <p:cNvSpPr/>
                  <p:nvPr/>
                </p:nvSpPr>
                <p:spPr>
                  <a:xfrm>
                    <a:off x="4227252" y="2529081"/>
                    <a:ext cx="353405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1" name="Rectangle 90">
                    <a:extLst>
                      <a:ext uri="{FF2B5EF4-FFF2-40B4-BE49-F238E27FC236}">
                        <a16:creationId xmlns:a16="http://schemas.microsoft.com/office/drawing/2014/main" id="{6BCE1975-60A8-8424-5CD7-23717F6F453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27252" y="2529081"/>
                    <a:ext cx="353405" cy="539851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2" name="Rectangle 91">
                    <a:extLst>
                      <a:ext uri="{FF2B5EF4-FFF2-40B4-BE49-F238E27FC236}">
                        <a16:creationId xmlns:a16="http://schemas.microsoft.com/office/drawing/2014/main" id="{01AACC5A-36EE-2C28-FC31-3FF6550CAC6B}"/>
                      </a:ext>
                    </a:extLst>
                  </p:cNvPr>
                  <p:cNvSpPr/>
                  <p:nvPr/>
                </p:nvSpPr>
                <p:spPr>
                  <a:xfrm>
                    <a:off x="4748777" y="2517559"/>
                    <a:ext cx="555450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2" name="Rectangle 91">
                    <a:extLst>
                      <a:ext uri="{FF2B5EF4-FFF2-40B4-BE49-F238E27FC236}">
                        <a16:creationId xmlns:a16="http://schemas.microsoft.com/office/drawing/2014/main" id="{01AACC5A-36EE-2C28-FC31-3FF6550CAC6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48777" y="2517559"/>
                    <a:ext cx="555450" cy="539851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3" name="Rectangle 92">
                    <a:extLst>
                      <a:ext uri="{FF2B5EF4-FFF2-40B4-BE49-F238E27FC236}">
                        <a16:creationId xmlns:a16="http://schemas.microsoft.com/office/drawing/2014/main" id="{F7BD2448-2467-9F8E-BAED-1C988D238C55}"/>
                      </a:ext>
                    </a:extLst>
                  </p:cNvPr>
                  <p:cNvSpPr/>
                  <p:nvPr/>
                </p:nvSpPr>
                <p:spPr>
                  <a:xfrm>
                    <a:off x="5544371" y="2519695"/>
                    <a:ext cx="42754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3" name="Rectangle 92">
                    <a:extLst>
                      <a:ext uri="{FF2B5EF4-FFF2-40B4-BE49-F238E27FC236}">
                        <a16:creationId xmlns:a16="http://schemas.microsoft.com/office/drawing/2014/main" id="{F7BD2448-2467-9F8E-BAED-1C988D238C5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44371" y="2519695"/>
                    <a:ext cx="427541" cy="539851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4" name="Rectangle 93">
                    <a:extLst>
                      <a:ext uri="{FF2B5EF4-FFF2-40B4-BE49-F238E27FC236}">
                        <a16:creationId xmlns:a16="http://schemas.microsoft.com/office/drawing/2014/main" id="{E8E4B9CD-3A50-7ADC-4BC5-FBD34AA52EBE}"/>
                      </a:ext>
                    </a:extLst>
                  </p:cNvPr>
                  <p:cNvSpPr/>
                  <p:nvPr/>
                </p:nvSpPr>
                <p:spPr>
                  <a:xfrm>
                    <a:off x="6151851" y="2521831"/>
                    <a:ext cx="547416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4" name="Rectangle 93">
                    <a:extLst>
                      <a:ext uri="{FF2B5EF4-FFF2-40B4-BE49-F238E27FC236}">
                        <a16:creationId xmlns:a16="http://schemas.microsoft.com/office/drawing/2014/main" id="{E8E4B9CD-3A50-7ADC-4BC5-FBD34AA52EB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51851" y="2521831"/>
                    <a:ext cx="547416" cy="539851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5" name="Rectangle 104">
                  <a:extLst>
                    <a:ext uri="{FF2B5EF4-FFF2-40B4-BE49-F238E27FC236}">
                      <a16:creationId xmlns:a16="http://schemas.microsoft.com/office/drawing/2014/main" id="{563CE1B4-103D-FAAD-B79C-6569626E1969}"/>
                    </a:ext>
                  </a:extLst>
                </p:cNvPr>
                <p:cNvSpPr/>
                <p:nvPr/>
              </p:nvSpPr>
              <p:spPr>
                <a:xfrm>
                  <a:off x="6892573" y="2645844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05" name="Rectangle 104">
                  <a:extLst>
                    <a:ext uri="{FF2B5EF4-FFF2-40B4-BE49-F238E27FC236}">
                      <a16:creationId xmlns:a16="http://schemas.microsoft.com/office/drawing/2014/main" id="{563CE1B4-103D-FAAD-B79C-6569626E196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92573" y="2645844"/>
                  <a:ext cx="717113" cy="468000"/>
                </a:xfrm>
                <a:prstGeom prst="rect">
                  <a:avLst/>
                </a:prstGeom>
                <a:blipFill>
                  <a:blip r:embed="rId6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79C4DC03-C1C4-A807-C0CD-F1F7B9020B7E}"/>
              </a:ext>
            </a:extLst>
          </p:cNvPr>
          <p:cNvGrpSpPr/>
          <p:nvPr/>
        </p:nvGrpSpPr>
        <p:grpSpPr>
          <a:xfrm>
            <a:off x="2948114" y="3185236"/>
            <a:ext cx="4662611" cy="563625"/>
            <a:chOff x="2954664" y="5669528"/>
            <a:chExt cx="4662611" cy="563625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FC327CFB-4CA8-20F9-8F95-86BE74AF084E}"/>
                </a:ext>
              </a:extLst>
            </p:cNvPr>
            <p:cNvGrpSpPr/>
            <p:nvPr/>
          </p:nvGrpSpPr>
          <p:grpSpPr>
            <a:xfrm>
              <a:off x="2954664" y="5669528"/>
              <a:ext cx="3678686" cy="563625"/>
              <a:chOff x="2941014" y="3033575"/>
              <a:chExt cx="3678686" cy="56362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" name="Rectangle 95">
                    <a:extLst>
                      <a:ext uri="{FF2B5EF4-FFF2-40B4-BE49-F238E27FC236}">
                        <a16:creationId xmlns:a16="http://schemas.microsoft.com/office/drawing/2014/main" id="{A0159073-4DA0-9D7E-A85B-1C5D65BD090A}"/>
                      </a:ext>
                    </a:extLst>
                  </p:cNvPr>
                  <p:cNvSpPr/>
                  <p:nvPr/>
                </p:nvSpPr>
                <p:spPr>
                  <a:xfrm>
                    <a:off x="2941014" y="3033575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6" name="Rectangle 95">
                    <a:extLst>
                      <a:ext uri="{FF2B5EF4-FFF2-40B4-BE49-F238E27FC236}">
                        <a16:creationId xmlns:a16="http://schemas.microsoft.com/office/drawing/2014/main" id="{A0159073-4DA0-9D7E-A85B-1C5D65BD090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3033575"/>
                    <a:ext cx="369374" cy="539851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" name="Rectangle 96">
                    <a:extLst>
                      <a:ext uri="{FF2B5EF4-FFF2-40B4-BE49-F238E27FC236}">
                        <a16:creationId xmlns:a16="http://schemas.microsoft.com/office/drawing/2014/main" id="{B8A99455-3062-7C6B-0CE7-2271E9F766AB}"/>
                      </a:ext>
                    </a:extLst>
                  </p:cNvPr>
                  <p:cNvSpPr/>
                  <p:nvPr/>
                </p:nvSpPr>
                <p:spPr>
                  <a:xfrm>
                    <a:off x="3518110" y="3045653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7" name="Rectangle 96">
                    <a:extLst>
                      <a:ext uri="{FF2B5EF4-FFF2-40B4-BE49-F238E27FC236}">
                        <a16:creationId xmlns:a16="http://schemas.microsoft.com/office/drawing/2014/main" id="{B8A99455-3062-7C6B-0CE7-2271E9F766A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18110" y="3045653"/>
                    <a:ext cx="369374" cy="539851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" name="Rectangle 97">
                    <a:extLst>
                      <a:ext uri="{FF2B5EF4-FFF2-40B4-BE49-F238E27FC236}">
                        <a16:creationId xmlns:a16="http://schemas.microsoft.com/office/drawing/2014/main" id="{742BCA24-6D6F-2250-A8E0-04A84C38B239}"/>
                      </a:ext>
                    </a:extLst>
                  </p:cNvPr>
                  <p:cNvSpPr/>
                  <p:nvPr/>
                </p:nvSpPr>
                <p:spPr>
                  <a:xfrm>
                    <a:off x="4228460" y="3048577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8" name="Rectangle 97">
                    <a:extLst>
                      <a:ext uri="{FF2B5EF4-FFF2-40B4-BE49-F238E27FC236}">
                        <a16:creationId xmlns:a16="http://schemas.microsoft.com/office/drawing/2014/main" id="{742BCA24-6D6F-2250-A8E0-04A84C38B23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28460" y="3048577"/>
                    <a:ext cx="369374" cy="539851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9" name="Rectangle 98">
                    <a:extLst>
                      <a:ext uri="{FF2B5EF4-FFF2-40B4-BE49-F238E27FC236}">
                        <a16:creationId xmlns:a16="http://schemas.microsoft.com/office/drawing/2014/main" id="{62F3426E-EE0B-C607-0237-063FA41876BB}"/>
                      </a:ext>
                    </a:extLst>
                  </p:cNvPr>
                  <p:cNvSpPr/>
                  <p:nvPr/>
                </p:nvSpPr>
                <p:spPr>
                  <a:xfrm>
                    <a:off x="4884218" y="3051501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9" name="Rectangle 98">
                    <a:extLst>
                      <a:ext uri="{FF2B5EF4-FFF2-40B4-BE49-F238E27FC236}">
                        <a16:creationId xmlns:a16="http://schemas.microsoft.com/office/drawing/2014/main" id="{62F3426E-EE0B-C607-0237-063FA41876B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84218" y="3051501"/>
                    <a:ext cx="369374" cy="539851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0" name="Rectangle 99">
                    <a:extLst>
                      <a:ext uri="{FF2B5EF4-FFF2-40B4-BE49-F238E27FC236}">
                        <a16:creationId xmlns:a16="http://schemas.microsoft.com/office/drawing/2014/main" id="{E207086C-4D08-4672-CDC0-D305233D9846}"/>
                      </a:ext>
                    </a:extLst>
                  </p:cNvPr>
                  <p:cNvSpPr/>
                  <p:nvPr/>
                </p:nvSpPr>
                <p:spPr>
                  <a:xfrm>
                    <a:off x="5580920" y="3054425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0" name="Rectangle 99">
                    <a:extLst>
                      <a:ext uri="{FF2B5EF4-FFF2-40B4-BE49-F238E27FC236}">
                        <a16:creationId xmlns:a16="http://schemas.microsoft.com/office/drawing/2014/main" id="{E207086C-4D08-4672-CDC0-D305233D984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80920" y="3054425"/>
                    <a:ext cx="369374" cy="539851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1" name="Rectangle 100">
                    <a:extLst>
                      <a:ext uri="{FF2B5EF4-FFF2-40B4-BE49-F238E27FC236}">
                        <a16:creationId xmlns:a16="http://schemas.microsoft.com/office/drawing/2014/main" id="{E0EB317C-A903-4F28-FBE2-D007BACACDF3}"/>
                      </a:ext>
                    </a:extLst>
                  </p:cNvPr>
                  <p:cNvSpPr/>
                  <p:nvPr/>
                </p:nvSpPr>
                <p:spPr>
                  <a:xfrm>
                    <a:off x="6157464" y="3057349"/>
                    <a:ext cx="462236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1" name="Rectangle 100">
                    <a:extLst>
                      <a:ext uri="{FF2B5EF4-FFF2-40B4-BE49-F238E27FC236}">
                        <a16:creationId xmlns:a16="http://schemas.microsoft.com/office/drawing/2014/main" id="{E0EB317C-A903-4F28-FBE2-D007BACACDF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57464" y="3057349"/>
                    <a:ext cx="462236" cy="539851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r="-1316"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6" name="Rectangle 105">
                  <a:extLst>
                    <a:ext uri="{FF2B5EF4-FFF2-40B4-BE49-F238E27FC236}">
                      <a16:creationId xmlns:a16="http://schemas.microsoft.com/office/drawing/2014/main" id="{5A759FB4-9FE9-4B62-F597-18B9E8C6BADB}"/>
                    </a:ext>
                  </a:extLst>
                </p:cNvPr>
                <p:cNvSpPr/>
                <p:nvPr/>
              </p:nvSpPr>
              <p:spPr>
                <a:xfrm>
                  <a:off x="6900162" y="568630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06" name="Rectangle 105">
                  <a:extLst>
                    <a:ext uri="{FF2B5EF4-FFF2-40B4-BE49-F238E27FC236}">
                      <a16:creationId xmlns:a16="http://schemas.microsoft.com/office/drawing/2014/main" id="{5A759FB4-9FE9-4B62-F597-18B9E8C6BAD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00162" y="5686303"/>
                  <a:ext cx="717113" cy="468000"/>
                </a:xfrm>
                <a:prstGeom prst="rect">
                  <a:avLst/>
                </a:prstGeom>
                <a:blipFill>
                  <a:blip r:embed="rId6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AE752419-D63E-47A4-854B-109E2F73B33B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Example:9(Continue) 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AE752419-D63E-47A4-854B-109E2F73B33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70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64D6DD59-F8DF-417A-842C-8F27CDAB6B77}"/>
              </a:ext>
            </a:extLst>
          </p:cNvPr>
          <p:cNvSpPr/>
          <p:nvPr/>
        </p:nvSpPr>
        <p:spPr>
          <a:xfrm>
            <a:off x="986498" y="855502"/>
            <a:ext cx="4646384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Consider the Augmented Matrix</a:t>
            </a:r>
            <a:endParaRPr lang="en-IN" sz="2800" b="1" dirty="0">
              <a:solidFill>
                <a:srgbClr val="002060"/>
              </a:solidFill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C8679E22-C3CF-42DC-84F8-0731BD1B2739}"/>
              </a:ext>
            </a:extLst>
          </p:cNvPr>
          <p:cNvGrpSpPr/>
          <p:nvPr/>
        </p:nvGrpSpPr>
        <p:grpSpPr>
          <a:xfrm>
            <a:off x="915326" y="2276825"/>
            <a:ext cx="1944546" cy="471208"/>
            <a:chOff x="2027654" y="5357172"/>
            <a:chExt cx="1944546" cy="47120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FC4C664F-BF0D-4A3B-8C2D-9137FF89362D}"/>
                    </a:ext>
                  </a:extLst>
                </p:cNvPr>
                <p:cNvSpPr/>
                <p:nvPr/>
              </p:nvSpPr>
              <p:spPr>
                <a:xfrm>
                  <a:off x="2027654" y="5357172"/>
                  <a:ext cx="14592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sz="2800" b="0" i="1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 b="0" i="0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FC4C664F-BF0D-4A3B-8C2D-9137FF89362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27654" y="5357172"/>
                  <a:ext cx="1459235" cy="468000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B5D52D45-4879-430F-84D9-B481A1D6E23B}"/>
                    </a:ext>
                  </a:extLst>
                </p:cNvPr>
                <p:cNvSpPr/>
                <p:nvPr/>
              </p:nvSpPr>
              <p:spPr>
                <a:xfrm>
                  <a:off x="3255087" y="5360380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B5D52D45-4879-430F-84D9-B481A1D6E23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55087" y="5360380"/>
                  <a:ext cx="717113" cy="468000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0" name="Right Arrow 3">
            <a:extLst>
              <a:ext uri="{FF2B5EF4-FFF2-40B4-BE49-F238E27FC236}">
                <a16:creationId xmlns:a16="http://schemas.microsoft.com/office/drawing/2014/main" id="{60A7944D-0D2A-475B-82CB-BE43CB247E1B}"/>
              </a:ext>
            </a:extLst>
          </p:cNvPr>
          <p:cNvSpPr/>
          <p:nvPr/>
        </p:nvSpPr>
        <p:spPr>
          <a:xfrm flipV="1">
            <a:off x="271550" y="892327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B63115B0-76BE-35F5-ECFA-50193A11996A}"/>
                  </a:ext>
                </a:extLst>
              </p:cNvPr>
              <p:cNvSpPr/>
              <p:nvPr/>
            </p:nvSpPr>
            <p:spPr>
              <a:xfrm>
                <a:off x="7951633" y="4800068"/>
                <a:ext cx="123033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𝟑𝟒</m:t>
                          </m:r>
                        </m:sub>
                      </m:sSub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B63115B0-76BE-35F5-ECFA-50193A1199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1633" y="4800068"/>
                <a:ext cx="1230332" cy="468000"/>
              </a:xfrm>
              <a:prstGeom prst="rect">
                <a:avLst/>
              </a:prstGeom>
              <a:blipFill>
                <a:blip r:embed="rId7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3556088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1.48148E-6 L 0.00117 0.43796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2" y="218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1.82146E-17 L 0.00117 0.27524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140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0" grpId="0" animBg="1"/>
      <p:bldP spid="5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" name="Group 84">
            <a:extLst>
              <a:ext uri="{FF2B5EF4-FFF2-40B4-BE49-F238E27FC236}">
                <a16:creationId xmlns:a16="http://schemas.microsoft.com/office/drawing/2014/main" id="{5D4F46C5-DC63-22B4-58A6-9A0B4916BC39}"/>
              </a:ext>
            </a:extLst>
          </p:cNvPr>
          <p:cNvGrpSpPr/>
          <p:nvPr/>
        </p:nvGrpSpPr>
        <p:grpSpPr>
          <a:xfrm>
            <a:off x="1974002" y="3755134"/>
            <a:ext cx="6559193" cy="3003209"/>
            <a:chOff x="1974002" y="3386638"/>
            <a:chExt cx="6559193" cy="3003209"/>
          </a:xfrm>
        </p:grpSpPr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903CB7F2-C3B7-F314-9E49-2E57E611D38B}"/>
                </a:ext>
              </a:extLst>
            </p:cNvPr>
            <p:cNvGrpSpPr/>
            <p:nvPr/>
          </p:nvGrpSpPr>
          <p:grpSpPr>
            <a:xfrm>
              <a:off x="1974002" y="3386638"/>
              <a:ext cx="6559193" cy="3003209"/>
              <a:chOff x="1996824" y="3591353"/>
              <a:chExt cx="6559193" cy="3003209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5" name="Rectangle 64">
                    <a:extLst>
                      <a:ext uri="{FF2B5EF4-FFF2-40B4-BE49-F238E27FC236}">
                        <a16:creationId xmlns:a16="http://schemas.microsoft.com/office/drawing/2014/main" id="{28EA0DB3-000F-507F-F1A8-E3C90756D3AC}"/>
                      </a:ext>
                    </a:extLst>
                  </p:cNvPr>
                  <p:cNvSpPr/>
                  <p:nvPr/>
                </p:nvSpPr>
                <p:spPr>
                  <a:xfrm>
                    <a:off x="1996824" y="3591353"/>
                    <a:ext cx="6559193" cy="3003209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rgbClr val="002060"/>
                        </a:solidFill>
                      </a:rPr>
                      <a:t> </a:t>
                    </a:r>
                    <a:endPara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5" name="Rectangle 64">
                    <a:extLst>
                      <a:ext uri="{FF2B5EF4-FFF2-40B4-BE49-F238E27FC236}">
                        <a16:creationId xmlns:a16="http://schemas.microsoft.com/office/drawing/2014/main" id="{28EA0DB3-000F-507F-F1A8-E3C90756D3A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6824" y="3591353"/>
                    <a:ext cx="6559193" cy="3003209"/>
                  </a:xfrm>
                  <a:prstGeom prst="rect">
                    <a:avLst/>
                  </a:prstGeom>
                  <a:blipFill>
                    <a:blip r:embed="rId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" name="Rectangle 65">
                    <a:extLst>
                      <a:ext uri="{FF2B5EF4-FFF2-40B4-BE49-F238E27FC236}">
                        <a16:creationId xmlns:a16="http://schemas.microsoft.com/office/drawing/2014/main" id="{5C2A7ADE-8A0E-C35E-99A1-588CFC868C26}"/>
                      </a:ext>
                    </a:extLst>
                  </p:cNvPr>
                  <p:cNvSpPr/>
                  <p:nvPr/>
                </p:nvSpPr>
                <p:spPr>
                  <a:xfrm>
                    <a:off x="2098003" y="4771823"/>
                    <a:ext cx="856661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36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3600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6" name="Rectangle 65">
                    <a:extLst>
                      <a:ext uri="{FF2B5EF4-FFF2-40B4-BE49-F238E27FC236}">
                        <a16:creationId xmlns:a16="http://schemas.microsoft.com/office/drawing/2014/main" id="{5C2A7ADE-8A0E-C35E-99A1-588CFC868C2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098003" y="4771823"/>
                    <a:ext cx="856661" cy="711201"/>
                  </a:xfrm>
                  <a:prstGeom prst="rect">
                    <a:avLst/>
                  </a:prstGeom>
                  <a:blipFill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3BEA7F0D-8F26-3B48-FEC3-B948C0E73A9D}"/>
                </a:ext>
              </a:extLst>
            </p:cNvPr>
            <p:cNvCxnSpPr/>
            <p:nvPr/>
          </p:nvCxnSpPr>
          <p:spPr>
            <a:xfrm>
              <a:off x="6832402" y="3842709"/>
              <a:ext cx="0" cy="216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8E710EDB-71ED-F362-3516-8618803AE967}"/>
                </a:ext>
              </a:extLst>
            </p:cNvPr>
            <p:cNvGrpSpPr/>
            <p:nvPr/>
          </p:nvGrpSpPr>
          <p:grpSpPr>
            <a:xfrm>
              <a:off x="2931842" y="3762560"/>
              <a:ext cx="3707165" cy="541635"/>
              <a:chOff x="2941014" y="1467802"/>
              <a:chExt cx="3707165" cy="54163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" name="Rectangle 58">
                    <a:extLst>
                      <a:ext uri="{FF2B5EF4-FFF2-40B4-BE49-F238E27FC236}">
                        <a16:creationId xmlns:a16="http://schemas.microsoft.com/office/drawing/2014/main" id="{E0935BC8-5EC2-E7C0-5470-ADBD4E191233}"/>
                      </a:ext>
                    </a:extLst>
                  </p:cNvPr>
                  <p:cNvSpPr/>
                  <p:nvPr/>
                </p:nvSpPr>
                <p:spPr>
                  <a:xfrm>
                    <a:off x="2941014" y="1467803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9" name="Rectangle 58">
                    <a:extLst>
                      <a:ext uri="{FF2B5EF4-FFF2-40B4-BE49-F238E27FC236}">
                        <a16:creationId xmlns:a16="http://schemas.microsoft.com/office/drawing/2014/main" id="{E0935BC8-5EC2-E7C0-5470-ADBD4E19123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1467803"/>
                    <a:ext cx="369374" cy="539851"/>
                  </a:xfrm>
                  <a:prstGeom prst="rect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" name="Rectangle 59">
                    <a:extLst>
                      <a:ext uri="{FF2B5EF4-FFF2-40B4-BE49-F238E27FC236}">
                        <a16:creationId xmlns:a16="http://schemas.microsoft.com/office/drawing/2014/main" id="{1C3CEC51-8639-E2F9-203E-9FD7E0A4F07D}"/>
                      </a:ext>
                    </a:extLst>
                  </p:cNvPr>
                  <p:cNvSpPr/>
                  <p:nvPr/>
                </p:nvSpPr>
                <p:spPr>
                  <a:xfrm>
                    <a:off x="3503743" y="1469586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0" name="Rectangle 59">
                    <a:extLst>
                      <a:ext uri="{FF2B5EF4-FFF2-40B4-BE49-F238E27FC236}">
                        <a16:creationId xmlns:a16="http://schemas.microsoft.com/office/drawing/2014/main" id="{1C3CEC51-8639-E2F9-203E-9FD7E0A4F07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03743" y="1469586"/>
                    <a:ext cx="369374" cy="539851"/>
                  </a:xfrm>
                  <a:prstGeom prst="rect">
                    <a:avLst/>
                  </a:prstGeom>
                  <a:blipFill>
                    <a:blip r:embed="rId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" name="Rectangle 60">
                    <a:extLst>
                      <a:ext uri="{FF2B5EF4-FFF2-40B4-BE49-F238E27FC236}">
                        <a16:creationId xmlns:a16="http://schemas.microsoft.com/office/drawing/2014/main" id="{588326B9-5630-0C3E-84E1-E3B5EEB15392}"/>
                      </a:ext>
                    </a:extLst>
                  </p:cNvPr>
                  <p:cNvSpPr/>
                  <p:nvPr/>
                </p:nvSpPr>
                <p:spPr>
                  <a:xfrm>
                    <a:off x="3933410" y="1467803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1" name="Rectangle 60">
                    <a:extLst>
                      <a:ext uri="{FF2B5EF4-FFF2-40B4-BE49-F238E27FC236}">
                        <a16:creationId xmlns:a16="http://schemas.microsoft.com/office/drawing/2014/main" id="{588326B9-5630-0C3E-84E1-E3B5EEB1539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33410" y="1467803"/>
                    <a:ext cx="706471" cy="539851"/>
                  </a:xfrm>
                  <a:prstGeom prst="rect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" name="Rectangle 61">
                    <a:extLst>
                      <a:ext uri="{FF2B5EF4-FFF2-40B4-BE49-F238E27FC236}">
                        <a16:creationId xmlns:a16="http://schemas.microsoft.com/office/drawing/2014/main" id="{BB99F3C0-8C27-EDC5-C75D-45F94D728C61}"/>
                      </a:ext>
                    </a:extLst>
                  </p:cNvPr>
                  <p:cNvSpPr/>
                  <p:nvPr/>
                </p:nvSpPr>
                <p:spPr>
                  <a:xfrm>
                    <a:off x="4872425" y="1467802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2" name="Rectangle 61">
                    <a:extLst>
                      <a:ext uri="{FF2B5EF4-FFF2-40B4-BE49-F238E27FC236}">
                        <a16:creationId xmlns:a16="http://schemas.microsoft.com/office/drawing/2014/main" id="{BB99F3C0-8C27-EDC5-C75D-45F94D728C6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72425" y="1467802"/>
                    <a:ext cx="369374" cy="539851"/>
                  </a:xfrm>
                  <a:prstGeom prst="rect">
                    <a:avLst/>
                  </a:prstGeom>
                  <a:blipFill>
                    <a:blip r:embed="rId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" name="Rectangle 62">
                    <a:extLst>
                      <a:ext uri="{FF2B5EF4-FFF2-40B4-BE49-F238E27FC236}">
                        <a16:creationId xmlns:a16="http://schemas.microsoft.com/office/drawing/2014/main" id="{02BC897F-CC3E-F412-A1B6-37AD73393C45}"/>
                      </a:ext>
                    </a:extLst>
                  </p:cNvPr>
                  <p:cNvSpPr/>
                  <p:nvPr/>
                </p:nvSpPr>
                <p:spPr>
                  <a:xfrm>
                    <a:off x="5574770" y="1469234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3" name="Rectangle 62">
                    <a:extLst>
                      <a:ext uri="{FF2B5EF4-FFF2-40B4-BE49-F238E27FC236}">
                        <a16:creationId xmlns:a16="http://schemas.microsoft.com/office/drawing/2014/main" id="{02BC897F-CC3E-F412-A1B6-37AD73393C4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74770" y="1469234"/>
                    <a:ext cx="369374" cy="539851"/>
                  </a:xfrm>
                  <a:prstGeom prst="rect">
                    <a:avLst/>
                  </a:prstGeom>
                  <a:blipFill>
                    <a:blip r:embed="rId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" name="Rectangle 63">
                    <a:extLst>
                      <a:ext uri="{FF2B5EF4-FFF2-40B4-BE49-F238E27FC236}">
                        <a16:creationId xmlns:a16="http://schemas.microsoft.com/office/drawing/2014/main" id="{7B925689-C472-DC16-F28D-278885AA01C9}"/>
                      </a:ext>
                    </a:extLst>
                  </p:cNvPr>
                  <p:cNvSpPr/>
                  <p:nvPr/>
                </p:nvSpPr>
                <p:spPr>
                  <a:xfrm>
                    <a:off x="6278805" y="1468864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4" name="Rectangle 63">
                    <a:extLst>
                      <a:ext uri="{FF2B5EF4-FFF2-40B4-BE49-F238E27FC236}">
                        <a16:creationId xmlns:a16="http://schemas.microsoft.com/office/drawing/2014/main" id="{7B925689-C472-DC16-F28D-278885AA01C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278805" y="1468864"/>
                    <a:ext cx="369374" cy="539851"/>
                  </a:xfrm>
                  <a:prstGeom prst="rect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3127C1FF-2F78-7D33-E13E-EBD47E69804B}"/>
                    </a:ext>
                  </a:extLst>
                </p:cNvPr>
                <p:cNvSpPr/>
                <p:nvPr/>
              </p:nvSpPr>
              <p:spPr>
                <a:xfrm>
                  <a:off x="6877340" y="377620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3127C1FF-2F78-7D33-E13E-EBD47E69804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77340" y="3776208"/>
                  <a:ext cx="717113" cy="468000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4A9BFAB6-466C-8141-8A51-9A53C9F1BF04}"/>
                </a:ext>
              </a:extLst>
            </p:cNvPr>
            <p:cNvGrpSpPr/>
            <p:nvPr/>
          </p:nvGrpSpPr>
          <p:grpSpPr>
            <a:xfrm>
              <a:off x="2931842" y="5478818"/>
              <a:ext cx="4662124" cy="551373"/>
              <a:chOff x="2947562" y="2642655"/>
              <a:chExt cx="4662124" cy="551373"/>
            </a:xfrm>
          </p:grpSpPr>
          <p:grpSp>
            <p:nvGrpSpPr>
              <p:cNvPr id="68" name="Group 67">
                <a:extLst>
                  <a:ext uri="{FF2B5EF4-FFF2-40B4-BE49-F238E27FC236}">
                    <a16:creationId xmlns:a16="http://schemas.microsoft.com/office/drawing/2014/main" id="{43A641CB-3FE0-1B12-BB4D-B0E1FD1DAB81}"/>
                  </a:ext>
                </a:extLst>
              </p:cNvPr>
              <p:cNvGrpSpPr/>
              <p:nvPr/>
            </p:nvGrpSpPr>
            <p:grpSpPr>
              <a:xfrm>
                <a:off x="2947562" y="2642655"/>
                <a:ext cx="3757766" cy="551373"/>
                <a:chOff x="2941501" y="2517559"/>
                <a:chExt cx="3757766" cy="551373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0" name="Rectangle 69">
                      <a:extLst>
                        <a:ext uri="{FF2B5EF4-FFF2-40B4-BE49-F238E27FC236}">
                          <a16:creationId xmlns:a16="http://schemas.microsoft.com/office/drawing/2014/main" id="{6B10C323-3033-98DE-CBD7-D0816CF553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1501" y="2525159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70" name="Rectangle 69">
                      <a:extLst>
                        <a:ext uri="{FF2B5EF4-FFF2-40B4-BE49-F238E27FC236}">
                          <a16:creationId xmlns:a16="http://schemas.microsoft.com/office/drawing/2014/main" id="{6B10C323-3033-98DE-CBD7-D0816CF553E0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941501" y="2525159"/>
                      <a:ext cx="369374" cy="539851"/>
                    </a:xfrm>
                    <a:prstGeom prst="rect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1" name="Rectangle 70">
                      <a:extLst>
                        <a:ext uri="{FF2B5EF4-FFF2-40B4-BE49-F238E27FC236}">
                          <a16:creationId xmlns:a16="http://schemas.microsoft.com/office/drawing/2014/main" id="{78AF0F6E-8876-40AD-AF73-228F13D5B0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3267" y="2525640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71" name="Rectangle 70">
                      <a:extLst>
                        <a:ext uri="{FF2B5EF4-FFF2-40B4-BE49-F238E27FC236}">
                          <a16:creationId xmlns:a16="http://schemas.microsoft.com/office/drawing/2014/main" id="{78AF0F6E-8876-40AD-AF73-228F13D5B04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513267" y="2525640"/>
                      <a:ext cx="369374" cy="539851"/>
                    </a:xfrm>
                    <a:prstGeom prst="rect">
                      <a:avLst/>
                    </a:prstGeom>
                    <a:blipFill>
                      <a:blip r:embed="rId12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2" name="Rectangle 71">
                      <a:extLst>
                        <a:ext uri="{FF2B5EF4-FFF2-40B4-BE49-F238E27FC236}">
                          <a16:creationId xmlns:a16="http://schemas.microsoft.com/office/drawing/2014/main" id="{F1CAC784-CA6C-541E-D890-AE8E32BB0B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3604" y="2529081"/>
                      <a:ext cx="353405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72" name="Rectangle 71">
                      <a:extLst>
                        <a:ext uri="{FF2B5EF4-FFF2-40B4-BE49-F238E27FC236}">
                          <a16:creationId xmlns:a16="http://schemas.microsoft.com/office/drawing/2014/main" id="{F1CAC784-CA6C-541E-D890-AE8E32BB0B6D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213604" y="2529081"/>
                      <a:ext cx="353405" cy="539851"/>
                    </a:xfrm>
                    <a:prstGeom prst="rect">
                      <a:avLst/>
                    </a:prstGeom>
                    <a:blipFill>
                      <a:blip r:embed="rId13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3" name="Rectangle 72">
                      <a:extLst>
                        <a:ext uri="{FF2B5EF4-FFF2-40B4-BE49-F238E27FC236}">
                          <a16:creationId xmlns:a16="http://schemas.microsoft.com/office/drawing/2014/main" id="{DCB7CCA1-781C-4499-726C-DE756EE133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48777" y="2517559"/>
                      <a:ext cx="555450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73" name="Rectangle 72">
                      <a:extLst>
                        <a:ext uri="{FF2B5EF4-FFF2-40B4-BE49-F238E27FC236}">
                          <a16:creationId xmlns:a16="http://schemas.microsoft.com/office/drawing/2014/main" id="{DCB7CCA1-781C-4499-726C-DE756EE1335E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748777" y="2517559"/>
                      <a:ext cx="555450" cy="539851"/>
                    </a:xfrm>
                    <a:prstGeom prst="rect">
                      <a:avLst/>
                    </a:prstGeom>
                    <a:blipFill>
                      <a:blip r:embed="rId1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4" name="Rectangle 73">
                      <a:extLst>
                        <a:ext uri="{FF2B5EF4-FFF2-40B4-BE49-F238E27FC236}">
                          <a16:creationId xmlns:a16="http://schemas.microsoft.com/office/drawing/2014/main" id="{491E5FCB-09F7-D31E-2E73-33E87F6DB8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58019" y="2519695"/>
                      <a:ext cx="42754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74" name="Rectangle 73">
                      <a:extLst>
                        <a:ext uri="{FF2B5EF4-FFF2-40B4-BE49-F238E27FC236}">
                          <a16:creationId xmlns:a16="http://schemas.microsoft.com/office/drawing/2014/main" id="{491E5FCB-09F7-D31E-2E73-33E87F6DB897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558019" y="2519695"/>
                      <a:ext cx="427541" cy="539851"/>
                    </a:xfrm>
                    <a:prstGeom prst="rect">
                      <a:avLst/>
                    </a:prstGeom>
                    <a:blipFill>
                      <a:blip r:embed="rId1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5" name="Rectangle 74">
                      <a:extLst>
                        <a:ext uri="{FF2B5EF4-FFF2-40B4-BE49-F238E27FC236}">
                          <a16:creationId xmlns:a16="http://schemas.microsoft.com/office/drawing/2014/main" id="{3559E2D1-931A-6EA0-9FE2-D1AC01ACF1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51851" y="2521831"/>
                      <a:ext cx="547416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75" name="Rectangle 74">
                      <a:extLst>
                        <a:ext uri="{FF2B5EF4-FFF2-40B4-BE49-F238E27FC236}">
                          <a16:creationId xmlns:a16="http://schemas.microsoft.com/office/drawing/2014/main" id="{3559E2D1-931A-6EA0-9FE2-D1AC01ACF15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151851" y="2521831"/>
                      <a:ext cx="547416" cy="539851"/>
                    </a:xfrm>
                    <a:prstGeom prst="rect">
                      <a:avLst/>
                    </a:prstGeom>
                    <a:blipFill>
                      <a:blip r:embed="rId1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" name="Rectangle 68">
                    <a:extLst>
                      <a:ext uri="{FF2B5EF4-FFF2-40B4-BE49-F238E27FC236}">
                        <a16:creationId xmlns:a16="http://schemas.microsoft.com/office/drawing/2014/main" id="{CE886F51-9205-0F06-E712-A7429CDF4C94}"/>
                      </a:ext>
                    </a:extLst>
                  </p:cNvPr>
                  <p:cNvSpPr/>
                  <p:nvPr/>
                </p:nvSpPr>
                <p:spPr>
                  <a:xfrm>
                    <a:off x="6892573" y="2645844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9" name="Rectangle 68">
                    <a:extLst>
                      <a:ext uri="{FF2B5EF4-FFF2-40B4-BE49-F238E27FC236}">
                        <a16:creationId xmlns:a16="http://schemas.microsoft.com/office/drawing/2014/main" id="{CE886F51-9205-0F06-E712-A7429CDF4C9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92573" y="2645844"/>
                    <a:ext cx="717113" cy="468000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B635A776-85C0-680F-AB75-3EEC385112A8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Example:9(Continue)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B635A776-85C0-680F-AB75-3EEC385112A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18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" name="Group 3">
            <a:extLst>
              <a:ext uri="{FF2B5EF4-FFF2-40B4-BE49-F238E27FC236}">
                <a16:creationId xmlns:a16="http://schemas.microsoft.com/office/drawing/2014/main" id="{FADB9EEB-1FF7-B176-45A2-7B719E9F38A9}"/>
              </a:ext>
            </a:extLst>
          </p:cNvPr>
          <p:cNvGrpSpPr/>
          <p:nvPr/>
        </p:nvGrpSpPr>
        <p:grpSpPr>
          <a:xfrm>
            <a:off x="1983177" y="561550"/>
            <a:ext cx="6559193" cy="3003209"/>
            <a:chOff x="1996824" y="3591353"/>
            <a:chExt cx="6559193" cy="3003209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CC6BF5F2-CDE2-A082-FC53-5C3B07D64015}"/>
                </a:ext>
              </a:extLst>
            </p:cNvPr>
            <p:cNvGrpSpPr/>
            <p:nvPr/>
          </p:nvGrpSpPr>
          <p:grpSpPr>
            <a:xfrm>
              <a:off x="1996824" y="3591353"/>
              <a:ext cx="6559193" cy="3003209"/>
              <a:chOff x="1996824" y="3591353"/>
              <a:chExt cx="6559193" cy="3003209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3" name="Rectangle 22">
                    <a:extLst>
                      <a:ext uri="{FF2B5EF4-FFF2-40B4-BE49-F238E27FC236}">
                        <a16:creationId xmlns:a16="http://schemas.microsoft.com/office/drawing/2014/main" id="{09036B78-68A3-B82F-43A4-A94784BD937D}"/>
                      </a:ext>
                    </a:extLst>
                  </p:cNvPr>
                  <p:cNvSpPr/>
                  <p:nvPr/>
                </p:nvSpPr>
                <p:spPr>
                  <a:xfrm>
                    <a:off x="1996824" y="3591353"/>
                    <a:ext cx="6559193" cy="3003209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rgbClr val="002060"/>
                        </a:solidFill>
                      </a:rPr>
                      <a:t> </a:t>
                    </a:r>
                    <a:endPara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id="{BC2AE298-D347-4A36-8496-DB0FDC8CF62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6824" y="3591353"/>
                    <a:ext cx="6559193" cy="3003209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id="{16B7786C-6EB7-32F3-2D4B-6D1116B9A80F}"/>
                      </a:ext>
                    </a:extLst>
                  </p:cNvPr>
                  <p:cNvSpPr/>
                  <p:nvPr/>
                </p:nvSpPr>
                <p:spPr>
                  <a:xfrm>
                    <a:off x="2098003" y="4771823"/>
                    <a:ext cx="856661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36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3600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0" name="Rectangle 39">
                    <a:extLst>
                      <a:ext uri="{FF2B5EF4-FFF2-40B4-BE49-F238E27FC236}">
                        <a16:creationId xmlns:a16="http://schemas.microsoft.com/office/drawing/2014/main" id="{FD54F877-3615-42BB-B280-7F2B18540C0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098003" y="4771823"/>
                    <a:ext cx="856661" cy="711201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F04DC005-DA74-AAD0-768E-565238E81862}"/>
                </a:ext>
              </a:extLst>
            </p:cNvPr>
            <p:cNvCxnSpPr/>
            <p:nvPr/>
          </p:nvCxnSpPr>
          <p:spPr>
            <a:xfrm>
              <a:off x="6855224" y="4047424"/>
              <a:ext cx="0" cy="216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12C48E8A-0CB5-3420-9A5F-E1579C228EFB}"/>
                </a:ext>
              </a:extLst>
            </p:cNvPr>
            <p:cNvGrpSpPr/>
            <p:nvPr/>
          </p:nvGrpSpPr>
          <p:grpSpPr>
            <a:xfrm>
              <a:off x="2954664" y="3967275"/>
              <a:ext cx="3707165" cy="541635"/>
              <a:chOff x="2941014" y="1467802"/>
              <a:chExt cx="3707165" cy="54163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7" name="Rectangle 16">
                    <a:extLst>
                      <a:ext uri="{FF2B5EF4-FFF2-40B4-BE49-F238E27FC236}">
                        <a16:creationId xmlns:a16="http://schemas.microsoft.com/office/drawing/2014/main" id="{B124B15C-5E9F-264F-93D6-F442F6B23B7B}"/>
                      </a:ext>
                    </a:extLst>
                  </p:cNvPr>
                  <p:cNvSpPr/>
                  <p:nvPr/>
                </p:nvSpPr>
                <p:spPr>
                  <a:xfrm>
                    <a:off x="2941014" y="1467803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7" name="Rectangle 16">
                    <a:extLst>
                      <a:ext uri="{FF2B5EF4-FFF2-40B4-BE49-F238E27FC236}">
                        <a16:creationId xmlns:a16="http://schemas.microsoft.com/office/drawing/2014/main" id="{B124B15C-5E9F-264F-93D6-F442F6B23B7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1467803"/>
                    <a:ext cx="369374" cy="539851"/>
                  </a:xfrm>
                  <a:prstGeom prst="rect">
                    <a:avLst/>
                  </a:prstGeom>
                  <a:blipFill>
                    <a:blip r:embed="rId2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B133D0CF-501F-8CF7-729F-D782FEF9F177}"/>
                      </a:ext>
                    </a:extLst>
                  </p:cNvPr>
                  <p:cNvSpPr/>
                  <p:nvPr/>
                </p:nvSpPr>
                <p:spPr>
                  <a:xfrm>
                    <a:off x="3503743" y="1469586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8" name="Rectangle 17">
                    <a:extLst>
                      <a:ext uri="{FF2B5EF4-FFF2-40B4-BE49-F238E27FC236}">
                        <a16:creationId xmlns:a16="http://schemas.microsoft.com/office/drawing/2014/main" id="{B133D0CF-501F-8CF7-729F-D782FEF9F17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03743" y="1469586"/>
                    <a:ext cx="369374" cy="539851"/>
                  </a:xfrm>
                  <a:prstGeom prst="rect">
                    <a:avLst/>
                  </a:prstGeom>
                  <a:blipFill>
                    <a:blip r:embed="rId2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" name="Rectangle 18">
                    <a:extLst>
                      <a:ext uri="{FF2B5EF4-FFF2-40B4-BE49-F238E27FC236}">
                        <a16:creationId xmlns:a16="http://schemas.microsoft.com/office/drawing/2014/main" id="{60B33BA3-9AAC-705D-71BF-FEE14F9AD7E5}"/>
                      </a:ext>
                    </a:extLst>
                  </p:cNvPr>
                  <p:cNvSpPr/>
                  <p:nvPr/>
                </p:nvSpPr>
                <p:spPr>
                  <a:xfrm>
                    <a:off x="3933410" y="1467803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" name="Rectangle 18">
                    <a:extLst>
                      <a:ext uri="{FF2B5EF4-FFF2-40B4-BE49-F238E27FC236}">
                        <a16:creationId xmlns:a16="http://schemas.microsoft.com/office/drawing/2014/main" id="{60B33BA3-9AAC-705D-71BF-FEE14F9AD7E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33410" y="1467803"/>
                    <a:ext cx="706471" cy="539851"/>
                  </a:xfrm>
                  <a:prstGeom prst="rect">
                    <a:avLst/>
                  </a:prstGeom>
                  <a:blipFill>
                    <a:blip r:embed="rId2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" name="Rectangle 19">
                    <a:extLst>
                      <a:ext uri="{FF2B5EF4-FFF2-40B4-BE49-F238E27FC236}">
                        <a16:creationId xmlns:a16="http://schemas.microsoft.com/office/drawing/2014/main" id="{A1D38CB2-600D-9A4B-1EFE-3C5D0DFA7143}"/>
                      </a:ext>
                    </a:extLst>
                  </p:cNvPr>
                  <p:cNvSpPr/>
                  <p:nvPr/>
                </p:nvSpPr>
                <p:spPr>
                  <a:xfrm>
                    <a:off x="4872425" y="1467802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0" name="Rectangle 19">
                    <a:extLst>
                      <a:ext uri="{FF2B5EF4-FFF2-40B4-BE49-F238E27FC236}">
                        <a16:creationId xmlns:a16="http://schemas.microsoft.com/office/drawing/2014/main" id="{A1D38CB2-600D-9A4B-1EFE-3C5D0DFA714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72425" y="1467802"/>
                    <a:ext cx="369374" cy="539851"/>
                  </a:xfrm>
                  <a:prstGeom prst="rect">
                    <a:avLst/>
                  </a:prstGeom>
                  <a:blipFill>
                    <a:blip r:embed="rId2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" name="Rectangle 20">
                    <a:extLst>
                      <a:ext uri="{FF2B5EF4-FFF2-40B4-BE49-F238E27FC236}">
                        <a16:creationId xmlns:a16="http://schemas.microsoft.com/office/drawing/2014/main" id="{20E9C7AF-D4D3-9D45-DDEE-0EF4C747558B}"/>
                      </a:ext>
                    </a:extLst>
                  </p:cNvPr>
                  <p:cNvSpPr/>
                  <p:nvPr/>
                </p:nvSpPr>
                <p:spPr>
                  <a:xfrm>
                    <a:off x="5561122" y="1469234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1" name="Rectangle 20">
                    <a:extLst>
                      <a:ext uri="{FF2B5EF4-FFF2-40B4-BE49-F238E27FC236}">
                        <a16:creationId xmlns:a16="http://schemas.microsoft.com/office/drawing/2014/main" id="{20E9C7AF-D4D3-9D45-DDEE-0EF4C747558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61122" y="1469234"/>
                    <a:ext cx="369374" cy="539851"/>
                  </a:xfrm>
                  <a:prstGeom prst="rect">
                    <a:avLst/>
                  </a:prstGeom>
                  <a:blipFill>
                    <a:blip r:embed="rId2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2" name="Rectangle 21">
                    <a:extLst>
                      <a:ext uri="{FF2B5EF4-FFF2-40B4-BE49-F238E27FC236}">
                        <a16:creationId xmlns:a16="http://schemas.microsoft.com/office/drawing/2014/main" id="{E94D1675-FB65-DEAC-287D-478160C0D7CF}"/>
                      </a:ext>
                    </a:extLst>
                  </p:cNvPr>
                  <p:cNvSpPr/>
                  <p:nvPr/>
                </p:nvSpPr>
                <p:spPr>
                  <a:xfrm>
                    <a:off x="6278805" y="1468864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2" name="Rectangle 21">
                    <a:extLst>
                      <a:ext uri="{FF2B5EF4-FFF2-40B4-BE49-F238E27FC236}">
                        <a16:creationId xmlns:a16="http://schemas.microsoft.com/office/drawing/2014/main" id="{E94D1675-FB65-DEAC-287D-478160C0D7C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278805" y="1468864"/>
                    <a:ext cx="369374" cy="539851"/>
                  </a:xfrm>
                  <a:prstGeom prst="rect">
                    <a:avLst/>
                  </a:prstGeom>
                  <a:blipFill>
                    <a:blip r:embed="rId2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2A81BBA5-33B1-B63C-C109-27E9152B1059}"/>
                </a:ext>
              </a:extLst>
            </p:cNvPr>
            <p:cNvGrpSpPr/>
            <p:nvPr/>
          </p:nvGrpSpPr>
          <p:grpSpPr>
            <a:xfrm>
              <a:off x="2954664" y="4530143"/>
              <a:ext cx="3766672" cy="556180"/>
              <a:chOff x="2941014" y="1989726"/>
              <a:chExt cx="3766672" cy="55618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" name="Rectangle 10">
                    <a:extLst>
                      <a:ext uri="{FF2B5EF4-FFF2-40B4-BE49-F238E27FC236}">
                        <a16:creationId xmlns:a16="http://schemas.microsoft.com/office/drawing/2014/main" id="{CF26D636-06E7-F808-3A70-2E9D7A4F5F87}"/>
                      </a:ext>
                    </a:extLst>
                  </p:cNvPr>
                  <p:cNvSpPr/>
                  <p:nvPr/>
                </p:nvSpPr>
                <p:spPr>
                  <a:xfrm>
                    <a:off x="2941014" y="1989727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" name="Rectangle 10">
                    <a:extLst>
                      <a:ext uri="{FF2B5EF4-FFF2-40B4-BE49-F238E27FC236}">
                        <a16:creationId xmlns:a16="http://schemas.microsoft.com/office/drawing/2014/main" id="{CF26D636-06E7-F808-3A70-2E9D7A4F5F8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1989727"/>
                    <a:ext cx="369374" cy="539851"/>
                  </a:xfrm>
                  <a:prstGeom prst="rect">
                    <a:avLst/>
                  </a:prstGeom>
                  <a:blipFill>
                    <a:blip r:embed="rId2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id="{E1A5665E-E946-2A1F-D90A-54EAB744C6E6}"/>
                      </a:ext>
                    </a:extLst>
                  </p:cNvPr>
                  <p:cNvSpPr/>
                  <p:nvPr/>
                </p:nvSpPr>
                <p:spPr>
                  <a:xfrm>
                    <a:off x="3489806" y="2006055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id="{E1A5665E-E946-2A1F-D90A-54EAB744C6E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489806" y="2006055"/>
                    <a:ext cx="369374" cy="539851"/>
                  </a:xfrm>
                  <a:prstGeom prst="rect">
                    <a:avLst/>
                  </a:prstGeom>
                  <a:blipFill>
                    <a:blip r:embed="rId2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" name="Rectangle 12">
                    <a:extLst>
                      <a:ext uri="{FF2B5EF4-FFF2-40B4-BE49-F238E27FC236}">
                        <a16:creationId xmlns:a16="http://schemas.microsoft.com/office/drawing/2014/main" id="{E3E12692-496E-94B3-35E3-A72DD7A1ED3F}"/>
                      </a:ext>
                    </a:extLst>
                  </p:cNvPr>
                  <p:cNvSpPr/>
                  <p:nvPr/>
                </p:nvSpPr>
                <p:spPr>
                  <a:xfrm>
                    <a:off x="3922688" y="2003560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−5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" name="Rectangle 12">
                    <a:extLst>
                      <a:ext uri="{FF2B5EF4-FFF2-40B4-BE49-F238E27FC236}">
                        <a16:creationId xmlns:a16="http://schemas.microsoft.com/office/drawing/2014/main" id="{E3E12692-496E-94B3-35E3-A72DD7A1ED3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22688" y="2003560"/>
                    <a:ext cx="706471" cy="539851"/>
                  </a:xfrm>
                  <a:prstGeom prst="rect">
                    <a:avLst/>
                  </a:prstGeom>
                  <a:blipFill>
                    <a:blip r:embed="rId2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" name="Rectangle 13">
                    <a:extLst>
                      <a:ext uri="{FF2B5EF4-FFF2-40B4-BE49-F238E27FC236}">
                        <a16:creationId xmlns:a16="http://schemas.microsoft.com/office/drawing/2014/main" id="{582DBF9A-9AC7-B856-43CD-84056D2A33AF}"/>
                      </a:ext>
                    </a:extLst>
                  </p:cNvPr>
                  <p:cNvSpPr/>
                  <p:nvPr/>
                </p:nvSpPr>
                <p:spPr>
                  <a:xfrm>
                    <a:off x="4579501" y="1989726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" name="Rectangle 13">
                    <a:extLst>
                      <a:ext uri="{FF2B5EF4-FFF2-40B4-BE49-F238E27FC236}">
                        <a16:creationId xmlns:a16="http://schemas.microsoft.com/office/drawing/2014/main" id="{582DBF9A-9AC7-B856-43CD-84056D2A33A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579501" y="1989726"/>
                    <a:ext cx="706471" cy="539851"/>
                  </a:xfrm>
                  <a:prstGeom prst="rect">
                    <a:avLst/>
                  </a:prstGeom>
                  <a:blipFill>
                    <a:blip r:embed="rId3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id="{C4644842-A7B4-97A3-D384-7ED7FD05AB67}"/>
                      </a:ext>
                    </a:extLst>
                  </p:cNvPr>
                  <p:cNvSpPr/>
                  <p:nvPr/>
                </p:nvSpPr>
                <p:spPr>
                  <a:xfrm>
                    <a:off x="5541389" y="1992918"/>
                    <a:ext cx="42754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id="{C4644842-A7B4-97A3-D384-7ED7FD05AB6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41389" y="1992918"/>
                    <a:ext cx="427541" cy="539851"/>
                  </a:xfrm>
                  <a:prstGeom prst="rect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" name="Rectangle 15">
                    <a:extLst>
                      <a:ext uri="{FF2B5EF4-FFF2-40B4-BE49-F238E27FC236}">
                        <a16:creationId xmlns:a16="http://schemas.microsoft.com/office/drawing/2014/main" id="{B19AC9F4-7779-4FD0-AEC3-68A63DBBC04C}"/>
                      </a:ext>
                    </a:extLst>
                  </p:cNvPr>
                  <p:cNvSpPr/>
                  <p:nvPr/>
                </p:nvSpPr>
                <p:spPr>
                  <a:xfrm>
                    <a:off x="6001215" y="2005558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6" name="Rectangle 15">
                    <a:extLst>
                      <a:ext uri="{FF2B5EF4-FFF2-40B4-BE49-F238E27FC236}">
                        <a16:creationId xmlns:a16="http://schemas.microsoft.com/office/drawing/2014/main" id="{B19AC9F4-7779-4FD0-AEC3-68A63DBBC04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001215" y="2005558"/>
                    <a:ext cx="706471" cy="539851"/>
                  </a:xfrm>
                  <a:prstGeom prst="rect">
                    <a:avLst/>
                  </a:prstGeom>
                  <a:blipFill>
                    <a:blip r:embed="rId3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A08370B9-CA32-45DA-0CED-31391D97E48F}"/>
                    </a:ext>
                  </a:extLst>
                </p:cNvPr>
                <p:cNvSpPr/>
                <p:nvPr/>
              </p:nvSpPr>
              <p:spPr>
                <a:xfrm>
                  <a:off x="6900162" y="398092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A08370B9-CA32-45DA-0CED-31391D97E48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00162" y="3980923"/>
                  <a:ext cx="717113" cy="468000"/>
                </a:xfrm>
                <a:prstGeom prst="rect">
                  <a:avLst/>
                </a:prstGeom>
                <a:blipFill>
                  <a:blip r:embed="rId3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F6AE6562-5344-A292-32CB-9C9A37818DF4}"/>
                    </a:ext>
                  </a:extLst>
                </p:cNvPr>
                <p:cNvSpPr/>
                <p:nvPr/>
              </p:nvSpPr>
              <p:spPr>
                <a:xfrm>
                  <a:off x="6863198" y="453339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F6AE6562-5344-A292-32CB-9C9A37818DF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63198" y="4533398"/>
                  <a:ext cx="717113" cy="468000"/>
                </a:xfrm>
                <a:prstGeom prst="rect">
                  <a:avLst/>
                </a:prstGeom>
                <a:blipFill>
                  <a:blip r:embed="rId3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4AEC728-4676-E793-984C-71707CCF8847}"/>
              </a:ext>
            </a:extLst>
          </p:cNvPr>
          <p:cNvGrpSpPr/>
          <p:nvPr/>
        </p:nvGrpSpPr>
        <p:grpSpPr>
          <a:xfrm>
            <a:off x="2941017" y="2653730"/>
            <a:ext cx="4662124" cy="551373"/>
            <a:chOff x="2947562" y="2642655"/>
            <a:chExt cx="4662124" cy="55137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A6ED1619-D035-657B-15FA-A8806B3E1024}"/>
                </a:ext>
              </a:extLst>
            </p:cNvPr>
            <p:cNvGrpSpPr/>
            <p:nvPr/>
          </p:nvGrpSpPr>
          <p:grpSpPr>
            <a:xfrm>
              <a:off x="2947562" y="2642655"/>
              <a:ext cx="3757766" cy="551373"/>
              <a:chOff x="2941501" y="2517559"/>
              <a:chExt cx="3757766" cy="5513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9" name="Rectangle 28">
                    <a:extLst>
                      <a:ext uri="{FF2B5EF4-FFF2-40B4-BE49-F238E27FC236}">
                        <a16:creationId xmlns:a16="http://schemas.microsoft.com/office/drawing/2014/main" id="{4240CA81-A086-02BD-2BE6-DBA9C1150EC1}"/>
                      </a:ext>
                    </a:extLst>
                  </p:cNvPr>
                  <p:cNvSpPr/>
                  <p:nvPr/>
                </p:nvSpPr>
                <p:spPr>
                  <a:xfrm>
                    <a:off x="2941501" y="2525159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9" name="Rectangle 28">
                    <a:extLst>
                      <a:ext uri="{FF2B5EF4-FFF2-40B4-BE49-F238E27FC236}">
                        <a16:creationId xmlns:a16="http://schemas.microsoft.com/office/drawing/2014/main" id="{4240CA81-A086-02BD-2BE6-DBA9C1150EC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501" y="2525159"/>
                    <a:ext cx="369374" cy="539851"/>
                  </a:xfrm>
                  <a:prstGeom prst="rect">
                    <a:avLst/>
                  </a:prstGeom>
                  <a:blipFill>
                    <a:blip r:embed="rId3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" name="Rectangle 29">
                    <a:extLst>
                      <a:ext uri="{FF2B5EF4-FFF2-40B4-BE49-F238E27FC236}">
                        <a16:creationId xmlns:a16="http://schemas.microsoft.com/office/drawing/2014/main" id="{80978982-1305-D555-CD9C-E5A5F00ED269}"/>
                      </a:ext>
                    </a:extLst>
                  </p:cNvPr>
                  <p:cNvSpPr/>
                  <p:nvPr/>
                </p:nvSpPr>
                <p:spPr>
                  <a:xfrm>
                    <a:off x="3512761" y="2525159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0" name="Rectangle 29">
                    <a:extLst>
                      <a:ext uri="{FF2B5EF4-FFF2-40B4-BE49-F238E27FC236}">
                        <a16:creationId xmlns:a16="http://schemas.microsoft.com/office/drawing/2014/main" id="{80978982-1305-D555-CD9C-E5A5F00ED26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12761" y="2525159"/>
                    <a:ext cx="369374" cy="539851"/>
                  </a:xfrm>
                  <a:prstGeom prst="rect">
                    <a:avLst/>
                  </a:prstGeom>
                  <a:blipFill>
                    <a:blip r:embed="rId3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" name="Rectangle 30">
                    <a:extLst>
                      <a:ext uri="{FF2B5EF4-FFF2-40B4-BE49-F238E27FC236}">
                        <a16:creationId xmlns:a16="http://schemas.microsoft.com/office/drawing/2014/main" id="{6CEF0D74-8A5E-5231-7FEA-30E8226E3B85}"/>
                      </a:ext>
                    </a:extLst>
                  </p:cNvPr>
                  <p:cNvSpPr/>
                  <p:nvPr/>
                </p:nvSpPr>
                <p:spPr>
                  <a:xfrm>
                    <a:off x="4213604" y="2529081"/>
                    <a:ext cx="353405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1" name="Rectangle 30">
                    <a:extLst>
                      <a:ext uri="{FF2B5EF4-FFF2-40B4-BE49-F238E27FC236}">
                        <a16:creationId xmlns:a16="http://schemas.microsoft.com/office/drawing/2014/main" id="{6CEF0D74-8A5E-5231-7FEA-30E8226E3B8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13604" y="2529081"/>
                    <a:ext cx="353405" cy="539851"/>
                  </a:xfrm>
                  <a:prstGeom prst="rect">
                    <a:avLst/>
                  </a:prstGeom>
                  <a:blipFill>
                    <a:blip r:embed="rId3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2" name="Rectangle 31">
                    <a:extLst>
                      <a:ext uri="{FF2B5EF4-FFF2-40B4-BE49-F238E27FC236}">
                        <a16:creationId xmlns:a16="http://schemas.microsoft.com/office/drawing/2014/main" id="{AA8CB6C8-D1C4-D840-7B8C-193446309838}"/>
                      </a:ext>
                    </a:extLst>
                  </p:cNvPr>
                  <p:cNvSpPr/>
                  <p:nvPr/>
                </p:nvSpPr>
                <p:spPr>
                  <a:xfrm>
                    <a:off x="4748777" y="2517559"/>
                    <a:ext cx="555450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2" name="Rectangle 31">
                    <a:extLst>
                      <a:ext uri="{FF2B5EF4-FFF2-40B4-BE49-F238E27FC236}">
                        <a16:creationId xmlns:a16="http://schemas.microsoft.com/office/drawing/2014/main" id="{AA8CB6C8-D1C4-D840-7B8C-19344630983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48777" y="2517559"/>
                    <a:ext cx="555450" cy="539851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3" name="Rectangle 32">
                    <a:extLst>
                      <a:ext uri="{FF2B5EF4-FFF2-40B4-BE49-F238E27FC236}">
                        <a16:creationId xmlns:a16="http://schemas.microsoft.com/office/drawing/2014/main" id="{99A31E40-30D4-BCEB-E1F5-299D9940E975}"/>
                      </a:ext>
                    </a:extLst>
                  </p:cNvPr>
                  <p:cNvSpPr/>
                  <p:nvPr/>
                </p:nvSpPr>
                <p:spPr>
                  <a:xfrm>
                    <a:off x="5558019" y="2519695"/>
                    <a:ext cx="42754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3" name="Rectangle 32">
                    <a:extLst>
                      <a:ext uri="{FF2B5EF4-FFF2-40B4-BE49-F238E27FC236}">
                        <a16:creationId xmlns:a16="http://schemas.microsoft.com/office/drawing/2014/main" id="{99A31E40-30D4-BCEB-E1F5-299D9940E97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58019" y="2519695"/>
                    <a:ext cx="427541" cy="539851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4" name="Rectangle 33">
                    <a:extLst>
                      <a:ext uri="{FF2B5EF4-FFF2-40B4-BE49-F238E27FC236}">
                        <a16:creationId xmlns:a16="http://schemas.microsoft.com/office/drawing/2014/main" id="{8C7CD08D-AD72-9252-ED23-1F45058D6EA3}"/>
                      </a:ext>
                    </a:extLst>
                  </p:cNvPr>
                  <p:cNvSpPr/>
                  <p:nvPr/>
                </p:nvSpPr>
                <p:spPr>
                  <a:xfrm>
                    <a:off x="6151851" y="2521831"/>
                    <a:ext cx="547416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4" name="Rectangle 33">
                    <a:extLst>
                      <a:ext uri="{FF2B5EF4-FFF2-40B4-BE49-F238E27FC236}">
                        <a16:creationId xmlns:a16="http://schemas.microsoft.com/office/drawing/2014/main" id="{8C7CD08D-AD72-9252-ED23-1F45058D6EA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51851" y="2521831"/>
                    <a:ext cx="547416" cy="539851"/>
                  </a:xfrm>
                  <a:prstGeom prst="rect">
                    <a:avLst/>
                  </a:prstGeom>
                  <a:blipFill>
                    <a:blip r:embed="rId4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7862101B-6B80-F8ED-2067-BDE70267B966}"/>
                    </a:ext>
                  </a:extLst>
                </p:cNvPr>
                <p:cNvSpPr/>
                <p:nvPr/>
              </p:nvSpPr>
              <p:spPr>
                <a:xfrm>
                  <a:off x="6892573" y="2645844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7862101B-6B80-F8ED-2067-BDE70267B96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92573" y="2645844"/>
                  <a:ext cx="717113" cy="468000"/>
                </a:xfrm>
                <a:prstGeom prst="rect">
                  <a:avLst/>
                </a:prstGeom>
                <a:blipFill>
                  <a:blip r:embed="rId4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CA78260-CE6A-504B-2696-3B3D84ACBAF3}"/>
              </a:ext>
            </a:extLst>
          </p:cNvPr>
          <p:cNvGrpSpPr/>
          <p:nvPr/>
        </p:nvGrpSpPr>
        <p:grpSpPr>
          <a:xfrm>
            <a:off x="2941021" y="2064332"/>
            <a:ext cx="4662611" cy="563625"/>
            <a:chOff x="2954664" y="5669528"/>
            <a:chExt cx="4662611" cy="563625"/>
          </a:xfrm>
        </p:grpSpPr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1AD89A04-F71A-5B5E-FFB2-FF2D8A42E45D}"/>
                </a:ext>
              </a:extLst>
            </p:cNvPr>
            <p:cNvGrpSpPr/>
            <p:nvPr/>
          </p:nvGrpSpPr>
          <p:grpSpPr>
            <a:xfrm>
              <a:off x="2954664" y="5669528"/>
              <a:ext cx="3678686" cy="563625"/>
              <a:chOff x="2941014" y="3033575"/>
              <a:chExt cx="3678686" cy="56362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8" name="Rectangle 37">
                    <a:extLst>
                      <a:ext uri="{FF2B5EF4-FFF2-40B4-BE49-F238E27FC236}">
                        <a16:creationId xmlns:a16="http://schemas.microsoft.com/office/drawing/2014/main" id="{9493664A-2672-6714-481C-211EEC88E0C3}"/>
                      </a:ext>
                    </a:extLst>
                  </p:cNvPr>
                  <p:cNvSpPr/>
                  <p:nvPr/>
                </p:nvSpPr>
                <p:spPr>
                  <a:xfrm>
                    <a:off x="2941014" y="3033575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8" name="Rectangle 37">
                    <a:extLst>
                      <a:ext uri="{FF2B5EF4-FFF2-40B4-BE49-F238E27FC236}">
                        <a16:creationId xmlns:a16="http://schemas.microsoft.com/office/drawing/2014/main" id="{9493664A-2672-6714-481C-211EEC88E0C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3033575"/>
                    <a:ext cx="369374" cy="539851"/>
                  </a:xfrm>
                  <a:prstGeom prst="rect">
                    <a:avLst/>
                  </a:prstGeom>
                  <a:blipFill>
                    <a:blip r:embed="rId4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" name="Rectangle 38">
                    <a:extLst>
                      <a:ext uri="{FF2B5EF4-FFF2-40B4-BE49-F238E27FC236}">
                        <a16:creationId xmlns:a16="http://schemas.microsoft.com/office/drawing/2014/main" id="{F0F20DF4-4309-9158-7C1D-31B3F1696DD5}"/>
                      </a:ext>
                    </a:extLst>
                  </p:cNvPr>
                  <p:cNvSpPr/>
                  <p:nvPr/>
                </p:nvSpPr>
                <p:spPr>
                  <a:xfrm>
                    <a:off x="3504462" y="3045653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9" name="Rectangle 38">
                    <a:extLst>
                      <a:ext uri="{FF2B5EF4-FFF2-40B4-BE49-F238E27FC236}">
                        <a16:creationId xmlns:a16="http://schemas.microsoft.com/office/drawing/2014/main" id="{F0F20DF4-4309-9158-7C1D-31B3F1696DD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04462" y="3045653"/>
                    <a:ext cx="369374" cy="539851"/>
                  </a:xfrm>
                  <a:prstGeom prst="rect">
                    <a:avLst/>
                  </a:prstGeom>
                  <a:blipFill>
                    <a:blip r:embed="rId4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0" name="Rectangle 39">
                    <a:extLst>
                      <a:ext uri="{FF2B5EF4-FFF2-40B4-BE49-F238E27FC236}">
                        <a16:creationId xmlns:a16="http://schemas.microsoft.com/office/drawing/2014/main" id="{49154A57-693B-9600-A846-5B58C0388C55}"/>
                      </a:ext>
                    </a:extLst>
                  </p:cNvPr>
                  <p:cNvSpPr/>
                  <p:nvPr/>
                </p:nvSpPr>
                <p:spPr>
                  <a:xfrm>
                    <a:off x="4214812" y="3048577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0" name="Rectangle 39">
                    <a:extLst>
                      <a:ext uri="{FF2B5EF4-FFF2-40B4-BE49-F238E27FC236}">
                        <a16:creationId xmlns:a16="http://schemas.microsoft.com/office/drawing/2014/main" id="{49154A57-693B-9600-A846-5B58C0388C5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14812" y="3048577"/>
                    <a:ext cx="369374" cy="539851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48DEA943-01A5-55C0-294F-713DFF9E0EFC}"/>
                      </a:ext>
                    </a:extLst>
                  </p:cNvPr>
                  <p:cNvSpPr/>
                  <p:nvPr/>
                </p:nvSpPr>
                <p:spPr>
                  <a:xfrm>
                    <a:off x="4884218" y="3051501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48DEA943-01A5-55C0-294F-713DFF9E0EF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84218" y="3051501"/>
                    <a:ext cx="369374" cy="539851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2" name="Rectangle 41">
                    <a:extLst>
                      <a:ext uri="{FF2B5EF4-FFF2-40B4-BE49-F238E27FC236}">
                        <a16:creationId xmlns:a16="http://schemas.microsoft.com/office/drawing/2014/main" id="{ACD42BDB-9CB7-C9DA-20BC-3A742F40DFD0}"/>
                      </a:ext>
                    </a:extLst>
                  </p:cNvPr>
                  <p:cNvSpPr/>
                  <p:nvPr/>
                </p:nvSpPr>
                <p:spPr>
                  <a:xfrm>
                    <a:off x="5567272" y="3054425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2" name="Rectangle 41">
                    <a:extLst>
                      <a:ext uri="{FF2B5EF4-FFF2-40B4-BE49-F238E27FC236}">
                        <a16:creationId xmlns:a16="http://schemas.microsoft.com/office/drawing/2014/main" id="{ACD42BDB-9CB7-C9DA-20BC-3A742F40DFD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67272" y="3054425"/>
                    <a:ext cx="369374" cy="539851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3" name="Rectangle 42">
                    <a:extLst>
                      <a:ext uri="{FF2B5EF4-FFF2-40B4-BE49-F238E27FC236}">
                        <a16:creationId xmlns:a16="http://schemas.microsoft.com/office/drawing/2014/main" id="{8F0617F9-0BED-BCB9-6E4F-578C48286F48}"/>
                      </a:ext>
                    </a:extLst>
                  </p:cNvPr>
                  <p:cNvSpPr/>
                  <p:nvPr/>
                </p:nvSpPr>
                <p:spPr>
                  <a:xfrm>
                    <a:off x="6157464" y="3057349"/>
                    <a:ext cx="462236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3" name="Rectangle 42">
                    <a:extLst>
                      <a:ext uri="{FF2B5EF4-FFF2-40B4-BE49-F238E27FC236}">
                        <a16:creationId xmlns:a16="http://schemas.microsoft.com/office/drawing/2014/main" id="{8F0617F9-0BED-BCB9-6E4F-578C48286F4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57464" y="3057349"/>
                    <a:ext cx="462236" cy="539851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 r="-1316"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30FEE6F-9317-D263-8902-DEBFE72C5132}"/>
                    </a:ext>
                  </a:extLst>
                </p:cNvPr>
                <p:cNvSpPr/>
                <p:nvPr/>
              </p:nvSpPr>
              <p:spPr>
                <a:xfrm>
                  <a:off x="6900162" y="568630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30FEE6F-9317-D263-8902-DEBFE72C513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00162" y="5686303"/>
                  <a:ext cx="717113" cy="468000"/>
                </a:xfrm>
                <a:prstGeom prst="rect">
                  <a:avLst/>
                </a:prstGeom>
                <a:blipFill>
                  <a:blip r:embed="rId4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D2FE9BF4-6E3F-4D7E-8A75-49B185FE7EC0}"/>
                  </a:ext>
                </a:extLst>
              </p:cNvPr>
              <p:cNvSpPr/>
              <p:nvPr/>
            </p:nvSpPr>
            <p:spPr>
              <a:xfrm>
                <a:off x="3733686" y="3416590"/>
                <a:ext cx="1596072" cy="56488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𝟏𝟐</m:t>
                          </m:r>
                        </m:sub>
                      </m:sSub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D2FE9BF4-6E3F-4D7E-8A75-49B185FE7EC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33686" y="3416590"/>
                <a:ext cx="1596072" cy="564880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1" name="Group 90">
            <a:extLst>
              <a:ext uri="{FF2B5EF4-FFF2-40B4-BE49-F238E27FC236}">
                <a16:creationId xmlns:a16="http://schemas.microsoft.com/office/drawing/2014/main" id="{EA185EF7-40AC-7BA4-BE2A-441868FD3A48}"/>
              </a:ext>
            </a:extLst>
          </p:cNvPr>
          <p:cNvGrpSpPr/>
          <p:nvPr/>
        </p:nvGrpSpPr>
        <p:grpSpPr>
          <a:xfrm>
            <a:off x="2931842" y="4680276"/>
            <a:ext cx="4625647" cy="556180"/>
            <a:chOff x="2931842" y="4680276"/>
            <a:chExt cx="4625647" cy="556180"/>
          </a:xfrm>
        </p:grpSpPr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9CFD544A-04FD-EFA0-CAAE-33AE75D7325F}"/>
                </a:ext>
              </a:extLst>
            </p:cNvPr>
            <p:cNvGrpSpPr/>
            <p:nvPr/>
          </p:nvGrpSpPr>
          <p:grpSpPr>
            <a:xfrm>
              <a:off x="2931842" y="4680276"/>
              <a:ext cx="3766672" cy="556180"/>
              <a:chOff x="2941014" y="1989726"/>
              <a:chExt cx="3766672" cy="55618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id="{827D5789-540F-5F8E-D5E5-709CF2C9ED52}"/>
                      </a:ext>
                    </a:extLst>
                  </p:cNvPr>
                  <p:cNvSpPr/>
                  <p:nvPr/>
                </p:nvSpPr>
                <p:spPr>
                  <a:xfrm>
                    <a:off x="2941014" y="1989727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id="{827D5789-540F-5F8E-D5E5-709CF2C9ED5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1989727"/>
                    <a:ext cx="369374" cy="539851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" name="Rectangle 53">
                    <a:extLst>
                      <a:ext uri="{FF2B5EF4-FFF2-40B4-BE49-F238E27FC236}">
                        <a16:creationId xmlns:a16="http://schemas.microsoft.com/office/drawing/2014/main" id="{0F995FD2-3174-500E-60CC-0B139C094499}"/>
                      </a:ext>
                    </a:extLst>
                  </p:cNvPr>
                  <p:cNvSpPr/>
                  <p:nvPr/>
                </p:nvSpPr>
                <p:spPr>
                  <a:xfrm>
                    <a:off x="3517102" y="2006055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4" name="Rectangle 53">
                    <a:extLst>
                      <a:ext uri="{FF2B5EF4-FFF2-40B4-BE49-F238E27FC236}">
                        <a16:creationId xmlns:a16="http://schemas.microsoft.com/office/drawing/2014/main" id="{0F995FD2-3174-500E-60CC-0B139C09449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17102" y="2006055"/>
                    <a:ext cx="369374" cy="539851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id="{67E31349-03EB-30F5-05C8-8CDD88A4A341}"/>
                      </a:ext>
                    </a:extLst>
                  </p:cNvPr>
                  <p:cNvSpPr/>
                  <p:nvPr/>
                </p:nvSpPr>
                <p:spPr>
                  <a:xfrm>
                    <a:off x="3936336" y="2003560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id="{67E31349-03EB-30F5-05C8-8CDD88A4A34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36336" y="2003560"/>
                    <a:ext cx="706471" cy="539851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6" name="Rectangle 55">
                    <a:extLst>
                      <a:ext uri="{FF2B5EF4-FFF2-40B4-BE49-F238E27FC236}">
                        <a16:creationId xmlns:a16="http://schemas.microsoft.com/office/drawing/2014/main" id="{D7F5B7DB-D1BE-1D60-21EE-5CE5564EAAF5}"/>
                      </a:ext>
                    </a:extLst>
                  </p:cNvPr>
                  <p:cNvSpPr/>
                  <p:nvPr/>
                </p:nvSpPr>
                <p:spPr>
                  <a:xfrm>
                    <a:off x="4579501" y="1989726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6" name="Rectangle 55">
                    <a:extLst>
                      <a:ext uri="{FF2B5EF4-FFF2-40B4-BE49-F238E27FC236}">
                        <a16:creationId xmlns:a16="http://schemas.microsoft.com/office/drawing/2014/main" id="{D7F5B7DB-D1BE-1D60-21EE-5CE5564EAAF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579501" y="1989726"/>
                    <a:ext cx="706471" cy="539851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7" name="Rectangle 56">
                    <a:extLst>
                      <a:ext uri="{FF2B5EF4-FFF2-40B4-BE49-F238E27FC236}">
                        <a16:creationId xmlns:a16="http://schemas.microsoft.com/office/drawing/2014/main" id="{9719C6C2-A1A4-2D5C-699D-F0509F890EF4}"/>
                      </a:ext>
                    </a:extLst>
                  </p:cNvPr>
                  <p:cNvSpPr/>
                  <p:nvPr/>
                </p:nvSpPr>
                <p:spPr>
                  <a:xfrm>
                    <a:off x="5541389" y="1992918"/>
                    <a:ext cx="42754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7" name="Rectangle 56">
                    <a:extLst>
                      <a:ext uri="{FF2B5EF4-FFF2-40B4-BE49-F238E27FC236}">
                        <a16:creationId xmlns:a16="http://schemas.microsoft.com/office/drawing/2014/main" id="{9719C6C2-A1A4-2D5C-699D-F0509F890EF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41389" y="1992918"/>
                    <a:ext cx="427541" cy="539851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" name="Rectangle 57">
                    <a:extLst>
                      <a:ext uri="{FF2B5EF4-FFF2-40B4-BE49-F238E27FC236}">
                        <a16:creationId xmlns:a16="http://schemas.microsoft.com/office/drawing/2014/main" id="{3A6EADC9-A7DC-077F-078E-AB34DEF2961A}"/>
                      </a:ext>
                    </a:extLst>
                  </p:cNvPr>
                  <p:cNvSpPr/>
                  <p:nvPr/>
                </p:nvSpPr>
                <p:spPr>
                  <a:xfrm>
                    <a:off x="6001215" y="2005558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8" name="Rectangle 57">
                    <a:extLst>
                      <a:ext uri="{FF2B5EF4-FFF2-40B4-BE49-F238E27FC236}">
                        <a16:creationId xmlns:a16="http://schemas.microsoft.com/office/drawing/2014/main" id="{3A6EADC9-A7DC-077F-078E-AB34DEF2961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001215" y="2005558"/>
                    <a:ext cx="706471" cy="539851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06FD4D96-00EB-637F-C8D2-BA892B4E3FCC}"/>
                    </a:ext>
                  </a:extLst>
                </p:cNvPr>
                <p:cNvSpPr/>
                <p:nvPr/>
              </p:nvSpPr>
              <p:spPr>
                <a:xfrm>
                  <a:off x="6840376" y="4683531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06FD4D96-00EB-637F-C8D2-BA892B4E3FC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40376" y="4683531"/>
                  <a:ext cx="717113" cy="468000"/>
                </a:xfrm>
                <a:prstGeom prst="rect">
                  <a:avLst/>
                </a:prstGeom>
                <a:blipFill>
                  <a:blip r:embed="rId5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5016D416-785E-FDC3-1876-E1BC68223C77}"/>
              </a:ext>
            </a:extLst>
          </p:cNvPr>
          <p:cNvGrpSpPr/>
          <p:nvPr/>
        </p:nvGrpSpPr>
        <p:grpSpPr>
          <a:xfrm>
            <a:off x="2931846" y="5257916"/>
            <a:ext cx="4662611" cy="563625"/>
            <a:chOff x="2954664" y="5669528"/>
            <a:chExt cx="4662611" cy="563625"/>
          </a:xfrm>
        </p:grpSpPr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25F7F590-4231-6988-5E1A-B5B1F361F98B}"/>
                </a:ext>
              </a:extLst>
            </p:cNvPr>
            <p:cNvGrpSpPr/>
            <p:nvPr/>
          </p:nvGrpSpPr>
          <p:grpSpPr>
            <a:xfrm>
              <a:off x="2954664" y="5669528"/>
              <a:ext cx="3678686" cy="563625"/>
              <a:chOff x="2941014" y="3033575"/>
              <a:chExt cx="3678686" cy="56362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id="{980C312F-12BC-14E5-BBFA-9E20D747863C}"/>
                      </a:ext>
                    </a:extLst>
                  </p:cNvPr>
                  <p:cNvSpPr/>
                  <p:nvPr/>
                </p:nvSpPr>
                <p:spPr>
                  <a:xfrm>
                    <a:off x="2941014" y="3033575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id="{980C312F-12BC-14E5-BBFA-9E20D747863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3033575"/>
                    <a:ext cx="369374" cy="539851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" name="Rectangle 79">
                    <a:extLst>
                      <a:ext uri="{FF2B5EF4-FFF2-40B4-BE49-F238E27FC236}">
                        <a16:creationId xmlns:a16="http://schemas.microsoft.com/office/drawing/2014/main" id="{3FF330F4-F128-BDEF-BBB9-BF6D094CBA02}"/>
                      </a:ext>
                    </a:extLst>
                  </p:cNvPr>
                  <p:cNvSpPr/>
                  <p:nvPr/>
                </p:nvSpPr>
                <p:spPr>
                  <a:xfrm>
                    <a:off x="3518110" y="3045653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0" name="Rectangle 79">
                    <a:extLst>
                      <a:ext uri="{FF2B5EF4-FFF2-40B4-BE49-F238E27FC236}">
                        <a16:creationId xmlns:a16="http://schemas.microsoft.com/office/drawing/2014/main" id="{3FF330F4-F128-BDEF-BBB9-BF6D094CBA0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18110" y="3045653"/>
                    <a:ext cx="369374" cy="539851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1" name="Rectangle 80">
                    <a:extLst>
                      <a:ext uri="{FF2B5EF4-FFF2-40B4-BE49-F238E27FC236}">
                        <a16:creationId xmlns:a16="http://schemas.microsoft.com/office/drawing/2014/main" id="{EADB6EA7-E663-0D01-5299-A193FA32E183}"/>
                      </a:ext>
                    </a:extLst>
                  </p:cNvPr>
                  <p:cNvSpPr/>
                  <p:nvPr/>
                </p:nvSpPr>
                <p:spPr>
                  <a:xfrm>
                    <a:off x="4214812" y="3048577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1" name="Rectangle 80">
                    <a:extLst>
                      <a:ext uri="{FF2B5EF4-FFF2-40B4-BE49-F238E27FC236}">
                        <a16:creationId xmlns:a16="http://schemas.microsoft.com/office/drawing/2014/main" id="{EADB6EA7-E663-0D01-5299-A193FA32E18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14812" y="3048577"/>
                    <a:ext cx="369374" cy="539851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2" name="Rectangle 81">
                    <a:extLst>
                      <a:ext uri="{FF2B5EF4-FFF2-40B4-BE49-F238E27FC236}">
                        <a16:creationId xmlns:a16="http://schemas.microsoft.com/office/drawing/2014/main" id="{BF3C3F11-FA04-DF30-8C4B-381F38325E1F}"/>
                      </a:ext>
                    </a:extLst>
                  </p:cNvPr>
                  <p:cNvSpPr/>
                  <p:nvPr/>
                </p:nvSpPr>
                <p:spPr>
                  <a:xfrm>
                    <a:off x="4884218" y="3051501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2" name="Rectangle 81">
                    <a:extLst>
                      <a:ext uri="{FF2B5EF4-FFF2-40B4-BE49-F238E27FC236}">
                        <a16:creationId xmlns:a16="http://schemas.microsoft.com/office/drawing/2014/main" id="{BF3C3F11-FA04-DF30-8C4B-381F38325E1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84218" y="3051501"/>
                    <a:ext cx="369374" cy="539851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id="{5B567343-51B1-A405-A674-3B68F8B0F617}"/>
                      </a:ext>
                    </a:extLst>
                  </p:cNvPr>
                  <p:cNvSpPr/>
                  <p:nvPr/>
                </p:nvSpPr>
                <p:spPr>
                  <a:xfrm>
                    <a:off x="5567272" y="3054425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id="{5B567343-51B1-A405-A674-3B68F8B0F61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67272" y="3054425"/>
                    <a:ext cx="369374" cy="539851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7403E25C-1D7E-5D2B-920E-9E3DC45D69DD}"/>
                      </a:ext>
                    </a:extLst>
                  </p:cNvPr>
                  <p:cNvSpPr/>
                  <p:nvPr/>
                </p:nvSpPr>
                <p:spPr>
                  <a:xfrm>
                    <a:off x="6157464" y="3057349"/>
                    <a:ext cx="462236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7403E25C-1D7E-5D2B-920E-9E3DC45D69D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57464" y="3057349"/>
                    <a:ext cx="462236" cy="539851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r="-1333"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id="{1132EF5F-7FCD-3D33-3C35-88CD4FAF4044}"/>
                    </a:ext>
                  </a:extLst>
                </p:cNvPr>
                <p:cNvSpPr/>
                <p:nvPr/>
              </p:nvSpPr>
              <p:spPr>
                <a:xfrm>
                  <a:off x="6900162" y="568630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id="{1132EF5F-7FCD-3D33-3C35-88CD4FAF404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00162" y="5686303"/>
                  <a:ext cx="717113" cy="468000"/>
                </a:xfrm>
                <a:prstGeom prst="rect">
                  <a:avLst/>
                </a:prstGeom>
                <a:blipFill>
                  <a:blip r:embed="rId6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86" name="Rectangle: Rounded Corners 85">
            <a:extLst>
              <a:ext uri="{FF2B5EF4-FFF2-40B4-BE49-F238E27FC236}">
                <a16:creationId xmlns:a16="http://schemas.microsoft.com/office/drawing/2014/main" id="{BCFBC357-4129-DDE2-9196-AC291F664210}"/>
              </a:ext>
            </a:extLst>
          </p:cNvPr>
          <p:cNvSpPr/>
          <p:nvPr/>
        </p:nvSpPr>
        <p:spPr>
          <a:xfrm>
            <a:off x="2947533" y="1022072"/>
            <a:ext cx="359370" cy="384649"/>
          </a:xfrm>
          <a:prstGeom prst="roundRect">
            <a:avLst/>
          </a:prstGeom>
          <a:noFill/>
          <a:ln w="3810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87" name="Rectangle: Rounded Corners 86">
            <a:extLst>
              <a:ext uri="{FF2B5EF4-FFF2-40B4-BE49-F238E27FC236}">
                <a16:creationId xmlns:a16="http://schemas.microsoft.com/office/drawing/2014/main" id="{E7F22DFB-DF52-C17B-0527-8EFF5FBCBE56}"/>
              </a:ext>
            </a:extLst>
          </p:cNvPr>
          <p:cNvSpPr/>
          <p:nvPr/>
        </p:nvSpPr>
        <p:spPr>
          <a:xfrm>
            <a:off x="2935721" y="1572400"/>
            <a:ext cx="382643" cy="384649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66A306DB-EE4E-79F8-E7A4-E51357B2F90C}"/>
                  </a:ext>
                </a:extLst>
              </p:cNvPr>
              <p:cNvSpPr/>
              <p:nvPr/>
            </p:nvSpPr>
            <p:spPr>
              <a:xfrm>
                <a:off x="5276700" y="3416002"/>
                <a:ext cx="1449036" cy="56488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𝟏𝟑</m:t>
                          </m:r>
                        </m:sub>
                      </m:sSub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66A306DB-EE4E-79F8-E7A4-E51357B2F9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6700" y="3416002"/>
                <a:ext cx="1449036" cy="564880"/>
              </a:xfrm>
              <a:prstGeom prst="rect">
                <a:avLst/>
              </a:prstGeom>
              <a:blipFill>
                <a:blip r:embed="rId6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0" name="Rectangle: Rounded Corners 89">
            <a:extLst>
              <a:ext uri="{FF2B5EF4-FFF2-40B4-BE49-F238E27FC236}">
                <a16:creationId xmlns:a16="http://schemas.microsoft.com/office/drawing/2014/main" id="{94BFC582-1D2B-AF59-D937-75C1DF123BDA}"/>
              </a:ext>
            </a:extLst>
          </p:cNvPr>
          <p:cNvSpPr/>
          <p:nvPr/>
        </p:nvSpPr>
        <p:spPr>
          <a:xfrm>
            <a:off x="2938322" y="2147424"/>
            <a:ext cx="382643" cy="384649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1265705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86" grpId="0" animBg="1"/>
      <p:bldP spid="86" grpId="1" animBg="1"/>
      <p:bldP spid="87" grpId="0" animBg="1"/>
      <p:bldP spid="87" grpId="1" animBg="1"/>
      <p:bldP spid="88" grpId="0"/>
      <p:bldP spid="90" grpId="0" animBg="1"/>
      <p:bldP spid="90" grpId="1" animBg="1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94">
            <a:extLst>
              <a:ext uri="{FF2B5EF4-FFF2-40B4-BE49-F238E27FC236}">
                <a16:creationId xmlns:a16="http://schemas.microsoft.com/office/drawing/2014/main" id="{4A172508-899C-F545-4C7F-D05FA00EB897}"/>
              </a:ext>
            </a:extLst>
          </p:cNvPr>
          <p:cNvGrpSpPr/>
          <p:nvPr/>
        </p:nvGrpSpPr>
        <p:grpSpPr>
          <a:xfrm>
            <a:off x="1974002" y="902747"/>
            <a:ext cx="6559193" cy="3003209"/>
            <a:chOff x="1974002" y="1175707"/>
            <a:chExt cx="6559193" cy="3003209"/>
          </a:xfrm>
        </p:grpSpPr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903CB7F2-C3B7-F314-9E49-2E57E611D38B}"/>
                </a:ext>
              </a:extLst>
            </p:cNvPr>
            <p:cNvGrpSpPr/>
            <p:nvPr/>
          </p:nvGrpSpPr>
          <p:grpSpPr>
            <a:xfrm>
              <a:off x="1974002" y="1175707"/>
              <a:ext cx="6559193" cy="3003209"/>
              <a:chOff x="1996824" y="3591353"/>
              <a:chExt cx="6559193" cy="3003209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5" name="Rectangle 64">
                    <a:extLst>
                      <a:ext uri="{FF2B5EF4-FFF2-40B4-BE49-F238E27FC236}">
                        <a16:creationId xmlns:a16="http://schemas.microsoft.com/office/drawing/2014/main" id="{28EA0DB3-000F-507F-F1A8-E3C90756D3AC}"/>
                      </a:ext>
                    </a:extLst>
                  </p:cNvPr>
                  <p:cNvSpPr/>
                  <p:nvPr/>
                </p:nvSpPr>
                <p:spPr>
                  <a:xfrm>
                    <a:off x="1996824" y="3591353"/>
                    <a:ext cx="6559193" cy="3003209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rgbClr val="002060"/>
                        </a:solidFill>
                      </a:rPr>
                      <a:t> </a:t>
                    </a:r>
                    <a:endPara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5" name="Rectangle 64">
                    <a:extLst>
                      <a:ext uri="{FF2B5EF4-FFF2-40B4-BE49-F238E27FC236}">
                        <a16:creationId xmlns:a16="http://schemas.microsoft.com/office/drawing/2014/main" id="{28EA0DB3-000F-507F-F1A8-E3C90756D3A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6824" y="3591353"/>
                    <a:ext cx="6559193" cy="3003209"/>
                  </a:xfrm>
                  <a:prstGeom prst="rect">
                    <a:avLst/>
                  </a:prstGeom>
                  <a:blipFill>
                    <a:blip r:embed="rId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" name="Rectangle 65">
                    <a:extLst>
                      <a:ext uri="{FF2B5EF4-FFF2-40B4-BE49-F238E27FC236}">
                        <a16:creationId xmlns:a16="http://schemas.microsoft.com/office/drawing/2014/main" id="{5C2A7ADE-8A0E-C35E-99A1-588CFC868C26}"/>
                      </a:ext>
                    </a:extLst>
                  </p:cNvPr>
                  <p:cNvSpPr/>
                  <p:nvPr/>
                </p:nvSpPr>
                <p:spPr>
                  <a:xfrm>
                    <a:off x="2098003" y="4771823"/>
                    <a:ext cx="856661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36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3600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6" name="Rectangle 65">
                    <a:extLst>
                      <a:ext uri="{FF2B5EF4-FFF2-40B4-BE49-F238E27FC236}">
                        <a16:creationId xmlns:a16="http://schemas.microsoft.com/office/drawing/2014/main" id="{5C2A7ADE-8A0E-C35E-99A1-588CFC868C2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098003" y="4771823"/>
                    <a:ext cx="856661" cy="711201"/>
                  </a:xfrm>
                  <a:prstGeom prst="rect">
                    <a:avLst/>
                  </a:prstGeom>
                  <a:blipFill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3BEA7F0D-8F26-3B48-FEC3-B948C0E73A9D}"/>
                </a:ext>
              </a:extLst>
            </p:cNvPr>
            <p:cNvCxnSpPr/>
            <p:nvPr/>
          </p:nvCxnSpPr>
          <p:spPr>
            <a:xfrm>
              <a:off x="6832402" y="1631778"/>
              <a:ext cx="0" cy="216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8E710EDB-71ED-F362-3516-8618803AE967}"/>
                </a:ext>
              </a:extLst>
            </p:cNvPr>
            <p:cNvGrpSpPr/>
            <p:nvPr/>
          </p:nvGrpSpPr>
          <p:grpSpPr>
            <a:xfrm>
              <a:off x="2931842" y="1551629"/>
              <a:ext cx="3707165" cy="541635"/>
              <a:chOff x="2941014" y="1467802"/>
              <a:chExt cx="3707165" cy="54163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" name="Rectangle 58">
                    <a:extLst>
                      <a:ext uri="{FF2B5EF4-FFF2-40B4-BE49-F238E27FC236}">
                        <a16:creationId xmlns:a16="http://schemas.microsoft.com/office/drawing/2014/main" id="{E0935BC8-5EC2-E7C0-5470-ADBD4E191233}"/>
                      </a:ext>
                    </a:extLst>
                  </p:cNvPr>
                  <p:cNvSpPr/>
                  <p:nvPr/>
                </p:nvSpPr>
                <p:spPr>
                  <a:xfrm>
                    <a:off x="2941014" y="1467803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9" name="Rectangle 58">
                    <a:extLst>
                      <a:ext uri="{FF2B5EF4-FFF2-40B4-BE49-F238E27FC236}">
                        <a16:creationId xmlns:a16="http://schemas.microsoft.com/office/drawing/2014/main" id="{E0935BC8-5EC2-E7C0-5470-ADBD4E19123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1467803"/>
                    <a:ext cx="369374" cy="539851"/>
                  </a:xfrm>
                  <a:prstGeom prst="rect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" name="Rectangle 59">
                    <a:extLst>
                      <a:ext uri="{FF2B5EF4-FFF2-40B4-BE49-F238E27FC236}">
                        <a16:creationId xmlns:a16="http://schemas.microsoft.com/office/drawing/2014/main" id="{1C3CEC51-8639-E2F9-203E-9FD7E0A4F07D}"/>
                      </a:ext>
                    </a:extLst>
                  </p:cNvPr>
                  <p:cNvSpPr/>
                  <p:nvPr/>
                </p:nvSpPr>
                <p:spPr>
                  <a:xfrm>
                    <a:off x="3503743" y="1469586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0" name="Rectangle 59">
                    <a:extLst>
                      <a:ext uri="{FF2B5EF4-FFF2-40B4-BE49-F238E27FC236}">
                        <a16:creationId xmlns:a16="http://schemas.microsoft.com/office/drawing/2014/main" id="{1C3CEC51-8639-E2F9-203E-9FD7E0A4F07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03743" y="1469586"/>
                    <a:ext cx="369374" cy="539851"/>
                  </a:xfrm>
                  <a:prstGeom prst="rect">
                    <a:avLst/>
                  </a:prstGeom>
                  <a:blipFill>
                    <a:blip r:embed="rId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" name="Rectangle 60">
                    <a:extLst>
                      <a:ext uri="{FF2B5EF4-FFF2-40B4-BE49-F238E27FC236}">
                        <a16:creationId xmlns:a16="http://schemas.microsoft.com/office/drawing/2014/main" id="{588326B9-5630-0C3E-84E1-E3B5EEB15392}"/>
                      </a:ext>
                    </a:extLst>
                  </p:cNvPr>
                  <p:cNvSpPr/>
                  <p:nvPr/>
                </p:nvSpPr>
                <p:spPr>
                  <a:xfrm>
                    <a:off x="3933410" y="1467803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1" name="Rectangle 60">
                    <a:extLst>
                      <a:ext uri="{FF2B5EF4-FFF2-40B4-BE49-F238E27FC236}">
                        <a16:creationId xmlns:a16="http://schemas.microsoft.com/office/drawing/2014/main" id="{588326B9-5630-0C3E-84E1-E3B5EEB1539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33410" y="1467803"/>
                    <a:ext cx="706471" cy="539851"/>
                  </a:xfrm>
                  <a:prstGeom prst="rect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" name="Rectangle 61">
                    <a:extLst>
                      <a:ext uri="{FF2B5EF4-FFF2-40B4-BE49-F238E27FC236}">
                        <a16:creationId xmlns:a16="http://schemas.microsoft.com/office/drawing/2014/main" id="{BB99F3C0-8C27-EDC5-C75D-45F94D728C61}"/>
                      </a:ext>
                    </a:extLst>
                  </p:cNvPr>
                  <p:cNvSpPr/>
                  <p:nvPr/>
                </p:nvSpPr>
                <p:spPr>
                  <a:xfrm>
                    <a:off x="4872425" y="1467802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2" name="Rectangle 61">
                    <a:extLst>
                      <a:ext uri="{FF2B5EF4-FFF2-40B4-BE49-F238E27FC236}">
                        <a16:creationId xmlns:a16="http://schemas.microsoft.com/office/drawing/2014/main" id="{BB99F3C0-8C27-EDC5-C75D-45F94D728C6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72425" y="1467802"/>
                    <a:ext cx="369374" cy="539851"/>
                  </a:xfrm>
                  <a:prstGeom prst="rect">
                    <a:avLst/>
                  </a:prstGeom>
                  <a:blipFill>
                    <a:blip r:embed="rId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" name="Rectangle 62">
                    <a:extLst>
                      <a:ext uri="{FF2B5EF4-FFF2-40B4-BE49-F238E27FC236}">
                        <a16:creationId xmlns:a16="http://schemas.microsoft.com/office/drawing/2014/main" id="{02BC897F-CC3E-F412-A1B6-37AD73393C45}"/>
                      </a:ext>
                    </a:extLst>
                  </p:cNvPr>
                  <p:cNvSpPr/>
                  <p:nvPr/>
                </p:nvSpPr>
                <p:spPr>
                  <a:xfrm>
                    <a:off x="5574770" y="1469234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3" name="Rectangle 62">
                    <a:extLst>
                      <a:ext uri="{FF2B5EF4-FFF2-40B4-BE49-F238E27FC236}">
                        <a16:creationId xmlns:a16="http://schemas.microsoft.com/office/drawing/2014/main" id="{02BC897F-CC3E-F412-A1B6-37AD73393C4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74770" y="1469234"/>
                    <a:ext cx="369374" cy="539851"/>
                  </a:xfrm>
                  <a:prstGeom prst="rect">
                    <a:avLst/>
                  </a:prstGeom>
                  <a:blipFill>
                    <a:blip r:embed="rId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" name="Rectangle 63">
                    <a:extLst>
                      <a:ext uri="{FF2B5EF4-FFF2-40B4-BE49-F238E27FC236}">
                        <a16:creationId xmlns:a16="http://schemas.microsoft.com/office/drawing/2014/main" id="{7B925689-C472-DC16-F28D-278885AA01C9}"/>
                      </a:ext>
                    </a:extLst>
                  </p:cNvPr>
                  <p:cNvSpPr/>
                  <p:nvPr/>
                </p:nvSpPr>
                <p:spPr>
                  <a:xfrm>
                    <a:off x="6278805" y="1468864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4" name="Rectangle 63">
                    <a:extLst>
                      <a:ext uri="{FF2B5EF4-FFF2-40B4-BE49-F238E27FC236}">
                        <a16:creationId xmlns:a16="http://schemas.microsoft.com/office/drawing/2014/main" id="{7B925689-C472-DC16-F28D-278885AA01C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278805" y="1468864"/>
                    <a:ext cx="369374" cy="539851"/>
                  </a:xfrm>
                  <a:prstGeom prst="rect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3127C1FF-2F78-7D33-E13E-EBD47E69804B}"/>
                    </a:ext>
                  </a:extLst>
                </p:cNvPr>
                <p:cNvSpPr/>
                <p:nvPr/>
              </p:nvSpPr>
              <p:spPr>
                <a:xfrm>
                  <a:off x="6877340" y="1565277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3127C1FF-2F78-7D33-E13E-EBD47E69804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77340" y="1565277"/>
                  <a:ext cx="717113" cy="468000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EA185EF7-40AC-7BA4-BE2A-441868FD3A48}"/>
                </a:ext>
              </a:extLst>
            </p:cNvPr>
            <p:cNvGrpSpPr/>
            <p:nvPr/>
          </p:nvGrpSpPr>
          <p:grpSpPr>
            <a:xfrm>
              <a:off x="2931842" y="2100849"/>
              <a:ext cx="4625647" cy="556180"/>
              <a:chOff x="2931842" y="4680276"/>
              <a:chExt cx="4625647" cy="556180"/>
            </a:xfrm>
          </p:grpSpPr>
          <p:grpSp>
            <p:nvGrpSpPr>
              <p:cNvPr id="50" name="Group 49">
                <a:extLst>
                  <a:ext uri="{FF2B5EF4-FFF2-40B4-BE49-F238E27FC236}">
                    <a16:creationId xmlns:a16="http://schemas.microsoft.com/office/drawing/2014/main" id="{9CFD544A-04FD-EFA0-CAAE-33AE75D7325F}"/>
                  </a:ext>
                </a:extLst>
              </p:cNvPr>
              <p:cNvGrpSpPr/>
              <p:nvPr/>
            </p:nvGrpSpPr>
            <p:grpSpPr>
              <a:xfrm>
                <a:off x="2931842" y="4680276"/>
                <a:ext cx="3766672" cy="556180"/>
                <a:chOff x="2941014" y="1989726"/>
                <a:chExt cx="3766672" cy="556180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3" name="Rectangle 52">
                      <a:extLst>
                        <a:ext uri="{FF2B5EF4-FFF2-40B4-BE49-F238E27FC236}">
                          <a16:creationId xmlns:a16="http://schemas.microsoft.com/office/drawing/2014/main" id="{827D5789-540F-5F8E-D5E5-709CF2C9ED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1014" y="1989727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3" name="Rectangle 52">
                      <a:extLst>
                        <a:ext uri="{FF2B5EF4-FFF2-40B4-BE49-F238E27FC236}">
                          <a16:creationId xmlns:a16="http://schemas.microsoft.com/office/drawing/2014/main" id="{827D5789-540F-5F8E-D5E5-709CF2C9ED52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941014" y="1989727"/>
                      <a:ext cx="369374" cy="539851"/>
                    </a:xfrm>
                    <a:prstGeom prst="rect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4" name="Rectangle 53">
                      <a:extLst>
                        <a:ext uri="{FF2B5EF4-FFF2-40B4-BE49-F238E27FC236}">
                          <a16:creationId xmlns:a16="http://schemas.microsoft.com/office/drawing/2014/main" id="{0F995FD2-3174-500E-60CC-0B139C0944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7102" y="2006055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4" name="Rectangle 53">
                      <a:extLst>
                        <a:ext uri="{FF2B5EF4-FFF2-40B4-BE49-F238E27FC236}">
                          <a16:creationId xmlns:a16="http://schemas.microsoft.com/office/drawing/2014/main" id="{0F995FD2-3174-500E-60CC-0B139C09449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517102" y="2006055"/>
                      <a:ext cx="369374" cy="539851"/>
                    </a:xfrm>
                    <a:prstGeom prst="rect">
                      <a:avLst/>
                    </a:prstGeom>
                    <a:blipFill>
                      <a:blip r:embed="rId12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5" name="Rectangle 54">
                      <a:extLst>
                        <a:ext uri="{FF2B5EF4-FFF2-40B4-BE49-F238E27FC236}">
                          <a16:creationId xmlns:a16="http://schemas.microsoft.com/office/drawing/2014/main" id="{67E31349-03EB-30F5-05C8-8CDD88A4A3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6336" y="2003560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−1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5" name="Rectangle 54">
                      <a:extLst>
                        <a:ext uri="{FF2B5EF4-FFF2-40B4-BE49-F238E27FC236}">
                          <a16:creationId xmlns:a16="http://schemas.microsoft.com/office/drawing/2014/main" id="{67E31349-03EB-30F5-05C8-8CDD88A4A34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936336" y="2003560"/>
                      <a:ext cx="706471" cy="539851"/>
                    </a:xfrm>
                    <a:prstGeom prst="rect">
                      <a:avLst/>
                    </a:prstGeom>
                    <a:blipFill>
                      <a:blip r:embed="rId13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6" name="Rectangle 55">
                      <a:extLst>
                        <a:ext uri="{FF2B5EF4-FFF2-40B4-BE49-F238E27FC236}">
                          <a16:creationId xmlns:a16="http://schemas.microsoft.com/office/drawing/2014/main" id="{D7F5B7DB-D1BE-1D60-21EE-5CE5564EAA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9501" y="1989726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−2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6" name="Rectangle 55">
                      <a:extLst>
                        <a:ext uri="{FF2B5EF4-FFF2-40B4-BE49-F238E27FC236}">
                          <a16:creationId xmlns:a16="http://schemas.microsoft.com/office/drawing/2014/main" id="{D7F5B7DB-D1BE-1D60-21EE-5CE5564EAAF5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579501" y="1989726"/>
                      <a:ext cx="706471" cy="539851"/>
                    </a:xfrm>
                    <a:prstGeom prst="rect">
                      <a:avLst/>
                    </a:prstGeom>
                    <a:blipFill>
                      <a:blip r:embed="rId1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7" name="Rectangle 56">
                      <a:extLst>
                        <a:ext uri="{FF2B5EF4-FFF2-40B4-BE49-F238E27FC236}">
                          <a16:creationId xmlns:a16="http://schemas.microsoft.com/office/drawing/2014/main" id="{9719C6C2-A1A4-2D5C-699D-F0509F890E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1389" y="1992918"/>
                      <a:ext cx="42754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7" name="Rectangle 56">
                      <a:extLst>
                        <a:ext uri="{FF2B5EF4-FFF2-40B4-BE49-F238E27FC236}">
                          <a16:creationId xmlns:a16="http://schemas.microsoft.com/office/drawing/2014/main" id="{9719C6C2-A1A4-2D5C-699D-F0509F890EF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541389" y="1992918"/>
                      <a:ext cx="427541" cy="539851"/>
                    </a:xfrm>
                    <a:prstGeom prst="rect">
                      <a:avLst/>
                    </a:prstGeom>
                    <a:blipFill>
                      <a:blip r:embed="rId1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Rectangle 57">
                      <a:extLst>
                        <a:ext uri="{FF2B5EF4-FFF2-40B4-BE49-F238E27FC236}">
                          <a16:creationId xmlns:a16="http://schemas.microsoft.com/office/drawing/2014/main" id="{3A6EADC9-A7DC-077F-078E-AB34DEF296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1215" y="2005558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−3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Rectangle 57">
                      <a:extLst>
                        <a:ext uri="{FF2B5EF4-FFF2-40B4-BE49-F238E27FC236}">
                          <a16:creationId xmlns:a16="http://schemas.microsoft.com/office/drawing/2014/main" id="{3A6EADC9-A7DC-077F-078E-AB34DEF2961A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001215" y="2005558"/>
                      <a:ext cx="706471" cy="539851"/>
                    </a:xfrm>
                    <a:prstGeom prst="rect">
                      <a:avLst/>
                    </a:prstGeom>
                    <a:blipFill>
                      <a:blip r:embed="rId1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id="{06FD4D96-00EB-637F-C8D2-BA892B4E3FCC}"/>
                      </a:ext>
                    </a:extLst>
                  </p:cNvPr>
                  <p:cNvSpPr/>
                  <p:nvPr/>
                </p:nvSpPr>
                <p:spPr>
                  <a:xfrm>
                    <a:off x="6840376" y="4683531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id="{06FD4D96-00EB-637F-C8D2-BA892B4E3FC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40376" y="4683531"/>
                    <a:ext cx="717113" cy="468000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4A9BFAB6-466C-8141-8A51-9A53C9F1BF04}"/>
              </a:ext>
            </a:extLst>
          </p:cNvPr>
          <p:cNvGrpSpPr/>
          <p:nvPr/>
        </p:nvGrpSpPr>
        <p:grpSpPr>
          <a:xfrm>
            <a:off x="2931842" y="2981279"/>
            <a:ext cx="4662124" cy="551373"/>
            <a:chOff x="2947562" y="2642655"/>
            <a:chExt cx="4662124" cy="551373"/>
          </a:xfrm>
        </p:grpSpPr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43A641CB-3FE0-1B12-BB4D-B0E1FD1DAB81}"/>
                </a:ext>
              </a:extLst>
            </p:cNvPr>
            <p:cNvGrpSpPr/>
            <p:nvPr/>
          </p:nvGrpSpPr>
          <p:grpSpPr>
            <a:xfrm>
              <a:off x="2947562" y="2642655"/>
              <a:ext cx="3757766" cy="551373"/>
              <a:chOff x="2941501" y="2517559"/>
              <a:chExt cx="3757766" cy="5513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" name="Rectangle 69">
                    <a:extLst>
                      <a:ext uri="{FF2B5EF4-FFF2-40B4-BE49-F238E27FC236}">
                        <a16:creationId xmlns:a16="http://schemas.microsoft.com/office/drawing/2014/main" id="{6B10C323-3033-98DE-CBD7-D0816CF553E0}"/>
                      </a:ext>
                    </a:extLst>
                  </p:cNvPr>
                  <p:cNvSpPr/>
                  <p:nvPr/>
                </p:nvSpPr>
                <p:spPr>
                  <a:xfrm>
                    <a:off x="2941501" y="2525159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0" name="Rectangle 69">
                    <a:extLst>
                      <a:ext uri="{FF2B5EF4-FFF2-40B4-BE49-F238E27FC236}">
                        <a16:creationId xmlns:a16="http://schemas.microsoft.com/office/drawing/2014/main" id="{6B10C323-3033-98DE-CBD7-D0816CF553E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501" y="2525159"/>
                    <a:ext cx="369374" cy="539851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" name="Rectangle 70">
                    <a:extLst>
                      <a:ext uri="{FF2B5EF4-FFF2-40B4-BE49-F238E27FC236}">
                        <a16:creationId xmlns:a16="http://schemas.microsoft.com/office/drawing/2014/main" id="{78AF0F6E-8876-40AD-AF73-228F13D5B04F}"/>
                      </a:ext>
                    </a:extLst>
                  </p:cNvPr>
                  <p:cNvSpPr/>
                  <p:nvPr/>
                </p:nvSpPr>
                <p:spPr>
                  <a:xfrm>
                    <a:off x="3513267" y="2525640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1" name="Rectangle 70">
                    <a:extLst>
                      <a:ext uri="{FF2B5EF4-FFF2-40B4-BE49-F238E27FC236}">
                        <a16:creationId xmlns:a16="http://schemas.microsoft.com/office/drawing/2014/main" id="{78AF0F6E-8876-40AD-AF73-228F13D5B04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13267" y="2525640"/>
                    <a:ext cx="369374" cy="539851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" name="Rectangle 71">
                    <a:extLst>
                      <a:ext uri="{FF2B5EF4-FFF2-40B4-BE49-F238E27FC236}">
                        <a16:creationId xmlns:a16="http://schemas.microsoft.com/office/drawing/2014/main" id="{F1CAC784-CA6C-541E-D890-AE8E32BB0B6D}"/>
                      </a:ext>
                    </a:extLst>
                  </p:cNvPr>
                  <p:cNvSpPr/>
                  <p:nvPr/>
                </p:nvSpPr>
                <p:spPr>
                  <a:xfrm>
                    <a:off x="4213604" y="2529081"/>
                    <a:ext cx="353405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2" name="Rectangle 71">
                    <a:extLst>
                      <a:ext uri="{FF2B5EF4-FFF2-40B4-BE49-F238E27FC236}">
                        <a16:creationId xmlns:a16="http://schemas.microsoft.com/office/drawing/2014/main" id="{F1CAC784-CA6C-541E-D890-AE8E32BB0B6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13604" y="2529081"/>
                    <a:ext cx="353405" cy="539851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" name="Rectangle 72">
                    <a:extLst>
                      <a:ext uri="{FF2B5EF4-FFF2-40B4-BE49-F238E27FC236}">
                        <a16:creationId xmlns:a16="http://schemas.microsoft.com/office/drawing/2014/main" id="{DCB7CCA1-781C-4499-726C-DE756EE1335E}"/>
                      </a:ext>
                    </a:extLst>
                  </p:cNvPr>
                  <p:cNvSpPr/>
                  <p:nvPr/>
                </p:nvSpPr>
                <p:spPr>
                  <a:xfrm>
                    <a:off x="4748777" y="2517559"/>
                    <a:ext cx="555450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3" name="Rectangle 72">
                    <a:extLst>
                      <a:ext uri="{FF2B5EF4-FFF2-40B4-BE49-F238E27FC236}">
                        <a16:creationId xmlns:a16="http://schemas.microsoft.com/office/drawing/2014/main" id="{DCB7CCA1-781C-4499-726C-DE756EE1335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48777" y="2517559"/>
                    <a:ext cx="555450" cy="539851"/>
                  </a:xfrm>
                  <a:prstGeom prst="rect">
                    <a:avLst/>
                  </a:prstGeom>
                  <a:blipFill>
                    <a:blip r:embed="rId2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" name="Rectangle 73">
                    <a:extLst>
                      <a:ext uri="{FF2B5EF4-FFF2-40B4-BE49-F238E27FC236}">
                        <a16:creationId xmlns:a16="http://schemas.microsoft.com/office/drawing/2014/main" id="{491E5FCB-09F7-D31E-2E73-33E87F6DB897}"/>
                      </a:ext>
                    </a:extLst>
                  </p:cNvPr>
                  <p:cNvSpPr/>
                  <p:nvPr/>
                </p:nvSpPr>
                <p:spPr>
                  <a:xfrm>
                    <a:off x="5558019" y="2519695"/>
                    <a:ext cx="42754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4" name="Rectangle 73">
                    <a:extLst>
                      <a:ext uri="{FF2B5EF4-FFF2-40B4-BE49-F238E27FC236}">
                        <a16:creationId xmlns:a16="http://schemas.microsoft.com/office/drawing/2014/main" id="{491E5FCB-09F7-D31E-2E73-33E87F6DB89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58019" y="2519695"/>
                    <a:ext cx="427541" cy="539851"/>
                  </a:xfrm>
                  <a:prstGeom prst="rect">
                    <a:avLst/>
                  </a:prstGeom>
                  <a:blipFill>
                    <a:blip r:embed="rId2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" name="Rectangle 74">
                    <a:extLst>
                      <a:ext uri="{FF2B5EF4-FFF2-40B4-BE49-F238E27FC236}">
                        <a16:creationId xmlns:a16="http://schemas.microsoft.com/office/drawing/2014/main" id="{3559E2D1-931A-6EA0-9FE2-D1AC01ACF151}"/>
                      </a:ext>
                    </a:extLst>
                  </p:cNvPr>
                  <p:cNvSpPr/>
                  <p:nvPr/>
                </p:nvSpPr>
                <p:spPr>
                  <a:xfrm>
                    <a:off x="6151851" y="2521831"/>
                    <a:ext cx="547416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5" name="Rectangle 74">
                    <a:extLst>
                      <a:ext uri="{FF2B5EF4-FFF2-40B4-BE49-F238E27FC236}">
                        <a16:creationId xmlns:a16="http://schemas.microsoft.com/office/drawing/2014/main" id="{3559E2D1-931A-6EA0-9FE2-D1AC01ACF15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51851" y="2521831"/>
                    <a:ext cx="547416" cy="539851"/>
                  </a:xfrm>
                  <a:prstGeom prst="rect">
                    <a:avLst/>
                  </a:prstGeom>
                  <a:blipFill>
                    <a:blip r:embed="rId2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9" name="Rectangle 68">
                  <a:extLst>
                    <a:ext uri="{FF2B5EF4-FFF2-40B4-BE49-F238E27FC236}">
                      <a16:creationId xmlns:a16="http://schemas.microsoft.com/office/drawing/2014/main" id="{CE886F51-9205-0F06-E712-A7429CDF4C94}"/>
                    </a:ext>
                  </a:extLst>
                </p:cNvPr>
                <p:cNvSpPr/>
                <p:nvPr/>
              </p:nvSpPr>
              <p:spPr>
                <a:xfrm>
                  <a:off x="6892573" y="2645844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69" name="Rectangle 68">
                  <a:extLst>
                    <a:ext uri="{FF2B5EF4-FFF2-40B4-BE49-F238E27FC236}">
                      <a16:creationId xmlns:a16="http://schemas.microsoft.com/office/drawing/2014/main" id="{CE886F51-9205-0F06-E712-A7429CDF4C9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92573" y="2645844"/>
                  <a:ext cx="717113" cy="468000"/>
                </a:xfrm>
                <a:prstGeom prst="rect">
                  <a:avLst/>
                </a:prstGeom>
                <a:blipFill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B635A776-85C0-680F-AB75-3EEC385112A8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Example:9(Continue)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B635A776-85C0-680F-AB75-3EEC385112A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5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6" name="Group 75">
            <a:extLst>
              <a:ext uri="{FF2B5EF4-FFF2-40B4-BE49-F238E27FC236}">
                <a16:creationId xmlns:a16="http://schemas.microsoft.com/office/drawing/2014/main" id="{5016D416-785E-FDC3-1876-E1BC68223C77}"/>
              </a:ext>
            </a:extLst>
          </p:cNvPr>
          <p:cNvGrpSpPr/>
          <p:nvPr/>
        </p:nvGrpSpPr>
        <p:grpSpPr>
          <a:xfrm>
            <a:off x="2931846" y="2391881"/>
            <a:ext cx="4662611" cy="563625"/>
            <a:chOff x="2954664" y="5669528"/>
            <a:chExt cx="4662611" cy="563625"/>
          </a:xfrm>
        </p:grpSpPr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25F7F590-4231-6988-5E1A-B5B1F361F98B}"/>
                </a:ext>
              </a:extLst>
            </p:cNvPr>
            <p:cNvGrpSpPr/>
            <p:nvPr/>
          </p:nvGrpSpPr>
          <p:grpSpPr>
            <a:xfrm>
              <a:off x="2954664" y="5669528"/>
              <a:ext cx="3678686" cy="563625"/>
              <a:chOff x="2941014" y="3033575"/>
              <a:chExt cx="3678686" cy="56362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id="{980C312F-12BC-14E5-BBFA-9E20D747863C}"/>
                      </a:ext>
                    </a:extLst>
                  </p:cNvPr>
                  <p:cNvSpPr/>
                  <p:nvPr/>
                </p:nvSpPr>
                <p:spPr>
                  <a:xfrm>
                    <a:off x="2941014" y="3033575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id="{980C312F-12BC-14E5-BBFA-9E20D747863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3033575"/>
                    <a:ext cx="369374" cy="539851"/>
                  </a:xfrm>
                  <a:prstGeom prst="rect">
                    <a:avLst/>
                  </a:prstGeom>
                  <a:blipFill>
                    <a:blip r:embed="rId2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" name="Rectangle 79">
                    <a:extLst>
                      <a:ext uri="{FF2B5EF4-FFF2-40B4-BE49-F238E27FC236}">
                        <a16:creationId xmlns:a16="http://schemas.microsoft.com/office/drawing/2014/main" id="{3FF330F4-F128-BDEF-BBB9-BF6D094CBA02}"/>
                      </a:ext>
                    </a:extLst>
                  </p:cNvPr>
                  <p:cNvSpPr/>
                  <p:nvPr/>
                </p:nvSpPr>
                <p:spPr>
                  <a:xfrm>
                    <a:off x="3518110" y="3045653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0" name="Rectangle 79">
                    <a:extLst>
                      <a:ext uri="{FF2B5EF4-FFF2-40B4-BE49-F238E27FC236}">
                        <a16:creationId xmlns:a16="http://schemas.microsoft.com/office/drawing/2014/main" id="{3FF330F4-F128-BDEF-BBB9-BF6D094CBA0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18110" y="3045653"/>
                    <a:ext cx="369374" cy="539851"/>
                  </a:xfrm>
                  <a:prstGeom prst="rect">
                    <a:avLst/>
                  </a:prstGeom>
                  <a:blipFill>
                    <a:blip r:embed="rId2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1" name="Rectangle 80">
                    <a:extLst>
                      <a:ext uri="{FF2B5EF4-FFF2-40B4-BE49-F238E27FC236}">
                        <a16:creationId xmlns:a16="http://schemas.microsoft.com/office/drawing/2014/main" id="{EADB6EA7-E663-0D01-5299-A193FA32E183}"/>
                      </a:ext>
                    </a:extLst>
                  </p:cNvPr>
                  <p:cNvSpPr/>
                  <p:nvPr/>
                </p:nvSpPr>
                <p:spPr>
                  <a:xfrm>
                    <a:off x="4214812" y="3048577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1" name="Rectangle 80">
                    <a:extLst>
                      <a:ext uri="{FF2B5EF4-FFF2-40B4-BE49-F238E27FC236}">
                        <a16:creationId xmlns:a16="http://schemas.microsoft.com/office/drawing/2014/main" id="{EADB6EA7-E663-0D01-5299-A193FA32E18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14812" y="3048577"/>
                    <a:ext cx="369374" cy="539851"/>
                  </a:xfrm>
                  <a:prstGeom prst="rect">
                    <a:avLst/>
                  </a:prstGeom>
                  <a:blipFill>
                    <a:blip r:embed="rId2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2" name="Rectangle 81">
                    <a:extLst>
                      <a:ext uri="{FF2B5EF4-FFF2-40B4-BE49-F238E27FC236}">
                        <a16:creationId xmlns:a16="http://schemas.microsoft.com/office/drawing/2014/main" id="{BF3C3F11-FA04-DF30-8C4B-381F38325E1F}"/>
                      </a:ext>
                    </a:extLst>
                  </p:cNvPr>
                  <p:cNvSpPr/>
                  <p:nvPr/>
                </p:nvSpPr>
                <p:spPr>
                  <a:xfrm>
                    <a:off x="4884218" y="3051501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2" name="Rectangle 81">
                    <a:extLst>
                      <a:ext uri="{FF2B5EF4-FFF2-40B4-BE49-F238E27FC236}">
                        <a16:creationId xmlns:a16="http://schemas.microsoft.com/office/drawing/2014/main" id="{BF3C3F11-FA04-DF30-8C4B-381F38325E1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84218" y="3051501"/>
                    <a:ext cx="369374" cy="539851"/>
                  </a:xfrm>
                  <a:prstGeom prst="rect">
                    <a:avLst/>
                  </a:prstGeom>
                  <a:blipFill>
                    <a:blip r:embed="rId3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id="{5B567343-51B1-A405-A674-3B68F8B0F617}"/>
                      </a:ext>
                    </a:extLst>
                  </p:cNvPr>
                  <p:cNvSpPr/>
                  <p:nvPr/>
                </p:nvSpPr>
                <p:spPr>
                  <a:xfrm>
                    <a:off x="5567272" y="3054425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id="{5B567343-51B1-A405-A674-3B68F8B0F61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67272" y="3054425"/>
                    <a:ext cx="369374" cy="539851"/>
                  </a:xfrm>
                  <a:prstGeom prst="rect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7403E25C-1D7E-5D2B-920E-9E3DC45D69DD}"/>
                      </a:ext>
                    </a:extLst>
                  </p:cNvPr>
                  <p:cNvSpPr/>
                  <p:nvPr/>
                </p:nvSpPr>
                <p:spPr>
                  <a:xfrm>
                    <a:off x="6157464" y="3057349"/>
                    <a:ext cx="462236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7403E25C-1D7E-5D2B-920E-9E3DC45D69D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57464" y="3057349"/>
                    <a:ext cx="462236" cy="539851"/>
                  </a:xfrm>
                  <a:prstGeom prst="rect">
                    <a:avLst/>
                  </a:prstGeom>
                  <a:blipFill>
                    <a:blip r:embed="rId32"/>
                    <a:stretch>
                      <a:fillRect r="-1333"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id="{1132EF5F-7FCD-3D33-3C35-88CD4FAF4044}"/>
                    </a:ext>
                  </a:extLst>
                </p:cNvPr>
                <p:cNvSpPr/>
                <p:nvPr/>
              </p:nvSpPr>
              <p:spPr>
                <a:xfrm>
                  <a:off x="6900162" y="568630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id="{1132EF5F-7FCD-3D33-3C35-88CD4FAF404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00162" y="5686303"/>
                  <a:ext cx="717113" cy="468000"/>
                </a:xfrm>
                <a:prstGeom prst="rect">
                  <a:avLst/>
                </a:prstGeom>
                <a:blipFill>
                  <a:blip r:embed="rId3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C448FD8E-1725-9436-C8FE-6074CECD53C3}"/>
              </a:ext>
            </a:extLst>
          </p:cNvPr>
          <p:cNvSpPr/>
          <p:nvPr/>
        </p:nvSpPr>
        <p:spPr>
          <a:xfrm>
            <a:off x="3994241" y="1905675"/>
            <a:ext cx="565880" cy="384649"/>
          </a:xfrm>
          <a:prstGeom prst="roundRect">
            <a:avLst/>
          </a:prstGeom>
          <a:noFill/>
          <a:ln w="3810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46" name="Rectangle: Rounded Corners 45">
            <a:extLst>
              <a:ext uri="{FF2B5EF4-FFF2-40B4-BE49-F238E27FC236}">
                <a16:creationId xmlns:a16="http://schemas.microsoft.com/office/drawing/2014/main" id="{7EFEDE77-4645-E001-1DDF-FACCC6CC1AF1}"/>
              </a:ext>
            </a:extLst>
          </p:cNvPr>
          <p:cNvSpPr/>
          <p:nvPr/>
        </p:nvSpPr>
        <p:spPr>
          <a:xfrm>
            <a:off x="4190677" y="2488039"/>
            <a:ext cx="382643" cy="384649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2E56D9A-7E90-5303-2759-28558CC81545}"/>
              </a:ext>
            </a:extLst>
          </p:cNvPr>
          <p:cNvGrpSpPr/>
          <p:nvPr/>
        </p:nvGrpSpPr>
        <p:grpSpPr>
          <a:xfrm>
            <a:off x="1964827" y="3895255"/>
            <a:ext cx="6559193" cy="3003209"/>
            <a:chOff x="1974002" y="1175707"/>
            <a:chExt cx="6559193" cy="3003209"/>
          </a:xfrm>
        </p:grpSpPr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14BB3CFE-7785-2E41-9030-47D82884B7BD}"/>
                </a:ext>
              </a:extLst>
            </p:cNvPr>
            <p:cNvGrpSpPr/>
            <p:nvPr/>
          </p:nvGrpSpPr>
          <p:grpSpPr>
            <a:xfrm>
              <a:off x="1974002" y="1175707"/>
              <a:ext cx="6559193" cy="3003209"/>
              <a:chOff x="1996824" y="3591353"/>
              <a:chExt cx="6559193" cy="3003209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6" name="Rectangle 115">
                    <a:extLst>
                      <a:ext uri="{FF2B5EF4-FFF2-40B4-BE49-F238E27FC236}">
                        <a16:creationId xmlns:a16="http://schemas.microsoft.com/office/drawing/2014/main" id="{42620CA2-C438-F186-7D38-3F58E9A93FDF}"/>
                      </a:ext>
                    </a:extLst>
                  </p:cNvPr>
                  <p:cNvSpPr/>
                  <p:nvPr/>
                </p:nvSpPr>
                <p:spPr>
                  <a:xfrm>
                    <a:off x="1996824" y="3591353"/>
                    <a:ext cx="6559193" cy="3003209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rgbClr val="002060"/>
                        </a:solidFill>
                      </a:rPr>
                      <a:t> </a:t>
                    </a:r>
                    <a:endPara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6" name="Rectangle 115">
                    <a:extLst>
                      <a:ext uri="{FF2B5EF4-FFF2-40B4-BE49-F238E27FC236}">
                        <a16:creationId xmlns:a16="http://schemas.microsoft.com/office/drawing/2014/main" id="{42620CA2-C438-F186-7D38-3F58E9A93F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6824" y="3591353"/>
                    <a:ext cx="6559193" cy="3003209"/>
                  </a:xfrm>
                  <a:prstGeom prst="rect">
                    <a:avLst/>
                  </a:prstGeom>
                  <a:blipFill>
                    <a:blip r:embed="rId3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7" name="Rectangle 116">
                    <a:extLst>
                      <a:ext uri="{FF2B5EF4-FFF2-40B4-BE49-F238E27FC236}">
                        <a16:creationId xmlns:a16="http://schemas.microsoft.com/office/drawing/2014/main" id="{CB5C65C2-E15D-3150-F5C9-FB041922B673}"/>
                      </a:ext>
                    </a:extLst>
                  </p:cNvPr>
                  <p:cNvSpPr/>
                  <p:nvPr/>
                </p:nvSpPr>
                <p:spPr>
                  <a:xfrm>
                    <a:off x="2098003" y="4771823"/>
                    <a:ext cx="856661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36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3600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7" name="Rectangle 116">
                    <a:extLst>
                      <a:ext uri="{FF2B5EF4-FFF2-40B4-BE49-F238E27FC236}">
                        <a16:creationId xmlns:a16="http://schemas.microsoft.com/office/drawing/2014/main" id="{CB5C65C2-E15D-3150-F5C9-FB041922B67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098003" y="4771823"/>
                    <a:ext cx="856661" cy="711201"/>
                  </a:xfrm>
                  <a:prstGeom prst="rect">
                    <a:avLst/>
                  </a:prstGeom>
                  <a:blipFill>
                    <a:blip r:embed="rId3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A2CDB8BD-9EE4-BA0C-1AD7-8079C2C1E562}"/>
                </a:ext>
              </a:extLst>
            </p:cNvPr>
            <p:cNvCxnSpPr/>
            <p:nvPr/>
          </p:nvCxnSpPr>
          <p:spPr>
            <a:xfrm>
              <a:off x="6832402" y="1631778"/>
              <a:ext cx="0" cy="216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0260F46E-1BDC-E7AD-526A-7947C6E75464}"/>
                </a:ext>
              </a:extLst>
            </p:cNvPr>
            <p:cNvGrpSpPr/>
            <p:nvPr/>
          </p:nvGrpSpPr>
          <p:grpSpPr>
            <a:xfrm>
              <a:off x="2931842" y="1551629"/>
              <a:ext cx="3707165" cy="541635"/>
              <a:chOff x="2941014" y="1467802"/>
              <a:chExt cx="3707165" cy="54163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0" name="Rectangle 109">
                    <a:extLst>
                      <a:ext uri="{FF2B5EF4-FFF2-40B4-BE49-F238E27FC236}">
                        <a16:creationId xmlns:a16="http://schemas.microsoft.com/office/drawing/2014/main" id="{8291FEEA-295B-A411-9B5D-B214A22CAA69}"/>
                      </a:ext>
                    </a:extLst>
                  </p:cNvPr>
                  <p:cNvSpPr/>
                  <p:nvPr/>
                </p:nvSpPr>
                <p:spPr>
                  <a:xfrm>
                    <a:off x="2941014" y="1467803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0" name="Rectangle 109">
                    <a:extLst>
                      <a:ext uri="{FF2B5EF4-FFF2-40B4-BE49-F238E27FC236}">
                        <a16:creationId xmlns:a16="http://schemas.microsoft.com/office/drawing/2014/main" id="{8291FEEA-295B-A411-9B5D-B214A22CAA6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1467803"/>
                    <a:ext cx="369374" cy="539851"/>
                  </a:xfrm>
                  <a:prstGeom prst="rect">
                    <a:avLst/>
                  </a:prstGeom>
                  <a:blipFill>
                    <a:blip r:embed="rId3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1" name="Rectangle 110">
                    <a:extLst>
                      <a:ext uri="{FF2B5EF4-FFF2-40B4-BE49-F238E27FC236}">
                        <a16:creationId xmlns:a16="http://schemas.microsoft.com/office/drawing/2014/main" id="{7D2CB7E4-6F11-4CC1-F84E-F25049D13913}"/>
                      </a:ext>
                    </a:extLst>
                  </p:cNvPr>
                  <p:cNvSpPr/>
                  <p:nvPr/>
                </p:nvSpPr>
                <p:spPr>
                  <a:xfrm>
                    <a:off x="3503743" y="1469586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1" name="Rectangle 110">
                    <a:extLst>
                      <a:ext uri="{FF2B5EF4-FFF2-40B4-BE49-F238E27FC236}">
                        <a16:creationId xmlns:a16="http://schemas.microsoft.com/office/drawing/2014/main" id="{7D2CB7E4-6F11-4CC1-F84E-F25049D139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03743" y="1469586"/>
                    <a:ext cx="369374" cy="539851"/>
                  </a:xfrm>
                  <a:prstGeom prst="rect">
                    <a:avLst/>
                  </a:prstGeom>
                  <a:blipFill>
                    <a:blip r:embed="rId3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2" name="Rectangle 111">
                    <a:extLst>
                      <a:ext uri="{FF2B5EF4-FFF2-40B4-BE49-F238E27FC236}">
                        <a16:creationId xmlns:a16="http://schemas.microsoft.com/office/drawing/2014/main" id="{93172157-710C-9606-D551-246621604F9E}"/>
                      </a:ext>
                    </a:extLst>
                  </p:cNvPr>
                  <p:cNvSpPr/>
                  <p:nvPr/>
                </p:nvSpPr>
                <p:spPr>
                  <a:xfrm>
                    <a:off x="3933410" y="1467803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2" name="Rectangle 111">
                    <a:extLst>
                      <a:ext uri="{FF2B5EF4-FFF2-40B4-BE49-F238E27FC236}">
                        <a16:creationId xmlns:a16="http://schemas.microsoft.com/office/drawing/2014/main" id="{93172157-710C-9606-D551-246621604F9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33410" y="1467803"/>
                    <a:ext cx="706471" cy="539851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3" name="Rectangle 112">
                    <a:extLst>
                      <a:ext uri="{FF2B5EF4-FFF2-40B4-BE49-F238E27FC236}">
                        <a16:creationId xmlns:a16="http://schemas.microsoft.com/office/drawing/2014/main" id="{0614974C-7D78-810C-F735-2F8258EECB04}"/>
                      </a:ext>
                    </a:extLst>
                  </p:cNvPr>
                  <p:cNvSpPr/>
                  <p:nvPr/>
                </p:nvSpPr>
                <p:spPr>
                  <a:xfrm>
                    <a:off x="4872425" y="1467802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3" name="Rectangle 112">
                    <a:extLst>
                      <a:ext uri="{FF2B5EF4-FFF2-40B4-BE49-F238E27FC236}">
                        <a16:creationId xmlns:a16="http://schemas.microsoft.com/office/drawing/2014/main" id="{0614974C-7D78-810C-F735-2F8258EECB0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72425" y="1467802"/>
                    <a:ext cx="369374" cy="539851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" name="Rectangle 113">
                    <a:extLst>
                      <a:ext uri="{FF2B5EF4-FFF2-40B4-BE49-F238E27FC236}">
                        <a16:creationId xmlns:a16="http://schemas.microsoft.com/office/drawing/2014/main" id="{BB267323-964D-252A-E957-91ECBE3FCF48}"/>
                      </a:ext>
                    </a:extLst>
                  </p:cNvPr>
                  <p:cNvSpPr/>
                  <p:nvPr/>
                </p:nvSpPr>
                <p:spPr>
                  <a:xfrm>
                    <a:off x="5574770" y="1469234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4" name="Rectangle 113">
                    <a:extLst>
                      <a:ext uri="{FF2B5EF4-FFF2-40B4-BE49-F238E27FC236}">
                        <a16:creationId xmlns:a16="http://schemas.microsoft.com/office/drawing/2014/main" id="{BB267323-964D-252A-E957-91ECBE3FCF4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74770" y="1469234"/>
                    <a:ext cx="369374" cy="539851"/>
                  </a:xfrm>
                  <a:prstGeom prst="rect">
                    <a:avLst/>
                  </a:prstGeom>
                  <a:blipFill>
                    <a:blip r:embed="rId4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5" name="Rectangle 114">
                    <a:extLst>
                      <a:ext uri="{FF2B5EF4-FFF2-40B4-BE49-F238E27FC236}">
                        <a16:creationId xmlns:a16="http://schemas.microsoft.com/office/drawing/2014/main" id="{4451FD2D-11D4-B450-C1B6-EE1A4B7DC946}"/>
                      </a:ext>
                    </a:extLst>
                  </p:cNvPr>
                  <p:cNvSpPr/>
                  <p:nvPr/>
                </p:nvSpPr>
                <p:spPr>
                  <a:xfrm>
                    <a:off x="6278805" y="1468864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5" name="Rectangle 114">
                    <a:extLst>
                      <a:ext uri="{FF2B5EF4-FFF2-40B4-BE49-F238E27FC236}">
                        <a16:creationId xmlns:a16="http://schemas.microsoft.com/office/drawing/2014/main" id="{4451FD2D-11D4-B450-C1B6-EE1A4B7DC94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278805" y="1468864"/>
                    <a:ext cx="369374" cy="539851"/>
                  </a:xfrm>
                  <a:prstGeom prst="rect">
                    <a:avLst/>
                  </a:prstGeom>
                  <a:blipFill>
                    <a:blip r:embed="rId4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" name="Rectangle 99">
                  <a:extLst>
                    <a:ext uri="{FF2B5EF4-FFF2-40B4-BE49-F238E27FC236}">
                      <a16:creationId xmlns:a16="http://schemas.microsoft.com/office/drawing/2014/main" id="{290A1017-777E-7CF0-FF73-517AC00839D4}"/>
                    </a:ext>
                  </a:extLst>
                </p:cNvPr>
                <p:cNvSpPr/>
                <p:nvPr/>
              </p:nvSpPr>
              <p:spPr>
                <a:xfrm>
                  <a:off x="6877340" y="1565277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00" name="Rectangle 99">
                  <a:extLst>
                    <a:ext uri="{FF2B5EF4-FFF2-40B4-BE49-F238E27FC236}">
                      <a16:creationId xmlns:a16="http://schemas.microsoft.com/office/drawing/2014/main" id="{290A1017-777E-7CF0-FF73-517AC00839D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77340" y="1565277"/>
                  <a:ext cx="717113" cy="468000"/>
                </a:xfrm>
                <a:prstGeom prst="rect">
                  <a:avLst/>
                </a:prstGeom>
                <a:blipFill>
                  <a:blip r:embed="rId4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2B0BB2B2-C975-5C74-046B-E93F6022EF12}"/>
                </a:ext>
              </a:extLst>
            </p:cNvPr>
            <p:cNvGrpSpPr/>
            <p:nvPr/>
          </p:nvGrpSpPr>
          <p:grpSpPr>
            <a:xfrm>
              <a:off x="2931842" y="2100849"/>
              <a:ext cx="4625647" cy="556180"/>
              <a:chOff x="2931842" y="4680276"/>
              <a:chExt cx="4625647" cy="556180"/>
            </a:xfrm>
          </p:grpSpPr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F291A968-DEAC-F7AD-BB58-C30F3F500532}"/>
                  </a:ext>
                </a:extLst>
              </p:cNvPr>
              <p:cNvGrpSpPr/>
              <p:nvPr/>
            </p:nvGrpSpPr>
            <p:grpSpPr>
              <a:xfrm>
                <a:off x="2931842" y="4680276"/>
                <a:ext cx="3766672" cy="556180"/>
                <a:chOff x="2941014" y="1989726"/>
                <a:chExt cx="3766672" cy="556180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4" name="Rectangle 103">
                      <a:extLst>
                        <a:ext uri="{FF2B5EF4-FFF2-40B4-BE49-F238E27FC236}">
                          <a16:creationId xmlns:a16="http://schemas.microsoft.com/office/drawing/2014/main" id="{72540353-6EFE-6A89-2877-2138351887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1014" y="1989727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4" name="Rectangle 103">
                      <a:extLst>
                        <a:ext uri="{FF2B5EF4-FFF2-40B4-BE49-F238E27FC236}">
                          <a16:creationId xmlns:a16="http://schemas.microsoft.com/office/drawing/2014/main" id="{72540353-6EFE-6A89-2877-21383518878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941014" y="1989727"/>
                      <a:ext cx="369374" cy="539851"/>
                    </a:xfrm>
                    <a:prstGeom prst="rect">
                      <a:avLst/>
                    </a:prstGeom>
                    <a:blipFill>
                      <a:blip r:embed="rId4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5" name="Rectangle 104">
                      <a:extLst>
                        <a:ext uri="{FF2B5EF4-FFF2-40B4-BE49-F238E27FC236}">
                          <a16:creationId xmlns:a16="http://schemas.microsoft.com/office/drawing/2014/main" id="{FCF5D24A-182D-A8BE-A6B7-6F8E203A89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7102" y="2006055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5" name="Rectangle 104">
                      <a:extLst>
                        <a:ext uri="{FF2B5EF4-FFF2-40B4-BE49-F238E27FC236}">
                          <a16:creationId xmlns:a16="http://schemas.microsoft.com/office/drawing/2014/main" id="{FCF5D24A-182D-A8BE-A6B7-6F8E203A89BE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517102" y="2006055"/>
                      <a:ext cx="369374" cy="539851"/>
                    </a:xfrm>
                    <a:prstGeom prst="rect">
                      <a:avLst/>
                    </a:prstGeom>
                    <a:blipFill>
                      <a:blip r:embed="rId4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6" name="Rectangle 105">
                      <a:extLst>
                        <a:ext uri="{FF2B5EF4-FFF2-40B4-BE49-F238E27FC236}">
                          <a16:creationId xmlns:a16="http://schemas.microsoft.com/office/drawing/2014/main" id="{557F417B-5234-E930-D6A1-744F77C761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6336" y="2003560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−1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6" name="Rectangle 105">
                      <a:extLst>
                        <a:ext uri="{FF2B5EF4-FFF2-40B4-BE49-F238E27FC236}">
                          <a16:creationId xmlns:a16="http://schemas.microsoft.com/office/drawing/2014/main" id="{557F417B-5234-E930-D6A1-744F77C7613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936336" y="2003560"/>
                      <a:ext cx="706471" cy="539851"/>
                    </a:xfrm>
                    <a:prstGeom prst="rect">
                      <a:avLst/>
                    </a:prstGeom>
                    <a:blipFill>
                      <a:blip r:embed="rId4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7" name="Rectangle 106">
                      <a:extLst>
                        <a:ext uri="{FF2B5EF4-FFF2-40B4-BE49-F238E27FC236}">
                          <a16:creationId xmlns:a16="http://schemas.microsoft.com/office/drawing/2014/main" id="{53211CBD-15A0-8D78-0A97-CB7CF77DB2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9501" y="1989726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−2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7" name="Rectangle 106">
                      <a:extLst>
                        <a:ext uri="{FF2B5EF4-FFF2-40B4-BE49-F238E27FC236}">
                          <a16:creationId xmlns:a16="http://schemas.microsoft.com/office/drawing/2014/main" id="{53211CBD-15A0-8D78-0A97-CB7CF77DB222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579501" y="1989726"/>
                      <a:ext cx="706471" cy="539851"/>
                    </a:xfrm>
                    <a:prstGeom prst="rect">
                      <a:avLst/>
                    </a:prstGeom>
                    <a:blipFill>
                      <a:blip r:embed="rId4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8" name="Rectangle 107">
                      <a:extLst>
                        <a:ext uri="{FF2B5EF4-FFF2-40B4-BE49-F238E27FC236}">
                          <a16:creationId xmlns:a16="http://schemas.microsoft.com/office/drawing/2014/main" id="{CE2A1344-F40F-5254-09C3-04FCEA7495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1389" y="1992918"/>
                      <a:ext cx="42754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8" name="Rectangle 107">
                      <a:extLst>
                        <a:ext uri="{FF2B5EF4-FFF2-40B4-BE49-F238E27FC236}">
                          <a16:creationId xmlns:a16="http://schemas.microsoft.com/office/drawing/2014/main" id="{CE2A1344-F40F-5254-09C3-04FCEA7495A8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541389" y="1992918"/>
                      <a:ext cx="427541" cy="539851"/>
                    </a:xfrm>
                    <a:prstGeom prst="rect">
                      <a:avLst/>
                    </a:prstGeom>
                    <a:blipFill>
                      <a:blip r:embed="rId48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9" name="Rectangle 108">
                      <a:extLst>
                        <a:ext uri="{FF2B5EF4-FFF2-40B4-BE49-F238E27FC236}">
                          <a16:creationId xmlns:a16="http://schemas.microsoft.com/office/drawing/2014/main" id="{58AE9180-76EC-1546-59D5-E9D9F2F803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1215" y="2005558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−3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9" name="Rectangle 108">
                      <a:extLst>
                        <a:ext uri="{FF2B5EF4-FFF2-40B4-BE49-F238E27FC236}">
                          <a16:creationId xmlns:a16="http://schemas.microsoft.com/office/drawing/2014/main" id="{58AE9180-76EC-1546-59D5-E9D9F2F803DA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001215" y="2005558"/>
                      <a:ext cx="706471" cy="539851"/>
                    </a:xfrm>
                    <a:prstGeom prst="rect">
                      <a:avLst/>
                    </a:prstGeom>
                    <a:blipFill>
                      <a:blip r:embed="rId49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3" name="Rectangle 102">
                    <a:extLst>
                      <a:ext uri="{FF2B5EF4-FFF2-40B4-BE49-F238E27FC236}">
                        <a16:creationId xmlns:a16="http://schemas.microsoft.com/office/drawing/2014/main" id="{0738C07D-90BA-7BB9-8CFA-CB8598386589}"/>
                      </a:ext>
                    </a:extLst>
                  </p:cNvPr>
                  <p:cNvSpPr/>
                  <p:nvPr/>
                </p:nvSpPr>
                <p:spPr>
                  <a:xfrm>
                    <a:off x="6840376" y="4683531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3" name="Rectangle 102">
                    <a:extLst>
                      <a:ext uri="{FF2B5EF4-FFF2-40B4-BE49-F238E27FC236}">
                        <a16:creationId xmlns:a16="http://schemas.microsoft.com/office/drawing/2014/main" id="{0738C07D-90BA-7BB9-8CFA-CB859838658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40376" y="4683531"/>
                    <a:ext cx="717113" cy="468000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1CDA3F45-F39E-F10F-9C48-811703100E03}"/>
                  </a:ext>
                </a:extLst>
              </p:cNvPr>
              <p:cNvSpPr/>
              <p:nvPr/>
            </p:nvSpPr>
            <p:spPr>
              <a:xfrm>
                <a:off x="3651497" y="3630741"/>
                <a:ext cx="1400563" cy="56488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  <m:r>
                            <a:rPr lang="en-US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1CDA3F45-F39E-F10F-9C48-811703100E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1497" y="3630741"/>
                <a:ext cx="1400563" cy="564880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3903CD3A-0EEF-71C3-2EC1-01A337BB1FD9}"/>
                  </a:ext>
                </a:extLst>
              </p:cNvPr>
              <p:cNvSpPr/>
              <p:nvPr/>
            </p:nvSpPr>
            <p:spPr>
              <a:xfrm>
                <a:off x="5164047" y="3628201"/>
                <a:ext cx="1263177" cy="56488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US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sub>
                      </m:sSub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3903CD3A-0EEF-71C3-2EC1-01A337BB1F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64047" y="3628201"/>
                <a:ext cx="1263177" cy="564880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23" name="Group 122">
            <a:extLst>
              <a:ext uri="{FF2B5EF4-FFF2-40B4-BE49-F238E27FC236}">
                <a16:creationId xmlns:a16="http://schemas.microsoft.com/office/drawing/2014/main" id="{58B7E701-C3C9-E5B9-76B6-E181F3865766}"/>
              </a:ext>
            </a:extLst>
          </p:cNvPr>
          <p:cNvGrpSpPr/>
          <p:nvPr/>
        </p:nvGrpSpPr>
        <p:grpSpPr>
          <a:xfrm>
            <a:off x="2919442" y="5383450"/>
            <a:ext cx="4662611" cy="586955"/>
            <a:chOff x="2954664" y="5669528"/>
            <a:chExt cx="4662611" cy="586955"/>
          </a:xfrm>
        </p:grpSpPr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21BF89FB-DC56-DA3E-2904-26403847FB5E}"/>
                </a:ext>
              </a:extLst>
            </p:cNvPr>
            <p:cNvGrpSpPr/>
            <p:nvPr/>
          </p:nvGrpSpPr>
          <p:grpSpPr>
            <a:xfrm>
              <a:off x="2954664" y="5669528"/>
              <a:ext cx="3746926" cy="586955"/>
              <a:chOff x="2941014" y="3033575"/>
              <a:chExt cx="3746926" cy="58695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" name="Rectangle 125">
                    <a:extLst>
                      <a:ext uri="{FF2B5EF4-FFF2-40B4-BE49-F238E27FC236}">
                        <a16:creationId xmlns:a16="http://schemas.microsoft.com/office/drawing/2014/main" id="{E4F419EE-26F9-8D9D-C1B4-94EC8981F935}"/>
                      </a:ext>
                    </a:extLst>
                  </p:cNvPr>
                  <p:cNvSpPr/>
                  <p:nvPr/>
                </p:nvSpPr>
                <p:spPr>
                  <a:xfrm>
                    <a:off x="2941014" y="3033575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6" name="Rectangle 125">
                    <a:extLst>
                      <a:ext uri="{FF2B5EF4-FFF2-40B4-BE49-F238E27FC236}">
                        <a16:creationId xmlns:a16="http://schemas.microsoft.com/office/drawing/2014/main" id="{E4F419EE-26F9-8D9D-C1B4-94EC8981F93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3033575"/>
                    <a:ext cx="369374" cy="539851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" name="Rectangle 126">
                    <a:extLst>
                      <a:ext uri="{FF2B5EF4-FFF2-40B4-BE49-F238E27FC236}">
                        <a16:creationId xmlns:a16="http://schemas.microsoft.com/office/drawing/2014/main" id="{D98C0BC5-9ABF-98BE-1422-A034D2EAD6B2}"/>
                      </a:ext>
                    </a:extLst>
                  </p:cNvPr>
                  <p:cNvSpPr/>
                  <p:nvPr/>
                </p:nvSpPr>
                <p:spPr>
                  <a:xfrm>
                    <a:off x="3518110" y="3045653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7" name="Rectangle 126">
                    <a:extLst>
                      <a:ext uri="{FF2B5EF4-FFF2-40B4-BE49-F238E27FC236}">
                        <a16:creationId xmlns:a16="http://schemas.microsoft.com/office/drawing/2014/main" id="{D98C0BC5-9ABF-98BE-1422-A034D2EAD6B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18110" y="3045653"/>
                    <a:ext cx="369374" cy="539851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" name="Rectangle 127">
                    <a:extLst>
                      <a:ext uri="{FF2B5EF4-FFF2-40B4-BE49-F238E27FC236}">
                        <a16:creationId xmlns:a16="http://schemas.microsoft.com/office/drawing/2014/main" id="{4612BBA1-4ACA-4AFE-51F7-DFC577AB0838}"/>
                      </a:ext>
                    </a:extLst>
                  </p:cNvPr>
                  <p:cNvSpPr/>
                  <p:nvPr/>
                </p:nvSpPr>
                <p:spPr>
                  <a:xfrm>
                    <a:off x="4214812" y="3048577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8" name="Rectangle 127">
                    <a:extLst>
                      <a:ext uri="{FF2B5EF4-FFF2-40B4-BE49-F238E27FC236}">
                        <a16:creationId xmlns:a16="http://schemas.microsoft.com/office/drawing/2014/main" id="{4612BBA1-4ACA-4AFE-51F7-DFC577AB083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14812" y="3048577"/>
                    <a:ext cx="369374" cy="539851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9" name="Rectangle 128">
                    <a:extLst>
                      <a:ext uri="{FF2B5EF4-FFF2-40B4-BE49-F238E27FC236}">
                        <a16:creationId xmlns:a16="http://schemas.microsoft.com/office/drawing/2014/main" id="{3C233559-96E3-2F05-B41C-DED80590B93C}"/>
                      </a:ext>
                    </a:extLst>
                  </p:cNvPr>
                  <p:cNvSpPr/>
                  <p:nvPr/>
                </p:nvSpPr>
                <p:spPr>
                  <a:xfrm>
                    <a:off x="4856614" y="3065527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9" name="Rectangle 128">
                    <a:extLst>
                      <a:ext uri="{FF2B5EF4-FFF2-40B4-BE49-F238E27FC236}">
                        <a16:creationId xmlns:a16="http://schemas.microsoft.com/office/drawing/2014/main" id="{3C233559-96E3-2F05-B41C-DED80590B93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6614" y="3065527"/>
                    <a:ext cx="369374" cy="539851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0" name="Rectangle 129">
                    <a:extLst>
                      <a:ext uri="{FF2B5EF4-FFF2-40B4-BE49-F238E27FC236}">
                        <a16:creationId xmlns:a16="http://schemas.microsoft.com/office/drawing/2014/main" id="{04D50970-7DC3-17E1-0860-4430738D4C8C}"/>
                      </a:ext>
                    </a:extLst>
                  </p:cNvPr>
                  <p:cNvSpPr/>
                  <p:nvPr/>
                </p:nvSpPr>
                <p:spPr>
                  <a:xfrm>
                    <a:off x="5582461" y="3080679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0" name="Rectangle 129">
                    <a:extLst>
                      <a:ext uri="{FF2B5EF4-FFF2-40B4-BE49-F238E27FC236}">
                        <a16:creationId xmlns:a16="http://schemas.microsoft.com/office/drawing/2014/main" id="{04D50970-7DC3-17E1-0860-4430738D4C8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82461" y="3080679"/>
                    <a:ext cx="369374" cy="539851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1" name="Rectangle 130">
                    <a:extLst>
                      <a:ext uri="{FF2B5EF4-FFF2-40B4-BE49-F238E27FC236}">
                        <a16:creationId xmlns:a16="http://schemas.microsoft.com/office/drawing/2014/main" id="{D4D45949-47CF-1EA8-CCA5-38AD85F56638}"/>
                      </a:ext>
                    </a:extLst>
                  </p:cNvPr>
                  <p:cNvSpPr/>
                  <p:nvPr/>
                </p:nvSpPr>
                <p:spPr>
                  <a:xfrm>
                    <a:off x="6225704" y="3057349"/>
                    <a:ext cx="462236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1" name="Rectangle 130">
                    <a:extLst>
                      <a:ext uri="{FF2B5EF4-FFF2-40B4-BE49-F238E27FC236}">
                        <a16:creationId xmlns:a16="http://schemas.microsoft.com/office/drawing/2014/main" id="{D4D45949-47CF-1EA8-CCA5-38AD85F5663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225704" y="3057349"/>
                    <a:ext cx="462236" cy="539851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5" name="Rectangle 124">
                  <a:extLst>
                    <a:ext uri="{FF2B5EF4-FFF2-40B4-BE49-F238E27FC236}">
                      <a16:creationId xmlns:a16="http://schemas.microsoft.com/office/drawing/2014/main" id="{23ABE074-514F-DB93-4D7A-B61B732E473A}"/>
                    </a:ext>
                  </a:extLst>
                </p:cNvPr>
                <p:cNvSpPr/>
                <p:nvPr/>
              </p:nvSpPr>
              <p:spPr>
                <a:xfrm>
                  <a:off x="6900162" y="568630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25" name="Rectangle 124">
                  <a:extLst>
                    <a:ext uri="{FF2B5EF4-FFF2-40B4-BE49-F238E27FC236}">
                      <a16:creationId xmlns:a16="http://schemas.microsoft.com/office/drawing/2014/main" id="{23ABE074-514F-DB93-4D7A-B61B732E473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00162" y="5686303"/>
                  <a:ext cx="717113" cy="468000"/>
                </a:xfrm>
                <a:prstGeom prst="rect">
                  <a:avLst/>
                </a:prstGeom>
                <a:blipFill>
                  <a:blip r:embed="rId5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0162857A-1C0B-725B-E365-F523F726AAD9}"/>
              </a:ext>
            </a:extLst>
          </p:cNvPr>
          <p:cNvGrpSpPr/>
          <p:nvPr/>
        </p:nvGrpSpPr>
        <p:grpSpPr>
          <a:xfrm>
            <a:off x="2919929" y="5959157"/>
            <a:ext cx="4662124" cy="551363"/>
            <a:chOff x="2947562" y="2644791"/>
            <a:chExt cx="4662124" cy="551363"/>
          </a:xfrm>
        </p:grpSpPr>
        <p:grpSp>
          <p:nvGrpSpPr>
            <p:cNvPr id="133" name="Group 132">
              <a:extLst>
                <a:ext uri="{FF2B5EF4-FFF2-40B4-BE49-F238E27FC236}">
                  <a16:creationId xmlns:a16="http://schemas.microsoft.com/office/drawing/2014/main" id="{C07D67DC-6ED5-1CA5-2965-80C04FD744C6}"/>
                </a:ext>
              </a:extLst>
            </p:cNvPr>
            <p:cNvGrpSpPr/>
            <p:nvPr/>
          </p:nvGrpSpPr>
          <p:grpSpPr>
            <a:xfrm>
              <a:off x="2947562" y="2644791"/>
              <a:ext cx="3785062" cy="551363"/>
              <a:chOff x="2941501" y="2519695"/>
              <a:chExt cx="3785062" cy="55136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" name="Rectangle 134">
                    <a:extLst>
                      <a:ext uri="{FF2B5EF4-FFF2-40B4-BE49-F238E27FC236}">
                        <a16:creationId xmlns:a16="http://schemas.microsoft.com/office/drawing/2014/main" id="{46578BA3-7507-1DF6-E0B6-AE3E81C59E5A}"/>
                      </a:ext>
                    </a:extLst>
                  </p:cNvPr>
                  <p:cNvSpPr/>
                  <p:nvPr/>
                </p:nvSpPr>
                <p:spPr>
                  <a:xfrm>
                    <a:off x="2941501" y="2525159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5" name="Rectangle 134">
                    <a:extLst>
                      <a:ext uri="{FF2B5EF4-FFF2-40B4-BE49-F238E27FC236}">
                        <a16:creationId xmlns:a16="http://schemas.microsoft.com/office/drawing/2014/main" id="{46578BA3-7507-1DF6-E0B6-AE3E81C59E5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501" y="2525159"/>
                    <a:ext cx="369374" cy="539851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" name="Rectangle 135">
                    <a:extLst>
                      <a:ext uri="{FF2B5EF4-FFF2-40B4-BE49-F238E27FC236}">
                        <a16:creationId xmlns:a16="http://schemas.microsoft.com/office/drawing/2014/main" id="{1E9EA2C5-E3DB-2502-F95A-A9A3412174EC}"/>
                      </a:ext>
                    </a:extLst>
                  </p:cNvPr>
                  <p:cNvSpPr/>
                  <p:nvPr/>
                </p:nvSpPr>
                <p:spPr>
                  <a:xfrm>
                    <a:off x="3513267" y="2525640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6" name="Rectangle 135">
                    <a:extLst>
                      <a:ext uri="{FF2B5EF4-FFF2-40B4-BE49-F238E27FC236}">
                        <a16:creationId xmlns:a16="http://schemas.microsoft.com/office/drawing/2014/main" id="{1E9EA2C5-E3DB-2502-F95A-A9A3412174E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13267" y="2525640"/>
                    <a:ext cx="369374" cy="539851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" name="Rectangle 136">
                    <a:extLst>
                      <a:ext uri="{FF2B5EF4-FFF2-40B4-BE49-F238E27FC236}">
                        <a16:creationId xmlns:a16="http://schemas.microsoft.com/office/drawing/2014/main" id="{4F9E0163-97FD-5BD0-7720-8C373C54E4F9}"/>
                      </a:ext>
                    </a:extLst>
                  </p:cNvPr>
                  <p:cNvSpPr/>
                  <p:nvPr/>
                </p:nvSpPr>
                <p:spPr>
                  <a:xfrm>
                    <a:off x="4213604" y="2529081"/>
                    <a:ext cx="353405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7" name="Rectangle 136">
                    <a:extLst>
                      <a:ext uri="{FF2B5EF4-FFF2-40B4-BE49-F238E27FC236}">
                        <a16:creationId xmlns:a16="http://schemas.microsoft.com/office/drawing/2014/main" id="{4F9E0163-97FD-5BD0-7720-8C373C54E4F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13604" y="2529081"/>
                    <a:ext cx="353405" cy="539851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8" name="Rectangle 137">
                    <a:extLst>
                      <a:ext uri="{FF2B5EF4-FFF2-40B4-BE49-F238E27FC236}">
                        <a16:creationId xmlns:a16="http://schemas.microsoft.com/office/drawing/2014/main" id="{34B8E6D8-F1DE-2860-8C9D-FB8BFA83F08E}"/>
                      </a:ext>
                    </a:extLst>
                  </p:cNvPr>
                  <p:cNvSpPr/>
                  <p:nvPr/>
                </p:nvSpPr>
                <p:spPr>
                  <a:xfrm>
                    <a:off x="4762425" y="2531207"/>
                    <a:ext cx="555450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8" name="Rectangle 137">
                    <a:extLst>
                      <a:ext uri="{FF2B5EF4-FFF2-40B4-BE49-F238E27FC236}">
                        <a16:creationId xmlns:a16="http://schemas.microsoft.com/office/drawing/2014/main" id="{34B8E6D8-F1DE-2860-8C9D-FB8BFA83F08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62425" y="2531207"/>
                    <a:ext cx="555450" cy="539851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9" name="Rectangle 138">
                    <a:extLst>
                      <a:ext uri="{FF2B5EF4-FFF2-40B4-BE49-F238E27FC236}">
                        <a16:creationId xmlns:a16="http://schemas.microsoft.com/office/drawing/2014/main" id="{F5AFE10B-A2E2-BCB6-6847-E39169D3599F}"/>
                      </a:ext>
                    </a:extLst>
                  </p:cNvPr>
                  <p:cNvSpPr/>
                  <p:nvPr/>
                </p:nvSpPr>
                <p:spPr>
                  <a:xfrm>
                    <a:off x="5558019" y="2519695"/>
                    <a:ext cx="42754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9" name="Rectangle 138">
                    <a:extLst>
                      <a:ext uri="{FF2B5EF4-FFF2-40B4-BE49-F238E27FC236}">
                        <a16:creationId xmlns:a16="http://schemas.microsoft.com/office/drawing/2014/main" id="{F5AFE10B-A2E2-BCB6-6847-E39169D3599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58019" y="2519695"/>
                    <a:ext cx="427541" cy="539851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0" name="Rectangle 139">
                    <a:extLst>
                      <a:ext uri="{FF2B5EF4-FFF2-40B4-BE49-F238E27FC236}">
                        <a16:creationId xmlns:a16="http://schemas.microsoft.com/office/drawing/2014/main" id="{CD580256-59DC-AE1E-48EB-375484841341}"/>
                      </a:ext>
                    </a:extLst>
                  </p:cNvPr>
                  <p:cNvSpPr/>
                  <p:nvPr/>
                </p:nvSpPr>
                <p:spPr>
                  <a:xfrm>
                    <a:off x="6179147" y="2521831"/>
                    <a:ext cx="547416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0" name="Rectangle 139">
                    <a:extLst>
                      <a:ext uri="{FF2B5EF4-FFF2-40B4-BE49-F238E27FC236}">
                        <a16:creationId xmlns:a16="http://schemas.microsoft.com/office/drawing/2014/main" id="{CD580256-59DC-AE1E-48EB-37548484134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79147" y="2521831"/>
                    <a:ext cx="547416" cy="539851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4" name="Rectangle 133">
                  <a:extLst>
                    <a:ext uri="{FF2B5EF4-FFF2-40B4-BE49-F238E27FC236}">
                      <a16:creationId xmlns:a16="http://schemas.microsoft.com/office/drawing/2014/main" id="{6EDC9FBC-67EB-7BDB-24D3-C504D8DA8A38}"/>
                    </a:ext>
                  </a:extLst>
                </p:cNvPr>
                <p:cNvSpPr/>
                <p:nvPr/>
              </p:nvSpPr>
              <p:spPr>
                <a:xfrm>
                  <a:off x="6892573" y="2645844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34" name="Rectangle 133">
                  <a:extLst>
                    <a:ext uri="{FF2B5EF4-FFF2-40B4-BE49-F238E27FC236}">
                      <a16:creationId xmlns:a16="http://schemas.microsoft.com/office/drawing/2014/main" id="{6EDC9FBC-67EB-7BDB-24D3-C504D8DA8A3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92573" y="2645844"/>
                  <a:ext cx="717113" cy="468000"/>
                </a:xfrm>
                <a:prstGeom prst="rect">
                  <a:avLst/>
                </a:prstGeom>
                <a:blipFill>
                  <a:blip r:embed="rId6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F178B094-07F9-2217-D9B4-D29C80AE16BE}"/>
              </a:ext>
            </a:extLst>
          </p:cNvPr>
          <p:cNvSpPr/>
          <p:nvPr/>
        </p:nvSpPr>
        <p:spPr>
          <a:xfrm>
            <a:off x="4206597" y="3063522"/>
            <a:ext cx="382643" cy="384649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4675625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46" grpId="0" animBg="1"/>
      <p:bldP spid="46" grpId="1" animBg="1"/>
      <p:bldP spid="121" grpId="0"/>
      <p:bldP spid="122" grpId="0"/>
      <p:bldP spid="4" grpId="0" animBg="1"/>
      <p:bldP spid="4" grpId="1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963747-1EB6-3E57-6AF5-90166A5452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8AAC665-AD71-6B90-842B-E03421C9876D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Example:9(Continue)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8AAC665-AD71-6B90-842B-E03421C9876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6" name="Group 95">
            <a:extLst>
              <a:ext uri="{FF2B5EF4-FFF2-40B4-BE49-F238E27FC236}">
                <a16:creationId xmlns:a16="http://schemas.microsoft.com/office/drawing/2014/main" id="{BFB1A709-45AF-35D9-9724-241790E4921B}"/>
              </a:ext>
            </a:extLst>
          </p:cNvPr>
          <p:cNvGrpSpPr/>
          <p:nvPr/>
        </p:nvGrpSpPr>
        <p:grpSpPr>
          <a:xfrm>
            <a:off x="-150576" y="865452"/>
            <a:ext cx="6559193" cy="3003209"/>
            <a:chOff x="1974002" y="1175707"/>
            <a:chExt cx="6559193" cy="3003209"/>
          </a:xfrm>
        </p:grpSpPr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63F8838A-4B27-8399-1658-B7464EEE1EB8}"/>
                </a:ext>
              </a:extLst>
            </p:cNvPr>
            <p:cNvGrpSpPr/>
            <p:nvPr/>
          </p:nvGrpSpPr>
          <p:grpSpPr>
            <a:xfrm>
              <a:off x="1974002" y="1175707"/>
              <a:ext cx="6559193" cy="3003209"/>
              <a:chOff x="1996824" y="3591353"/>
              <a:chExt cx="6559193" cy="3003209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6" name="Rectangle 115">
                    <a:extLst>
                      <a:ext uri="{FF2B5EF4-FFF2-40B4-BE49-F238E27FC236}">
                        <a16:creationId xmlns:a16="http://schemas.microsoft.com/office/drawing/2014/main" id="{141A6E1E-6E14-577D-81B7-0307CF9C7665}"/>
                      </a:ext>
                    </a:extLst>
                  </p:cNvPr>
                  <p:cNvSpPr/>
                  <p:nvPr/>
                </p:nvSpPr>
                <p:spPr>
                  <a:xfrm>
                    <a:off x="1996824" y="3591353"/>
                    <a:ext cx="6559193" cy="3003209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rgbClr val="002060"/>
                        </a:solidFill>
                      </a:rPr>
                      <a:t> </a:t>
                    </a:r>
                    <a:endPara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6" name="Rectangle 115">
                    <a:extLst>
                      <a:ext uri="{FF2B5EF4-FFF2-40B4-BE49-F238E27FC236}">
                        <a16:creationId xmlns:a16="http://schemas.microsoft.com/office/drawing/2014/main" id="{42620CA2-C438-F186-7D38-3F58E9A93F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6824" y="3591353"/>
                    <a:ext cx="6559193" cy="3003209"/>
                  </a:xfrm>
                  <a:prstGeom prst="rect">
                    <a:avLst/>
                  </a:prstGeom>
                  <a:blipFill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7" name="Rectangle 116">
                    <a:extLst>
                      <a:ext uri="{FF2B5EF4-FFF2-40B4-BE49-F238E27FC236}">
                        <a16:creationId xmlns:a16="http://schemas.microsoft.com/office/drawing/2014/main" id="{AC8A9789-5A10-491B-3B88-B71D2BD21FE7}"/>
                      </a:ext>
                    </a:extLst>
                  </p:cNvPr>
                  <p:cNvSpPr/>
                  <p:nvPr/>
                </p:nvSpPr>
                <p:spPr>
                  <a:xfrm>
                    <a:off x="2285076" y="4771823"/>
                    <a:ext cx="669588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36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3600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7" name="Rectangle 116">
                    <a:extLst>
                      <a:ext uri="{FF2B5EF4-FFF2-40B4-BE49-F238E27FC236}">
                        <a16:creationId xmlns:a16="http://schemas.microsoft.com/office/drawing/2014/main" id="{CB5C65C2-E15D-3150-F5C9-FB041922B67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285076" y="4771823"/>
                    <a:ext cx="669588" cy="711201"/>
                  </a:xfrm>
                  <a:prstGeom prst="rect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41D42E11-1176-6C5F-AE46-C3E364174CCD}"/>
                </a:ext>
              </a:extLst>
            </p:cNvPr>
            <p:cNvCxnSpPr/>
            <p:nvPr/>
          </p:nvCxnSpPr>
          <p:spPr>
            <a:xfrm>
              <a:off x="6832402" y="1631778"/>
              <a:ext cx="0" cy="216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6B392244-F78B-E880-B295-4521EE51EFC5}"/>
                </a:ext>
              </a:extLst>
            </p:cNvPr>
            <p:cNvGrpSpPr/>
            <p:nvPr/>
          </p:nvGrpSpPr>
          <p:grpSpPr>
            <a:xfrm>
              <a:off x="2931842" y="1551629"/>
              <a:ext cx="3707165" cy="541635"/>
              <a:chOff x="2941014" y="1467802"/>
              <a:chExt cx="3707165" cy="54163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0" name="Rectangle 109">
                    <a:extLst>
                      <a:ext uri="{FF2B5EF4-FFF2-40B4-BE49-F238E27FC236}">
                        <a16:creationId xmlns:a16="http://schemas.microsoft.com/office/drawing/2014/main" id="{6318EE72-4C8C-E4BF-3F44-841E07F04AC2}"/>
                      </a:ext>
                    </a:extLst>
                  </p:cNvPr>
                  <p:cNvSpPr/>
                  <p:nvPr/>
                </p:nvSpPr>
                <p:spPr>
                  <a:xfrm>
                    <a:off x="2941014" y="1467803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0" name="Rectangle 109">
                    <a:extLst>
                      <a:ext uri="{FF2B5EF4-FFF2-40B4-BE49-F238E27FC236}">
                        <a16:creationId xmlns:a16="http://schemas.microsoft.com/office/drawing/2014/main" id="{8291FEEA-295B-A411-9B5D-B214A22CAA6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1467803"/>
                    <a:ext cx="369374" cy="539851"/>
                  </a:xfrm>
                  <a:prstGeom prst="rect">
                    <a:avLst/>
                  </a:prstGeom>
                  <a:blipFill>
                    <a:blip r:embed="rId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1" name="Rectangle 110">
                    <a:extLst>
                      <a:ext uri="{FF2B5EF4-FFF2-40B4-BE49-F238E27FC236}">
                        <a16:creationId xmlns:a16="http://schemas.microsoft.com/office/drawing/2014/main" id="{78EDD3D1-BFB5-5310-FB0A-3AF94B9D087F}"/>
                      </a:ext>
                    </a:extLst>
                  </p:cNvPr>
                  <p:cNvSpPr/>
                  <p:nvPr/>
                </p:nvSpPr>
                <p:spPr>
                  <a:xfrm>
                    <a:off x="3503743" y="1469586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1" name="Rectangle 110">
                    <a:extLst>
                      <a:ext uri="{FF2B5EF4-FFF2-40B4-BE49-F238E27FC236}">
                        <a16:creationId xmlns:a16="http://schemas.microsoft.com/office/drawing/2014/main" id="{7D2CB7E4-6F11-4CC1-F84E-F25049D139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03743" y="1469586"/>
                    <a:ext cx="369374" cy="539851"/>
                  </a:xfrm>
                  <a:prstGeom prst="rect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2" name="Rectangle 111">
                    <a:extLst>
                      <a:ext uri="{FF2B5EF4-FFF2-40B4-BE49-F238E27FC236}">
                        <a16:creationId xmlns:a16="http://schemas.microsoft.com/office/drawing/2014/main" id="{10CA2367-7D7A-22FE-EE37-A7F95D0B358A}"/>
                      </a:ext>
                    </a:extLst>
                  </p:cNvPr>
                  <p:cNvSpPr/>
                  <p:nvPr/>
                </p:nvSpPr>
                <p:spPr>
                  <a:xfrm>
                    <a:off x="3933410" y="1467803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2" name="Rectangle 111">
                    <a:extLst>
                      <a:ext uri="{FF2B5EF4-FFF2-40B4-BE49-F238E27FC236}">
                        <a16:creationId xmlns:a16="http://schemas.microsoft.com/office/drawing/2014/main" id="{93172157-710C-9606-D551-246621604F9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33410" y="1467803"/>
                    <a:ext cx="706471" cy="539851"/>
                  </a:xfrm>
                  <a:prstGeom prst="rect">
                    <a:avLst/>
                  </a:prstGeom>
                  <a:blipFill>
                    <a:blip r:embed="rId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3" name="Rectangle 112">
                    <a:extLst>
                      <a:ext uri="{FF2B5EF4-FFF2-40B4-BE49-F238E27FC236}">
                        <a16:creationId xmlns:a16="http://schemas.microsoft.com/office/drawing/2014/main" id="{D89B646E-6300-B64A-67CE-AD3952050EFA}"/>
                      </a:ext>
                    </a:extLst>
                  </p:cNvPr>
                  <p:cNvSpPr/>
                  <p:nvPr/>
                </p:nvSpPr>
                <p:spPr>
                  <a:xfrm>
                    <a:off x="4872425" y="1467802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3" name="Rectangle 112">
                    <a:extLst>
                      <a:ext uri="{FF2B5EF4-FFF2-40B4-BE49-F238E27FC236}">
                        <a16:creationId xmlns:a16="http://schemas.microsoft.com/office/drawing/2014/main" id="{0614974C-7D78-810C-F735-2F8258EECB0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72425" y="1467802"/>
                    <a:ext cx="369374" cy="539851"/>
                  </a:xfrm>
                  <a:prstGeom prst="rect">
                    <a:avLst/>
                  </a:prstGeom>
                  <a:blipFill>
                    <a:blip r:embed="rId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" name="Rectangle 113">
                    <a:extLst>
                      <a:ext uri="{FF2B5EF4-FFF2-40B4-BE49-F238E27FC236}">
                        <a16:creationId xmlns:a16="http://schemas.microsoft.com/office/drawing/2014/main" id="{2C18BC9B-616E-5BE8-C416-B8E5A180151A}"/>
                      </a:ext>
                    </a:extLst>
                  </p:cNvPr>
                  <p:cNvSpPr/>
                  <p:nvPr/>
                </p:nvSpPr>
                <p:spPr>
                  <a:xfrm>
                    <a:off x="5574770" y="1469234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4" name="Rectangle 113">
                    <a:extLst>
                      <a:ext uri="{FF2B5EF4-FFF2-40B4-BE49-F238E27FC236}">
                        <a16:creationId xmlns:a16="http://schemas.microsoft.com/office/drawing/2014/main" id="{BB267323-964D-252A-E957-91ECBE3FCF4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74770" y="1469234"/>
                    <a:ext cx="369374" cy="539851"/>
                  </a:xfrm>
                  <a:prstGeom prst="rect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5" name="Rectangle 114">
                    <a:extLst>
                      <a:ext uri="{FF2B5EF4-FFF2-40B4-BE49-F238E27FC236}">
                        <a16:creationId xmlns:a16="http://schemas.microsoft.com/office/drawing/2014/main" id="{DB21E73D-373B-F41D-7387-5B66F58EFC03}"/>
                      </a:ext>
                    </a:extLst>
                  </p:cNvPr>
                  <p:cNvSpPr/>
                  <p:nvPr/>
                </p:nvSpPr>
                <p:spPr>
                  <a:xfrm>
                    <a:off x="6278805" y="1468864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5" name="Rectangle 114">
                    <a:extLst>
                      <a:ext uri="{FF2B5EF4-FFF2-40B4-BE49-F238E27FC236}">
                        <a16:creationId xmlns:a16="http://schemas.microsoft.com/office/drawing/2014/main" id="{4451FD2D-11D4-B450-C1B6-EE1A4B7DC94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278805" y="1468864"/>
                    <a:ext cx="369374" cy="539851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" name="Rectangle 99">
                  <a:extLst>
                    <a:ext uri="{FF2B5EF4-FFF2-40B4-BE49-F238E27FC236}">
                      <a16:creationId xmlns:a16="http://schemas.microsoft.com/office/drawing/2014/main" id="{1A9DFF10-C240-F506-0527-69CACDDC17FC}"/>
                    </a:ext>
                  </a:extLst>
                </p:cNvPr>
                <p:cNvSpPr/>
                <p:nvPr/>
              </p:nvSpPr>
              <p:spPr>
                <a:xfrm>
                  <a:off x="6877340" y="1544957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00" name="Rectangle 99">
                  <a:extLst>
                    <a:ext uri="{FF2B5EF4-FFF2-40B4-BE49-F238E27FC236}">
                      <a16:creationId xmlns:a16="http://schemas.microsoft.com/office/drawing/2014/main" id="{1A9DFF10-C240-F506-0527-69CACDDC17F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77340" y="1544957"/>
                  <a:ext cx="717113" cy="468000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4995A30C-E5A8-94A2-026E-DBC07366F270}"/>
                </a:ext>
              </a:extLst>
            </p:cNvPr>
            <p:cNvGrpSpPr/>
            <p:nvPr/>
          </p:nvGrpSpPr>
          <p:grpSpPr>
            <a:xfrm>
              <a:off x="2931842" y="2100849"/>
              <a:ext cx="4625647" cy="543525"/>
              <a:chOff x="2931842" y="4680276"/>
              <a:chExt cx="4625647" cy="543525"/>
            </a:xfrm>
          </p:grpSpPr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771D91A4-4319-6DF9-3EC9-7F91AEAF09EE}"/>
                  </a:ext>
                </a:extLst>
              </p:cNvPr>
              <p:cNvGrpSpPr/>
              <p:nvPr/>
            </p:nvGrpSpPr>
            <p:grpSpPr>
              <a:xfrm>
                <a:off x="2931842" y="4680276"/>
                <a:ext cx="3766672" cy="543525"/>
                <a:chOff x="2941014" y="1989726"/>
                <a:chExt cx="3766672" cy="543525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4" name="Rectangle 103">
                      <a:extLst>
                        <a:ext uri="{FF2B5EF4-FFF2-40B4-BE49-F238E27FC236}">
                          <a16:creationId xmlns:a16="http://schemas.microsoft.com/office/drawing/2014/main" id="{1E027015-C3AD-4B1A-E6D2-01F5D82E6D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1014" y="1989727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4" name="Rectangle 103">
                      <a:extLst>
                        <a:ext uri="{FF2B5EF4-FFF2-40B4-BE49-F238E27FC236}">
                          <a16:creationId xmlns:a16="http://schemas.microsoft.com/office/drawing/2014/main" id="{72540353-6EFE-6A89-2877-21383518878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941014" y="1989727"/>
                      <a:ext cx="369374" cy="539851"/>
                    </a:xfrm>
                    <a:prstGeom prst="rect">
                      <a:avLst/>
                    </a:prstGeom>
                    <a:blipFill>
                      <a:blip r:embed="rId12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5" name="Rectangle 104">
                      <a:extLst>
                        <a:ext uri="{FF2B5EF4-FFF2-40B4-BE49-F238E27FC236}">
                          <a16:creationId xmlns:a16="http://schemas.microsoft.com/office/drawing/2014/main" id="{EE5AEB6A-C184-086F-F881-DDE0934411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7102" y="1990815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5" name="Rectangle 104">
                      <a:extLst>
                        <a:ext uri="{FF2B5EF4-FFF2-40B4-BE49-F238E27FC236}">
                          <a16:creationId xmlns:a16="http://schemas.microsoft.com/office/drawing/2014/main" id="{EE5AEB6A-C184-086F-F881-DDE09344117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517102" y="1990815"/>
                      <a:ext cx="369374" cy="539851"/>
                    </a:xfrm>
                    <a:prstGeom prst="rect">
                      <a:avLst/>
                    </a:prstGeom>
                    <a:blipFill>
                      <a:blip r:embed="rId13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6" name="Rectangle 105">
                      <a:extLst>
                        <a:ext uri="{FF2B5EF4-FFF2-40B4-BE49-F238E27FC236}">
                          <a16:creationId xmlns:a16="http://schemas.microsoft.com/office/drawing/2014/main" id="{F8444942-33B2-448A-017B-CAF6E4A9AF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6336" y="1993400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−1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6" name="Rectangle 105">
                      <a:extLst>
                        <a:ext uri="{FF2B5EF4-FFF2-40B4-BE49-F238E27FC236}">
                          <a16:creationId xmlns:a16="http://schemas.microsoft.com/office/drawing/2014/main" id="{F8444942-33B2-448A-017B-CAF6E4A9AFB8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936336" y="1993400"/>
                      <a:ext cx="706471" cy="539851"/>
                    </a:xfrm>
                    <a:prstGeom prst="rect">
                      <a:avLst/>
                    </a:prstGeom>
                    <a:blipFill>
                      <a:blip r:embed="rId1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7" name="Rectangle 106">
                      <a:extLst>
                        <a:ext uri="{FF2B5EF4-FFF2-40B4-BE49-F238E27FC236}">
                          <a16:creationId xmlns:a16="http://schemas.microsoft.com/office/drawing/2014/main" id="{053261B6-8023-C0E1-C9A2-5486FA682C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9501" y="1989726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−2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7" name="Rectangle 106">
                      <a:extLst>
                        <a:ext uri="{FF2B5EF4-FFF2-40B4-BE49-F238E27FC236}">
                          <a16:creationId xmlns:a16="http://schemas.microsoft.com/office/drawing/2014/main" id="{53211CBD-15A0-8D78-0A97-CB7CF77DB222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579501" y="1989726"/>
                      <a:ext cx="706471" cy="539851"/>
                    </a:xfrm>
                    <a:prstGeom prst="rect">
                      <a:avLst/>
                    </a:prstGeom>
                    <a:blipFill>
                      <a:blip r:embed="rId1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8" name="Rectangle 107">
                      <a:extLst>
                        <a:ext uri="{FF2B5EF4-FFF2-40B4-BE49-F238E27FC236}">
                          <a16:creationId xmlns:a16="http://schemas.microsoft.com/office/drawing/2014/main" id="{E26331C4-8E1A-7527-0E98-10421C02F3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1389" y="1992918"/>
                      <a:ext cx="42754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8" name="Rectangle 107">
                      <a:extLst>
                        <a:ext uri="{FF2B5EF4-FFF2-40B4-BE49-F238E27FC236}">
                          <a16:creationId xmlns:a16="http://schemas.microsoft.com/office/drawing/2014/main" id="{E26331C4-8E1A-7527-0E98-10421C02F328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541389" y="1992918"/>
                      <a:ext cx="427541" cy="539851"/>
                    </a:xfrm>
                    <a:prstGeom prst="rect">
                      <a:avLst/>
                    </a:prstGeom>
                    <a:blipFill>
                      <a:blip r:embed="rId1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9" name="Rectangle 108">
                      <a:extLst>
                        <a:ext uri="{FF2B5EF4-FFF2-40B4-BE49-F238E27FC236}">
                          <a16:creationId xmlns:a16="http://schemas.microsoft.com/office/drawing/2014/main" id="{35C9DD10-9DEB-7E91-83C7-0DA8026AF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1215" y="1990318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−3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9" name="Rectangle 108">
                      <a:extLst>
                        <a:ext uri="{FF2B5EF4-FFF2-40B4-BE49-F238E27FC236}">
                          <a16:creationId xmlns:a16="http://schemas.microsoft.com/office/drawing/2014/main" id="{35C9DD10-9DEB-7E91-83C7-0DA8026AF88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001215" y="1990318"/>
                      <a:ext cx="706471" cy="539851"/>
                    </a:xfrm>
                    <a:prstGeom prst="rect">
                      <a:avLst/>
                    </a:prstGeom>
                    <a:blipFill>
                      <a:blip r:embed="rId1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3" name="Rectangle 102">
                    <a:extLst>
                      <a:ext uri="{FF2B5EF4-FFF2-40B4-BE49-F238E27FC236}">
                        <a16:creationId xmlns:a16="http://schemas.microsoft.com/office/drawing/2014/main" id="{89D2E81D-AC61-787C-3093-1AB81533B6E8}"/>
                      </a:ext>
                    </a:extLst>
                  </p:cNvPr>
                  <p:cNvSpPr/>
                  <p:nvPr/>
                </p:nvSpPr>
                <p:spPr>
                  <a:xfrm>
                    <a:off x="6840376" y="4683531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3" name="Rectangle 102">
                    <a:extLst>
                      <a:ext uri="{FF2B5EF4-FFF2-40B4-BE49-F238E27FC236}">
                        <a16:creationId xmlns:a16="http://schemas.microsoft.com/office/drawing/2014/main" id="{0738C07D-90BA-7BB9-8CFA-CB859838658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40376" y="4683531"/>
                    <a:ext cx="717113" cy="468000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A2AF3037-A51D-125E-4D42-B683CE08CBE1}"/>
              </a:ext>
            </a:extLst>
          </p:cNvPr>
          <p:cNvGrpSpPr/>
          <p:nvPr/>
        </p:nvGrpSpPr>
        <p:grpSpPr>
          <a:xfrm>
            <a:off x="804039" y="2353647"/>
            <a:ext cx="4662611" cy="560373"/>
            <a:chOff x="2954664" y="5669528"/>
            <a:chExt cx="4662611" cy="560373"/>
          </a:xfrm>
        </p:grpSpPr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2DCCC313-F037-C3BB-ED88-540E323FABAD}"/>
                </a:ext>
              </a:extLst>
            </p:cNvPr>
            <p:cNvGrpSpPr/>
            <p:nvPr/>
          </p:nvGrpSpPr>
          <p:grpSpPr>
            <a:xfrm>
              <a:off x="2954664" y="5669528"/>
              <a:ext cx="3746926" cy="560373"/>
              <a:chOff x="2941014" y="3033575"/>
              <a:chExt cx="3746926" cy="5603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" name="Rectangle 125">
                    <a:extLst>
                      <a:ext uri="{FF2B5EF4-FFF2-40B4-BE49-F238E27FC236}">
                        <a16:creationId xmlns:a16="http://schemas.microsoft.com/office/drawing/2014/main" id="{2132FAD9-15B9-B60F-B67C-F6DBF8A81F13}"/>
                      </a:ext>
                    </a:extLst>
                  </p:cNvPr>
                  <p:cNvSpPr/>
                  <p:nvPr/>
                </p:nvSpPr>
                <p:spPr>
                  <a:xfrm>
                    <a:off x="2941014" y="3033575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6" name="Rectangle 125">
                    <a:extLst>
                      <a:ext uri="{FF2B5EF4-FFF2-40B4-BE49-F238E27FC236}">
                        <a16:creationId xmlns:a16="http://schemas.microsoft.com/office/drawing/2014/main" id="{E4F419EE-26F9-8D9D-C1B4-94EC8981F93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3033575"/>
                    <a:ext cx="369374" cy="539851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" name="Rectangle 126">
                    <a:extLst>
                      <a:ext uri="{FF2B5EF4-FFF2-40B4-BE49-F238E27FC236}">
                        <a16:creationId xmlns:a16="http://schemas.microsoft.com/office/drawing/2014/main" id="{709D4A8B-A767-7ED5-93CD-047F4A10CCF5}"/>
                      </a:ext>
                    </a:extLst>
                  </p:cNvPr>
                  <p:cNvSpPr/>
                  <p:nvPr/>
                </p:nvSpPr>
                <p:spPr>
                  <a:xfrm>
                    <a:off x="3518110" y="3045653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7" name="Rectangle 126">
                    <a:extLst>
                      <a:ext uri="{FF2B5EF4-FFF2-40B4-BE49-F238E27FC236}">
                        <a16:creationId xmlns:a16="http://schemas.microsoft.com/office/drawing/2014/main" id="{D98C0BC5-9ABF-98BE-1422-A034D2EAD6B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18110" y="3045653"/>
                    <a:ext cx="369374" cy="539851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" name="Rectangle 127">
                    <a:extLst>
                      <a:ext uri="{FF2B5EF4-FFF2-40B4-BE49-F238E27FC236}">
                        <a16:creationId xmlns:a16="http://schemas.microsoft.com/office/drawing/2014/main" id="{A3A48EF3-ADEE-FC8B-2583-F0F1B80F35DF}"/>
                      </a:ext>
                    </a:extLst>
                  </p:cNvPr>
                  <p:cNvSpPr/>
                  <p:nvPr/>
                </p:nvSpPr>
                <p:spPr>
                  <a:xfrm>
                    <a:off x="4214812" y="3048577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8" name="Rectangle 127">
                    <a:extLst>
                      <a:ext uri="{FF2B5EF4-FFF2-40B4-BE49-F238E27FC236}">
                        <a16:creationId xmlns:a16="http://schemas.microsoft.com/office/drawing/2014/main" id="{4612BBA1-4ACA-4AFE-51F7-DFC577AB083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14812" y="3048577"/>
                    <a:ext cx="369374" cy="539851"/>
                  </a:xfrm>
                  <a:prstGeom prst="rect">
                    <a:avLst/>
                  </a:prstGeom>
                  <a:blipFill>
                    <a:blip r:embed="rId2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9" name="Rectangle 128">
                    <a:extLst>
                      <a:ext uri="{FF2B5EF4-FFF2-40B4-BE49-F238E27FC236}">
                        <a16:creationId xmlns:a16="http://schemas.microsoft.com/office/drawing/2014/main" id="{336F4623-37F4-4491-C15F-8EED8A2F422B}"/>
                      </a:ext>
                    </a:extLst>
                  </p:cNvPr>
                  <p:cNvSpPr/>
                  <p:nvPr/>
                </p:nvSpPr>
                <p:spPr>
                  <a:xfrm>
                    <a:off x="4856614" y="3054097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9" name="Rectangle 128">
                    <a:extLst>
                      <a:ext uri="{FF2B5EF4-FFF2-40B4-BE49-F238E27FC236}">
                        <a16:creationId xmlns:a16="http://schemas.microsoft.com/office/drawing/2014/main" id="{336F4623-37F4-4491-C15F-8EED8A2F422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6614" y="3054097"/>
                    <a:ext cx="369374" cy="539851"/>
                  </a:xfrm>
                  <a:prstGeom prst="rect">
                    <a:avLst/>
                  </a:prstGeom>
                  <a:blipFill>
                    <a:blip r:embed="rId2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0" name="Rectangle 129">
                    <a:extLst>
                      <a:ext uri="{FF2B5EF4-FFF2-40B4-BE49-F238E27FC236}">
                        <a16:creationId xmlns:a16="http://schemas.microsoft.com/office/drawing/2014/main" id="{555DADA1-40D6-4A0B-00E6-F590F88EE53E}"/>
                      </a:ext>
                    </a:extLst>
                  </p:cNvPr>
                  <p:cNvSpPr/>
                  <p:nvPr/>
                </p:nvSpPr>
                <p:spPr>
                  <a:xfrm>
                    <a:off x="5582461" y="3050199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0" name="Rectangle 129">
                    <a:extLst>
                      <a:ext uri="{FF2B5EF4-FFF2-40B4-BE49-F238E27FC236}">
                        <a16:creationId xmlns:a16="http://schemas.microsoft.com/office/drawing/2014/main" id="{555DADA1-40D6-4A0B-00E6-F590F88EE53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82461" y="3050199"/>
                    <a:ext cx="369374" cy="539851"/>
                  </a:xfrm>
                  <a:prstGeom prst="rect">
                    <a:avLst/>
                  </a:prstGeom>
                  <a:blipFill>
                    <a:blip r:embed="rId2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1" name="Rectangle 130">
                    <a:extLst>
                      <a:ext uri="{FF2B5EF4-FFF2-40B4-BE49-F238E27FC236}">
                        <a16:creationId xmlns:a16="http://schemas.microsoft.com/office/drawing/2014/main" id="{6C185C75-C122-1432-5BE6-C91B87D0ADBA}"/>
                      </a:ext>
                    </a:extLst>
                  </p:cNvPr>
                  <p:cNvSpPr/>
                  <p:nvPr/>
                </p:nvSpPr>
                <p:spPr>
                  <a:xfrm>
                    <a:off x="6225704" y="3052269"/>
                    <a:ext cx="462236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1" name="Rectangle 130">
                    <a:extLst>
                      <a:ext uri="{FF2B5EF4-FFF2-40B4-BE49-F238E27FC236}">
                        <a16:creationId xmlns:a16="http://schemas.microsoft.com/office/drawing/2014/main" id="{6C185C75-C122-1432-5BE6-C91B87D0ADB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225704" y="3052269"/>
                    <a:ext cx="462236" cy="539851"/>
                  </a:xfrm>
                  <a:prstGeom prst="rect">
                    <a:avLst/>
                  </a:prstGeom>
                  <a:blipFill>
                    <a:blip r:embed="rId2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5" name="Rectangle 124">
                  <a:extLst>
                    <a:ext uri="{FF2B5EF4-FFF2-40B4-BE49-F238E27FC236}">
                      <a16:creationId xmlns:a16="http://schemas.microsoft.com/office/drawing/2014/main" id="{C48A5736-84B8-6A3A-430A-69348BBB32C7}"/>
                    </a:ext>
                  </a:extLst>
                </p:cNvPr>
                <p:cNvSpPr/>
                <p:nvPr/>
              </p:nvSpPr>
              <p:spPr>
                <a:xfrm>
                  <a:off x="6900162" y="568630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25" name="Rectangle 124">
                  <a:extLst>
                    <a:ext uri="{FF2B5EF4-FFF2-40B4-BE49-F238E27FC236}">
                      <a16:creationId xmlns:a16="http://schemas.microsoft.com/office/drawing/2014/main" id="{23ABE074-514F-DB93-4D7A-B61B732E473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00162" y="5686303"/>
                  <a:ext cx="717113" cy="468000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EB28D324-1E1B-DE37-CD2E-40B93A12D594}"/>
              </a:ext>
            </a:extLst>
          </p:cNvPr>
          <p:cNvGrpSpPr/>
          <p:nvPr/>
        </p:nvGrpSpPr>
        <p:grpSpPr>
          <a:xfrm>
            <a:off x="804526" y="2930407"/>
            <a:ext cx="4662124" cy="548184"/>
            <a:chOff x="2947562" y="2645844"/>
            <a:chExt cx="4662124" cy="548184"/>
          </a:xfrm>
        </p:grpSpPr>
        <p:grpSp>
          <p:nvGrpSpPr>
            <p:cNvPr id="133" name="Group 132">
              <a:extLst>
                <a:ext uri="{FF2B5EF4-FFF2-40B4-BE49-F238E27FC236}">
                  <a16:creationId xmlns:a16="http://schemas.microsoft.com/office/drawing/2014/main" id="{48E51A34-5BA8-7DD1-196B-E62BAD1D755B}"/>
                </a:ext>
              </a:extLst>
            </p:cNvPr>
            <p:cNvGrpSpPr/>
            <p:nvPr/>
          </p:nvGrpSpPr>
          <p:grpSpPr>
            <a:xfrm>
              <a:off x="2947562" y="2646927"/>
              <a:ext cx="3785062" cy="547101"/>
              <a:chOff x="2941501" y="2521831"/>
              <a:chExt cx="3785062" cy="547101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" name="Rectangle 134">
                    <a:extLst>
                      <a:ext uri="{FF2B5EF4-FFF2-40B4-BE49-F238E27FC236}">
                        <a16:creationId xmlns:a16="http://schemas.microsoft.com/office/drawing/2014/main" id="{1C5519AE-D070-F179-6B51-7363AB57D119}"/>
                      </a:ext>
                    </a:extLst>
                  </p:cNvPr>
                  <p:cNvSpPr/>
                  <p:nvPr/>
                </p:nvSpPr>
                <p:spPr>
                  <a:xfrm>
                    <a:off x="2941501" y="2525159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5" name="Rectangle 134">
                    <a:extLst>
                      <a:ext uri="{FF2B5EF4-FFF2-40B4-BE49-F238E27FC236}">
                        <a16:creationId xmlns:a16="http://schemas.microsoft.com/office/drawing/2014/main" id="{46578BA3-7507-1DF6-E0B6-AE3E81C59E5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501" y="2525159"/>
                    <a:ext cx="369374" cy="539851"/>
                  </a:xfrm>
                  <a:prstGeom prst="rect">
                    <a:avLst/>
                  </a:prstGeom>
                  <a:blipFill>
                    <a:blip r:embed="rId2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" name="Rectangle 135">
                    <a:extLst>
                      <a:ext uri="{FF2B5EF4-FFF2-40B4-BE49-F238E27FC236}">
                        <a16:creationId xmlns:a16="http://schemas.microsoft.com/office/drawing/2014/main" id="{740FFE50-64F5-FC52-CC21-0137E282A078}"/>
                      </a:ext>
                    </a:extLst>
                  </p:cNvPr>
                  <p:cNvSpPr/>
                  <p:nvPr/>
                </p:nvSpPr>
                <p:spPr>
                  <a:xfrm>
                    <a:off x="3513267" y="2525640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6" name="Rectangle 135">
                    <a:extLst>
                      <a:ext uri="{FF2B5EF4-FFF2-40B4-BE49-F238E27FC236}">
                        <a16:creationId xmlns:a16="http://schemas.microsoft.com/office/drawing/2014/main" id="{1E9EA2C5-E3DB-2502-F95A-A9A3412174E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13267" y="2525640"/>
                    <a:ext cx="369374" cy="539851"/>
                  </a:xfrm>
                  <a:prstGeom prst="rect">
                    <a:avLst/>
                  </a:prstGeom>
                  <a:blipFill>
                    <a:blip r:embed="rId2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" name="Rectangle 136">
                    <a:extLst>
                      <a:ext uri="{FF2B5EF4-FFF2-40B4-BE49-F238E27FC236}">
                        <a16:creationId xmlns:a16="http://schemas.microsoft.com/office/drawing/2014/main" id="{4D832FF1-9FF0-5B1B-320B-6CB86157006E}"/>
                      </a:ext>
                    </a:extLst>
                  </p:cNvPr>
                  <p:cNvSpPr/>
                  <p:nvPr/>
                </p:nvSpPr>
                <p:spPr>
                  <a:xfrm>
                    <a:off x="4213604" y="2529081"/>
                    <a:ext cx="353405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7" name="Rectangle 136">
                    <a:extLst>
                      <a:ext uri="{FF2B5EF4-FFF2-40B4-BE49-F238E27FC236}">
                        <a16:creationId xmlns:a16="http://schemas.microsoft.com/office/drawing/2014/main" id="{4F9E0163-97FD-5BD0-7720-8C373C54E4F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13604" y="2529081"/>
                    <a:ext cx="353405" cy="539851"/>
                  </a:xfrm>
                  <a:prstGeom prst="rect">
                    <a:avLst/>
                  </a:prstGeom>
                  <a:blipFill>
                    <a:blip r:embed="rId2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8" name="Rectangle 137">
                    <a:extLst>
                      <a:ext uri="{FF2B5EF4-FFF2-40B4-BE49-F238E27FC236}">
                        <a16:creationId xmlns:a16="http://schemas.microsoft.com/office/drawing/2014/main" id="{39CFAF89-96DD-BA27-B630-4B51FF850B34}"/>
                      </a:ext>
                    </a:extLst>
                  </p:cNvPr>
                  <p:cNvSpPr/>
                  <p:nvPr/>
                </p:nvSpPr>
                <p:spPr>
                  <a:xfrm>
                    <a:off x="4762425" y="2526127"/>
                    <a:ext cx="555450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8" name="Rectangle 137">
                    <a:extLst>
                      <a:ext uri="{FF2B5EF4-FFF2-40B4-BE49-F238E27FC236}">
                        <a16:creationId xmlns:a16="http://schemas.microsoft.com/office/drawing/2014/main" id="{39CFAF89-96DD-BA27-B630-4B51FF850B3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62425" y="2526127"/>
                    <a:ext cx="555450" cy="539851"/>
                  </a:xfrm>
                  <a:prstGeom prst="rect">
                    <a:avLst/>
                  </a:prstGeom>
                  <a:blipFill>
                    <a:blip r:embed="rId2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9" name="Rectangle 138">
                    <a:extLst>
                      <a:ext uri="{FF2B5EF4-FFF2-40B4-BE49-F238E27FC236}">
                        <a16:creationId xmlns:a16="http://schemas.microsoft.com/office/drawing/2014/main" id="{F968CCD4-5B48-3690-78D8-776AAF817BC9}"/>
                      </a:ext>
                    </a:extLst>
                  </p:cNvPr>
                  <p:cNvSpPr/>
                  <p:nvPr/>
                </p:nvSpPr>
                <p:spPr>
                  <a:xfrm>
                    <a:off x="5558019" y="2524775"/>
                    <a:ext cx="42754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9" name="Rectangle 138">
                    <a:extLst>
                      <a:ext uri="{FF2B5EF4-FFF2-40B4-BE49-F238E27FC236}">
                        <a16:creationId xmlns:a16="http://schemas.microsoft.com/office/drawing/2014/main" id="{F968CCD4-5B48-3690-78D8-776AAF817BC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58019" y="2524775"/>
                    <a:ext cx="427541" cy="539851"/>
                  </a:xfrm>
                  <a:prstGeom prst="rect">
                    <a:avLst/>
                  </a:prstGeom>
                  <a:blipFill>
                    <a:blip r:embed="rId3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0" name="Rectangle 139">
                    <a:extLst>
                      <a:ext uri="{FF2B5EF4-FFF2-40B4-BE49-F238E27FC236}">
                        <a16:creationId xmlns:a16="http://schemas.microsoft.com/office/drawing/2014/main" id="{95656FA7-56C7-5A8E-86E5-61D87D013C4B}"/>
                      </a:ext>
                    </a:extLst>
                  </p:cNvPr>
                  <p:cNvSpPr/>
                  <p:nvPr/>
                </p:nvSpPr>
                <p:spPr>
                  <a:xfrm>
                    <a:off x="6179147" y="2521831"/>
                    <a:ext cx="547416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0" name="Rectangle 139">
                    <a:extLst>
                      <a:ext uri="{FF2B5EF4-FFF2-40B4-BE49-F238E27FC236}">
                        <a16:creationId xmlns:a16="http://schemas.microsoft.com/office/drawing/2014/main" id="{CD580256-59DC-AE1E-48EB-37548484134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79147" y="2521831"/>
                    <a:ext cx="547416" cy="539851"/>
                  </a:xfrm>
                  <a:prstGeom prst="rect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4" name="Rectangle 133">
                  <a:extLst>
                    <a:ext uri="{FF2B5EF4-FFF2-40B4-BE49-F238E27FC236}">
                      <a16:creationId xmlns:a16="http://schemas.microsoft.com/office/drawing/2014/main" id="{2C91D7A0-E016-993D-5C0C-307D14C4EAFD}"/>
                    </a:ext>
                  </a:extLst>
                </p:cNvPr>
                <p:cNvSpPr/>
                <p:nvPr/>
              </p:nvSpPr>
              <p:spPr>
                <a:xfrm>
                  <a:off x="6892573" y="2645844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34" name="Rectangle 133">
                  <a:extLst>
                    <a:ext uri="{FF2B5EF4-FFF2-40B4-BE49-F238E27FC236}">
                      <a16:creationId xmlns:a16="http://schemas.microsoft.com/office/drawing/2014/main" id="{6EDC9FBC-67EB-7BDB-24D3-C504D8DA8A3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92573" y="2645844"/>
                  <a:ext cx="717113" cy="468000"/>
                </a:xfrm>
                <a:prstGeom prst="rect">
                  <a:avLst/>
                </a:prstGeom>
                <a:blipFill>
                  <a:blip r:embed="rId3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D6BFD7CD-63F0-36DA-ADB5-302DB3A2A798}"/>
                  </a:ext>
                </a:extLst>
              </p:cNvPr>
              <p:cNvSpPr/>
              <p:nvPr/>
            </p:nvSpPr>
            <p:spPr>
              <a:xfrm>
                <a:off x="254812" y="3873333"/>
                <a:ext cx="5832000" cy="504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  <a:ea typeface="Cambria Math" panose="02040503050406030204" pitchFamily="18" charset="0"/>
                  </a:rPr>
                  <a:t>Here,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sz="2800" i="1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</m:d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r>
                      <a:rPr lang="en-IN" sz="2800" b="0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3</m:t>
                    </m:r>
                    <m: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n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=6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D6BFD7CD-63F0-36DA-ADB5-302DB3A2A7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812" y="3873333"/>
                <a:ext cx="5832000" cy="504000"/>
              </a:xfrm>
              <a:prstGeom prst="rect">
                <a:avLst/>
              </a:prstGeom>
              <a:blipFill>
                <a:blip r:embed="rId33"/>
                <a:stretch>
                  <a:fillRect l="-2197" t="-12048" b="-3614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8DE6EE45-63A0-E600-18CA-AA4DC2D49CC7}"/>
                  </a:ext>
                </a:extLst>
              </p:cNvPr>
              <p:cNvSpPr/>
              <p:nvPr/>
            </p:nvSpPr>
            <p:spPr>
              <a:xfrm>
                <a:off x="1380625" y="4470371"/>
                <a:ext cx="4804042" cy="504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Where,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 </a:t>
                </a:r>
                <a:r>
                  <a:rPr lang="en-IN" sz="2800" dirty="0">
                    <a:solidFill>
                      <a:srgbClr val="002060"/>
                    </a:solidFill>
                  </a:rPr>
                  <a:t>number of variables</a:t>
                </a: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8DE6EE45-63A0-E600-18CA-AA4DC2D49C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0625" y="4470371"/>
                <a:ext cx="4804042" cy="504000"/>
              </a:xfrm>
              <a:prstGeom prst="rect">
                <a:avLst/>
              </a:prstGeom>
              <a:blipFill>
                <a:blip r:embed="rId34"/>
                <a:stretch>
                  <a:fillRect l="-2535" t="-12048" b="-3614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Rectangle 26">
            <a:extLst>
              <a:ext uri="{FF2B5EF4-FFF2-40B4-BE49-F238E27FC236}">
                <a16:creationId xmlns:a16="http://schemas.microsoft.com/office/drawing/2014/main" id="{D20A187B-ADC1-D42D-F529-5E522FC491B2}"/>
              </a:ext>
            </a:extLst>
          </p:cNvPr>
          <p:cNvSpPr/>
          <p:nvPr/>
        </p:nvSpPr>
        <p:spPr>
          <a:xfrm>
            <a:off x="242759" y="5067408"/>
            <a:ext cx="5853241" cy="92513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just"/>
            <a:r>
              <a:rPr lang="en-IN" sz="2800" dirty="0">
                <a:solidFill>
                  <a:srgbClr val="002060"/>
                </a:solidFill>
              </a:rPr>
              <a:t>Thus, the given system has </a:t>
            </a:r>
            <a:r>
              <a:rPr lang="en-IN" sz="2800" b="1" dirty="0">
                <a:solidFill>
                  <a:srgbClr val="FF0000"/>
                </a:solidFill>
              </a:rPr>
              <a:t>infinitely many solutions</a:t>
            </a:r>
            <a:r>
              <a:rPr lang="en-IN" sz="2800" dirty="0">
                <a:solidFill>
                  <a:srgbClr val="002060"/>
                </a:solidFill>
              </a:rPr>
              <a:t>. 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1CE14A20-871D-8E4E-E031-9572F8202A7E}"/>
              </a:ext>
            </a:extLst>
          </p:cNvPr>
          <p:cNvSpPr/>
          <p:nvPr/>
        </p:nvSpPr>
        <p:spPr>
          <a:xfrm>
            <a:off x="800434" y="2960999"/>
            <a:ext cx="4560833" cy="50709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D5F37972-BA0C-E5E1-8C14-14EF660DBA43}"/>
                  </a:ext>
                </a:extLst>
              </p:cNvPr>
              <p:cNvSpPr/>
              <p:nvPr/>
            </p:nvSpPr>
            <p:spPr>
              <a:xfrm>
                <a:off x="8053330" y="1234702"/>
                <a:ext cx="3968465" cy="938187"/>
              </a:xfrm>
              <a:prstGeom prst="rect">
                <a:avLst/>
              </a:prstGeom>
              <a:noFill/>
              <a:ln w="38100">
                <a:solidFill>
                  <a:srgbClr val="FF000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𝛒</m:t>
                    </m:r>
                    <m:d>
                      <m:d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𝐀</m:t>
                        </m:r>
                      </m:e>
                    </m:d>
                    <m:r>
                      <a:rPr lang="en-IN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 No. of Non – Zero </a:t>
                </a:r>
              </a:p>
              <a:p>
                <a:r>
                  <a:rPr lang="en-IN" sz="2800" b="1" dirty="0">
                    <a:solidFill>
                      <a:srgbClr val="FF0000"/>
                    </a:solidFill>
                  </a:rPr>
                  <a:t>               Rows in REF</a:t>
                </a: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D5F37972-BA0C-E5E1-8C14-14EF660DBA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53330" y="1234702"/>
                <a:ext cx="3968465" cy="938187"/>
              </a:xfrm>
              <a:prstGeom prst="rect">
                <a:avLst/>
              </a:prstGeom>
              <a:blipFill>
                <a:blip r:embed="rId35"/>
                <a:stretch>
                  <a:fillRect t="-5031" r="-3349" b="-16981"/>
                </a:stretch>
              </a:blipFill>
              <a:ln w="38100">
                <a:solidFill>
                  <a:srgbClr val="FF0000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F33D3BFF-9452-A65C-0224-B966A1694021}"/>
              </a:ext>
            </a:extLst>
          </p:cNvPr>
          <p:cNvSpPr/>
          <p:nvPr/>
        </p:nvSpPr>
        <p:spPr>
          <a:xfrm>
            <a:off x="6521912" y="928015"/>
            <a:ext cx="64800" cy="5400659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4615D2D8-9A10-1410-C6F8-BED1B8AEAF7B}"/>
                  </a:ext>
                </a:extLst>
              </p:cNvPr>
              <p:cNvSpPr/>
              <p:nvPr/>
            </p:nvSpPr>
            <p:spPr>
              <a:xfrm>
                <a:off x="6752521" y="1219999"/>
                <a:ext cx="4883220" cy="55457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i="0" dirty="0">
                    <a:solidFill>
                      <a:srgbClr val="002060"/>
                    </a:solidFill>
                    <a:latin typeface="+mj-lt"/>
                  </a:rPr>
                  <a:t>No. of free variable </a:t>
                </a:r>
                <a14:m>
                  <m:oMath xmlns:m="http://schemas.openxmlformats.org/officeDocument/2006/math">
                    <m:r>
                      <a:rPr lang="en-GB" sz="2800" b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GB" sz="2800" b="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n</m:t>
                    </m:r>
                    <m:r>
                      <a:rPr lang="en-GB" sz="2800" b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800" b="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Cambria Math" panose="02040503050406030204" pitchFamily="18" charset="0"/>
                  </a:rPr>
                  <a:t> </a:t>
                </a: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4615D2D8-9A10-1410-C6F8-BED1B8AEAF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2521" y="1219999"/>
                <a:ext cx="4883220" cy="554574"/>
              </a:xfrm>
              <a:prstGeom prst="rect">
                <a:avLst/>
              </a:prstGeom>
              <a:blipFill>
                <a:blip r:embed="rId36"/>
                <a:stretch>
                  <a:fillRect l="-2622" t="-9890" b="-252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8AC2515B-3227-978B-5FBB-02BCADFAA66F}"/>
                  </a:ext>
                </a:extLst>
              </p:cNvPr>
              <p:cNvSpPr/>
              <p:nvPr/>
            </p:nvSpPr>
            <p:spPr>
              <a:xfrm>
                <a:off x="9517247" y="1798162"/>
                <a:ext cx="1533058" cy="55457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r>
                      <a:rPr lang="en-GB" sz="2800" b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GB" sz="2800" b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Cambria Math" panose="02040503050406030204" pitchFamily="18" charset="0"/>
                  </a:rPr>
                  <a:t> </a:t>
                </a: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8AC2515B-3227-978B-5FBB-02BCADFAA66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17247" y="1798162"/>
                <a:ext cx="1533058" cy="554574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2CE32F0B-B854-4B1F-9F41-6AFB444C9E98}"/>
                  </a:ext>
                </a:extLst>
              </p:cNvPr>
              <p:cNvSpPr/>
              <p:nvPr/>
            </p:nvSpPr>
            <p:spPr>
              <a:xfrm>
                <a:off x="9517247" y="2305386"/>
                <a:ext cx="1533058" cy="55457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r>
                      <a:rPr lang="en-GB" sz="2800" b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Cambria Math" panose="02040503050406030204" pitchFamily="18" charset="0"/>
                  </a:rPr>
                  <a:t> </a:t>
                </a: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2CE32F0B-B854-4B1F-9F41-6AFB444C9E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17247" y="2305386"/>
                <a:ext cx="1533058" cy="554574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14333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6" grpId="0"/>
      <p:bldP spid="27" grpId="0"/>
      <p:bldP spid="48" grpId="0" animBg="1"/>
      <p:bldP spid="3" grpId="0" animBg="1"/>
      <p:bldP spid="3" grpId="1" animBg="1"/>
      <p:bldP spid="5" grpId="0" animBg="1"/>
      <p:bldP spid="6" grpId="0"/>
      <p:bldP spid="7" grpId="0"/>
      <p:bldP spid="8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B635A776-85C0-680F-AB75-3EEC385112A8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Example:9(Continue)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B635A776-85C0-680F-AB75-3EEC385112A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6" name="Group 95">
            <a:extLst>
              <a:ext uri="{FF2B5EF4-FFF2-40B4-BE49-F238E27FC236}">
                <a16:creationId xmlns:a16="http://schemas.microsoft.com/office/drawing/2014/main" id="{32E56D9A-7E90-5303-2759-28558CC81545}"/>
              </a:ext>
            </a:extLst>
          </p:cNvPr>
          <p:cNvGrpSpPr/>
          <p:nvPr/>
        </p:nvGrpSpPr>
        <p:grpSpPr>
          <a:xfrm>
            <a:off x="-150576" y="865452"/>
            <a:ext cx="6559193" cy="3003209"/>
            <a:chOff x="1974002" y="1175707"/>
            <a:chExt cx="6559193" cy="3003209"/>
          </a:xfrm>
        </p:grpSpPr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14BB3CFE-7785-2E41-9030-47D82884B7BD}"/>
                </a:ext>
              </a:extLst>
            </p:cNvPr>
            <p:cNvGrpSpPr/>
            <p:nvPr/>
          </p:nvGrpSpPr>
          <p:grpSpPr>
            <a:xfrm>
              <a:off x="1974002" y="1175707"/>
              <a:ext cx="6559193" cy="3003209"/>
              <a:chOff x="1996824" y="3591353"/>
              <a:chExt cx="6559193" cy="3003209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6" name="Rectangle 115">
                    <a:extLst>
                      <a:ext uri="{FF2B5EF4-FFF2-40B4-BE49-F238E27FC236}">
                        <a16:creationId xmlns:a16="http://schemas.microsoft.com/office/drawing/2014/main" id="{42620CA2-C438-F186-7D38-3F58E9A93FDF}"/>
                      </a:ext>
                    </a:extLst>
                  </p:cNvPr>
                  <p:cNvSpPr/>
                  <p:nvPr/>
                </p:nvSpPr>
                <p:spPr>
                  <a:xfrm>
                    <a:off x="1996824" y="3591353"/>
                    <a:ext cx="6559193" cy="3003209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rgbClr val="002060"/>
                        </a:solidFill>
                      </a:rPr>
                      <a:t> </a:t>
                    </a:r>
                    <a:endPara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6" name="Rectangle 115">
                    <a:extLst>
                      <a:ext uri="{FF2B5EF4-FFF2-40B4-BE49-F238E27FC236}">
                        <a16:creationId xmlns:a16="http://schemas.microsoft.com/office/drawing/2014/main" id="{42620CA2-C438-F186-7D38-3F58E9A93F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6824" y="3591353"/>
                    <a:ext cx="6559193" cy="3003209"/>
                  </a:xfrm>
                  <a:prstGeom prst="rect">
                    <a:avLst/>
                  </a:prstGeom>
                  <a:blipFill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7" name="Rectangle 116">
                    <a:extLst>
                      <a:ext uri="{FF2B5EF4-FFF2-40B4-BE49-F238E27FC236}">
                        <a16:creationId xmlns:a16="http://schemas.microsoft.com/office/drawing/2014/main" id="{CB5C65C2-E15D-3150-F5C9-FB041922B673}"/>
                      </a:ext>
                    </a:extLst>
                  </p:cNvPr>
                  <p:cNvSpPr/>
                  <p:nvPr/>
                </p:nvSpPr>
                <p:spPr>
                  <a:xfrm>
                    <a:off x="2285076" y="4771823"/>
                    <a:ext cx="669588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36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3600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7" name="Rectangle 116">
                    <a:extLst>
                      <a:ext uri="{FF2B5EF4-FFF2-40B4-BE49-F238E27FC236}">
                        <a16:creationId xmlns:a16="http://schemas.microsoft.com/office/drawing/2014/main" id="{CB5C65C2-E15D-3150-F5C9-FB041922B67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285076" y="4771823"/>
                    <a:ext cx="669588" cy="711201"/>
                  </a:xfrm>
                  <a:prstGeom prst="rect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A2CDB8BD-9EE4-BA0C-1AD7-8079C2C1E562}"/>
                </a:ext>
              </a:extLst>
            </p:cNvPr>
            <p:cNvCxnSpPr/>
            <p:nvPr/>
          </p:nvCxnSpPr>
          <p:spPr>
            <a:xfrm>
              <a:off x="6832402" y="1631778"/>
              <a:ext cx="0" cy="216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0260F46E-1BDC-E7AD-526A-7947C6E75464}"/>
                </a:ext>
              </a:extLst>
            </p:cNvPr>
            <p:cNvGrpSpPr/>
            <p:nvPr/>
          </p:nvGrpSpPr>
          <p:grpSpPr>
            <a:xfrm>
              <a:off x="2931842" y="1551629"/>
              <a:ext cx="3707165" cy="541635"/>
              <a:chOff x="2941014" y="1467802"/>
              <a:chExt cx="3707165" cy="54163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0" name="Rectangle 109">
                    <a:extLst>
                      <a:ext uri="{FF2B5EF4-FFF2-40B4-BE49-F238E27FC236}">
                        <a16:creationId xmlns:a16="http://schemas.microsoft.com/office/drawing/2014/main" id="{8291FEEA-295B-A411-9B5D-B214A22CAA69}"/>
                      </a:ext>
                    </a:extLst>
                  </p:cNvPr>
                  <p:cNvSpPr/>
                  <p:nvPr/>
                </p:nvSpPr>
                <p:spPr>
                  <a:xfrm>
                    <a:off x="2941014" y="1467803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0" name="Rectangle 109">
                    <a:extLst>
                      <a:ext uri="{FF2B5EF4-FFF2-40B4-BE49-F238E27FC236}">
                        <a16:creationId xmlns:a16="http://schemas.microsoft.com/office/drawing/2014/main" id="{8291FEEA-295B-A411-9B5D-B214A22CAA6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1467803"/>
                    <a:ext cx="369374" cy="539851"/>
                  </a:xfrm>
                  <a:prstGeom prst="rect">
                    <a:avLst/>
                  </a:prstGeom>
                  <a:blipFill>
                    <a:blip r:embed="rId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1" name="Rectangle 110">
                    <a:extLst>
                      <a:ext uri="{FF2B5EF4-FFF2-40B4-BE49-F238E27FC236}">
                        <a16:creationId xmlns:a16="http://schemas.microsoft.com/office/drawing/2014/main" id="{7D2CB7E4-6F11-4CC1-F84E-F25049D13913}"/>
                      </a:ext>
                    </a:extLst>
                  </p:cNvPr>
                  <p:cNvSpPr/>
                  <p:nvPr/>
                </p:nvSpPr>
                <p:spPr>
                  <a:xfrm>
                    <a:off x="3503743" y="1469586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1" name="Rectangle 110">
                    <a:extLst>
                      <a:ext uri="{FF2B5EF4-FFF2-40B4-BE49-F238E27FC236}">
                        <a16:creationId xmlns:a16="http://schemas.microsoft.com/office/drawing/2014/main" id="{7D2CB7E4-6F11-4CC1-F84E-F25049D139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03743" y="1469586"/>
                    <a:ext cx="369374" cy="539851"/>
                  </a:xfrm>
                  <a:prstGeom prst="rect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2" name="Rectangle 111">
                    <a:extLst>
                      <a:ext uri="{FF2B5EF4-FFF2-40B4-BE49-F238E27FC236}">
                        <a16:creationId xmlns:a16="http://schemas.microsoft.com/office/drawing/2014/main" id="{93172157-710C-9606-D551-246621604F9E}"/>
                      </a:ext>
                    </a:extLst>
                  </p:cNvPr>
                  <p:cNvSpPr/>
                  <p:nvPr/>
                </p:nvSpPr>
                <p:spPr>
                  <a:xfrm>
                    <a:off x="3933410" y="1467803"/>
                    <a:ext cx="70647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2" name="Rectangle 111">
                    <a:extLst>
                      <a:ext uri="{FF2B5EF4-FFF2-40B4-BE49-F238E27FC236}">
                        <a16:creationId xmlns:a16="http://schemas.microsoft.com/office/drawing/2014/main" id="{93172157-710C-9606-D551-246621604F9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33410" y="1467803"/>
                    <a:ext cx="706471" cy="539851"/>
                  </a:xfrm>
                  <a:prstGeom prst="rect">
                    <a:avLst/>
                  </a:prstGeom>
                  <a:blipFill>
                    <a:blip r:embed="rId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3" name="Rectangle 112">
                    <a:extLst>
                      <a:ext uri="{FF2B5EF4-FFF2-40B4-BE49-F238E27FC236}">
                        <a16:creationId xmlns:a16="http://schemas.microsoft.com/office/drawing/2014/main" id="{0614974C-7D78-810C-F735-2F8258EECB04}"/>
                      </a:ext>
                    </a:extLst>
                  </p:cNvPr>
                  <p:cNvSpPr/>
                  <p:nvPr/>
                </p:nvSpPr>
                <p:spPr>
                  <a:xfrm>
                    <a:off x="4872425" y="1467802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3" name="Rectangle 112">
                    <a:extLst>
                      <a:ext uri="{FF2B5EF4-FFF2-40B4-BE49-F238E27FC236}">
                        <a16:creationId xmlns:a16="http://schemas.microsoft.com/office/drawing/2014/main" id="{0614974C-7D78-810C-F735-2F8258EECB0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72425" y="1467802"/>
                    <a:ext cx="369374" cy="539851"/>
                  </a:xfrm>
                  <a:prstGeom prst="rect">
                    <a:avLst/>
                  </a:prstGeom>
                  <a:blipFill>
                    <a:blip r:embed="rId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" name="Rectangle 113">
                    <a:extLst>
                      <a:ext uri="{FF2B5EF4-FFF2-40B4-BE49-F238E27FC236}">
                        <a16:creationId xmlns:a16="http://schemas.microsoft.com/office/drawing/2014/main" id="{BB267323-964D-252A-E957-91ECBE3FCF48}"/>
                      </a:ext>
                    </a:extLst>
                  </p:cNvPr>
                  <p:cNvSpPr/>
                  <p:nvPr/>
                </p:nvSpPr>
                <p:spPr>
                  <a:xfrm>
                    <a:off x="5574770" y="1469234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4" name="Rectangle 113">
                    <a:extLst>
                      <a:ext uri="{FF2B5EF4-FFF2-40B4-BE49-F238E27FC236}">
                        <a16:creationId xmlns:a16="http://schemas.microsoft.com/office/drawing/2014/main" id="{BB267323-964D-252A-E957-91ECBE3FCF4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74770" y="1469234"/>
                    <a:ext cx="369374" cy="539851"/>
                  </a:xfrm>
                  <a:prstGeom prst="rect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5" name="Rectangle 114">
                    <a:extLst>
                      <a:ext uri="{FF2B5EF4-FFF2-40B4-BE49-F238E27FC236}">
                        <a16:creationId xmlns:a16="http://schemas.microsoft.com/office/drawing/2014/main" id="{4451FD2D-11D4-B450-C1B6-EE1A4B7DC946}"/>
                      </a:ext>
                    </a:extLst>
                  </p:cNvPr>
                  <p:cNvSpPr/>
                  <p:nvPr/>
                </p:nvSpPr>
                <p:spPr>
                  <a:xfrm>
                    <a:off x="6278805" y="1468864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5" name="Rectangle 114">
                    <a:extLst>
                      <a:ext uri="{FF2B5EF4-FFF2-40B4-BE49-F238E27FC236}">
                        <a16:creationId xmlns:a16="http://schemas.microsoft.com/office/drawing/2014/main" id="{4451FD2D-11D4-B450-C1B6-EE1A4B7DC94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278805" y="1468864"/>
                    <a:ext cx="369374" cy="539851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" name="Rectangle 99">
                  <a:extLst>
                    <a:ext uri="{FF2B5EF4-FFF2-40B4-BE49-F238E27FC236}">
                      <a16:creationId xmlns:a16="http://schemas.microsoft.com/office/drawing/2014/main" id="{290A1017-777E-7CF0-FF73-517AC00839D4}"/>
                    </a:ext>
                  </a:extLst>
                </p:cNvPr>
                <p:cNvSpPr/>
                <p:nvPr/>
              </p:nvSpPr>
              <p:spPr>
                <a:xfrm>
                  <a:off x="6877340" y="1565277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00" name="Rectangle 99">
                  <a:extLst>
                    <a:ext uri="{FF2B5EF4-FFF2-40B4-BE49-F238E27FC236}">
                      <a16:creationId xmlns:a16="http://schemas.microsoft.com/office/drawing/2014/main" id="{290A1017-777E-7CF0-FF73-517AC00839D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77340" y="1565277"/>
                  <a:ext cx="717113" cy="468000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2B0BB2B2-C975-5C74-046B-E93F6022EF12}"/>
                </a:ext>
              </a:extLst>
            </p:cNvPr>
            <p:cNvGrpSpPr/>
            <p:nvPr/>
          </p:nvGrpSpPr>
          <p:grpSpPr>
            <a:xfrm>
              <a:off x="2931842" y="2100849"/>
              <a:ext cx="4625647" cy="556180"/>
              <a:chOff x="2931842" y="4680276"/>
              <a:chExt cx="4625647" cy="556180"/>
            </a:xfrm>
          </p:grpSpPr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F291A968-DEAC-F7AD-BB58-C30F3F500532}"/>
                  </a:ext>
                </a:extLst>
              </p:cNvPr>
              <p:cNvGrpSpPr/>
              <p:nvPr/>
            </p:nvGrpSpPr>
            <p:grpSpPr>
              <a:xfrm>
                <a:off x="2931842" y="4680276"/>
                <a:ext cx="3766672" cy="556180"/>
                <a:chOff x="2941014" y="1989726"/>
                <a:chExt cx="3766672" cy="556180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4" name="Rectangle 103">
                      <a:extLst>
                        <a:ext uri="{FF2B5EF4-FFF2-40B4-BE49-F238E27FC236}">
                          <a16:creationId xmlns:a16="http://schemas.microsoft.com/office/drawing/2014/main" id="{72540353-6EFE-6A89-2877-2138351887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1014" y="1989727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4" name="Rectangle 103">
                      <a:extLst>
                        <a:ext uri="{FF2B5EF4-FFF2-40B4-BE49-F238E27FC236}">
                          <a16:creationId xmlns:a16="http://schemas.microsoft.com/office/drawing/2014/main" id="{72540353-6EFE-6A89-2877-21383518878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941014" y="1989727"/>
                      <a:ext cx="369374" cy="539851"/>
                    </a:xfrm>
                    <a:prstGeom prst="rect">
                      <a:avLst/>
                    </a:prstGeom>
                    <a:blipFill>
                      <a:blip r:embed="rId12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5" name="Rectangle 104">
                      <a:extLst>
                        <a:ext uri="{FF2B5EF4-FFF2-40B4-BE49-F238E27FC236}">
                          <a16:creationId xmlns:a16="http://schemas.microsoft.com/office/drawing/2014/main" id="{FCF5D24A-182D-A8BE-A6B7-6F8E203A89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7102" y="2006055"/>
                      <a:ext cx="369374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5" name="Rectangle 104">
                      <a:extLst>
                        <a:ext uri="{FF2B5EF4-FFF2-40B4-BE49-F238E27FC236}">
                          <a16:creationId xmlns:a16="http://schemas.microsoft.com/office/drawing/2014/main" id="{FCF5D24A-182D-A8BE-A6B7-6F8E203A89BE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517102" y="2006055"/>
                      <a:ext cx="369374" cy="539851"/>
                    </a:xfrm>
                    <a:prstGeom prst="rect">
                      <a:avLst/>
                    </a:prstGeom>
                    <a:blipFill>
                      <a:blip r:embed="rId13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6" name="Rectangle 105">
                      <a:extLst>
                        <a:ext uri="{FF2B5EF4-FFF2-40B4-BE49-F238E27FC236}">
                          <a16:creationId xmlns:a16="http://schemas.microsoft.com/office/drawing/2014/main" id="{557F417B-5234-E930-D6A1-744F77C761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6336" y="2003560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−1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6" name="Rectangle 105">
                      <a:extLst>
                        <a:ext uri="{FF2B5EF4-FFF2-40B4-BE49-F238E27FC236}">
                          <a16:creationId xmlns:a16="http://schemas.microsoft.com/office/drawing/2014/main" id="{557F417B-5234-E930-D6A1-744F77C7613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936336" y="2003560"/>
                      <a:ext cx="706471" cy="539851"/>
                    </a:xfrm>
                    <a:prstGeom prst="rect">
                      <a:avLst/>
                    </a:prstGeom>
                    <a:blipFill>
                      <a:blip r:embed="rId14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7" name="Rectangle 106">
                      <a:extLst>
                        <a:ext uri="{FF2B5EF4-FFF2-40B4-BE49-F238E27FC236}">
                          <a16:creationId xmlns:a16="http://schemas.microsoft.com/office/drawing/2014/main" id="{53211CBD-15A0-8D78-0A97-CB7CF77DB2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9501" y="1989726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−2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7" name="Rectangle 106">
                      <a:extLst>
                        <a:ext uri="{FF2B5EF4-FFF2-40B4-BE49-F238E27FC236}">
                          <a16:creationId xmlns:a16="http://schemas.microsoft.com/office/drawing/2014/main" id="{53211CBD-15A0-8D78-0A97-CB7CF77DB222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579501" y="1989726"/>
                      <a:ext cx="706471" cy="539851"/>
                    </a:xfrm>
                    <a:prstGeom prst="rect">
                      <a:avLst/>
                    </a:prstGeom>
                    <a:blipFill>
                      <a:blip r:embed="rId1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8" name="Rectangle 107">
                      <a:extLst>
                        <a:ext uri="{FF2B5EF4-FFF2-40B4-BE49-F238E27FC236}">
                          <a16:creationId xmlns:a16="http://schemas.microsoft.com/office/drawing/2014/main" id="{CE2A1344-F40F-5254-09C3-04FCEA7495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1389" y="1992918"/>
                      <a:ext cx="42754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8" name="Rectangle 107">
                      <a:extLst>
                        <a:ext uri="{FF2B5EF4-FFF2-40B4-BE49-F238E27FC236}">
                          <a16:creationId xmlns:a16="http://schemas.microsoft.com/office/drawing/2014/main" id="{CE2A1344-F40F-5254-09C3-04FCEA7495A8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541389" y="1992918"/>
                      <a:ext cx="427541" cy="539851"/>
                    </a:xfrm>
                    <a:prstGeom prst="rect">
                      <a:avLst/>
                    </a:prstGeom>
                    <a:blipFill>
                      <a:blip r:embed="rId16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9" name="Rectangle 108">
                      <a:extLst>
                        <a:ext uri="{FF2B5EF4-FFF2-40B4-BE49-F238E27FC236}">
                          <a16:creationId xmlns:a16="http://schemas.microsoft.com/office/drawing/2014/main" id="{58AE9180-76EC-1546-59D5-E9D9F2F803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1215" y="2005558"/>
                      <a:ext cx="706471" cy="53985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−3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002060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09" name="Rectangle 108">
                      <a:extLst>
                        <a:ext uri="{FF2B5EF4-FFF2-40B4-BE49-F238E27FC236}">
                          <a16:creationId xmlns:a16="http://schemas.microsoft.com/office/drawing/2014/main" id="{58AE9180-76EC-1546-59D5-E9D9F2F803DA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001215" y="2005558"/>
                      <a:ext cx="706471" cy="539851"/>
                    </a:xfrm>
                    <a:prstGeom prst="rect">
                      <a:avLst/>
                    </a:prstGeom>
                    <a:blipFill>
                      <a:blip r:embed="rId17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3" name="Rectangle 102">
                    <a:extLst>
                      <a:ext uri="{FF2B5EF4-FFF2-40B4-BE49-F238E27FC236}">
                        <a16:creationId xmlns:a16="http://schemas.microsoft.com/office/drawing/2014/main" id="{0738C07D-90BA-7BB9-8CFA-CB8598386589}"/>
                      </a:ext>
                    </a:extLst>
                  </p:cNvPr>
                  <p:cNvSpPr/>
                  <p:nvPr/>
                </p:nvSpPr>
                <p:spPr>
                  <a:xfrm>
                    <a:off x="6840376" y="4683531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3" name="Rectangle 102">
                    <a:extLst>
                      <a:ext uri="{FF2B5EF4-FFF2-40B4-BE49-F238E27FC236}">
                        <a16:creationId xmlns:a16="http://schemas.microsoft.com/office/drawing/2014/main" id="{0738C07D-90BA-7BB9-8CFA-CB859838658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40376" y="4683531"/>
                    <a:ext cx="717113" cy="468000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58B7E701-C3C9-E5B9-76B6-E181F3865766}"/>
              </a:ext>
            </a:extLst>
          </p:cNvPr>
          <p:cNvGrpSpPr/>
          <p:nvPr/>
        </p:nvGrpSpPr>
        <p:grpSpPr>
          <a:xfrm>
            <a:off x="804039" y="2353647"/>
            <a:ext cx="4662611" cy="586955"/>
            <a:chOff x="2954664" y="5669528"/>
            <a:chExt cx="4662611" cy="586955"/>
          </a:xfrm>
        </p:grpSpPr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21BF89FB-DC56-DA3E-2904-26403847FB5E}"/>
                </a:ext>
              </a:extLst>
            </p:cNvPr>
            <p:cNvGrpSpPr/>
            <p:nvPr/>
          </p:nvGrpSpPr>
          <p:grpSpPr>
            <a:xfrm>
              <a:off x="2954664" y="5669528"/>
              <a:ext cx="3746926" cy="586955"/>
              <a:chOff x="2941014" y="3033575"/>
              <a:chExt cx="3746926" cy="58695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" name="Rectangle 125">
                    <a:extLst>
                      <a:ext uri="{FF2B5EF4-FFF2-40B4-BE49-F238E27FC236}">
                        <a16:creationId xmlns:a16="http://schemas.microsoft.com/office/drawing/2014/main" id="{E4F419EE-26F9-8D9D-C1B4-94EC8981F935}"/>
                      </a:ext>
                    </a:extLst>
                  </p:cNvPr>
                  <p:cNvSpPr/>
                  <p:nvPr/>
                </p:nvSpPr>
                <p:spPr>
                  <a:xfrm>
                    <a:off x="2941014" y="3033575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6" name="Rectangle 125">
                    <a:extLst>
                      <a:ext uri="{FF2B5EF4-FFF2-40B4-BE49-F238E27FC236}">
                        <a16:creationId xmlns:a16="http://schemas.microsoft.com/office/drawing/2014/main" id="{E4F419EE-26F9-8D9D-C1B4-94EC8981F93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014" y="3033575"/>
                    <a:ext cx="369374" cy="539851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" name="Rectangle 126">
                    <a:extLst>
                      <a:ext uri="{FF2B5EF4-FFF2-40B4-BE49-F238E27FC236}">
                        <a16:creationId xmlns:a16="http://schemas.microsoft.com/office/drawing/2014/main" id="{D98C0BC5-9ABF-98BE-1422-A034D2EAD6B2}"/>
                      </a:ext>
                    </a:extLst>
                  </p:cNvPr>
                  <p:cNvSpPr/>
                  <p:nvPr/>
                </p:nvSpPr>
                <p:spPr>
                  <a:xfrm>
                    <a:off x="3518110" y="3045653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7" name="Rectangle 126">
                    <a:extLst>
                      <a:ext uri="{FF2B5EF4-FFF2-40B4-BE49-F238E27FC236}">
                        <a16:creationId xmlns:a16="http://schemas.microsoft.com/office/drawing/2014/main" id="{D98C0BC5-9ABF-98BE-1422-A034D2EAD6B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18110" y="3045653"/>
                    <a:ext cx="369374" cy="539851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" name="Rectangle 127">
                    <a:extLst>
                      <a:ext uri="{FF2B5EF4-FFF2-40B4-BE49-F238E27FC236}">
                        <a16:creationId xmlns:a16="http://schemas.microsoft.com/office/drawing/2014/main" id="{4612BBA1-4ACA-4AFE-51F7-DFC577AB0838}"/>
                      </a:ext>
                    </a:extLst>
                  </p:cNvPr>
                  <p:cNvSpPr/>
                  <p:nvPr/>
                </p:nvSpPr>
                <p:spPr>
                  <a:xfrm>
                    <a:off x="4214812" y="3048577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8" name="Rectangle 127">
                    <a:extLst>
                      <a:ext uri="{FF2B5EF4-FFF2-40B4-BE49-F238E27FC236}">
                        <a16:creationId xmlns:a16="http://schemas.microsoft.com/office/drawing/2014/main" id="{4612BBA1-4ACA-4AFE-51F7-DFC577AB083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14812" y="3048577"/>
                    <a:ext cx="369374" cy="539851"/>
                  </a:xfrm>
                  <a:prstGeom prst="rect">
                    <a:avLst/>
                  </a:prstGeom>
                  <a:blipFill>
                    <a:blip r:embed="rId2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9" name="Rectangle 128">
                    <a:extLst>
                      <a:ext uri="{FF2B5EF4-FFF2-40B4-BE49-F238E27FC236}">
                        <a16:creationId xmlns:a16="http://schemas.microsoft.com/office/drawing/2014/main" id="{3C233559-96E3-2F05-B41C-DED80590B93C}"/>
                      </a:ext>
                    </a:extLst>
                  </p:cNvPr>
                  <p:cNvSpPr/>
                  <p:nvPr/>
                </p:nvSpPr>
                <p:spPr>
                  <a:xfrm>
                    <a:off x="4856614" y="3065527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9" name="Rectangle 128">
                    <a:extLst>
                      <a:ext uri="{FF2B5EF4-FFF2-40B4-BE49-F238E27FC236}">
                        <a16:creationId xmlns:a16="http://schemas.microsoft.com/office/drawing/2014/main" id="{3C233559-96E3-2F05-B41C-DED80590B93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56614" y="3065527"/>
                    <a:ext cx="369374" cy="539851"/>
                  </a:xfrm>
                  <a:prstGeom prst="rect">
                    <a:avLst/>
                  </a:prstGeom>
                  <a:blipFill>
                    <a:blip r:embed="rId2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0" name="Rectangle 129">
                    <a:extLst>
                      <a:ext uri="{FF2B5EF4-FFF2-40B4-BE49-F238E27FC236}">
                        <a16:creationId xmlns:a16="http://schemas.microsoft.com/office/drawing/2014/main" id="{04D50970-7DC3-17E1-0860-4430738D4C8C}"/>
                      </a:ext>
                    </a:extLst>
                  </p:cNvPr>
                  <p:cNvSpPr/>
                  <p:nvPr/>
                </p:nvSpPr>
                <p:spPr>
                  <a:xfrm>
                    <a:off x="5582461" y="3080679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0" name="Rectangle 129">
                    <a:extLst>
                      <a:ext uri="{FF2B5EF4-FFF2-40B4-BE49-F238E27FC236}">
                        <a16:creationId xmlns:a16="http://schemas.microsoft.com/office/drawing/2014/main" id="{04D50970-7DC3-17E1-0860-4430738D4C8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82461" y="3080679"/>
                    <a:ext cx="369374" cy="539851"/>
                  </a:xfrm>
                  <a:prstGeom prst="rect">
                    <a:avLst/>
                  </a:prstGeom>
                  <a:blipFill>
                    <a:blip r:embed="rId2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1" name="Rectangle 130">
                    <a:extLst>
                      <a:ext uri="{FF2B5EF4-FFF2-40B4-BE49-F238E27FC236}">
                        <a16:creationId xmlns:a16="http://schemas.microsoft.com/office/drawing/2014/main" id="{D4D45949-47CF-1EA8-CCA5-38AD85F56638}"/>
                      </a:ext>
                    </a:extLst>
                  </p:cNvPr>
                  <p:cNvSpPr/>
                  <p:nvPr/>
                </p:nvSpPr>
                <p:spPr>
                  <a:xfrm>
                    <a:off x="6225704" y="3057349"/>
                    <a:ext cx="462236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1" name="Rectangle 130">
                    <a:extLst>
                      <a:ext uri="{FF2B5EF4-FFF2-40B4-BE49-F238E27FC236}">
                        <a16:creationId xmlns:a16="http://schemas.microsoft.com/office/drawing/2014/main" id="{D4D45949-47CF-1EA8-CCA5-38AD85F5663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225704" y="3057349"/>
                    <a:ext cx="462236" cy="539851"/>
                  </a:xfrm>
                  <a:prstGeom prst="rect">
                    <a:avLst/>
                  </a:prstGeom>
                  <a:blipFill>
                    <a:blip r:embed="rId2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5" name="Rectangle 124">
                  <a:extLst>
                    <a:ext uri="{FF2B5EF4-FFF2-40B4-BE49-F238E27FC236}">
                      <a16:creationId xmlns:a16="http://schemas.microsoft.com/office/drawing/2014/main" id="{23ABE074-514F-DB93-4D7A-B61B732E473A}"/>
                    </a:ext>
                  </a:extLst>
                </p:cNvPr>
                <p:cNvSpPr/>
                <p:nvPr/>
              </p:nvSpPr>
              <p:spPr>
                <a:xfrm>
                  <a:off x="6900162" y="568630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25" name="Rectangle 124">
                  <a:extLst>
                    <a:ext uri="{FF2B5EF4-FFF2-40B4-BE49-F238E27FC236}">
                      <a16:creationId xmlns:a16="http://schemas.microsoft.com/office/drawing/2014/main" id="{23ABE074-514F-DB93-4D7A-B61B732E473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00162" y="5686303"/>
                  <a:ext cx="717113" cy="468000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0162857A-1C0B-725B-E365-F523F726AAD9}"/>
              </a:ext>
            </a:extLst>
          </p:cNvPr>
          <p:cNvGrpSpPr/>
          <p:nvPr/>
        </p:nvGrpSpPr>
        <p:grpSpPr>
          <a:xfrm>
            <a:off x="804526" y="2929354"/>
            <a:ext cx="4662124" cy="551363"/>
            <a:chOff x="2947562" y="2644791"/>
            <a:chExt cx="4662124" cy="551363"/>
          </a:xfrm>
        </p:grpSpPr>
        <p:grpSp>
          <p:nvGrpSpPr>
            <p:cNvPr id="133" name="Group 132">
              <a:extLst>
                <a:ext uri="{FF2B5EF4-FFF2-40B4-BE49-F238E27FC236}">
                  <a16:creationId xmlns:a16="http://schemas.microsoft.com/office/drawing/2014/main" id="{C07D67DC-6ED5-1CA5-2965-80C04FD744C6}"/>
                </a:ext>
              </a:extLst>
            </p:cNvPr>
            <p:cNvGrpSpPr/>
            <p:nvPr/>
          </p:nvGrpSpPr>
          <p:grpSpPr>
            <a:xfrm>
              <a:off x="2947562" y="2644791"/>
              <a:ext cx="3785062" cy="551363"/>
              <a:chOff x="2941501" y="2519695"/>
              <a:chExt cx="3785062" cy="55136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" name="Rectangle 134">
                    <a:extLst>
                      <a:ext uri="{FF2B5EF4-FFF2-40B4-BE49-F238E27FC236}">
                        <a16:creationId xmlns:a16="http://schemas.microsoft.com/office/drawing/2014/main" id="{46578BA3-7507-1DF6-E0B6-AE3E81C59E5A}"/>
                      </a:ext>
                    </a:extLst>
                  </p:cNvPr>
                  <p:cNvSpPr/>
                  <p:nvPr/>
                </p:nvSpPr>
                <p:spPr>
                  <a:xfrm>
                    <a:off x="2941501" y="2525159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5" name="Rectangle 134">
                    <a:extLst>
                      <a:ext uri="{FF2B5EF4-FFF2-40B4-BE49-F238E27FC236}">
                        <a16:creationId xmlns:a16="http://schemas.microsoft.com/office/drawing/2014/main" id="{46578BA3-7507-1DF6-E0B6-AE3E81C59E5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41501" y="2525159"/>
                    <a:ext cx="369374" cy="539851"/>
                  </a:xfrm>
                  <a:prstGeom prst="rect">
                    <a:avLst/>
                  </a:prstGeom>
                  <a:blipFill>
                    <a:blip r:embed="rId2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" name="Rectangle 135">
                    <a:extLst>
                      <a:ext uri="{FF2B5EF4-FFF2-40B4-BE49-F238E27FC236}">
                        <a16:creationId xmlns:a16="http://schemas.microsoft.com/office/drawing/2014/main" id="{1E9EA2C5-E3DB-2502-F95A-A9A3412174EC}"/>
                      </a:ext>
                    </a:extLst>
                  </p:cNvPr>
                  <p:cNvSpPr/>
                  <p:nvPr/>
                </p:nvSpPr>
                <p:spPr>
                  <a:xfrm>
                    <a:off x="3513267" y="2525640"/>
                    <a:ext cx="369374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6" name="Rectangle 135">
                    <a:extLst>
                      <a:ext uri="{FF2B5EF4-FFF2-40B4-BE49-F238E27FC236}">
                        <a16:creationId xmlns:a16="http://schemas.microsoft.com/office/drawing/2014/main" id="{1E9EA2C5-E3DB-2502-F95A-A9A3412174E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13267" y="2525640"/>
                    <a:ext cx="369374" cy="539851"/>
                  </a:xfrm>
                  <a:prstGeom prst="rect">
                    <a:avLst/>
                  </a:prstGeom>
                  <a:blipFill>
                    <a:blip r:embed="rId2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" name="Rectangle 136">
                    <a:extLst>
                      <a:ext uri="{FF2B5EF4-FFF2-40B4-BE49-F238E27FC236}">
                        <a16:creationId xmlns:a16="http://schemas.microsoft.com/office/drawing/2014/main" id="{4F9E0163-97FD-5BD0-7720-8C373C54E4F9}"/>
                      </a:ext>
                    </a:extLst>
                  </p:cNvPr>
                  <p:cNvSpPr/>
                  <p:nvPr/>
                </p:nvSpPr>
                <p:spPr>
                  <a:xfrm>
                    <a:off x="4213604" y="2529081"/>
                    <a:ext cx="353405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7" name="Rectangle 136">
                    <a:extLst>
                      <a:ext uri="{FF2B5EF4-FFF2-40B4-BE49-F238E27FC236}">
                        <a16:creationId xmlns:a16="http://schemas.microsoft.com/office/drawing/2014/main" id="{4F9E0163-97FD-5BD0-7720-8C373C54E4F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13604" y="2529081"/>
                    <a:ext cx="353405" cy="539851"/>
                  </a:xfrm>
                  <a:prstGeom prst="rect">
                    <a:avLst/>
                  </a:prstGeom>
                  <a:blipFill>
                    <a:blip r:embed="rId2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8" name="Rectangle 137">
                    <a:extLst>
                      <a:ext uri="{FF2B5EF4-FFF2-40B4-BE49-F238E27FC236}">
                        <a16:creationId xmlns:a16="http://schemas.microsoft.com/office/drawing/2014/main" id="{34B8E6D8-F1DE-2860-8C9D-FB8BFA83F08E}"/>
                      </a:ext>
                    </a:extLst>
                  </p:cNvPr>
                  <p:cNvSpPr/>
                  <p:nvPr/>
                </p:nvSpPr>
                <p:spPr>
                  <a:xfrm>
                    <a:off x="4762425" y="2531207"/>
                    <a:ext cx="555450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8" name="Rectangle 137">
                    <a:extLst>
                      <a:ext uri="{FF2B5EF4-FFF2-40B4-BE49-F238E27FC236}">
                        <a16:creationId xmlns:a16="http://schemas.microsoft.com/office/drawing/2014/main" id="{34B8E6D8-F1DE-2860-8C9D-FB8BFA83F08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62425" y="2531207"/>
                    <a:ext cx="555450" cy="539851"/>
                  </a:xfrm>
                  <a:prstGeom prst="rect">
                    <a:avLst/>
                  </a:prstGeom>
                  <a:blipFill>
                    <a:blip r:embed="rId2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9" name="Rectangle 138">
                    <a:extLst>
                      <a:ext uri="{FF2B5EF4-FFF2-40B4-BE49-F238E27FC236}">
                        <a16:creationId xmlns:a16="http://schemas.microsoft.com/office/drawing/2014/main" id="{F5AFE10B-A2E2-BCB6-6847-E39169D3599F}"/>
                      </a:ext>
                    </a:extLst>
                  </p:cNvPr>
                  <p:cNvSpPr/>
                  <p:nvPr/>
                </p:nvSpPr>
                <p:spPr>
                  <a:xfrm>
                    <a:off x="5558019" y="2519695"/>
                    <a:ext cx="427541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9" name="Rectangle 138">
                    <a:extLst>
                      <a:ext uri="{FF2B5EF4-FFF2-40B4-BE49-F238E27FC236}">
                        <a16:creationId xmlns:a16="http://schemas.microsoft.com/office/drawing/2014/main" id="{F5AFE10B-A2E2-BCB6-6847-E39169D3599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558019" y="2519695"/>
                    <a:ext cx="427541" cy="539851"/>
                  </a:xfrm>
                  <a:prstGeom prst="rect">
                    <a:avLst/>
                  </a:prstGeom>
                  <a:blipFill>
                    <a:blip r:embed="rId3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0" name="Rectangle 139">
                    <a:extLst>
                      <a:ext uri="{FF2B5EF4-FFF2-40B4-BE49-F238E27FC236}">
                        <a16:creationId xmlns:a16="http://schemas.microsoft.com/office/drawing/2014/main" id="{CD580256-59DC-AE1E-48EB-375484841341}"/>
                      </a:ext>
                    </a:extLst>
                  </p:cNvPr>
                  <p:cNvSpPr/>
                  <p:nvPr/>
                </p:nvSpPr>
                <p:spPr>
                  <a:xfrm>
                    <a:off x="6179147" y="2521831"/>
                    <a:ext cx="547416" cy="53985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0" name="Rectangle 139">
                    <a:extLst>
                      <a:ext uri="{FF2B5EF4-FFF2-40B4-BE49-F238E27FC236}">
                        <a16:creationId xmlns:a16="http://schemas.microsoft.com/office/drawing/2014/main" id="{CD580256-59DC-AE1E-48EB-37548484134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79147" y="2521831"/>
                    <a:ext cx="547416" cy="539851"/>
                  </a:xfrm>
                  <a:prstGeom prst="rect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4" name="Rectangle 133">
                  <a:extLst>
                    <a:ext uri="{FF2B5EF4-FFF2-40B4-BE49-F238E27FC236}">
                      <a16:creationId xmlns:a16="http://schemas.microsoft.com/office/drawing/2014/main" id="{6EDC9FBC-67EB-7BDB-24D3-C504D8DA8A38}"/>
                    </a:ext>
                  </a:extLst>
                </p:cNvPr>
                <p:cNvSpPr/>
                <p:nvPr/>
              </p:nvSpPr>
              <p:spPr>
                <a:xfrm>
                  <a:off x="6892573" y="2645844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34" name="Rectangle 133">
                  <a:extLst>
                    <a:ext uri="{FF2B5EF4-FFF2-40B4-BE49-F238E27FC236}">
                      <a16:creationId xmlns:a16="http://schemas.microsoft.com/office/drawing/2014/main" id="{6EDC9FBC-67EB-7BDB-24D3-C504D8DA8A3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92573" y="2645844"/>
                  <a:ext cx="717113" cy="468000"/>
                </a:xfrm>
                <a:prstGeom prst="rect">
                  <a:avLst/>
                </a:prstGeom>
                <a:blipFill>
                  <a:blip r:embed="rId3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13F0E43C-8EBD-F737-DCBE-4441E0778BA9}"/>
                  </a:ext>
                </a:extLst>
              </p:cNvPr>
              <p:cNvSpPr/>
              <p:nvPr/>
            </p:nvSpPr>
            <p:spPr>
              <a:xfrm>
                <a:off x="763777" y="686266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3D0FE7"/>
                  </a:solidFill>
                </a:endParaRPr>
              </a:p>
            </p:txBody>
          </p:sp>
        </mc:Choice>
        <mc:Fallback xmlns="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13F0E43C-8EBD-F737-DCBE-4441E0778B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3777" y="686266"/>
                <a:ext cx="484303" cy="492922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41491314-32B2-94AF-F98D-BCBCC8C5CD61}"/>
                  </a:ext>
                </a:extLst>
              </p:cNvPr>
              <p:cNvSpPr/>
              <p:nvPr/>
            </p:nvSpPr>
            <p:spPr>
              <a:xfrm>
                <a:off x="1317748" y="686266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3D0FE7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41491314-32B2-94AF-F98D-BCBCC8C5CD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7748" y="686266"/>
                <a:ext cx="484303" cy="492922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F8B12B50-8A41-719F-A6C2-C9B4AFD927D4}"/>
                  </a:ext>
                </a:extLst>
              </p:cNvPr>
              <p:cNvSpPr/>
              <p:nvPr/>
            </p:nvSpPr>
            <p:spPr>
              <a:xfrm>
                <a:off x="2045901" y="690309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3D0FE7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F8B12B50-8A41-719F-A6C2-C9B4AFD927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45901" y="690309"/>
                <a:ext cx="484303" cy="492922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E18C019F-0CE6-66FF-3192-77BF82370F9E}"/>
                  </a:ext>
                </a:extLst>
              </p:cNvPr>
              <p:cNvSpPr/>
              <p:nvPr/>
            </p:nvSpPr>
            <p:spPr>
              <a:xfrm>
                <a:off x="2669531" y="702827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3D0FE7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E18C019F-0CE6-66FF-3192-77BF82370F9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9531" y="702827"/>
                <a:ext cx="484303" cy="492922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18D1C71B-38B8-8DF4-2D95-C2B87607A65B}"/>
                  </a:ext>
                </a:extLst>
              </p:cNvPr>
              <p:cNvSpPr/>
              <p:nvPr/>
            </p:nvSpPr>
            <p:spPr>
              <a:xfrm>
                <a:off x="3388350" y="715432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3D0FE7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18D1C71B-38B8-8DF4-2D95-C2B87607A6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8350" y="715432"/>
                <a:ext cx="484303" cy="492922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F4430621-6EC2-EB2E-F7A9-352A524D9A51}"/>
                  </a:ext>
                </a:extLst>
              </p:cNvPr>
              <p:cNvSpPr/>
              <p:nvPr/>
            </p:nvSpPr>
            <p:spPr>
              <a:xfrm>
                <a:off x="4090982" y="715432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3D0FE7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3D0FE7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F4430621-6EC2-EB2E-F7A9-352A524D9A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90982" y="715432"/>
                <a:ext cx="484303" cy="492922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3237CBD0-2404-0AE9-C300-0B7C4AE658F0}"/>
              </a:ext>
            </a:extLst>
          </p:cNvPr>
          <p:cNvSpPr/>
          <p:nvPr/>
        </p:nvSpPr>
        <p:spPr>
          <a:xfrm>
            <a:off x="841177" y="1335917"/>
            <a:ext cx="319125" cy="346960"/>
          </a:xfrm>
          <a:prstGeom prst="roundRect">
            <a:avLst/>
          </a:pr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230F260C-3A46-1158-8FB5-4F752BAC59B5}"/>
              </a:ext>
            </a:extLst>
          </p:cNvPr>
          <p:cNvSpPr/>
          <p:nvPr/>
        </p:nvSpPr>
        <p:spPr>
          <a:xfrm>
            <a:off x="1819804" y="1896843"/>
            <a:ext cx="667164" cy="346960"/>
          </a:xfrm>
          <a:prstGeom prst="roundRect">
            <a:avLst/>
          </a:pr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16532345-3570-71C7-825E-C4376E977F8F}"/>
              </a:ext>
            </a:extLst>
          </p:cNvPr>
          <p:cNvSpPr/>
          <p:nvPr/>
        </p:nvSpPr>
        <p:spPr>
          <a:xfrm>
            <a:off x="4141673" y="2459854"/>
            <a:ext cx="351037" cy="346960"/>
          </a:xfrm>
          <a:prstGeom prst="roundRect">
            <a:avLst/>
          </a:prstGeom>
          <a:noFill/>
          <a:ln w="2857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04A72ED5-FCD9-A9B6-C73D-19397D7C9EC7}"/>
              </a:ext>
            </a:extLst>
          </p:cNvPr>
          <p:cNvSpPr/>
          <p:nvPr/>
        </p:nvSpPr>
        <p:spPr>
          <a:xfrm>
            <a:off x="1341620" y="833460"/>
            <a:ext cx="433976" cy="36352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9C0ABBB2-4D9B-E73D-9DE4-76C159F2E196}"/>
              </a:ext>
            </a:extLst>
          </p:cNvPr>
          <p:cNvSpPr/>
          <p:nvPr/>
        </p:nvSpPr>
        <p:spPr>
          <a:xfrm>
            <a:off x="2686548" y="848217"/>
            <a:ext cx="433976" cy="36352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205E3A8C-61B0-13AD-56A8-4DA32A56EFF0}"/>
              </a:ext>
            </a:extLst>
          </p:cNvPr>
          <p:cNvSpPr/>
          <p:nvPr/>
        </p:nvSpPr>
        <p:spPr>
          <a:xfrm>
            <a:off x="3405368" y="857127"/>
            <a:ext cx="433976" cy="36352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6865BB3-9F17-5A08-D8A0-361680999131}"/>
              </a:ext>
            </a:extLst>
          </p:cNvPr>
          <p:cNvSpPr/>
          <p:nvPr/>
        </p:nvSpPr>
        <p:spPr>
          <a:xfrm rot="16200000">
            <a:off x="466154" y="2217684"/>
            <a:ext cx="2194059" cy="40302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2E6EB138-8331-12D4-FD97-9745ED9A21FD}"/>
              </a:ext>
            </a:extLst>
          </p:cNvPr>
          <p:cNvSpPr/>
          <p:nvPr/>
        </p:nvSpPr>
        <p:spPr>
          <a:xfrm rot="16200000">
            <a:off x="1748398" y="2125902"/>
            <a:ext cx="2194059" cy="5865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36DD7F0F-4FF7-5D22-C064-CCE8D61C2BF5}"/>
              </a:ext>
            </a:extLst>
          </p:cNvPr>
          <p:cNvSpPr/>
          <p:nvPr/>
        </p:nvSpPr>
        <p:spPr>
          <a:xfrm rot="16200000">
            <a:off x="2528113" y="2217684"/>
            <a:ext cx="2194059" cy="40302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24A3220-2B4D-F50A-360F-F6BC66AE5EE9}"/>
                  </a:ext>
                </a:extLst>
              </p:cNvPr>
              <p:cNvSpPr/>
              <p:nvPr/>
            </p:nvSpPr>
            <p:spPr>
              <a:xfrm>
                <a:off x="773079" y="3714670"/>
                <a:ext cx="214879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latin typeface="+mj-lt"/>
                  </a:rPr>
                  <a:t>Let,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t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24A3220-2B4D-F50A-360F-F6BC66AE5E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079" y="3714670"/>
                <a:ext cx="2148794" cy="468000"/>
              </a:xfrm>
              <a:prstGeom prst="rect">
                <a:avLst/>
              </a:prstGeom>
              <a:blipFill>
                <a:blip r:embed="rId39"/>
                <a:stretch>
                  <a:fillRect l="-5966" t="-12987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E840CF09-CC9D-7C7D-1F1B-9E1E418179D9}"/>
                  </a:ext>
                </a:extLst>
              </p:cNvPr>
              <p:cNvSpPr/>
              <p:nvPr/>
            </p:nvSpPr>
            <p:spPr>
              <a:xfrm>
                <a:off x="4949487" y="3734940"/>
                <a:ext cx="2271401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r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&amp;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∈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ℝ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E840CF09-CC9D-7C7D-1F1B-9E1E418179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9487" y="3734940"/>
                <a:ext cx="2271401" cy="468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Right Arrow 3">
            <a:extLst>
              <a:ext uri="{FF2B5EF4-FFF2-40B4-BE49-F238E27FC236}">
                <a16:creationId xmlns:a16="http://schemas.microsoft.com/office/drawing/2014/main" id="{271C234A-83D6-2D0C-1EC8-BFF61D421241}"/>
              </a:ext>
            </a:extLst>
          </p:cNvPr>
          <p:cNvSpPr/>
          <p:nvPr/>
        </p:nvSpPr>
        <p:spPr>
          <a:xfrm flipV="1">
            <a:off x="214155" y="3740441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CB611CB5-CAB7-3E5F-39D5-E34EDB89BAE3}"/>
                  </a:ext>
                </a:extLst>
              </p:cNvPr>
              <p:cNvSpPr/>
              <p:nvPr/>
            </p:nvSpPr>
            <p:spPr>
              <a:xfrm>
                <a:off x="2345107" y="3714020"/>
                <a:ext cx="1270890" cy="46322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CB611CB5-CAB7-3E5F-39D5-E34EDB89BA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5107" y="3714020"/>
                <a:ext cx="1270890" cy="463227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9DAFA568-A158-FA1B-75E4-899A69A2E30F}"/>
                  </a:ext>
                </a:extLst>
              </p:cNvPr>
              <p:cNvSpPr/>
              <p:nvPr/>
            </p:nvSpPr>
            <p:spPr>
              <a:xfrm>
                <a:off x="3412635" y="3735927"/>
                <a:ext cx="1710299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&amp;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r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9DAFA568-A158-FA1B-75E4-899A69A2E3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2635" y="3735927"/>
                <a:ext cx="1710299" cy="46800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Rectangle 41">
            <a:extLst>
              <a:ext uri="{FF2B5EF4-FFF2-40B4-BE49-F238E27FC236}">
                <a16:creationId xmlns:a16="http://schemas.microsoft.com/office/drawing/2014/main" id="{15AAE68F-B185-39C4-25B0-0B507C5D4F90}"/>
              </a:ext>
            </a:extLst>
          </p:cNvPr>
          <p:cNvSpPr/>
          <p:nvPr/>
        </p:nvSpPr>
        <p:spPr>
          <a:xfrm>
            <a:off x="846633" y="4269571"/>
            <a:ext cx="4708584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Apply the Back Substitution,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43" name="Right Arrow 3">
            <a:extLst>
              <a:ext uri="{FF2B5EF4-FFF2-40B4-BE49-F238E27FC236}">
                <a16:creationId xmlns:a16="http://schemas.microsoft.com/office/drawing/2014/main" id="{8E7991F5-6E9E-BDC1-66CE-E9AB0C21C1D2}"/>
              </a:ext>
            </a:extLst>
          </p:cNvPr>
          <p:cNvSpPr/>
          <p:nvPr/>
        </p:nvSpPr>
        <p:spPr>
          <a:xfrm flipV="1">
            <a:off x="214154" y="5021619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D4A51E49-8E35-8D3E-B700-2843DF748F31}"/>
                  </a:ext>
                </a:extLst>
              </p:cNvPr>
              <p:cNvSpPr/>
              <p:nvPr/>
            </p:nvSpPr>
            <p:spPr>
              <a:xfrm>
                <a:off x="778393" y="4947425"/>
                <a:ext cx="1801340" cy="57003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D4A51E49-8E35-8D3E-B700-2843DF748F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393" y="4947425"/>
                <a:ext cx="1801340" cy="570031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103DBD96-F497-8743-4EFD-7B73BE8DB131}"/>
                  </a:ext>
                </a:extLst>
              </p:cNvPr>
              <p:cNvSpPr/>
              <p:nvPr/>
            </p:nvSpPr>
            <p:spPr>
              <a:xfrm>
                <a:off x="709043" y="5641108"/>
                <a:ext cx="1990851" cy="96164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103DBD96-F497-8743-4EFD-7B73BE8DB1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9043" y="5641108"/>
                <a:ext cx="1990851" cy="961646"/>
              </a:xfrm>
              <a:prstGeom prst="rect">
                <a:avLst/>
              </a:prstGeom>
              <a:blipFill>
                <a:blip r:embed="rId5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ight Arrow 3">
            <a:extLst>
              <a:ext uri="{FF2B5EF4-FFF2-40B4-BE49-F238E27FC236}">
                <a16:creationId xmlns:a16="http://schemas.microsoft.com/office/drawing/2014/main" id="{C4E91FEF-B189-A0AF-0FE2-C0A95CAAFB74}"/>
              </a:ext>
            </a:extLst>
          </p:cNvPr>
          <p:cNvSpPr/>
          <p:nvPr/>
        </p:nvSpPr>
        <p:spPr>
          <a:xfrm flipV="1">
            <a:off x="7515586" y="1120488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08EA9030-42E0-2632-B76B-290269D20002}"/>
                  </a:ext>
                </a:extLst>
              </p:cNvPr>
              <p:cNvSpPr/>
              <p:nvPr/>
            </p:nvSpPr>
            <p:spPr>
              <a:xfrm>
                <a:off x="8072020" y="1039330"/>
                <a:ext cx="3759058" cy="5870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08EA9030-42E0-2632-B76B-290269D200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72020" y="1039330"/>
                <a:ext cx="3759058" cy="587023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270E7AF4-D442-195A-3DD3-8CB9661F4643}"/>
                  </a:ext>
                </a:extLst>
              </p:cNvPr>
              <p:cNvSpPr/>
              <p:nvPr/>
            </p:nvSpPr>
            <p:spPr>
              <a:xfrm>
                <a:off x="7928232" y="1723022"/>
                <a:ext cx="3643133" cy="5870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270E7AF4-D442-195A-3DD3-8CB9661F46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28232" y="1723022"/>
                <a:ext cx="3643133" cy="587023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12783498-6C3B-FD11-C366-9A94C9045FE3}"/>
                  </a:ext>
                </a:extLst>
              </p:cNvPr>
              <p:cNvSpPr/>
              <p:nvPr/>
            </p:nvSpPr>
            <p:spPr>
              <a:xfrm>
                <a:off x="7920865" y="3452887"/>
                <a:ext cx="3132393" cy="5870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12783498-6C3B-FD11-C366-9A94C9045F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20865" y="3452887"/>
                <a:ext cx="3132393" cy="587023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D7570654-0DE4-D191-0E60-6ACBB4DEF629}"/>
                  </a:ext>
                </a:extLst>
              </p:cNvPr>
              <p:cNvSpPr/>
              <p:nvPr/>
            </p:nvSpPr>
            <p:spPr>
              <a:xfrm>
                <a:off x="7748094" y="4213645"/>
                <a:ext cx="2488326" cy="5870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D7570654-0DE4-D191-0E60-6ACBB4DEF6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48094" y="4213645"/>
                <a:ext cx="2488326" cy="587023"/>
              </a:xfrm>
              <a:prstGeom prst="rect">
                <a:avLst/>
              </a:prstGeom>
              <a:blipFill>
                <a:blip r:embed="rId5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DD211EE2-1A2F-E8F5-9FEC-30CBB3558102}"/>
                  </a:ext>
                </a:extLst>
              </p:cNvPr>
              <p:cNvSpPr/>
              <p:nvPr/>
            </p:nvSpPr>
            <p:spPr>
              <a:xfrm>
                <a:off x="7889533" y="2385599"/>
                <a:ext cx="4155166" cy="96164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)−3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DD211EE2-1A2F-E8F5-9FEC-30CBB35581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9533" y="2385599"/>
                <a:ext cx="4155166" cy="961646"/>
              </a:xfrm>
              <a:prstGeom prst="rect">
                <a:avLst/>
              </a:prstGeom>
              <a:blipFill>
                <a:blip r:embed="rId58"/>
                <a:stretch>
                  <a:fillRect b="-506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Rectangle: Rounded Corners 45">
            <a:extLst>
              <a:ext uri="{FF2B5EF4-FFF2-40B4-BE49-F238E27FC236}">
                <a16:creationId xmlns:a16="http://schemas.microsoft.com/office/drawing/2014/main" id="{832950C7-2010-5503-60C1-C929B63DA0DB}"/>
              </a:ext>
            </a:extLst>
          </p:cNvPr>
          <p:cNvSpPr/>
          <p:nvPr/>
        </p:nvSpPr>
        <p:spPr>
          <a:xfrm>
            <a:off x="7242514" y="915785"/>
            <a:ext cx="64800" cy="5400659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569517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500"/>
                            </p:stCondLst>
                            <p:childTnLst>
                              <p:par>
                                <p:cTn id="9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9" grpId="0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37" grpId="0"/>
      <p:bldP spid="38" grpId="0"/>
      <p:bldP spid="39" grpId="0" animBg="1"/>
      <p:bldP spid="40" grpId="0"/>
      <p:bldP spid="41" grpId="0"/>
      <p:bldP spid="42" grpId="0"/>
      <p:bldP spid="43" grpId="0" animBg="1"/>
      <p:bldP spid="85" grpId="0"/>
      <p:bldP spid="86" grpId="0"/>
      <p:bldP spid="3" grpId="0" animBg="1"/>
      <p:bldP spid="32" grpId="0"/>
      <p:bldP spid="33" grpId="0"/>
      <p:bldP spid="34" grpId="0"/>
      <p:bldP spid="35" grpId="0"/>
      <p:bldP spid="36" grpId="0"/>
      <p:bldP spid="46" grpId="0" animBg="1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B635A776-85C0-680F-AB75-3EEC385112A8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Example:9(Continue)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B635A776-85C0-680F-AB75-3EEC385112A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Right Arrow 3">
            <a:extLst>
              <a:ext uri="{FF2B5EF4-FFF2-40B4-BE49-F238E27FC236}">
                <a16:creationId xmlns:a16="http://schemas.microsoft.com/office/drawing/2014/main" id="{0C35C32B-57FF-6A63-F4B9-D953966F9C1F}"/>
              </a:ext>
            </a:extLst>
          </p:cNvPr>
          <p:cNvSpPr/>
          <p:nvPr/>
        </p:nvSpPr>
        <p:spPr>
          <a:xfrm flipV="1">
            <a:off x="268262" y="888620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314975B6-014C-024B-F43D-777C88FA4C21}"/>
                  </a:ext>
                </a:extLst>
              </p:cNvPr>
              <p:cNvSpPr/>
              <p:nvPr/>
            </p:nvSpPr>
            <p:spPr>
              <a:xfrm>
                <a:off x="794778" y="797491"/>
                <a:ext cx="4740560" cy="63327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d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+3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+2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314975B6-014C-024B-F43D-777C88FA4C2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4778" y="797491"/>
                <a:ext cx="4740560" cy="6332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EF985058-ABBA-2564-3026-CCD56E8D03CD}"/>
                  </a:ext>
                </a:extLst>
              </p:cNvPr>
              <p:cNvSpPr txBox="1"/>
              <p:nvPr/>
            </p:nvSpPr>
            <p:spPr>
              <a:xfrm>
                <a:off x="251843" y="1383889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EF985058-ABBA-2564-3026-CCD56E8D03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843" y="1383889"/>
                <a:ext cx="66932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E00E4591-E0B1-4C56-7745-FC9B92CCE8FF}"/>
                  </a:ext>
                </a:extLst>
              </p:cNvPr>
              <p:cNvSpPr/>
              <p:nvPr/>
            </p:nvSpPr>
            <p:spPr>
              <a:xfrm>
                <a:off x="937585" y="1379766"/>
                <a:ext cx="3474022" cy="63327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E00E4591-E0B1-4C56-7745-FC9B92CCE8F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585" y="1379766"/>
                <a:ext cx="3474022" cy="63327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64642DD-CA5B-DA35-FC2B-DD913D073A5C}"/>
                  </a:ext>
                </a:extLst>
              </p:cNvPr>
              <p:cNvSpPr txBox="1"/>
              <p:nvPr/>
            </p:nvSpPr>
            <p:spPr>
              <a:xfrm>
                <a:off x="268262" y="2042765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64642DD-CA5B-DA35-FC2B-DD913D073A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8262" y="2042765"/>
                <a:ext cx="66932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3323E0E2-3E7F-5A14-A107-E97DF732D672}"/>
                  </a:ext>
                </a:extLst>
              </p:cNvPr>
              <p:cNvSpPr/>
              <p:nvPr/>
            </p:nvSpPr>
            <p:spPr>
              <a:xfrm>
                <a:off x="921166" y="2042765"/>
                <a:ext cx="4242648" cy="64545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sz="280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  <m:r>
                          <m:rPr>
                            <m:sty m:val="p"/>
                          </m:rPr>
                          <a:rPr lang="en-IN" sz="280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s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t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)−2(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3323E0E2-3E7F-5A14-A107-E97DF732D6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166" y="2042765"/>
                <a:ext cx="4242648" cy="64545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E0A6B4C-A510-9439-B09C-050ED2431571}"/>
                  </a:ext>
                </a:extLst>
              </p:cNvPr>
              <p:cNvSpPr txBox="1"/>
              <p:nvPr/>
            </p:nvSpPr>
            <p:spPr>
              <a:xfrm>
                <a:off x="268262" y="2688224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E0A6B4C-A510-9439-B09C-050ED24315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8262" y="2688224"/>
                <a:ext cx="66932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008721D1-6B35-07FC-075C-67013CE57936}"/>
                  </a:ext>
                </a:extLst>
              </p:cNvPr>
              <p:cNvSpPr/>
              <p:nvPr/>
            </p:nvSpPr>
            <p:spPr>
              <a:xfrm>
                <a:off x="921166" y="2688224"/>
                <a:ext cx="3230215" cy="64545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−4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s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−3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t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−2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008721D1-6B35-07FC-075C-67013CE579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166" y="2688224"/>
                <a:ext cx="3230215" cy="645459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Rectangle 28">
            <a:extLst>
              <a:ext uri="{FF2B5EF4-FFF2-40B4-BE49-F238E27FC236}">
                <a16:creationId xmlns:a16="http://schemas.microsoft.com/office/drawing/2014/main" id="{24DE7570-C67D-54DC-947B-133D6E25FBFC}"/>
              </a:ext>
            </a:extLst>
          </p:cNvPr>
          <p:cNvSpPr/>
          <p:nvPr/>
        </p:nvSpPr>
        <p:spPr>
          <a:xfrm>
            <a:off x="210899" y="3386283"/>
            <a:ext cx="2139377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Solution Set</a:t>
            </a:r>
            <a:r>
              <a:rPr lang="en-IN" sz="2800" b="0" dirty="0">
                <a:solidFill>
                  <a:srgbClr val="002060"/>
                </a:solidFill>
              </a:rPr>
              <a:t>: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4A3353A2-BFC1-DB16-8A6D-6C42F75019A8}"/>
                  </a:ext>
                </a:extLst>
              </p:cNvPr>
              <p:cNvSpPr/>
              <p:nvPr/>
            </p:nvSpPr>
            <p:spPr>
              <a:xfrm>
                <a:off x="146287" y="3951896"/>
                <a:ext cx="7225184" cy="1206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−4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s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−3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−2</m:t>
                              </m:r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r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, 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, −2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s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, 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s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, 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r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f>
                                <m:f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3 </m:t>
                                  </m:r>
                                </m:den>
                              </m:f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r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 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s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∈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ℝ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4A3353A2-BFC1-DB16-8A6D-6C42F75019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287" y="3951896"/>
                <a:ext cx="7225184" cy="12067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3" name="Picture 32">
            <a:extLst>
              <a:ext uri="{FF2B5EF4-FFF2-40B4-BE49-F238E27FC236}">
                <a16:creationId xmlns:a16="http://schemas.microsoft.com/office/drawing/2014/main" id="{04EFEB99-462E-69D3-087B-370B660BEAB6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130399" y="769400"/>
            <a:ext cx="6328094" cy="30699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38089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576F57B1-9907-427B-A661-6630CF63A4D6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/>
                  <a:t>Example:12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576F57B1-9907-427B-A661-6630CF63A4D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947C0830-885A-4E2D-A6F6-EED666D8A959}"/>
              </a:ext>
            </a:extLst>
          </p:cNvPr>
          <p:cNvSpPr/>
          <p:nvPr/>
        </p:nvSpPr>
        <p:spPr>
          <a:xfrm>
            <a:off x="183155" y="871363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BFD6BEC8-79FF-4E79-8A85-17FC3B001332}"/>
              </a:ext>
            </a:extLst>
          </p:cNvPr>
          <p:cNvSpPr/>
          <p:nvPr/>
        </p:nvSpPr>
        <p:spPr>
          <a:xfrm>
            <a:off x="179486" y="5352490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FB2E3336-522D-42C2-96C7-30ED8786723F}"/>
                  </a:ext>
                </a:extLst>
              </p:cNvPr>
              <p:cNvSpPr/>
              <p:nvPr/>
            </p:nvSpPr>
            <p:spPr>
              <a:xfrm>
                <a:off x="1932053" y="871363"/>
                <a:ext cx="10259947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US" sz="2800" i="0" dirty="0">
                    <a:solidFill>
                      <a:srgbClr val="002060"/>
                    </a:solidFill>
                    <a:effectLst/>
                    <a:uFill>
                      <a:solidFill>
                        <a:srgbClr val="0070C0"/>
                      </a:solidFill>
                    </a:u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The augmented matrix of a linear system has the form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b="0" i="0" smtClean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a</m:t>
                    </m:r>
                    <m:r>
                      <a:rPr lang="en-US" sz="2800" b="0" i="0" smtClean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, </m:t>
                    </m:r>
                    <m:r>
                      <m:rPr>
                        <m:sty m:val="p"/>
                      </m:rPr>
                      <a:rPr lang="en-US" sz="2800" b="0" i="0" smtClean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b</m:t>
                    </m:r>
                    <m:r>
                      <a:rPr lang="en-US" sz="2800" b="0" i="0" smtClean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, </m:t>
                    </m:r>
                    <m:r>
                      <m:rPr>
                        <m:sty m:val="p"/>
                      </m:rPr>
                      <a:rPr lang="en-US" sz="2800" b="0" i="0" smtClean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c</m:t>
                    </m:r>
                    <m:r>
                      <a:rPr lang="en-US" sz="2800" b="0" i="0" smtClean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∈</m:t>
                    </m:r>
                    <m:r>
                      <a:rPr lang="en-US" sz="2800" b="0" i="0" smtClean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ℝ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</a:t>
                </a: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FB2E3336-522D-42C2-96C7-30ED878672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2053" y="871363"/>
                <a:ext cx="10259947" cy="468000"/>
              </a:xfrm>
              <a:prstGeom prst="rect">
                <a:avLst/>
              </a:prstGeom>
              <a:blipFill>
                <a:blip r:embed="rId3"/>
                <a:stretch>
                  <a:fillRect l="-1248" t="-14286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0ED6FFE-03D2-4746-A8FB-4D7FCCA7E1E3}"/>
                  </a:ext>
                </a:extLst>
              </p:cNvPr>
              <p:cNvSpPr txBox="1"/>
              <p:nvPr/>
            </p:nvSpPr>
            <p:spPr>
              <a:xfrm>
                <a:off x="1953210" y="1458101"/>
                <a:ext cx="3469183" cy="123174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7030A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Arial" panose="020B0604020202020204" pitchFamily="34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 smtClean="0">
                                <a:solidFill>
                                  <a:srgbClr val="002060"/>
                                </a:solidFill>
                                <a:effectLst/>
                                <a:uFill>
                                  <a:solidFill>
                                    <a:srgbClr val="0070C0"/>
                                  </a:solidFill>
                                </a:uFill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Arial" panose="020B0604020202020204" pitchFamily="34" charset="0"/>
                              </a:rPr>
                            </m:ctrlPr>
                          </m:mP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  <a:ea typeface="Times New Roman" panose="02020603050405020304" pitchFamily="18" charset="0"/>
                                      <a:cs typeface="Arial" panose="020B0604020202020204" pitchFamily="34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a:rPr lang="en-US" sz="2800" i="1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Arial" panose="020B0604020202020204" pitchFamily="34" charset="0"/>
                                      </a:rPr>
                                      <m:t>−</m:t>
                                    </m:r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Arial" panose="020B0604020202020204" pitchFamily="34" charset="0"/>
                                      </a:rPr>
                                      <m:t>2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Arial" panose="020B0604020202020204" pitchFamily="34" charset="0"/>
                                      </a:rPr>
                                      <m:t>1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Arial" panose="020B0604020202020204" pitchFamily="34" charset="0"/>
                                      </a:rPr>
                                      <m:t>0</m:t>
                                    </m:r>
                                  </m:e>
                                </m:mr>
                              </m:m>
                            </m:e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  <a:ea typeface="Times New Roman" panose="02020603050405020304" pitchFamily="18" charset="0"/>
                                      <a:cs typeface="Arial" panose="020B0604020202020204" pitchFamily="34" charset="0"/>
                                    </a:rPr>
                                  </m:ctrlPr>
                                </m:mPr>
                                <m:mr>
                                  <m:e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Arial" panose="020B0604020202020204" pitchFamily="34" charset="0"/>
                                      </a:rPr>
                                      <m:t>3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Arial" panose="020B0604020202020204" pitchFamily="34" charset="0"/>
                                      </a:rPr>
                                      <m:t>1</m:t>
                                    </m:r>
                                  </m:e>
                                </m:mr>
                                <m:mr>
                                  <m:e>
                                    <m: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Times New Roman" panose="02020603050405020304" pitchFamily="18" charset="0"/>
                                        <a:cs typeface="Arial" panose="020B0604020202020204" pitchFamily="34" charset="0"/>
                                      </a:rPr>
                                      <m:t>5</m:t>
                                    </m:r>
                                  </m:e>
                                </m:mr>
                              </m:m>
                            </m:e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3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  <a:ea typeface="Times New Roman" panose="02020603050405020304" pitchFamily="18" charset="0"/>
                                      <a:cs typeface="Arial" panose="020B0604020202020204" pitchFamily="34" charset="0"/>
                                    </a:rPr>
                                  </m:ctrlPr>
                                </m:mP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Times New Roman" panose="02020603050405020304" pitchFamily="18" charset="0"/>
                                            <a:cs typeface="Arial" panose="020B0604020202020204" pitchFamily="34" charset="0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uFill>
                                                <a:solidFill>
                                                  <a:srgbClr val="0070C0"/>
                                                </a:solidFill>
                                              </a:uFill>
                                              <a:latin typeface="Cambria Math" panose="02040503050406030204" pitchFamily="18" charset="0"/>
                                              <a:ea typeface="Times New Roman" panose="02020603050405020304" pitchFamily="18" charset="0"/>
                                              <a:cs typeface="Arial" panose="020B0604020202020204" pitchFamily="34" charset="0"/>
                                            </a:rPr>
                                            <m:t>1</m:t>
                                          </m:r>
                                        </m:e>
                                      </m:mr>
                                      <m:mr>
                                        <m:e>
                                          <m:r>
                                            <a:rPr lang="en-US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uFill>
                                                <a:solidFill>
                                                  <a:srgbClr val="0070C0"/>
                                                </a:solidFill>
                                              </a:uFill>
                                              <a:latin typeface="Cambria Math" panose="02040503050406030204" pitchFamily="18" charset="0"/>
                                              <a:ea typeface="Times New Roman" panose="02020603050405020304" pitchFamily="18" charset="0"/>
                                              <a:cs typeface="Arial" panose="020B0604020202020204" pitchFamily="34" charset="0"/>
                                            </a:rPr>
                                            <m:t>−</m:t>
                                          </m:r>
                                          <m: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uFill>
                                                <a:solidFill>
                                                  <a:srgbClr val="0070C0"/>
                                                </a:solidFill>
                                              </a:uFill>
                                              <a:latin typeface="Cambria Math" panose="02040503050406030204" pitchFamily="18" charset="0"/>
                                              <a:ea typeface="Times New Roman" panose="02020603050405020304" pitchFamily="18" charset="0"/>
                                              <a:cs typeface="Arial" panose="020B0604020202020204" pitchFamily="34" charset="0"/>
                                            </a:rPr>
                                            <m:t>1</m:t>
                                          </m:r>
                                        </m:e>
                                      </m:mr>
                                      <m:mr>
                                        <m:e>
                                          <m:r>
                                            <a:rPr lang="en-US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uFill>
                                                <a:solidFill>
                                                  <a:srgbClr val="0070C0"/>
                                                </a:solidFill>
                                              </a:uFill>
                                              <a:latin typeface="Cambria Math" panose="02040503050406030204" pitchFamily="18" charset="0"/>
                                              <a:ea typeface="Times New Roman" panose="02020603050405020304" pitchFamily="18" charset="0"/>
                                              <a:cs typeface="Arial" panose="020B0604020202020204" pitchFamily="34" charset="0"/>
                                            </a:rPr>
                                            <m:t>−</m:t>
                                          </m:r>
                                          <m: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uFill>
                                                <a:solidFill>
                                                  <a:srgbClr val="0070C0"/>
                                                </a:solidFill>
                                              </a:uFill>
                                              <a:latin typeface="Cambria Math" panose="02040503050406030204" pitchFamily="18" charset="0"/>
                                              <a:ea typeface="Times New Roman" panose="02020603050405020304" pitchFamily="18" charset="0"/>
                                              <a:cs typeface="Arial" panose="020B0604020202020204" pitchFamily="34" charset="0"/>
                                            </a:rPr>
                                            <m:t>1</m:t>
                                          </m:r>
                                        </m:e>
                                      </m:mr>
                                    </m:m>
                                  </m:e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Times New Roman" panose="02020603050405020304" pitchFamily="18" charset="0"/>
                                            <a:cs typeface="Arial" panose="020B0604020202020204" pitchFamily="34" charset="0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uFill>
                                                <a:solidFill>
                                                  <a:srgbClr val="0070C0"/>
                                                </a:solidFill>
                                              </a:uFill>
                                              <a:latin typeface="Cambria Math" panose="02040503050406030204" pitchFamily="18" charset="0"/>
                                              <a:ea typeface="Times New Roman" panose="02020603050405020304" pitchFamily="18" charset="0"/>
                                              <a:cs typeface="Arial" panose="020B0604020202020204" pitchFamily="34" charset="0"/>
                                            </a:rPr>
                                            <m:t>:</m:t>
                                          </m:r>
                                        </m:e>
                                      </m:mr>
                                      <m:mr>
                                        <m:e>
                                          <m: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uFill>
                                                <a:solidFill>
                                                  <a:srgbClr val="0070C0"/>
                                                </a:solidFill>
                                              </a:uFill>
                                              <a:latin typeface="Cambria Math" panose="02040503050406030204" pitchFamily="18" charset="0"/>
                                              <a:ea typeface="Times New Roman" panose="02020603050405020304" pitchFamily="18" charset="0"/>
                                              <a:cs typeface="Arial" panose="020B0604020202020204" pitchFamily="34" charset="0"/>
                                            </a:rPr>
                                            <m:t>:</m:t>
                                          </m:r>
                                        </m:e>
                                      </m:mr>
                                      <m:mr>
                                        <m:e>
                                          <m: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uFill>
                                                <a:solidFill>
                                                  <a:srgbClr val="0070C0"/>
                                                </a:solidFill>
                                              </a:uFill>
                                              <a:latin typeface="Cambria Math" panose="02040503050406030204" pitchFamily="18" charset="0"/>
                                              <a:ea typeface="Times New Roman" panose="02020603050405020304" pitchFamily="18" charset="0"/>
                                              <a:cs typeface="Arial" panose="020B0604020202020204" pitchFamily="34" charset="0"/>
                                            </a:rPr>
                                            <m:t>:</m:t>
                                          </m:r>
                                        </m:e>
                                      </m:mr>
                                    </m:m>
                                  </m:e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Times New Roman" panose="02020603050405020304" pitchFamily="18" charset="0"/>
                                            <a:cs typeface="Arial" panose="020B0604020202020204" pitchFamily="34" charset="0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uFill>
                                                <a:solidFill>
                                                  <a:srgbClr val="0070C0"/>
                                                </a:solidFill>
                                              </a:uFill>
                                              <a:latin typeface="Cambria Math" panose="02040503050406030204" pitchFamily="18" charset="0"/>
                                              <a:ea typeface="Times New Roman" panose="02020603050405020304" pitchFamily="18" charset="0"/>
                                              <a:cs typeface="Arial" panose="020B0604020202020204" pitchFamily="34" charset="0"/>
                                            </a:rPr>
                                            <m:t>a</m:t>
                                          </m:r>
                                        </m:e>
                                      </m:mr>
                                      <m:m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uFill>
                                                <a:solidFill>
                                                  <a:srgbClr val="0070C0"/>
                                                </a:solidFill>
                                              </a:uFill>
                                              <a:latin typeface="Cambria Math" panose="02040503050406030204" pitchFamily="18" charset="0"/>
                                              <a:ea typeface="Times New Roman" panose="02020603050405020304" pitchFamily="18" charset="0"/>
                                              <a:cs typeface="Arial" panose="020B0604020202020204" pitchFamily="34" charset="0"/>
                                            </a:rPr>
                                            <m:t>b</m:t>
                                          </m:r>
                                        </m:e>
                                      </m:mr>
                                      <m:m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uFill>
                                                <a:solidFill>
                                                  <a:srgbClr val="0070C0"/>
                                                </a:solidFill>
                                              </a:uFill>
                                              <a:latin typeface="Cambria Math" panose="02040503050406030204" pitchFamily="18" charset="0"/>
                                              <a:ea typeface="Times New Roman" panose="02020603050405020304" pitchFamily="18" charset="0"/>
                                              <a:cs typeface="Arial" panose="020B0604020202020204" pitchFamily="34" charset="0"/>
                                            </a:rPr>
                                            <m:t>c</m:t>
                                          </m:r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r>
                  <a:rPr lang="en-IN" dirty="0"/>
                  <a:t>.</a:t>
                </a: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0ED6FFE-03D2-4746-A8FB-4D7FCCA7E1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53210" y="1458101"/>
                <a:ext cx="3469183" cy="123174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0ADF414B-C379-46A0-8D42-CE6542EBC39E}"/>
              </a:ext>
            </a:extLst>
          </p:cNvPr>
          <p:cNvSpPr txBox="1"/>
          <p:nvPr/>
        </p:nvSpPr>
        <p:spPr>
          <a:xfrm>
            <a:off x="1978198" y="2588499"/>
            <a:ext cx="7451677" cy="66684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800" i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(1). Determine when the linear system is consistent</a:t>
            </a:r>
            <a:r>
              <a:rPr lang="en-US" sz="1800" i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.</a:t>
            </a:r>
            <a:endParaRPr lang="en-IN" sz="18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F0B2900-52C2-4C95-B3BD-725FB42ECB57}"/>
              </a:ext>
            </a:extLst>
          </p:cNvPr>
          <p:cNvSpPr txBox="1"/>
          <p:nvPr/>
        </p:nvSpPr>
        <p:spPr>
          <a:xfrm>
            <a:off x="1978198" y="3200144"/>
            <a:ext cx="7785353" cy="66684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2800" i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(2). Determine when the linear system is inconsistent</a:t>
            </a:r>
            <a:r>
              <a:rPr lang="en-US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.</a:t>
            </a:r>
            <a:endParaRPr lang="en-IN" sz="18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A96AFB4-23BB-456F-BE27-40DD51DCF30C}"/>
              </a:ext>
            </a:extLst>
          </p:cNvPr>
          <p:cNvSpPr txBox="1"/>
          <p:nvPr/>
        </p:nvSpPr>
        <p:spPr>
          <a:xfrm>
            <a:off x="1978198" y="3760018"/>
            <a:ext cx="9773326" cy="6651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800" i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(3). Does the linear system have a unique solution or infinitely many</a:t>
            </a:r>
            <a:endParaRPr lang="en-IN" sz="28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6252856-F75E-4B20-B1A8-1DD70EDF16D2}"/>
              </a:ext>
            </a:extLst>
          </p:cNvPr>
          <p:cNvSpPr txBox="1"/>
          <p:nvPr/>
        </p:nvSpPr>
        <p:spPr>
          <a:xfrm>
            <a:off x="2460279" y="4236629"/>
            <a:ext cx="7157446" cy="6651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800" i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solutions?</a:t>
            </a:r>
            <a:endParaRPr lang="en-IN" sz="28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EEE8456D-4455-41A5-8E7A-F95009BB46D3}"/>
              </a:ext>
            </a:extLst>
          </p:cNvPr>
          <p:cNvGrpSpPr/>
          <p:nvPr/>
        </p:nvGrpSpPr>
        <p:grpSpPr>
          <a:xfrm>
            <a:off x="3483926" y="5342114"/>
            <a:ext cx="1944546" cy="471208"/>
            <a:chOff x="2027654" y="5357172"/>
            <a:chExt cx="1944546" cy="47120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568DE316-A1CD-4F3F-96A9-71F0B078A25B}"/>
                    </a:ext>
                  </a:extLst>
                </p:cNvPr>
                <p:cNvSpPr/>
                <p:nvPr/>
              </p:nvSpPr>
              <p:spPr>
                <a:xfrm>
                  <a:off x="2027654" y="5357172"/>
                  <a:ext cx="14592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sz="2800" b="0" i="1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 b="0" i="0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568DE316-A1CD-4F3F-96A9-71F0B078A25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27654" y="5357172"/>
                  <a:ext cx="1459235" cy="468000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6CF4E67A-E255-4F67-9B8C-7D566C3E03EC}"/>
                    </a:ext>
                  </a:extLst>
                </p:cNvPr>
                <p:cNvSpPr/>
                <p:nvPr/>
              </p:nvSpPr>
              <p:spPr>
                <a:xfrm>
                  <a:off x="3255087" y="5360380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6CF4E67A-E255-4F67-9B8C-7D566C3E03E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55087" y="5360380"/>
                  <a:ext cx="717113" cy="468000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17442F86-2DDC-4A2C-A316-0DF46CBCFF2B}"/>
              </a:ext>
            </a:extLst>
          </p:cNvPr>
          <p:cNvGrpSpPr/>
          <p:nvPr/>
        </p:nvGrpSpPr>
        <p:grpSpPr>
          <a:xfrm>
            <a:off x="5181829" y="4419485"/>
            <a:ext cx="3775174" cy="2392083"/>
            <a:chOff x="3527313" y="3851557"/>
            <a:chExt cx="3775174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" name="Rectangle 39">
                  <a:extLst>
                    <a:ext uri="{FF2B5EF4-FFF2-40B4-BE49-F238E27FC236}">
                      <a16:creationId xmlns:a16="http://schemas.microsoft.com/office/drawing/2014/main" id="{76A8C4A7-490B-4B32-80E4-194CAE0A0DC8}"/>
                    </a:ext>
                  </a:extLst>
                </p:cNvPr>
                <p:cNvSpPr/>
                <p:nvPr/>
              </p:nvSpPr>
              <p:spPr>
                <a:xfrm>
                  <a:off x="3527313" y="3851557"/>
                  <a:ext cx="3775174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          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40" name="Rectangle 39">
                  <a:extLst>
                    <a:ext uri="{FF2B5EF4-FFF2-40B4-BE49-F238E27FC236}">
                      <a16:creationId xmlns:a16="http://schemas.microsoft.com/office/drawing/2014/main" id="{76A8C4A7-490B-4B32-80E4-194CAE0A0DC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27313" y="3851557"/>
                  <a:ext cx="3775174" cy="2392083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9C5221D8-F466-4F53-9CAC-F4729851B495}"/>
                </a:ext>
              </a:extLst>
            </p:cNvPr>
            <p:cNvCxnSpPr/>
            <p:nvPr/>
          </p:nvCxnSpPr>
          <p:spPr>
            <a:xfrm>
              <a:off x="6184245" y="4367952"/>
              <a:ext cx="0" cy="1456083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3982E23D-C229-4EAC-B00B-5232149CA335}"/>
                </a:ext>
              </a:extLst>
            </p:cNvPr>
            <p:cNvGrpSpPr/>
            <p:nvPr/>
          </p:nvGrpSpPr>
          <p:grpSpPr>
            <a:xfrm>
              <a:off x="5967758" y="4300782"/>
              <a:ext cx="1001209" cy="1507382"/>
              <a:chOff x="3411941" y="4807117"/>
              <a:chExt cx="1001209" cy="1507382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4" name="Rectangle 33">
                    <a:extLst>
                      <a:ext uri="{FF2B5EF4-FFF2-40B4-BE49-F238E27FC236}">
                        <a16:creationId xmlns:a16="http://schemas.microsoft.com/office/drawing/2014/main" id="{25B04A95-70BA-4AEE-A054-D7385C099FEB}"/>
                      </a:ext>
                    </a:extLst>
                  </p:cNvPr>
                  <p:cNvSpPr/>
                  <p:nvPr/>
                </p:nvSpPr>
                <p:spPr>
                  <a:xfrm>
                    <a:off x="3433434" y="4807117"/>
                    <a:ext cx="965835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4" name="Rectangle 33">
                    <a:extLst>
                      <a:ext uri="{FF2B5EF4-FFF2-40B4-BE49-F238E27FC236}">
                        <a16:creationId xmlns:a16="http://schemas.microsoft.com/office/drawing/2014/main" id="{25B04A95-70BA-4AEE-A054-D7385C099FE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433434" y="4807117"/>
                    <a:ext cx="965835" cy="468000"/>
                  </a:xfrm>
                  <a:prstGeom prst="rect">
                    <a:avLst/>
                  </a:prstGeom>
                  <a:blipFill>
                    <a:blip r:embed="rId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5" name="Rectangle 34">
                    <a:extLst>
                      <a:ext uri="{FF2B5EF4-FFF2-40B4-BE49-F238E27FC236}">
                        <a16:creationId xmlns:a16="http://schemas.microsoft.com/office/drawing/2014/main" id="{E65810CE-9322-4CCA-9639-C83FCADC1FB0}"/>
                      </a:ext>
                    </a:extLst>
                  </p:cNvPr>
                  <p:cNvSpPr/>
                  <p:nvPr/>
                </p:nvSpPr>
                <p:spPr>
                  <a:xfrm>
                    <a:off x="3696037" y="535580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5" name="Rectangle 34">
                    <a:extLst>
                      <a:ext uri="{FF2B5EF4-FFF2-40B4-BE49-F238E27FC236}">
                        <a16:creationId xmlns:a16="http://schemas.microsoft.com/office/drawing/2014/main" id="{E65810CE-9322-4CCA-9639-C83FCADC1FB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96037" y="5355803"/>
                    <a:ext cx="717113" cy="468000"/>
                  </a:xfrm>
                  <a:prstGeom prst="rect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6" name="Rectangle 35">
                    <a:extLst>
                      <a:ext uri="{FF2B5EF4-FFF2-40B4-BE49-F238E27FC236}">
                        <a16:creationId xmlns:a16="http://schemas.microsoft.com/office/drawing/2014/main" id="{FD62FE03-81A5-45BE-8895-9E58702DCC5D}"/>
                      </a:ext>
                    </a:extLst>
                  </p:cNvPr>
                  <p:cNvSpPr/>
                  <p:nvPr/>
                </p:nvSpPr>
                <p:spPr>
                  <a:xfrm>
                    <a:off x="3411941" y="5846499"/>
                    <a:ext cx="965835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   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6" name="Rectangle 35">
                    <a:extLst>
                      <a:ext uri="{FF2B5EF4-FFF2-40B4-BE49-F238E27FC236}">
                        <a16:creationId xmlns:a16="http://schemas.microsoft.com/office/drawing/2014/main" id="{FD62FE03-81A5-45BE-8895-9E58702DCC5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411941" y="5846499"/>
                    <a:ext cx="965835" cy="468000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5C6F9559-EA8D-415E-9905-0E8BD4B4A612}"/>
                </a:ext>
              </a:extLst>
            </p:cNvPr>
            <p:cNvGrpSpPr/>
            <p:nvPr/>
          </p:nvGrpSpPr>
          <p:grpSpPr>
            <a:xfrm>
              <a:off x="3704822" y="4312235"/>
              <a:ext cx="2535306" cy="1567516"/>
              <a:chOff x="3909052" y="4900617"/>
              <a:chExt cx="2535306" cy="1567516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3" name="Rectangle 42">
                    <a:extLst>
                      <a:ext uri="{FF2B5EF4-FFF2-40B4-BE49-F238E27FC236}">
                        <a16:creationId xmlns:a16="http://schemas.microsoft.com/office/drawing/2014/main" id="{D24B3CBB-28E8-41C5-A2AD-69480302866B}"/>
                      </a:ext>
                    </a:extLst>
                  </p:cNvPr>
                  <p:cNvSpPr/>
                  <p:nvPr/>
                </p:nvSpPr>
                <p:spPr>
                  <a:xfrm>
                    <a:off x="4113591" y="5944913"/>
                    <a:ext cx="2330767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oMath>
                      </m:oMathPara>
                    </a14:m>
                    <a:endParaRPr lang="en-IN" sz="2800" dirty="0"/>
                  </a:p>
                </p:txBody>
              </p:sp>
            </mc:Choice>
            <mc:Fallback xmlns="">
              <p:sp>
                <p:nvSpPr>
                  <p:cNvPr id="43" name="Rectangle 42">
                    <a:extLst>
                      <a:ext uri="{FF2B5EF4-FFF2-40B4-BE49-F238E27FC236}">
                        <a16:creationId xmlns:a16="http://schemas.microsoft.com/office/drawing/2014/main" id="{D24B3CBB-28E8-41C5-A2AD-69480302866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13591" y="5944913"/>
                    <a:ext cx="2330767" cy="523220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4" name="Rectangle 43">
                    <a:extLst>
                      <a:ext uri="{FF2B5EF4-FFF2-40B4-BE49-F238E27FC236}">
                        <a16:creationId xmlns:a16="http://schemas.microsoft.com/office/drawing/2014/main" id="{A7205ED2-0981-492E-9391-F528AC3D7B86}"/>
                      </a:ext>
                    </a:extLst>
                  </p:cNvPr>
                  <p:cNvSpPr/>
                  <p:nvPr/>
                </p:nvSpPr>
                <p:spPr>
                  <a:xfrm>
                    <a:off x="3909052" y="5410240"/>
                    <a:ext cx="2507187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−1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4" name="Rectangle 43">
                    <a:extLst>
                      <a:ext uri="{FF2B5EF4-FFF2-40B4-BE49-F238E27FC236}">
                        <a16:creationId xmlns:a16="http://schemas.microsoft.com/office/drawing/2014/main" id="{A7205ED2-0981-492E-9391-F528AC3D7B8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09052" y="5410240"/>
                    <a:ext cx="2507187" cy="523220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id="{3D58CF6B-0C4C-4076-A3AD-7CA1663CF91C}"/>
                      </a:ext>
                    </a:extLst>
                  </p:cNvPr>
                  <p:cNvSpPr/>
                  <p:nvPr/>
                </p:nvSpPr>
                <p:spPr>
                  <a:xfrm>
                    <a:off x="4002262" y="4900617"/>
                    <a:ext cx="2230098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       </m:t>
                          </m:r>
                          <m: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B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id="{3D58CF6B-0C4C-4076-A3AD-7CA1663CF91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002262" y="4900617"/>
                    <a:ext cx="2230098" cy="523220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43A3F6B1-7087-4D0D-9BB1-2AC6362D130F}"/>
              </a:ext>
            </a:extLst>
          </p:cNvPr>
          <p:cNvSpPr txBox="1"/>
          <p:nvPr/>
        </p:nvSpPr>
        <p:spPr>
          <a:xfrm>
            <a:off x="1966887" y="5224110"/>
            <a:ext cx="1706820" cy="6651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800" i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Given that,</a:t>
            </a:r>
            <a:endParaRPr lang="en-IN" sz="280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90085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" name="Group 90">
            <a:extLst>
              <a:ext uri="{FF2B5EF4-FFF2-40B4-BE49-F238E27FC236}">
                <a16:creationId xmlns:a16="http://schemas.microsoft.com/office/drawing/2014/main" id="{E18AF773-3ADF-DB7D-242C-DCE9D5C1AEA5}"/>
              </a:ext>
            </a:extLst>
          </p:cNvPr>
          <p:cNvGrpSpPr/>
          <p:nvPr/>
        </p:nvGrpSpPr>
        <p:grpSpPr>
          <a:xfrm>
            <a:off x="7010219" y="1102045"/>
            <a:ext cx="4128338" cy="2392083"/>
            <a:chOff x="7010219" y="1102045"/>
            <a:chExt cx="4128338" cy="2392083"/>
          </a:xfrm>
        </p:grpSpPr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9B1D93A7-4C6A-0138-B9B0-E5115225A260}"/>
                </a:ext>
              </a:extLst>
            </p:cNvPr>
            <p:cNvGrpSpPr/>
            <p:nvPr/>
          </p:nvGrpSpPr>
          <p:grpSpPr>
            <a:xfrm>
              <a:off x="7010219" y="1102045"/>
              <a:ext cx="4128338" cy="2392083"/>
              <a:chOff x="7728843" y="1140312"/>
              <a:chExt cx="4128338" cy="239208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A27D8821-E287-C8E1-3747-6DAAE49A18E3}"/>
                      </a:ext>
                    </a:extLst>
                  </p:cNvPr>
                  <p:cNvSpPr/>
                  <p:nvPr/>
                </p:nvSpPr>
                <p:spPr>
                  <a:xfrm>
                    <a:off x="8082007" y="1140312"/>
                    <a:ext cx="3775174" cy="2392083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</m:mr>
                              <m:mr>
                                <m:e>
                                  <m: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  <m:e/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/>
                                    <m:e/>
                                  </m:eqArr>
                                </m:e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</m:t>
                            </m:r>
                          </m:e>
                        </m:d>
                      </m:oMath>
                    </a14:m>
                    <a:r>
                      <a:rPr lang="en-IN" sz="2800" dirty="0">
                        <a:solidFill>
                          <a:schemeClr val="tx1">
                            <a:lumMod val="90000"/>
                            <a:lumOff val="10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A27D8821-E287-C8E1-3747-6DAAE49A18E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082007" y="1140312"/>
                    <a:ext cx="3775174" cy="2392083"/>
                  </a:xfrm>
                  <a:prstGeom prst="rect">
                    <a:avLst/>
                  </a:prstGeom>
                  <a:blipFill>
                    <a:blip r:embed="rId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53" name="Group 52">
                <a:extLst>
                  <a:ext uri="{FF2B5EF4-FFF2-40B4-BE49-F238E27FC236}">
                    <a16:creationId xmlns:a16="http://schemas.microsoft.com/office/drawing/2014/main" id="{E46E2761-DBE5-BD28-BB45-B66DBB6BC1CE}"/>
                  </a:ext>
                </a:extLst>
              </p:cNvPr>
              <p:cNvGrpSpPr/>
              <p:nvPr/>
            </p:nvGrpSpPr>
            <p:grpSpPr>
              <a:xfrm>
                <a:off x="8218392" y="2638079"/>
                <a:ext cx="3101873" cy="530427"/>
                <a:chOff x="8232274" y="2326973"/>
                <a:chExt cx="3101873" cy="530427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0" name="Rectangle 49">
                      <a:extLst>
                        <a:ext uri="{FF2B5EF4-FFF2-40B4-BE49-F238E27FC236}">
                          <a16:creationId xmlns:a16="http://schemas.microsoft.com/office/drawing/2014/main" id="{F3D62158-4245-AEA7-4198-97A07CECE1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04781" y="2326973"/>
                      <a:ext cx="529366" cy="46800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c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890E4F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50" name="Rectangle 49">
                      <a:extLst>
                        <a:ext uri="{FF2B5EF4-FFF2-40B4-BE49-F238E27FC236}">
                          <a16:creationId xmlns:a16="http://schemas.microsoft.com/office/drawing/2014/main" id="{F3D62158-4245-AEA7-4198-97A07CECE16B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0804781" y="2326973"/>
                      <a:ext cx="529366" cy="468000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5" name="Rectangle 44">
                      <a:extLst>
                        <a:ext uri="{FF2B5EF4-FFF2-40B4-BE49-F238E27FC236}">
                          <a16:creationId xmlns:a16="http://schemas.microsoft.com/office/drawing/2014/main" id="{92F61C0E-466E-B901-58AE-53BE4830F5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32274" y="2334180"/>
                      <a:ext cx="2330767" cy="523220"/>
                    </a:xfrm>
                    <a:prstGeom prst="rect">
                      <a:avLst/>
                    </a:prstGeom>
                  </p:spPr>
                  <p:txBody>
                    <a:bodyPr wrap="square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1" smtClean="0">
                                <a:solidFill>
                                  <a:srgbClr val="00990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  <m:r>
                              <a:rPr lang="en-IN" sz="2800" b="0" i="1" smtClean="0">
                                <a:solidFill>
                                  <a:srgbClr val="00B0F0"/>
                                </a:solidFill>
                                <a:latin typeface="Cambria Math" panose="02040503050406030204" pitchFamily="18" charset="0"/>
                              </a:rPr>
                              <m:t>      </m:t>
                            </m:r>
                            <m:r>
                              <a:rPr lang="en-IN" sz="2800" b="0" i="1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  </m:t>
                            </m:r>
                            <m:r>
                              <a:rPr lang="en-IN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−1</m:t>
                            </m:r>
                          </m:oMath>
                        </m:oMathPara>
                      </a14:m>
                      <a:endParaRPr lang="en-IN" sz="2800" dirty="0"/>
                    </a:p>
                  </p:txBody>
                </p:sp>
              </mc:Choice>
              <mc:Fallback xmlns="">
                <p:sp>
                  <p:nvSpPr>
                    <p:cNvPr id="45" name="Rectangle 44">
                      <a:extLst>
                        <a:ext uri="{FF2B5EF4-FFF2-40B4-BE49-F238E27FC236}">
                          <a16:creationId xmlns:a16="http://schemas.microsoft.com/office/drawing/2014/main" id="{92F61C0E-466E-B901-58AE-53BE4830F576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232274" y="2334180"/>
                      <a:ext cx="2330767" cy="523220"/>
                    </a:xfrm>
                    <a:prstGeom prst="rect">
                      <a:avLst/>
                    </a:prstGeom>
                    <a:blipFill>
                      <a:blip r:embed="rId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52" name="Group 51">
                <a:extLst>
                  <a:ext uri="{FF2B5EF4-FFF2-40B4-BE49-F238E27FC236}">
                    <a16:creationId xmlns:a16="http://schemas.microsoft.com/office/drawing/2014/main" id="{B6319827-3ED8-EEEA-3C8F-4E99F13BF58E}"/>
                  </a:ext>
                </a:extLst>
              </p:cNvPr>
              <p:cNvGrpSpPr/>
              <p:nvPr/>
            </p:nvGrpSpPr>
            <p:grpSpPr>
              <a:xfrm>
                <a:off x="8013854" y="1546799"/>
                <a:ext cx="3400284" cy="541121"/>
                <a:chOff x="8259750" y="1781606"/>
                <a:chExt cx="3400284" cy="541121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9" name="Rectangle 48">
                      <a:extLst>
                        <a:ext uri="{FF2B5EF4-FFF2-40B4-BE49-F238E27FC236}">
                          <a16:creationId xmlns:a16="http://schemas.microsoft.com/office/drawing/2014/main" id="{0FDBF5E6-AE3A-8541-32D7-52B5656B67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42921" y="1781606"/>
                      <a:ext cx="717113" cy="46800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890E4F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rgbClr val="890E4F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" name="Rectangle 48">
                      <a:extLst>
                        <a:ext uri="{FF2B5EF4-FFF2-40B4-BE49-F238E27FC236}">
                          <a16:creationId xmlns:a16="http://schemas.microsoft.com/office/drawing/2014/main" id="{0FDBF5E6-AE3A-8541-32D7-52B5656B670A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0942921" y="1781606"/>
                      <a:ext cx="717113" cy="468000"/>
                    </a:xfrm>
                    <a:prstGeom prst="rect">
                      <a:avLst/>
                    </a:prstGeom>
                    <a:blipFill>
                      <a:blip r:embed="rId5"/>
                      <a:stretch>
                        <a:fillRect/>
                      </a:stretch>
                    </a:blipFill>
                    <a:ln>
                      <a:noFill/>
                    </a:ln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6" name="Rectangle 45">
                      <a:extLst>
                        <a:ext uri="{FF2B5EF4-FFF2-40B4-BE49-F238E27FC236}">
                          <a16:creationId xmlns:a16="http://schemas.microsoft.com/office/drawing/2014/main" id="{AC436B39-124B-DA34-6749-6B4095FF06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59750" y="1799507"/>
                      <a:ext cx="2507187" cy="523220"/>
                    </a:xfrm>
                    <a:prstGeom prst="rect">
                      <a:avLst/>
                    </a:prstGeom>
                  </p:spPr>
                  <p:txBody>
                    <a:bodyPr wrap="square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IN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   </m:t>
                            </m:r>
                            <m:r>
                              <a:rPr lang="en-IN" sz="2800" b="0" i="1" smtClean="0">
                                <a:solidFill>
                                  <a:srgbClr val="00990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IN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      </m:t>
                            </m:r>
                            <m:r>
                              <a:rPr lang="en-IN" sz="2800" b="0" i="1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IN" sz="2800" b="0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   −1</m:t>
                            </m:r>
                          </m:oMath>
                        </m:oMathPara>
                      </a14:m>
                      <a:endParaRPr lang="en-IN" sz="2800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6" name="Rectangle 45">
                      <a:extLst>
                        <a:ext uri="{FF2B5EF4-FFF2-40B4-BE49-F238E27FC236}">
                          <a16:creationId xmlns:a16="http://schemas.microsoft.com/office/drawing/2014/main" id="{AC436B39-124B-DA34-6749-6B4095FF0608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259750" y="1799507"/>
                      <a:ext cx="2507187" cy="523220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IN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7" name="Rectangle 56">
                    <a:extLst>
                      <a:ext uri="{FF2B5EF4-FFF2-40B4-BE49-F238E27FC236}">
                        <a16:creationId xmlns:a16="http://schemas.microsoft.com/office/drawing/2014/main" id="{281771E7-B927-B598-384A-962EC9AE1AA9}"/>
                      </a:ext>
                    </a:extLst>
                  </p:cNvPr>
                  <p:cNvSpPr/>
                  <p:nvPr/>
                </p:nvSpPr>
                <p:spPr>
                  <a:xfrm>
                    <a:off x="7728843" y="2026203"/>
                    <a:ext cx="515716" cy="711201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6"/>
                  </a:lnRef>
                  <a:fillRef idx="1">
                    <a:schemeClr val="lt1"/>
                  </a:fillRef>
                  <a:effectRef idx="0">
                    <a:schemeClr val="accent6"/>
                  </a:effectRef>
                  <a:fontRef idx="minor">
                    <a:schemeClr val="dk1"/>
                  </a:fontRef>
                </p:style>
                <p:txBody>
                  <a:bodyPr rtlCol="0" anchor="ctr"/>
                  <a:lstStyle/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36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~</m:t>
                          </m:r>
                        </m:oMath>
                      </m:oMathPara>
                    </a14:m>
                    <a:endParaRPr lang="en-IN" sz="3600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7" name="Rectangle 56">
                    <a:extLst>
                      <a:ext uri="{FF2B5EF4-FFF2-40B4-BE49-F238E27FC236}">
                        <a16:creationId xmlns:a16="http://schemas.microsoft.com/office/drawing/2014/main" id="{281771E7-B927-B598-384A-962EC9AE1A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8843" y="2026203"/>
                    <a:ext cx="515716" cy="711201"/>
                  </a:xfrm>
                  <a:prstGeom prst="rect">
                    <a:avLst/>
                  </a:prstGeom>
                  <a:blipFill>
                    <a:blip r:embed="rId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5A3F2FC-7F29-EF7E-A211-B2509643DA6F}"/>
                </a:ext>
              </a:extLst>
            </p:cNvPr>
            <p:cNvCxnSpPr/>
            <p:nvPr/>
          </p:nvCxnSpPr>
          <p:spPr>
            <a:xfrm>
              <a:off x="9679115" y="1618440"/>
              <a:ext cx="0" cy="1456083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50DB87D0-1AA3-0604-0E9F-20B4909BBBE4}"/>
              </a:ext>
            </a:extLst>
          </p:cNvPr>
          <p:cNvGrpSpPr/>
          <p:nvPr/>
        </p:nvGrpSpPr>
        <p:grpSpPr>
          <a:xfrm>
            <a:off x="6966132" y="3616115"/>
            <a:ext cx="4634016" cy="2392083"/>
            <a:chOff x="7020724" y="3616115"/>
            <a:chExt cx="4634016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31698A17-79D6-7571-9D79-E3001CB634B5}"/>
                    </a:ext>
                  </a:extLst>
                </p:cNvPr>
                <p:cNvSpPr/>
                <p:nvPr/>
              </p:nvSpPr>
              <p:spPr>
                <a:xfrm>
                  <a:off x="7522297" y="3616115"/>
                  <a:ext cx="4132443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  <m:e/>
                            </m:mr>
                          </m:m>
                          <m:r>
                            <a:rPr lang="en-IN" sz="2800" b="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             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31698A17-79D6-7571-9D79-E3001CB634B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22297" y="3616115"/>
                  <a:ext cx="4132443" cy="2392083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id="{883305E2-C2AD-4B56-3761-C997F2C15026}"/>
                    </a:ext>
                  </a:extLst>
                </p:cNvPr>
                <p:cNvSpPr/>
                <p:nvPr/>
              </p:nvSpPr>
              <p:spPr>
                <a:xfrm>
                  <a:off x="7020724" y="4444031"/>
                  <a:ext cx="632913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id="{883305E2-C2AD-4B56-3761-C997F2C1502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20724" y="4444031"/>
                  <a:ext cx="632913" cy="711201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8" name="Group 87">
              <a:extLst>
                <a:ext uri="{FF2B5EF4-FFF2-40B4-BE49-F238E27FC236}">
                  <a16:creationId xmlns:a16="http://schemas.microsoft.com/office/drawing/2014/main" id="{0F396D70-51BA-EFCA-CB85-84F6779DE0CA}"/>
                </a:ext>
              </a:extLst>
            </p:cNvPr>
            <p:cNvGrpSpPr/>
            <p:nvPr/>
          </p:nvGrpSpPr>
          <p:grpSpPr>
            <a:xfrm>
              <a:off x="7320783" y="4579922"/>
              <a:ext cx="3905022" cy="524240"/>
              <a:chOff x="7320783" y="4579922"/>
              <a:chExt cx="3905022" cy="52424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id="{7037BC3F-4060-FC8F-F563-5C488C078666}"/>
                      </a:ext>
                    </a:extLst>
                  </p:cNvPr>
                  <p:cNvSpPr/>
                  <p:nvPr/>
                </p:nvSpPr>
                <p:spPr>
                  <a:xfrm>
                    <a:off x="9997663" y="4579922"/>
                    <a:ext cx="1228142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+2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id="{7037BC3F-4060-FC8F-F563-5C488C07866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997663" y="4579922"/>
                    <a:ext cx="1228142" cy="468000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id="{9620A3D3-04CB-D56A-26E5-5CB25AEF15A2}"/>
                      </a:ext>
                    </a:extLst>
                  </p:cNvPr>
                  <p:cNvSpPr/>
                  <p:nvPr/>
                </p:nvSpPr>
                <p:spPr>
                  <a:xfrm>
                    <a:off x="7320783" y="4580942"/>
                    <a:ext cx="2507187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−1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3" name="Rectangle 82">
                    <a:extLst>
                      <a:ext uri="{FF2B5EF4-FFF2-40B4-BE49-F238E27FC236}">
                        <a16:creationId xmlns:a16="http://schemas.microsoft.com/office/drawing/2014/main" id="{9620A3D3-04CB-D56A-26E5-5CB25AEF15A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0783" y="4580942"/>
                    <a:ext cx="2507187" cy="523220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6AEAECC8-BCE7-BFD7-14C6-4BF387CEDC0E}"/>
                </a:ext>
              </a:extLst>
            </p:cNvPr>
            <p:cNvGrpSpPr/>
            <p:nvPr/>
          </p:nvGrpSpPr>
          <p:grpSpPr>
            <a:xfrm>
              <a:off x="7686217" y="4065270"/>
              <a:ext cx="3164510" cy="523220"/>
              <a:chOff x="7686217" y="4065270"/>
              <a:chExt cx="3164510" cy="52322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38AB8F6C-DF5F-2528-BE7E-A117411B6B38}"/>
                      </a:ext>
                    </a:extLst>
                  </p:cNvPr>
                  <p:cNvSpPr/>
                  <p:nvPr/>
                </p:nvSpPr>
                <p:spPr>
                  <a:xfrm>
                    <a:off x="9884892" y="4082315"/>
                    <a:ext cx="965835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38AB8F6C-DF5F-2528-BE7E-A117411B6B3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884892" y="4082315"/>
                    <a:ext cx="965835" cy="468000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5261E783-C75F-573D-C6F1-EABE4DD47765}"/>
                      </a:ext>
                    </a:extLst>
                  </p:cNvPr>
                  <p:cNvSpPr/>
                  <p:nvPr/>
                </p:nvSpPr>
                <p:spPr>
                  <a:xfrm>
                    <a:off x="7686217" y="4065270"/>
                    <a:ext cx="1996893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B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5261E783-C75F-573D-C6F1-EABE4DD4776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86217" y="4065270"/>
                    <a:ext cx="1996893" cy="523220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8C0838B4-FB00-4BDA-6835-B3229AE05AF5}"/>
                </a:ext>
              </a:extLst>
            </p:cNvPr>
            <p:cNvCxnSpPr/>
            <p:nvPr/>
          </p:nvCxnSpPr>
          <p:spPr>
            <a:xfrm>
              <a:off x="9696252" y="4082315"/>
              <a:ext cx="0" cy="1456083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itle 72">
                <a:extLst>
                  <a:ext uri="{FF2B5EF4-FFF2-40B4-BE49-F238E27FC236}">
                    <a16:creationId xmlns:a16="http://schemas.microsoft.com/office/drawing/2014/main" id="{EEE42B8E-1430-4E3C-8880-DEA4B4B3EB97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Example:12(Continue) </a:t>
                </a:r>
              </a:p>
            </p:txBody>
          </p:sp>
        </mc:Choice>
        <mc:Fallback xmlns="">
          <p:sp>
            <p:nvSpPr>
              <p:cNvPr id="73" name="Title 72">
                <a:extLst>
                  <a:ext uri="{FF2B5EF4-FFF2-40B4-BE49-F238E27FC236}">
                    <a16:creationId xmlns:a16="http://schemas.microsoft.com/office/drawing/2014/main" id="{EEE42B8E-1430-4E3C-8880-DEA4B4B3EB9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14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" name="Group 3">
            <a:extLst>
              <a:ext uri="{FF2B5EF4-FFF2-40B4-BE49-F238E27FC236}">
                <a16:creationId xmlns:a16="http://schemas.microsoft.com/office/drawing/2014/main" id="{0EAA4319-CC42-D7F7-05E1-DC540CE9CABC}"/>
              </a:ext>
            </a:extLst>
          </p:cNvPr>
          <p:cNvGrpSpPr/>
          <p:nvPr/>
        </p:nvGrpSpPr>
        <p:grpSpPr>
          <a:xfrm>
            <a:off x="90844" y="2018118"/>
            <a:ext cx="1944546" cy="471208"/>
            <a:chOff x="2027654" y="5357172"/>
            <a:chExt cx="1944546" cy="47120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id="{BF7B71D6-5537-AF7A-1A4E-088AB756C043}"/>
                    </a:ext>
                  </a:extLst>
                </p:cNvPr>
                <p:cNvSpPr/>
                <p:nvPr/>
              </p:nvSpPr>
              <p:spPr>
                <a:xfrm>
                  <a:off x="2027654" y="5357172"/>
                  <a:ext cx="14592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sz="2800" b="0" i="1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 b="0" i="0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568DE316-A1CD-4F3F-96A9-71F0B078A25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27654" y="5357172"/>
                  <a:ext cx="1459235" cy="468000"/>
                </a:xfrm>
                <a:prstGeom prst="rect">
                  <a:avLst/>
                </a:prstGeom>
                <a:blipFill>
                  <a:blip r:embed="rId1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id="{F80A2ECB-315B-5FED-EF21-86C1C14714B1}"/>
                    </a:ext>
                  </a:extLst>
                </p:cNvPr>
                <p:cNvSpPr/>
                <p:nvPr/>
              </p:nvSpPr>
              <p:spPr>
                <a:xfrm>
                  <a:off x="3255087" y="5360380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6CF4E67A-E255-4F67-9B8C-7D566C3E03E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55087" y="5360380"/>
                  <a:ext cx="717113" cy="468000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C9781C5-AE7B-D769-7D8A-AC2A4EB3D56E}"/>
              </a:ext>
            </a:extLst>
          </p:cNvPr>
          <p:cNvGrpSpPr/>
          <p:nvPr/>
        </p:nvGrpSpPr>
        <p:grpSpPr>
          <a:xfrm>
            <a:off x="1788747" y="1095489"/>
            <a:ext cx="3775174" cy="2392083"/>
            <a:chOff x="3527313" y="3851557"/>
            <a:chExt cx="3775174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5F925D88-54CD-1322-0232-EE9C14683750}"/>
                    </a:ext>
                  </a:extLst>
                </p:cNvPr>
                <p:cNvSpPr/>
                <p:nvPr/>
              </p:nvSpPr>
              <p:spPr>
                <a:xfrm>
                  <a:off x="3527313" y="3851557"/>
                  <a:ext cx="3775174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          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40" name="Rectangle 39">
                  <a:extLst>
                    <a:ext uri="{FF2B5EF4-FFF2-40B4-BE49-F238E27FC236}">
                      <a16:creationId xmlns:a16="http://schemas.microsoft.com/office/drawing/2014/main" id="{76A8C4A7-490B-4B32-80E4-194CAE0A0DC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27313" y="3851557"/>
                  <a:ext cx="3775174" cy="2392083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B3B3846-34F3-13C9-AF9B-E28F510733EC}"/>
                </a:ext>
              </a:extLst>
            </p:cNvPr>
            <p:cNvCxnSpPr/>
            <p:nvPr/>
          </p:nvCxnSpPr>
          <p:spPr>
            <a:xfrm>
              <a:off x="6184245" y="4367952"/>
              <a:ext cx="0" cy="1456083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FE9F3FB-4E13-A55D-97EF-068A6E03BC0D}"/>
                </a:ext>
              </a:extLst>
            </p:cNvPr>
            <p:cNvGrpSpPr/>
            <p:nvPr/>
          </p:nvGrpSpPr>
          <p:grpSpPr>
            <a:xfrm>
              <a:off x="5967758" y="4300782"/>
              <a:ext cx="1001209" cy="1507382"/>
              <a:chOff x="3411941" y="4807117"/>
              <a:chExt cx="1001209" cy="1507382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id="{A2F45EAF-2A05-14F5-CE14-6DADC47DF24F}"/>
                      </a:ext>
                    </a:extLst>
                  </p:cNvPr>
                  <p:cNvSpPr/>
                  <p:nvPr/>
                </p:nvSpPr>
                <p:spPr>
                  <a:xfrm>
                    <a:off x="3433434" y="4807117"/>
                    <a:ext cx="965835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4" name="Rectangle 33">
                    <a:extLst>
                      <a:ext uri="{FF2B5EF4-FFF2-40B4-BE49-F238E27FC236}">
                        <a16:creationId xmlns:a16="http://schemas.microsoft.com/office/drawing/2014/main" id="{25B04A95-70BA-4AEE-A054-D7385C099FE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433434" y="4807117"/>
                    <a:ext cx="965835" cy="468000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" name="Rectangle 15">
                    <a:extLst>
                      <a:ext uri="{FF2B5EF4-FFF2-40B4-BE49-F238E27FC236}">
                        <a16:creationId xmlns:a16="http://schemas.microsoft.com/office/drawing/2014/main" id="{198BE03B-F1DE-343F-EAB9-4BDF001F3FE5}"/>
                      </a:ext>
                    </a:extLst>
                  </p:cNvPr>
                  <p:cNvSpPr/>
                  <p:nvPr/>
                </p:nvSpPr>
                <p:spPr>
                  <a:xfrm>
                    <a:off x="3696037" y="535580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5" name="Rectangle 34">
                    <a:extLst>
                      <a:ext uri="{FF2B5EF4-FFF2-40B4-BE49-F238E27FC236}">
                        <a16:creationId xmlns:a16="http://schemas.microsoft.com/office/drawing/2014/main" id="{E65810CE-9322-4CCA-9639-C83FCADC1FB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96037" y="5355803"/>
                    <a:ext cx="717113" cy="468000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7" name="Rectangle 16">
                    <a:extLst>
                      <a:ext uri="{FF2B5EF4-FFF2-40B4-BE49-F238E27FC236}">
                        <a16:creationId xmlns:a16="http://schemas.microsoft.com/office/drawing/2014/main" id="{394C986B-644C-B09F-AF10-B5457C20819F}"/>
                      </a:ext>
                    </a:extLst>
                  </p:cNvPr>
                  <p:cNvSpPr/>
                  <p:nvPr/>
                </p:nvSpPr>
                <p:spPr>
                  <a:xfrm>
                    <a:off x="3411941" y="5846499"/>
                    <a:ext cx="965835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   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6" name="Rectangle 35">
                    <a:extLst>
                      <a:ext uri="{FF2B5EF4-FFF2-40B4-BE49-F238E27FC236}">
                        <a16:creationId xmlns:a16="http://schemas.microsoft.com/office/drawing/2014/main" id="{FD62FE03-81A5-45BE-8895-9E58702DCC5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411941" y="5846499"/>
                    <a:ext cx="965835" cy="468000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D9794F2E-38A5-8330-7E9A-E6A747CF20C1}"/>
                </a:ext>
              </a:extLst>
            </p:cNvPr>
            <p:cNvGrpSpPr/>
            <p:nvPr/>
          </p:nvGrpSpPr>
          <p:grpSpPr>
            <a:xfrm>
              <a:off x="3704822" y="4312235"/>
              <a:ext cx="2535306" cy="1567516"/>
              <a:chOff x="3909052" y="4900617"/>
              <a:chExt cx="2535306" cy="1567516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id="{561C5D39-9B26-936A-E20D-997970336815}"/>
                      </a:ext>
                    </a:extLst>
                  </p:cNvPr>
                  <p:cNvSpPr/>
                  <p:nvPr/>
                </p:nvSpPr>
                <p:spPr>
                  <a:xfrm>
                    <a:off x="4113591" y="5944913"/>
                    <a:ext cx="2330767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oMath>
                      </m:oMathPara>
                    </a14:m>
                    <a:endParaRPr lang="en-IN" sz="2800" dirty="0"/>
                  </a:p>
                </p:txBody>
              </p:sp>
            </mc:Choice>
            <mc:Fallback xmlns="">
              <p:sp>
                <p:nvSpPr>
                  <p:cNvPr id="43" name="Rectangle 42">
                    <a:extLst>
                      <a:ext uri="{FF2B5EF4-FFF2-40B4-BE49-F238E27FC236}">
                        <a16:creationId xmlns:a16="http://schemas.microsoft.com/office/drawing/2014/main" id="{D24B3CBB-28E8-41C5-A2AD-69480302866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13591" y="5944913"/>
                    <a:ext cx="2330767" cy="523220"/>
                  </a:xfrm>
                  <a:prstGeom prst="rect">
                    <a:avLst/>
                  </a:prstGeom>
                  <a:blipFill>
                    <a:blip r:embed="rId2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" name="Rectangle 12">
                    <a:extLst>
                      <a:ext uri="{FF2B5EF4-FFF2-40B4-BE49-F238E27FC236}">
                        <a16:creationId xmlns:a16="http://schemas.microsoft.com/office/drawing/2014/main" id="{12DAB87B-FBE2-FAD3-458E-30AAF6769236}"/>
                      </a:ext>
                    </a:extLst>
                  </p:cNvPr>
                  <p:cNvSpPr/>
                  <p:nvPr/>
                </p:nvSpPr>
                <p:spPr>
                  <a:xfrm>
                    <a:off x="3909052" y="5410240"/>
                    <a:ext cx="2507187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−1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4" name="Rectangle 43">
                    <a:extLst>
                      <a:ext uri="{FF2B5EF4-FFF2-40B4-BE49-F238E27FC236}">
                        <a16:creationId xmlns:a16="http://schemas.microsoft.com/office/drawing/2014/main" id="{A7205ED2-0981-492E-9391-F528AC3D7B8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09052" y="5410240"/>
                    <a:ext cx="2507187" cy="523220"/>
                  </a:xfrm>
                  <a:prstGeom prst="rect">
                    <a:avLst/>
                  </a:prstGeom>
                  <a:blipFill>
                    <a:blip r:embed="rId22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" name="Rectangle 13">
                    <a:extLst>
                      <a:ext uri="{FF2B5EF4-FFF2-40B4-BE49-F238E27FC236}">
                        <a16:creationId xmlns:a16="http://schemas.microsoft.com/office/drawing/2014/main" id="{17477479-CEB7-B9C4-45AA-A5F727D647E2}"/>
                      </a:ext>
                    </a:extLst>
                  </p:cNvPr>
                  <p:cNvSpPr/>
                  <p:nvPr/>
                </p:nvSpPr>
                <p:spPr>
                  <a:xfrm>
                    <a:off x="4002262" y="4900617"/>
                    <a:ext cx="2230098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       </m:t>
                          </m:r>
                          <m: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B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5" name="Rectangle 44">
                    <a:extLst>
                      <a:ext uri="{FF2B5EF4-FFF2-40B4-BE49-F238E27FC236}">
                        <a16:creationId xmlns:a16="http://schemas.microsoft.com/office/drawing/2014/main" id="{3D58CF6B-0C4C-4076-A3AD-7CA1663CF91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002262" y="4900617"/>
                    <a:ext cx="2230098" cy="523220"/>
                  </a:xfrm>
                  <a:prstGeom prst="rect">
                    <a:avLst/>
                  </a:prstGeom>
                  <a:blipFill>
                    <a:blip r:embed="rId23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E6E4C35A-96E7-FECA-C6AB-7514AB293698}"/>
              </a:ext>
            </a:extLst>
          </p:cNvPr>
          <p:cNvGrpSpPr/>
          <p:nvPr/>
        </p:nvGrpSpPr>
        <p:grpSpPr>
          <a:xfrm>
            <a:off x="1966023" y="2065343"/>
            <a:ext cx="3264145" cy="523220"/>
            <a:chOff x="3530538" y="3410342"/>
            <a:chExt cx="3264145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DBD595B7-55D3-E0AA-C370-8A603B5FB3B3}"/>
                    </a:ext>
                  </a:extLst>
                </p:cNvPr>
                <p:cNvSpPr/>
                <p:nvPr/>
              </p:nvSpPr>
              <p:spPr>
                <a:xfrm>
                  <a:off x="6077570" y="3437952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DBD595B7-55D3-E0AA-C370-8A603B5FB3B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077570" y="3437952"/>
                  <a:ext cx="717113" cy="468000"/>
                </a:xfrm>
                <a:prstGeom prst="rect">
                  <a:avLst/>
                </a:prstGeom>
                <a:blipFill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478AEC67-8C0A-56D3-5F27-7CA893E44914}"/>
                    </a:ext>
                  </a:extLst>
                </p:cNvPr>
                <p:cNvSpPr/>
                <p:nvPr/>
              </p:nvSpPr>
              <p:spPr>
                <a:xfrm>
                  <a:off x="3530538" y="3410342"/>
                  <a:ext cx="250718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−1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478AEC67-8C0A-56D3-5F27-7CA893E4491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30538" y="3410342"/>
                  <a:ext cx="2507187" cy="523220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9686C58F-AD25-093C-C467-B01CA36E2249}"/>
              </a:ext>
            </a:extLst>
          </p:cNvPr>
          <p:cNvGrpSpPr/>
          <p:nvPr/>
        </p:nvGrpSpPr>
        <p:grpSpPr>
          <a:xfrm>
            <a:off x="2059466" y="1542856"/>
            <a:ext cx="3157054" cy="534673"/>
            <a:chOff x="3623748" y="2889266"/>
            <a:chExt cx="3157054" cy="5346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25746EB3-0990-E5E7-FC38-2BA406076F5B}"/>
                    </a:ext>
                  </a:extLst>
                </p:cNvPr>
                <p:cNvSpPr/>
                <p:nvPr/>
              </p:nvSpPr>
              <p:spPr>
                <a:xfrm>
                  <a:off x="5814967" y="2889266"/>
                  <a:ext cx="9658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25746EB3-0990-E5E7-FC38-2BA406076F5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814967" y="2889266"/>
                  <a:ext cx="965835" cy="468000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2B693E0F-07CC-5F14-A31E-8A9195C249B5}"/>
                    </a:ext>
                  </a:extLst>
                </p:cNvPr>
                <p:cNvSpPr/>
                <p:nvPr/>
              </p:nvSpPr>
              <p:spPr>
                <a:xfrm>
                  <a:off x="3623748" y="2900719"/>
                  <a:ext cx="2230098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2B693E0F-07CC-5F14-A31E-8A9195C249B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23748" y="2900719"/>
                  <a:ext cx="2230098" cy="523220"/>
                </a:xfrm>
                <a:prstGeom prst="rect">
                  <a:avLst/>
                </a:prstGeom>
                <a:blipFill>
                  <a:blip r:embed="rId2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9C744B8-18CE-9418-6D19-812C94102D70}"/>
                  </a:ext>
                </a:extLst>
              </p:cNvPr>
              <p:cNvSpPr txBox="1"/>
              <p:nvPr/>
            </p:nvSpPr>
            <p:spPr>
              <a:xfrm>
                <a:off x="3192156" y="3097739"/>
                <a:ext cx="968356" cy="7386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𝟏𝟐</m:t>
                          </m:r>
                        </m:sub>
                      </m:sSub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9C744B8-18CE-9418-6D19-812C94102D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92156" y="3097739"/>
                <a:ext cx="968356" cy="738664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6" name="Group 35">
            <a:extLst>
              <a:ext uri="{FF2B5EF4-FFF2-40B4-BE49-F238E27FC236}">
                <a16:creationId xmlns:a16="http://schemas.microsoft.com/office/drawing/2014/main" id="{F524E2BF-7AD3-C41C-EB19-C23E9AF7BA5A}"/>
              </a:ext>
            </a:extLst>
          </p:cNvPr>
          <p:cNvGrpSpPr/>
          <p:nvPr/>
        </p:nvGrpSpPr>
        <p:grpSpPr>
          <a:xfrm>
            <a:off x="1497274" y="3510715"/>
            <a:ext cx="4066647" cy="2392083"/>
            <a:chOff x="3061556" y="2440041"/>
            <a:chExt cx="4066647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5CB2D655-A3E9-E0F8-770B-D694ECABB0A4}"/>
                    </a:ext>
                  </a:extLst>
                </p:cNvPr>
                <p:cNvSpPr/>
                <p:nvPr/>
              </p:nvSpPr>
              <p:spPr>
                <a:xfrm>
                  <a:off x="3353029" y="2440041"/>
                  <a:ext cx="3775174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          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5CB2D655-A3E9-E0F8-770B-D694ECABB0A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53029" y="2440041"/>
                  <a:ext cx="3775174" cy="2392083"/>
                </a:xfrm>
                <a:prstGeom prst="rect">
                  <a:avLst/>
                </a:prstGeom>
                <a:blipFill>
                  <a:blip r:embed="rId2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B299B8E-254B-0E50-FC50-4262BBA8C1A2}"/>
                </a:ext>
              </a:extLst>
            </p:cNvPr>
            <p:cNvCxnSpPr/>
            <p:nvPr/>
          </p:nvCxnSpPr>
          <p:spPr>
            <a:xfrm>
              <a:off x="6009961" y="2956436"/>
              <a:ext cx="0" cy="1456083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819E3B0F-72D8-4926-243C-90DBCF93B399}"/>
                </a:ext>
              </a:extLst>
            </p:cNvPr>
            <p:cNvGrpSpPr/>
            <p:nvPr/>
          </p:nvGrpSpPr>
          <p:grpSpPr>
            <a:xfrm>
              <a:off x="3735077" y="3928648"/>
              <a:ext cx="3024232" cy="539587"/>
              <a:chOff x="3735077" y="3928648"/>
              <a:chExt cx="3024232" cy="539587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9" name="Rectangle 28">
                    <a:extLst>
                      <a:ext uri="{FF2B5EF4-FFF2-40B4-BE49-F238E27FC236}">
                        <a16:creationId xmlns:a16="http://schemas.microsoft.com/office/drawing/2014/main" id="{4D3973B8-6FDB-7C84-AEAA-EAD9479BDAE8}"/>
                      </a:ext>
                    </a:extLst>
                  </p:cNvPr>
                  <p:cNvSpPr/>
                  <p:nvPr/>
                </p:nvSpPr>
                <p:spPr>
                  <a:xfrm>
                    <a:off x="5793474" y="3928648"/>
                    <a:ext cx="965835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   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9" name="Rectangle 28">
                    <a:extLst>
                      <a:ext uri="{FF2B5EF4-FFF2-40B4-BE49-F238E27FC236}">
                        <a16:creationId xmlns:a16="http://schemas.microsoft.com/office/drawing/2014/main" id="{4D3973B8-6FDB-7C84-AEAA-EAD9479BDAE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93474" y="3928648"/>
                    <a:ext cx="965835" cy="468000"/>
                  </a:xfrm>
                  <a:prstGeom prst="rect">
                    <a:avLst/>
                  </a:prstGeom>
                  <a:blipFill>
                    <a:blip r:embed="rId3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id="{15297BC0-0892-6DF7-3BB2-B770AAA038D2}"/>
                      </a:ext>
                    </a:extLst>
                  </p:cNvPr>
                  <p:cNvSpPr/>
                  <p:nvPr/>
                </p:nvSpPr>
                <p:spPr>
                  <a:xfrm>
                    <a:off x="3735077" y="3945015"/>
                    <a:ext cx="2330767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oMath>
                      </m:oMathPara>
                    </a14:m>
                    <a:endParaRPr lang="en-IN" sz="2800" dirty="0"/>
                  </a:p>
                </p:txBody>
              </p:sp>
            </mc:Choice>
            <mc:Fallback xmlns=""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id="{15297BC0-0892-6DF7-3BB2-B770AAA038D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735077" y="3945015"/>
                    <a:ext cx="2330767" cy="523220"/>
                  </a:xfrm>
                  <a:prstGeom prst="rect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DF9106E9-50EA-3E3B-842F-87EBA873C013}"/>
                    </a:ext>
                  </a:extLst>
                </p:cNvPr>
                <p:cNvSpPr/>
                <p:nvPr/>
              </p:nvSpPr>
              <p:spPr>
                <a:xfrm>
                  <a:off x="3061556" y="3316351"/>
                  <a:ext cx="515716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DF9106E9-50EA-3E3B-842F-87EBA873C01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61556" y="3316351"/>
                  <a:ext cx="515716" cy="711201"/>
                </a:xfrm>
                <a:prstGeom prst="rect">
                  <a:avLst/>
                </a:prstGeom>
                <a:blipFill>
                  <a:blip r:embed="rId3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0F28DAC8-C3B5-7BA5-EBE9-9AC885B7E0E7}"/>
              </a:ext>
            </a:extLst>
          </p:cNvPr>
          <p:cNvSpPr/>
          <p:nvPr/>
        </p:nvSpPr>
        <p:spPr>
          <a:xfrm>
            <a:off x="2384969" y="3978170"/>
            <a:ext cx="408360" cy="384649"/>
          </a:xfrm>
          <a:prstGeom prst="roundRect">
            <a:avLst/>
          </a:prstGeom>
          <a:noFill/>
          <a:ln w="3810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F9DC9195-310F-B8F1-F30F-B034A70941A5}"/>
              </a:ext>
            </a:extLst>
          </p:cNvPr>
          <p:cNvSpPr/>
          <p:nvPr/>
        </p:nvSpPr>
        <p:spPr>
          <a:xfrm>
            <a:off x="2202181" y="4539498"/>
            <a:ext cx="579079" cy="384649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E2973E67-C347-F211-4880-13153E3EC888}"/>
                  </a:ext>
                </a:extLst>
              </p:cNvPr>
              <p:cNvSpPr txBox="1"/>
              <p:nvPr/>
            </p:nvSpPr>
            <p:spPr>
              <a:xfrm>
                <a:off x="8721494" y="769720"/>
                <a:ext cx="1407158" cy="7386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𝟏𝟐</m:t>
                          </m:r>
                        </m:sub>
                      </m:sSub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𝟐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E2973E67-C347-F211-4880-13153E3EC8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21494" y="769720"/>
                <a:ext cx="1407158" cy="738664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4" name="Group 53">
            <a:extLst>
              <a:ext uri="{FF2B5EF4-FFF2-40B4-BE49-F238E27FC236}">
                <a16:creationId xmlns:a16="http://schemas.microsoft.com/office/drawing/2014/main" id="{7E2ADE81-47C0-E82C-655C-63A10CF8FF25}"/>
              </a:ext>
            </a:extLst>
          </p:cNvPr>
          <p:cNvGrpSpPr/>
          <p:nvPr/>
        </p:nvGrpSpPr>
        <p:grpSpPr>
          <a:xfrm>
            <a:off x="7499768" y="2028292"/>
            <a:ext cx="3510299" cy="539587"/>
            <a:chOff x="8477937" y="2317813"/>
            <a:chExt cx="3510299" cy="539587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78044341-0802-6758-1EC4-79035B300E24}"/>
                    </a:ext>
                  </a:extLst>
                </p:cNvPr>
                <p:cNvSpPr/>
                <p:nvPr/>
              </p:nvSpPr>
              <p:spPr>
                <a:xfrm>
                  <a:off x="10614459" y="2317813"/>
                  <a:ext cx="1373777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+2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78044341-0802-6758-1EC4-79035B300E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614459" y="2317813"/>
                  <a:ext cx="1373777" cy="468000"/>
                </a:xfrm>
                <a:prstGeom prst="rect">
                  <a:avLst/>
                </a:prstGeom>
                <a:blipFill>
                  <a:blip r:embed="rId3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CC01B319-50AD-4FB7-8E0F-0F066A5F6A2A}"/>
                    </a:ext>
                  </a:extLst>
                </p:cNvPr>
                <p:cNvSpPr/>
                <p:nvPr/>
              </p:nvSpPr>
              <p:spPr>
                <a:xfrm>
                  <a:off x="8477937" y="2334180"/>
                  <a:ext cx="233076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CC01B319-50AD-4FB7-8E0F-0F066A5F6A2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77937" y="2334180"/>
                  <a:ext cx="2330767" cy="523220"/>
                </a:xfrm>
                <a:prstGeom prst="rect">
                  <a:avLst/>
                </a:prstGeom>
                <a:blipFill>
                  <a:blip r:embed="rId3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EA405A26-3A7C-D7F4-7464-D00199C193EF}"/>
                  </a:ext>
                </a:extLst>
              </p:cNvPr>
              <p:cNvSpPr txBox="1"/>
              <p:nvPr/>
            </p:nvSpPr>
            <p:spPr>
              <a:xfrm>
                <a:off x="8547837" y="3193275"/>
                <a:ext cx="1789120" cy="7386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𝟐𝟑</m:t>
                          </m:r>
                        </m:sub>
                      </m:sSub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𝟏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EA405A26-3A7C-D7F4-7464-D00199C193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47837" y="3193275"/>
                <a:ext cx="1789120" cy="738664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9" name="Group 88">
            <a:extLst>
              <a:ext uri="{FF2B5EF4-FFF2-40B4-BE49-F238E27FC236}">
                <a16:creationId xmlns:a16="http://schemas.microsoft.com/office/drawing/2014/main" id="{C8A15ECA-9187-205A-12BE-04E4273F5552}"/>
              </a:ext>
            </a:extLst>
          </p:cNvPr>
          <p:cNvGrpSpPr/>
          <p:nvPr/>
        </p:nvGrpSpPr>
        <p:grpSpPr>
          <a:xfrm>
            <a:off x="7464689" y="5086590"/>
            <a:ext cx="4089930" cy="523220"/>
            <a:chOff x="7519281" y="5086590"/>
            <a:chExt cx="4089930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" name="Rectangle 79">
                  <a:extLst>
                    <a:ext uri="{FF2B5EF4-FFF2-40B4-BE49-F238E27FC236}">
                      <a16:creationId xmlns:a16="http://schemas.microsoft.com/office/drawing/2014/main" id="{AB26F7C9-B8E8-078E-B896-557542A11C0B}"/>
                    </a:ext>
                  </a:extLst>
                </p:cNvPr>
                <p:cNvSpPr/>
                <p:nvPr/>
              </p:nvSpPr>
              <p:spPr>
                <a:xfrm>
                  <a:off x="9336153" y="5086590"/>
                  <a:ext cx="2273058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   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c</m:t>
                        </m:r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80" name="Rectangle 79">
                  <a:extLst>
                    <a:ext uri="{FF2B5EF4-FFF2-40B4-BE49-F238E27FC236}">
                      <a16:creationId xmlns:a16="http://schemas.microsoft.com/office/drawing/2014/main" id="{AB26F7C9-B8E8-078E-B896-557542A11C0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36153" y="5086590"/>
                  <a:ext cx="2273058" cy="468000"/>
                </a:xfrm>
                <a:prstGeom prst="rect">
                  <a:avLst/>
                </a:prstGeom>
                <a:blipFill>
                  <a:blip r:embed="rId3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" name="Rectangle 81">
                  <a:extLst>
                    <a:ext uri="{FF2B5EF4-FFF2-40B4-BE49-F238E27FC236}">
                      <a16:creationId xmlns:a16="http://schemas.microsoft.com/office/drawing/2014/main" id="{1D57A86B-3A5B-1CF5-3EF8-076677784C9E}"/>
                    </a:ext>
                  </a:extLst>
                </p:cNvPr>
                <p:cNvSpPr/>
                <p:nvPr/>
              </p:nvSpPr>
              <p:spPr>
                <a:xfrm>
                  <a:off x="7519281" y="5086590"/>
                  <a:ext cx="233076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82" name="Rectangle 81">
                  <a:extLst>
                    <a:ext uri="{FF2B5EF4-FFF2-40B4-BE49-F238E27FC236}">
                      <a16:creationId xmlns:a16="http://schemas.microsoft.com/office/drawing/2014/main" id="{1D57A86B-3A5B-1CF5-3EF8-076677784C9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19281" y="5086590"/>
                  <a:ext cx="2330767" cy="523220"/>
                </a:xfrm>
                <a:prstGeom prst="rect">
                  <a:avLst/>
                </a:prstGeom>
                <a:blipFill>
                  <a:blip r:embed="rId3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85" name="Rectangle: Rounded Corners 84">
            <a:extLst>
              <a:ext uri="{FF2B5EF4-FFF2-40B4-BE49-F238E27FC236}">
                <a16:creationId xmlns:a16="http://schemas.microsoft.com/office/drawing/2014/main" id="{8454E425-CBD2-FCE0-E446-5B583551728C}"/>
              </a:ext>
            </a:extLst>
          </p:cNvPr>
          <p:cNvSpPr/>
          <p:nvPr/>
        </p:nvSpPr>
        <p:spPr>
          <a:xfrm>
            <a:off x="6191927" y="915785"/>
            <a:ext cx="64800" cy="5400659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037766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1.11111E-6 L 0.00299 0.42268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3" y="211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1.85185E-6 L -2.08333E-6 0.26505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32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7" grpId="0" animBg="1"/>
      <p:bldP spid="37" grpId="1" animBg="1"/>
      <p:bldP spid="38" grpId="0" animBg="1"/>
      <p:bldP spid="38" grpId="1" animBg="1"/>
      <p:bldP spid="39" grpId="0"/>
      <p:bldP spid="59" grpId="0"/>
      <p:bldP spid="85" grpId="0" animBg="1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373B0D3A-B2C2-4443-99DB-291D237859A8}"/>
                  </a:ext>
                </a:extLst>
              </p:cNvPr>
              <p:cNvSpPr/>
              <p:nvPr/>
            </p:nvSpPr>
            <p:spPr>
              <a:xfrm>
                <a:off x="3899125" y="745700"/>
                <a:ext cx="4132443" cy="23920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4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/>
                            <m:e>
                              <m:eqArr>
                                <m:eqArrPr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</m:eqArr>
                            </m:e>
                            <m:e/>
                          </m:mr>
                        </m:m>
                        <m:r>
                          <a:rPr lang="en-IN" sz="28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               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373B0D3A-B2C2-4443-99DB-291D237859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99125" y="745700"/>
                <a:ext cx="4132443" cy="23920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98D83674-77D3-4F45-92F1-1835E7512F7E}"/>
                  </a:ext>
                </a:extLst>
              </p:cNvPr>
              <p:cNvSpPr/>
              <p:nvPr/>
            </p:nvSpPr>
            <p:spPr>
              <a:xfrm>
                <a:off x="3187452" y="1573616"/>
                <a:ext cx="856661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</m:oMath>
                  </m:oMathPara>
                </a14:m>
                <a:endParaRPr lang="en-IN" sz="3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98D83674-77D3-4F45-92F1-1835E7512F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7452" y="1573616"/>
                <a:ext cx="856661" cy="71120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BBB2FA0-F61E-48D1-9E11-793D0B4509EE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Example:12(Continue)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BBB2FA0-F61E-48D1-9E11-793D0B4509E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5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B3D732-1C1B-42A0-8B17-7C70D09CA0FD}"/>
              </a:ext>
            </a:extLst>
          </p:cNvPr>
          <p:cNvCxnSpPr/>
          <p:nvPr/>
        </p:nvCxnSpPr>
        <p:spPr>
          <a:xfrm>
            <a:off x="6064977" y="1227596"/>
            <a:ext cx="0" cy="145608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EB9A8D04-C878-4FF6-B239-EA0C0A363D6A}"/>
                  </a:ext>
                </a:extLst>
              </p:cNvPr>
              <p:cNvSpPr/>
              <p:nvPr/>
            </p:nvSpPr>
            <p:spPr>
              <a:xfrm>
                <a:off x="6261720" y="1211900"/>
                <a:ext cx="965835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  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EB9A8D04-C878-4FF6-B239-EA0C0A363D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1720" y="1211900"/>
                <a:ext cx="965835" cy="468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37CE3D81-D0E9-4F7A-B6D7-9C1BFCCDE644}"/>
                  </a:ext>
                </a:extLst>
              </p:cNvPr>
              <p:cNvSpPr/>
              <p:nvPr/>
            </p:nvSpPr>
            <p:spPr>
              <a:xfrm>
                <a:off x="6374491" y="1695859"/>
                <a:ext cx="122814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+2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37CE3D81-D0E9-4F7A-B6D7-9C1BFCCDE6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74491" y="1695859"/>
                <a:ext cx="1228142" cy="468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633A957C-7878-433B-AEA5-81D5604EC910}"/>
                  </a:ext>
                </a:extLst>
              </p:cNvPr>
              <p:cNvSpPr/>
              <p:nvPr/>
            </p:nvSpPr>
            <p:spPr>
              <a:xfrm>
                <a:off x="5712981" y="2216175"/>
                <a:ext cx="227305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   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633A957C-7878-433B-AEA5-81D5604EC9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2981" y="2216175"/>
                <a:ext cx="2273058" cy="468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" name="Group 7">
            <a:extLst>
              <a:ext uri="{FF2B5EF4-FFF2-40B4-BE49-F238E27FC236}">
                <a16:creationId xmlns:a16="http://schemas.microsoft.com/office/drawing/2014/main" id="{D501A7FB-ABC2-4D95-84CB-6F191BEEFD37}"/>
              </a:ext>
            </a:extLst>
          </p:cNvPr>
          <p:cNvGrpSpPr/>
          <p:nvPr/>
        </p:nvGrpSpPr>
        <p:grpSpPr>
          <a:xfrm>
            <a:off x="3697611" y="1194855"/>
            <a:ext cx="2529265" cy="1544540"/>
            <a:chOff x="3915093" y="4923593"/>
            <a:chExt cx="2529265" cy="154454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81B525A8-EB53-4CA3-8049-E717BC499A01}"/>
                    </a:ext>
                  </a:extLst>
                </p:cNvPr>
                <p:cNvSpPr/>
                <p:nvPr/>
              </p:nvSpPr>
              <p:spPr>
                <a:xfrm>
                  <a:off x="4113591" y="5944913"/>
                  <a:ext cx="233076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81B525A8-EB53-4CA3-8049-E717BC499A0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13591" y="5944913"/>
                  <a:ext cx="2330767" cy="523220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B5D93FBD-0A64-4839-92EA-B428E4FDAF11}"/>
                    </a:ext>
                  </a:extLst>
                </p:cNvPr>
                <p:cNvSpPr/>
                <p:nvPr/>
              </p:nvSpPr>
              <p:spPr>
                <a:xfrm>
                  <a:off x="3915093" y="5439265"/>
                  <a:ext cx="250718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−1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B5D93FBD-0A64-4839-92EA-B428E4FDAF1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15093" y="5439265"/>
                  <a:ext cx="2507187" cy="523220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E9C3ADE1-508C-4310-B51D-2042BF2760EE}"/>
                    </a:ext>
                  </a:extLst>
                </p:cNvPr>
                <p:cNvSpPr/>
                <p:nvPr/>
              </p:nvSpPr>
              <p:spPr>
                <a:xfrm>
                  <a:off x="4280527" y="4923593"/>
                  <a:ext cx="1996893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E9C3ADE1-508C-4310-B51D-2042BF2760E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80527" y="4923593"/>
                  <a:ext cx="1996893" cy="523220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ACC61D38-BA03-4439-8989-93C482505E6C}"/>
                  </a:ext>
                </a:extLst>
              </p:cNvPr>
              <p:cNvSpPr txBox="1"/>
              <p:nvPr/>
            </p:nvSpPr>
            <p:spPr>
              <a:xfrm>
                <a:off x="8235666" y="1290783"/>
                <a:ext cx="3797729" cy="954107"/>
              </a:xfrm>
              <a:prstGeom prst="rect">
                <a:avLst/>
              </a:prstGeom>
              <a:noFill/>
              <a:ln w="38100">
                <a:solidFill>
                  <a:srgbClr val="FF0000"/>
                </a:solidFill>
              </a:ln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 sz="2800" i="0" dirty="0">
                    <a:solidFill>
                      <a:srgbClr val="FF0000"/>
                    </a:solidFill>
                    <a:effectLst/>
                    <a:uFill>
                      <a:solidFill>
                        <a:srgbClr val="0070C0"/>
                      </a:solidFill>
                    </a:u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The system is consistent, </a:t>
                </a:r>
              </a:p>
              <a:p>
                <a:pPr algn="ctr"/>
                <a:r>
                  <a:rPr lang="en-US" sz="2800" dirty="0">
                    <a:solidFill>
                      <a:srgbClr val="FF0000"/>
                    </a:solidFill>
                    <a:uFill>
                      <a:solidFill>
                        <a:srgbClr val="0070C0"/>
                      </a:solidFill>
                    </a:uFill>
                    <a:ea typeface="Times New Roman" panose="02020603050405020304" pitchFamily="18" charset="0"/>
                    <a:cs typeface="Shruti" panose="020B0502040204020203" pitchFamily="34" charset="0"/>
                  </a:rPr>
                  <a:t>If,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>
                        <a:solidFill>
                          <a:srgbClr val="FF000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ρ</m:t>
                    </m:r>
                    <m:d>
                      <m:dPr>
                        <m:ctrlPr>
                          <a:rPr lang="en-IN" sz="2800" i="1">
                            <a:solidFill>
                              <a:srgbClr val="FF0000"/>
                            </a:solidFill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FF0000"/>
                            </a:solidFill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rPr>
                          <m:t>A</m:t>
                        </m:r>
                      </m:e>
                    </m:d>
                    <m:r>
                      <a:rPr lang="en-IN" sz="2800">
                        <a:solidFill>
                          <a:srgbClr val="FF000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FF000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ρ</m:t>
                    </m:r>
                    <m:d>
                      <m:dPr>
                        <m:ctrlPr>
                          <a:rPr lang="en-IN" sz="2800" i="1">
                            <a:solidFill>
                              <a:srgbClr val="FF0000"/>
                            </a:solidFill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Shruti" panose="020B0502040204020203" pitchFamily="34" charset="0"/>
                          </a:rPr>
                        </m:ctrlPr>
                      </m:d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sz="2800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sz="2800" i="1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 sz="280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 sz="280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</m:d>
                  </m:oMath>
                </a14:m>
                <a:endParaRPr lang="en-IN" sz="2800" dirty="0">
                  <a:solidFill>
                    <a:srgbClr val="FF0000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ACC61D38-BA03-4439-8989-93C482505E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35666" y="1290783"/>
                <a:ext cx="3797729" cy="954107"/>
              </a:xfrm>
              <a:prstGeom prst="rect">
                <a:avLst/>
              </a:prstGeom>
              <a:blipFill>
                <a:blip r:embed="rId12"/>
                <a:stretch>
                  <a:fillRect l="-1749" t="-4938" r="-4452" b="-15432"/>
                </a:stretch>
              </a:blipFill>
              <a:ln w="38100">
                <a:solidFill>
                  <a:srgbClr val="FF0000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99973846-EED8-4994-A75C-448EAEDEB3DF}"/>
              </a:ext>
            </a:extLst>
          </p:cNvPr>
          <p:cNvSpPr/>
          <p:nvPr/>
        </p:nvSpPr>
        <p:spPr>
          <a:xfrm>
            <a:off x="4103223" y="1222553"/>
            <a:ext cx="1897178" cy="1474378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A860B9E3-5B50-4871-B0CE-EE6C53D5FDBC}"/>
              </a:ext>
            </a:extLst>
          </p:cNvPr>
          <p:cNvSpPr/>
          <p:nvPr/>
        </p:nvSpPr>
        <p:spPr>
          <a:xfrm>
            <a:off x="6172350" y="2198063"/>
            <a:ext cx="1688138" cy="505648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5606DCD1-8123-4CF7-8969-A4691EBAE774}"/>
              </a:ext>
            </a:extLst>
          </p:cNvPr>
          <p:cNvSpPr/>
          <p:nvPr/>
        </p:nvSpPr>
        <p:spPr>
          <a:xfrm>
            <a:off x="327981" y="2889149"/>
            <a:ext cx="1222524" cy="539851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 Que. 1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0239050-1C82-4525-92EF-1159EE8FFF59}"/>
              </a:ext>
            </a:extLst>
          </p:cNvPr>
          <p:cNvSpPr txBox="1"/>
          <p:nvPr/>
        </p:nvSpPr>
        <p:spPr>
          <a:xfrm>
            <a:off x="1576417" y="2936811"/>
            <a:ext cx="3434855" cy="53153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>
              <a:defRPr sz="2800" b="1">
                <a:solidFill>
                  <a:srgbClr val="002060"/>
                </a:solidFill>
              </a:defRPr>
            </a:lvl1pPr>
          </a:lstStyle>
          <a:p>
            <a:r>
              <a:rPr lang="en-US" b="0" dirty="0"/>
              <a:t>For Consistent system</a:t>
            </a:r>
            <a:endParaRPr lang="en-IN" b="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6635CB3-9879-4538-92F2-90AC0069E548}"/>
                  </a:ext>
                </a:extLst>
              </p:cNvPr>
              <p:cNvSpPr txBox="1"/>
              <p:nvPr/>
            </p:nvSpPr>
            <p:spPr>
              <a:xfrm>
                <a:off x="357378" y="3533065"/>
                <a:ext cx="3038792" cy="5232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>
                  <a:defRPr sz="2800" b="0">
                    <a:solidFill>
                      <a:srgbClr val="002060"/>
                    </a:solidFill>
                  </a:defRPr>
                </a:lvl1pPr>
              </a:lstStyle>
              <a:p>
                <a:r>
                  <a:rPr lang="en-IN" dirty="0"/>
                  <a:t>Here,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=2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6635CB3-9879-4538-92F2-90AC0069E5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7378" y="3533065"/>
                <a:ext cx="3038792" cy="523220"/>
              </a:xfrm>
              <a:prstGeom prst="rect">
                <a:avLst/>
              </a:prstGeom>
              <a:blipFill>
                <a:blip r:embed="rId13"/>
                <a:stretch>
                  <a:fillRect l="-4217" t="-12941" b="-3294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BB861A65-9367-4E7B-A1C9-B8ACCE79E9E9}"/>
                  </a:ext>
                </a:extLst>
              </p:cNvPr>
              <p:cNvSpPr txBox="1"/>
              <p:nvPr/>
            </p:nvSpPr>
            <p:spPr>
              <a:xfrm>
                <a:off x="3275654" y="4145366"/>
                <a:ext cx="2447611" cy="55127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>
                  <a:defRPr sz="2800" b="0">
                    <a:solidFill>
                      <a:srgbClr val="002060"/>
                    </a:solidFill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mtClean="0">
                          <a:latin typeface="Cambria Math" panose="02040503050406030204" pitchFamily="18" charset="0"/>
                        </a:rPr>
                        <m:t>ρ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"/>
                                  <m:endChr m:val="|"/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  <m:r>
                                    <a:rPr lang="en-GB" b="0" i="0" smtClean="0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</m:d>
                      <m:r>
                        <a:rPr lang="en-GB">
                          <a:latin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BB861A65-9367-4E7B-A1C9-B8ACCE79E9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75654" y="4145366"/>
                <a:ext cx="2447611" cy="551278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4022D6D-D9D3-4761-A900-96814E388A4D}"/>
                  </a:ext>
                </a:extLst>
              </p:cNvPr>
              <p:cNvSpPr txBox="1"/>
              <p:nvPr/>
            </p:nvSpPr>
            <p:spPr>
              <a:xfrm>
                <a:off x="331518" y="4787023"/>
                <a:ext cx="4050465" cy="5232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>
                  <a:defRPr sz="2800" b="0">
                    <a:solidFill>
                      <a:srgbClr val="002060"/>
                    </a:solidFill>
                  </a:defRPr>
                </a:lvl1pPr>
              </a:lstStyle>
              <a:p>
                <a:r>
                  <a:rPr lang="en-IN" dirty="0"/>
                  <a:t>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4022D6D-D9D3-4761-A900-96814E388A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1518" y="4787023"/>
                <a:ext cx="4050465" cy="523220"/>
              </a:xfrm>
              <a:prstGeom prst="rect">
                <a:avLst/>
              </a:prstGeom>
              <a:blipFill>
                <a:blip r:embed="rId15"/>
                <a:stretch>
                  <a:fillRect l="-3008" t="-11628" b="-3139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70B9C94-479A-4F93-99B9-FA4BE1928B88}"/>
                  </a:ext>
                </a:extLst>
              </p:cNvPr>
              <p:cNvSpPr txBox="1"/>
              <p:nvPr/>
            </p:nvSpPr>
            <p:spPr>
              <a:xfrm>
                <a:off x="357378" y="5414308"/>
                <a:ext cx="4520652" cy="97379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>
                  <a:defRPr sz="2800" b="0">
                    <a:solidFill>
                      <a:srgbClr val="002060"/>
                    </a:solidFill>
                  </a:defRPr>
                </a:lvl1pPr>
              </a:lstStyle>
              <a:p>
                <a:r>
                  <a:rPr lang="en-US" dirty="0"/>
                  <a:t>Hence, system is consistent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b="0" i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GB" b="0" i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GB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GB" b="0" i="0" smtClean="0">
                        <a:latin typeface="Cambria Math" panose="02040503050406030204" pitchFamily="18" charset="0"/>
                      </a:rPr>
                      <m:t>−2</m:t>
                    </m:r>
                    <m:r>
                      <m:rPr>
                        <m:sty m:val="p"/>
                      </m:rPr>
                      <a:rPr lang="en-GB" b="0" i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GB" b="0" i="0" smtClean="0"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70B9C94-479A-4F93-99B9-FA4BE1928B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7378" y="5414308"/>
                <a:ext cx="4520652" cy="973792"/>
              </a:xfrm>
              <a:prstGeom prst="rect">
                <a:avLst/>
              </a:prstGeom>
              <a:blipFill>
                <a:blip r:embed="rId16"/>
                <a:stretch>
                  <a:fillRect l="-2834" t="-6250" b="-143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AE6CF0E6-4FC1-4861-9E6B-CFE7ACDD11A4}"/>
                  </a:ext>
                </a:extLst>
              </p:cNvPr>
              <p:cNvSpPr txBox="1"/>
              <p:nvPr/>
            </p:nvSpPr>
            <p:spPr>
              <a:xfrm>
                <a:off x="8116947" y="1291838"/>
                <a:ext cx="4050465" cy="954107"/>
              </a:xfrm>
              <a:prstGeom prst="rect">
                <a:avLst/>
              </a:prstGeom>
              <a:noFill/>
              <a:ln w="38100">
                <a:solidFill>
                  <a:srgbClr val="FF0000"/>
                </a:solidFill>
              </a:ln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 algn="ctr">
                  <a:defRPr sz="2800" i="0">
                    <a:solidFill>
                      <a:srgbClr val="FF0000"/>
                    </a:solidFill>
                    <a:effectLst/>
                    <a:uFill>
                      <a:solidFill>
                        <a:srgbClr val="0070C0"/>
                      </a:solidFill>
                    </a:u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defRPr>
                </a:lvl1pPr>
              </a:lstStyle>
              <a:p>
                <a:r>
                  <a:rPr lang="en-US" dirty="0"/>
                  <a:t>The system is inconsistent,</a:t>
                </a:r>
              </a:p>
              <a:p>
                <a:r>
                  <a:rPr lang="en-US" dirty="0"/>
                  <a:t>if,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mtClean="0"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mtClean="0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 smtClean="0"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mtClean="0"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</m:d>
                  </m:oMath>
                </a14:m>
                <a:r>
                  <a:rPr lang="en-US" dirty="0"/>
                  <a:t>  </a:t>
                </a:r>
                <a:endParaRPr lang="en-IN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AE6CF0E6-4FC1-4861-9E6B-CFE7ACDD11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6947" y="1291838"/>
                <a:ext cx="4050465" cy="954107"/>
              </a:xfrm>
              <a:prstGeom prst="rect">
                <a:avLst/>
              </a:prstGeom>
              <a:blipFill>
                <a:blip r:embed="rId17"/>
                <a:stretch>
                  <a:fillRect l="-1791" t="-4938" r="-1642" b="-14815"/>
                </a:stretch>
              </a:blipFill>
              <a:ln w="38100">
                <a:solidFill>
                  <a:srgbClr val="FF0000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Rectangle: Rounded Corners 44">
            <a:extLst>
              <a:ext uri="{FF2B5EF4-FFF2-40B4-BE49-F238E27FC236}">
                <a16:creationId xmlns:a16="http://schemas.microsoft.com/office/drawing/2014/main" id="{E15E7414-86BA-4FD1-B6BE-84DD6BDD020C}"/>
              </a:ext>
            </a:extLst>
          </p:cNvPr>
          <p:cNvSpPr/>
          <p:nvPr/>
        </p:nvSpPr>
        <p:spPr>
          <a:xfrm>
            <a:off x="5774580" y="2889149"/>
            <a:ext cx="64800" cy="3420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7C272037-7269-B284-A82E-CE2EBBCAAA65}"/>
                  </a:ext>
                </a:extLst>
              </p:cNvPr>
              <p:cNvSpPr txBox="1"/>
              <p:nvPr/>
            </p:nvSpPr>
            <p:spPr>
              <a:xfrm>
                <a:off x="357378" y="4176854"/>
                <a:ext cx="3293121" cy="5232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>
                  <a:defRPr sz="2800" b="0">
                    <a:solidFill>
                      <a:srgbClr val="002060"/>
                    </a:solidFill>
                  </a:defRPr>
                </a:lvl1pPr>
              </a:lstStyle>
              <a:p>
                <a:r>
                  <a:rPr lang="en-US" b="1" dirty="0">
                    <a:solidFill>
                      <a:srgbClr val="FF0000"/>
                    </a:solidFill>
                  </a:rPr>
                  <a:t>If </a:t>
                </a:r>
                <a14:m>
                  <m:oMath xmlns:m="http://schemas.openxmlformats.org/officeDocument/2006/math">
                    <m:r>
                      <a:rPr lang="en-IN" b="1" i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𝐜</m:t>
                    </m:r>
                    <m:r>
                      <a:rPr lang="en-IN" b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b="1" i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𝐚</m:t>
                    </m:r>
                    <m:r>
                      <a:rPr lang="en-IN" b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b="1" i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𝟐𝐛</m:t>
                    </m:r>
                    <m:r>
                      <a:rPr lang="en-IN" b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= </m:t>
                    </m:r>
                    <m:r>
                      <a:rPr lang="en-IN" b="1" i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endParaRPr lang="en-IN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7C272037-7269-B284-A82E-CE2EBBCAAA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7378" y="4176854"/>
                <a:ext cx="3293121" cy="523220"/>
              </a:xfrm>
              <a:prstGeom prst="rect">
                <a:avLst/>
              </a:prstGeom>
              <a:blipFill>
                <a:blip r:embed="rId18"/>
                <a:stretch>
                  <a:fillRect l="-3889" t="-11628" b="-3139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6D0DCE26-B5CF-9DF0-0388-003EB342A8ED}"/>
              </a:ext>
            </a:extLst>
          </p:cNvPr>
          <p:cNvSpPr/>
          <p:nvPr/>
        </p:nvSpPr>
        <p:spPr>
          <a:xfrm>
            <a:off x="6227976" y="2889149"/>
            <a:ext cx="1222524" cy="539851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Que. 2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9CFF9F8-BB14-3BBE-D918-16F7F80D6200}"/>
              </a:ext>
            </a:extLst>
          </p:cNvPr>
          <p:cNvSpPr txBox="1"/>
          <p:nvPr/>
        </p:nvSpPr>
        <p:spPr>
          <a:xfrm>
            <a:off x="7476412" y="2936811"/>
            <a:ext cx="3797729" cy="53153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>
              <a:defRPr sz="2800" b="1">
                <a:solidFill>
                  <a:srgbClr val="002060"/>
                </a:solidFill>
              </a:defRPr>
            </a:lvl1pPr>
          </a:lstStyle>
          <a:p>
            <a:r>
              <a:rPr lang="en-US" b="0" dirty="0"/>
              <a:t>For Inconsistent system</a:t>
            </a:r>
            <a:endParaRPr lang="en-IN" b="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D71C5EB-2C1E-5F52-B762-8BA9E4FBB4E2}"/>
                  </a:ext>
                </a:extLst>
              </p:cNvPr>
              <p:cNvSpPr txBox="1"/>
              <p:nvPr/>
            </p:nvSpPr>
            <p:spPr>
              <a:xfrm>
                <a:off x="6257373" y="3533065"/>
                <a:ext cx="3038792" cy="5232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>
                  <a:defRPr sz="2800" b="0">
                    <a:solidFill>
                      <a:srgbClr val="002060"/>
                    </a:solidFill>
                  </a:defRPr>
                </a:lvl1pPr>
              </a:lstStyle>
              <a:p>
                <a:r>
                  <a:rPr lang="en-IN" dirty="0"/>
                  <a:t>Here,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=2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6D71C5EB-2C1E-5F52-B762-8BA9E4FBB4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57373" y="3533065"/>
                <a:ext cx="3038792" cy="523220"/>
              </a:xfrm>
              <a:prstGeom prst="rect">
                <a:avLst/>
              </a:prstGeom>
              <a:blipFill>
                <a:blip r:embed="rId19"/>
                <a:stretch>
                  <a:fillRect l="-4008" t="-12941" b="-3294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5B85AD4-2FAE-2151-795B-5000932D7E43}"/>
                  </a:ext>
                </a:extLst>
              </p:cNvPr>
              <p:cNvSpPr txBox="1"/>
              <p:nvPr/>
            </p:nvSpPr>
            <p:spPr>
              <a:xfrm>
                <a:off x="9175649" y="4145366"/>
                <a:ext cx="2447611" cy="55127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>
                  <a:defRPr sz="2800" b="0">
                    <a:solidFill>
                      <a:srgbClr val="002060"/>
                    </a:solidFill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mtClean="0">
                          <a:latin typeface="Cambria Math" panose="02040503050406030204" pitchFamily="18" charset="0"/>
                        </a:rPr>
                        <m:t>ρ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"/>
                                  <m:endChr m:val="|"/>
                                  <m:ctrlPr>
                                    <a:rPr lang="en-IN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  <m:r>
                                    <a:rPr lang="en-GB" b="0" i="0" smtClean="0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</m:d>
                      <m:r>
                        <a:rPr lang="en-GB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b="0" i="0" smtClean="0"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5B85AD4-2FAE-2151-795B-5000932D7E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75649" y="4145366"/>
                <a:ext cx="2447611" cy="551278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D498BF4-67FD-E57E-30BC-F78E6F44031B}"/>
                  </a:ext>
                </a:extLst>
              </p:cNvPr>
              <p:cNvSpPr txBox="1"/>
              <p:nvPr/>
            </p:nvSpPr>
            <p:spPr>
              <a:xfrm>
                <a:off x="6231513" y="4787023"/>
                <a:ext cx="4050465" cy="5232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>
                  <a:defRPr sz="2800" b="0">
                    <a:solidFill>
                      <a:srgbClr val="002060"/>
                    </a:solidFill>
                  </a:defRPr>
                </a:lvl1pPr>
              </a:lstStyle>
              <a:p>
                <a:r>
                  <a:rPr lang="en-IN" dirty="0"/>
                  <a:t>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GB" b="0" i="0" smtClean="0"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</m:d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D498BF4-67FD-E57E-30BC-F78E6F4403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31513" y="4787023"/>
                <a:ext cx="4050465" cy="523220"/>
              </a:xfrm>
              <a:prstGeom prst="rect">
                <a:avLst/>
              </a:prstGeom>
              <a:blipFill>
                <a:blip r:embed="rId21"/>
                <a:stretch>
                  <a:fillRect l="-3008" t="-11628" b="-3139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167A2891-A50F-1A14-4F25-E72FFC572E6C}"/>
                  </a:ext>
                </a:extLst>
              </p:cNvPr>
              <p:cNvSpPr txBox="1"/>
              <p:nvPr/>
            </p:nvSpPr>
            <p:spPr>
              <a:xfrm>
                <a:off x="6257373" y="5414308"/>
                <a:ext cx="4520652" cy="97379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>
                  <a:defRPr sz="2800" b="0">
                    <a:solidFill>
                      <a:srgbClr val="002060"/>
                    </a:solidFill>
                  </a:defRPr>
                </a:lvl1pPr>
              </a:lstStyle>
              <a:p>
                <a:r>
                  <a:rPr lang="en-US" dirty="0"/>
                  <a:t>Hence, system is Inconsistent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GB" b="0" i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GB" b="0" i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GB" b="0" i="0" smtClean="0">
                        <a:latin typeface="Cambria Math" panose="02040503050406030204" pitchFamily="18" charset="0"/>
                      </a:rPr>
                      <m:t>a</m:t>
                    </m:r>
                    <m:r>
                      <a:rPr lang="en-GB" b="0" i="0" smtClean="0">
                        <a:latin typeface="Cambria Math" panose="02040503050406030204" pitchFamily="18" charset="0"/>
                      </a:rPr>
                      <m:t>−2</m:t>
                    </m:r>
                    <m:r>
                      <m:rPr>
                        <m:sty m:val="p"/>
                      </m:rPr>
                      <a:rPr lang="en-GB" b="0" i="0" smtClean="0">
                        <a:latin typeface="Cambria Math" panose="02040503050406030204" pitchFamily="18" charset="0"/>
                      </a:rPr>
                      <m:t>b</m:t>
                    </m:r>
                    <m:r>
                      <a:rPr lang="en-GB">
                        <a:latin typeface="Cambria Math" panose="02040503050406030204" pitchFamily="18" charset="0"/>
                      </a:rPr>
                      <m:t>≠</m:t>
                    </m:r>
                    <m:r>
                      <a:rPr lang="en-GB" b="0" i="0" smtClean="0"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167A2891-A50F-1A14-4F25-E72FFC572E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57373" y="5414308"/>
                <a:ext cx="4520652" cy="973792"/>
              </a:xfrm>
              <a:prstGeom prst="rect">
                <a:avLst/>
              </a:prstGeom>
              <a:blipFill>
                <a:blip r:embed="rId22"/>
                <a:stretch>
                  <a:fillRect l="-2695" t="-6250" r="-1213" b="-143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89E6F47C-2422-17F1-022A-E25DC1CB2B4B}"/>
                  </a:ext>
                </a:extLst>
              </p:cNvPr>
              <p:cNvSpPr txBox="1"/>
              <p:nvPr/>
            </p:nvSpPr>
            <p:spPr>
              <a:xfrm>
                <a:off x="6257373" y="4176854"/>
                <a:ext cx="3293121" cy="5232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>
                  <a:defRPr sz="2800" b="0">
                    <a:solidFill>
                      <a:srgbClr val="002060"/>
                    </a:solidFill>
                  </a:defRPr>
                </a:lvl1pPr>
              </a:lstStyle>
              <a:p>
                <a:r>
                  <a:rPr lang="en-US" b="1" dirty="0">
                    <a:solidFill>
                      <a:srgbClr val="FF0000"/>
                    </a:solidFill>
                  </a:rPr>
                  <a:t>If </a:t>
                </a:r>
                <a14:m>
                  <m:oMath xmlns:m="http://schemas.openxmlformats.org/officeDocument/2006/math">
                    <m:r>
                      <a:rPr lang="en-IN" b="1" i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𝐜</m:t>
                    </m:r>
                    <m:r>
                      <a:rPr lang="en-IN" b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b="1" i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𝐚</m:t>
                    </m:r>
                    <m:r>
                      <a:rPr lang="en-IN" b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b="1" i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𝟐𝐛</m:t>
                    </m:r>
                    <m:r>
                      <a:rPr lang="en-IN" b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b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IN" b="1" i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endParaRPr lang="en-IN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89E6F47C-2422-17F1-022A-E25DC1CB2B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57373" y="4176854"/>
                <a:ext cx="3293121" cy="523220"/>
              </a:xfrm>
              <a:prstGeom prst="rect">
                <a:avLst/>
              </a:prstGeom>
              <a:blipFill>
                <a:blip r:embed="rId23"/>
                <a:stretch>
                  <a:fillRect l="-3697" t="-11628" b="-3139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295122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19" grpId="1" animBg="1"/>
      <p:bldP spid="23" grpId="0" animBg="1"/>
      <p:bldP spid="23" grpId="1" animBg="1"/>
      <p:bldP spid="24" grpId="4" animBg="1"/>
      <p:bldP spid="24" grpId="5" animBg="1"/>
      <p:bldP spid="25" grpId="0" animBg="1"/>
      <p:bldP spid="26" grpId="0"/>
      <p:bldP spid="27" grpId="0"/>
      <p:bldP spid="28" grpId="0"/>
      <p:bldP spid="29" grpId="0"/>
      <p:bldP spid="30" grpId="0"/>
      <p:bldP spid="36" grpId="0" animBg="1"/>
      <p:bldP spid="36" grpId="1" animBg="1"/>
      <p:bldP spid="45" grpId="0" animBg="1"/>
      <p:bldP spid="4" grpId="0"/>
      <p:bldP spid="5" grpId="0" animBg="1"/>
      <p:bldP spid="7" grpId="0"/>
      <p:bldP spid="15" grpId="0"/>
      <p:bldP spid="16" grpId="0"/>
      <p:bldP spid="18" grpId="0"/>
      <p:bldP spid="32" grpId="0"/>
      <p:bldP spid="34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2BD8C409-2FF2-4971-81D5-C6F10D7855F8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Example:12(Continue)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2BD8C409-2FF2-4971-81D5-C6F10D7855F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282D1B8A-747A-491C-B683-022E7538796B}"/>
                  </a:ext>
                </a:extLst>
              </p:cNvPr>
              <p:cNvSpPr/>
              <p:nvPr/>
            </p:nvSpPr>
            <p:spPr>
              <a:xfrm>
                <a:off x="7802473" y="894956"/>
                <a:ext cx="4132443" cy="23920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a:rPr lang="en-IN" sz="3200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~</m:t>
                    </m:r>
                    <m:d>
                      <m:dPr>
                        <m:begChr m:val="["/>
                        <m:endChr m:val="]"/>
                        <m:ctrlPr>
                          <a:rPr lang="en-IN" sz="320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GB" sz="32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32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32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4"/>
                                  <m:mcJc m:val="center"/>
                                </m:mcPr>
                              </m:mc>
                            </m:mcs>
                            <m:ctrlPr>
                              <a:rPr lang="en-IN" sz="3200" b="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</m:mr>
                          <m:mr>
                            <m:e>
                              <m:r>
                                <a:rPr lang="en-IN" sz="32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/>
                            <m:e>
                              <m:eqArr>
                                <m:eqArrPr>
                                  <m:ctrlPr>
                                    <a:rPr lang="en-IN" sz="32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</m:eqArr>
                            </m:e>
                            <m:e/>
                          </m:mr>
                        </m:m>
                        <m:r>
                          <a:rPr lang="en-IN" sz="32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         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282D1B8A-747A-491C-B683-022E753879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2473" y="894956"/>
                <a:ext cx="4132443" cy="2392083"/>
              </a:xfrm>
              <a:prstGeom prst="rect">
                <a:avLst/>
              </a:prstGeom>
              <a:blipFill>
                <a:blip r:embed="rId3"/>
                <a:stretch>
                  <a:fillRect l="-4720" r="-442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62881560-76C5-414E-A219-45C6BDD03B1A}"/>
                  </a:ext>
                </a:extLst>
              </p:cNvPr>
              <p:cNvSpPr/>
              <p:nvPr/>
            </p:nvSpPr>
            <p:spPr>
              <a:xfrm>
                <a:off x="10278913" y="1373039"/>
                <a:ext cx="965835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  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62881560-76C5-414E-A219-45C6BDD03B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78913" y="1373039"/>
                <a:ext cx="965835" cy="468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5252E22-9771-4792-AE39-F1C430A2EA15}"/>
                  </a:ext>
                </a:extLst>
              </p:cNvPr>
              <p:cNvSpPr/>
              <p:nvPr/>
            </p:nvSpPr>
            <p:spPr>
              <a:xfrm>
                <a:off x="10391684" y="1856998"/>
                <a:ext cx="122814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+2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5252E22-9771-4792-AE39-F1C430A2EA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1684" y="1856998"/>
                <a:ext cx="1228142" cy="468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4F3AFB8-FDE0-4421-9B79-DD4D49C07EA9}"/>
                  </a:ext>
                </a:extLst>
              </p:cNvPr>
              <p:cNvSpPr/>
              <p:nvPr/>
            </p:nvSpPr>
            <p:spPr>
              <a:xfrm>
                <a:off x="9730174" y="2377314"/>
                <a:ext cx="227305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   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4F3AFB8-FDE0-4421-9B79-DD4D49C07E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30174" y="2377314"/>
                <a:ext cx="2273058" cy="468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4" name="Group 13">
            <a:extLst>
              <a:ext uri="{FF2B5EF4-FFF2-40B4-BE49-F238E27FC236}">
                <a16:creationId xmlns:a16="http://schemas.microsoft.com/office/drawing/2014/main" id="{EA8ADC8E-2967-40B9-9C8B-0BB8D9A9392E}"/>
              </a:ext>
            </a:extLst>
          </p:cNvPr>
          <p:cNvGrpSpPr/>
          <p:nvPr/>
        </p:nvGrpSpPr>
        <p:grpSpPr>
          <a:xfrm>
            <a:off x="7714804" y="1355994"/>
            <a:ext cx="2529265" cy="1544540"/>
            <a:chOff x="3915093" y="4923593"/>
            <a:chExt cx="2529265" cy="154454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01F6114B-E2E5-48C9-A80D-C5BEFDB394D9}"/>
                    </a:ext>
                  </a:extLst>
                </p:cNvPr>
                <p:cNvSpPr/>
                <p:nvPr/>
              </p:nvSpPr>
              <p:spPr>
                <a:xfrm>
                  <a:off x="4113591" y="5944913"/>
                  <a:ext cx="233076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01F6114B-E2E5-48C9-A80D-C5BEFDB394D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13591" y="5944913"/>
                  <a:ext cx="2330767" cy="523220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383483EE-1EF2-4F5C-A7D6-9DBCB704AE14}"/>
                    </a:ext>
                  </a:extLst>
                </p:cNvPr>
                <p:cNvSpPr/>
                <p:nvPr/>
              </p:nvSpPr>
              <p:spPr>
                <a:xfrm>
                  <a:off x="3915093" y="5439265"/>
                  <a:ext cx="250718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−1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383483EE-1EF2-4F5C-A7D6-9DBCB704AE1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15093" y="5439265"/>
                  <a:ext cx="2507187" cy="523220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DD058D74-7EF1-4347-B0DB-E564233512B5}"/>
                    </a:ext>
                  </a:extLst>
                </p:cNvPr>
                <p:cNvSpPr/>
                <p:nvPr/>
              </p:nvSpPr>
              <p:spPr>
                <a:xfrm>
                  <a:off x="4280527" y="4923593"/>
                  <a:ext cx="1996893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DD058D74-7EF1-4347-B0DB-E564233512B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80527" y="4923593"/>
                  <a:ext cx="1996893" cy="523220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290A8AF5-8371-4274-9A62-50E0F3333EDC}"/>
                  </a:ext>
                </a:extLst>
              </p:cNvPr>
              <p:cNvSpPr/>
              <p:nvPr/>
            </p:nvSpPr>
            <p:spPr>
              <a:xfrm>
                <a:off x="8100777" y="838106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290A8AF5-8371-4274-9A62-50E0F3333E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0777" y="838106"/>
                <a:ext cx="484303" cy="49292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3068125-7132-4163-9B51-E5C39605A536}"/>
                  </a:ext>
                </a:extLst>
              </p:cNvPr>
              <p:cNvSpPr/>
              <p:nvPr/>
            </p:nvSpPr>
            <p:spPr>
              <a:xfrm>
                <a:off x="8755245" y="845335"/>
                <a:ext cx="484303" cy="52321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3068125-7132-4163-9B51-E5C39605A5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55245" y="845335"/>
                <a:ext cx="484303" cy="52321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364A6173-F498-4C96-91E7-2132EC5F6672}"/>
                  </a:ext>
                </a:extLst>
              </p:cNvPr>
              <p:cNvSpPr/>
              <p:nvPr/>
            </p:nvSpPr>
            <p:spPr>
              <a:xfrm>
                <a:off x="9540032" y="838106"/>
                <a:ext cx="484303" cy="52321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364A6173-F498-4C96-91E7-2132EC5F66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40032" y="838106"/>
                <a:ext cx="484303" cy="523219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04015904-D2F1-4C66-A477-0A0877EDAFF3}"/>
              </a:ext>
            </a:extLst>
          </p:cNvPr>
          <p:cNvCxnSpPr>
            <a:cxnSpLocks/>
          </p:cNvCxnSpPr>
          <p:nvPr/>
        </p:nvCxnSpPr>
        <p:spPr>
          <a:xfrm>
            <a:off x="10138873" y="1418442"/>
            <a:ext cx="0" cy="145608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A3639DE9-433E-CFF7-32EC-6C9D6B139808}"/>
              </a:ext>
            </a:extLst>
          </p:cNvPr>
          <p:cNvSpPr/>
          <p:nvPr/>
        </p:nvSpPr>
        <p:spPr>
          <a:xfrm>
            <a:off x="251882" y="1036917"/>
            <a:ext cx="1222524" cy="539851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 Que. 3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9865ABE-9424-4A39-41D0-A1CC8410DCE3}"/>
              </a:ext>
            </a:extLst>
          </p:cNvPr>
          <p:cNvSpPr txBox="1"/>
          <p:nvPr/>
        </p:nvSpPr>
        <p:spPr>
          <a:xfrm>
            <a:off x="1500318" y="1084579"/>
            <a:ext cx="5963719" cy="53153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>
              <a:defRPr sz="2800" b="1">
                <a:solidFill>
                  <a:srgbClr val="002060"/>
                </a:solidFill>
              </a:defRPr>
            </a:lvl1pPr>
          </a:lstStyle>
          <a:p>
            <a:r>
              <a:rPr lang="en-US" b="0" dirty="0"/>
              <a:t>Unique solution / Infinitely many solution</a:t>
            </a:r>
            <a:endParaRPr lang="en-IN" b="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F4A0E93-8E28-B278-4BC4-07695F7A655F}"/>
                  </a:ext>
                </a:extLst>
              </p:cNvPr>
              <p:cNvSpPr txBox="1"/>
              <p:nvPr/>
            </p:nvSpPr>
            <p:spPr>
              <a:xfrm>
                <a:off x="251882" y="1838984"/>
                <a:ext cx="5611481" cy="5232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>
                  <a:defRPr sz="2800" b="0">
                    <a:solidFill>
                      <a:srgbClr val="002060"/>
                    </a:solidFill>
                  </a:defRPr>
                </a:lvl1pPr>
              </a:lstStyle>
              <a:p>
                <a:r>
                  <a:rPr lang="en-IN" dirty="0"/>
                  <a:t>From Que. 1,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>
                            <a:latin typeface="Cambria Math" panose="02040503050406030204" pitchFamily="18" charset="0"/>
                          </a:rPr>
                          <m:t>A</m:t>
                        </m:r>
                      </m:e>
                    </m:d>
                    <m:r>
                      <a:rPr lang="en-IN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>
                        <a:latin typeface="Cambria Math" panose="02040503050406030204" pitchFamily="18" charset="0"/>
                      </a:rPr>
                      <m:t>ρ</m:t>
                    </m:r>
                    <m:d>
                      <m:d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["/>
                            <m:endChr m:val="]"/>
                            <m:ctrlPr>
                              <a:rPr lang="en-IN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i="1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e>
                    </m:d>
                    <m:r>
                      <a:rPr lang="en-GB">
                        <a:latin typeface="Cambria Math" panose="02040503050406030204" pitchFamily="18" charset="0"/>
                      </a:rPr>
                      <m:t>=2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F4A0E93-8E28-B278-4BC4-07695F7A65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882" y="1838984"/>
                <a:ext cx="5611481" cy="523220"/>
              </a:xfrm>
              <a:prstGeom prst="rect">
                <a:avLst/>
              </a:prstGeom>
              <a:blipFill>
                <a:blip r:embed="rId13"/>
                <a:stretch>
                  <a:fillRect l="-2172" t="-12791" b="-3139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2E1FC040-5E0C-55EF-698C-6913B1CF8336}"/>
                  </a:ext>
                </a:extLst>
              </p:cNvPr>
              <p:cNvSpPr txBox="1"/>
              <p:nvPr/>
            </p:nvSpPr>
            <p:spPr>
              <a:xfrm>
                <a:off x="5541320" y="1838984"/>
                <a:ext cx="1572921" cy="5232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>
                  <a:defRPr sz="2800" b="0">
                    <a:solidFill>
                      <a:srgbClr val="002060"/>
                    </a:solidFill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GB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GB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𝟑</m:t>
                      </m:r>
                      <m:r>
                        <a:rPr lang="en-GB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𝐧</m:t>
                      </m:r>
                    </m:oMath>
                  </m:oMathPara>
                </a14:m>
                <a:endParaRPr lang="en-IN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2E1FC040-5E0C-55EF-698C-6913B1CF83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41320" y="1838984"/>
                <a:ext cx="157292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790F9194-32E2-477B-24F0-A282CEFD6F03}"/>
              </a:ext>
            </a:extLst>
          </p:cNvPr>
          <p:cNvSpPr txBox="1"/>
          <p:nvPr/>
        </p:nvSpPr>
        <p:spPr>
          <a:xfrm>
            <a:off x="251882" y="2624420"/>
            <a:ext cx="5738622" cy="52322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>
              <a:defRPr sz="2800" b="0">
                <a:solidFill>
                  <a:srgbClr val="002060"/>
                </a:solidFill>
              </a:defRPr>
            </a:lvl1pPr>
          </a:lstStyle>
          <a:p>
            <a:r>
              <a:rPr lang="en-US" dirty="0"/>
              <a:t>So, system </a:t>
            </a:r>
            <a:r>
              <a:rPr lang="en-GB" dirty="0"/>
              <a:t>has infinitely many solution</a:t>
            </a:r>
            <a:r>
              <a:rPr lang="en-US" dirty="0"/>
              <a:t>.</a:t>
            </a:r>
            <a:endParaRPr lang="en-IN" dirty="0"/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BBC7D061-2F9F-37B9-6F61-3D74A103AE4A}"/>
              </a:ext>
            </a:extLst>
          </p:cNvPr>
          <p:cNvSpPr/>
          <p:nvPr/>
        </p:nvSpPr>
        <p:spPr>
          <a:xfrm>
            <a:off x="7500632" y="914420"/>
            <a:ext cx="64800" cy="2520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869392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22" grpId="0"/>
      <p:bldP spid="3" grpId="0" animBg="1"/>
      <p:bldP spid="5" grpId="0"/>
      <p:bldP spid="8" grpId="0"/>
      <p:bldP spid="10" grpId="0"/>
      <p:bldP spid="25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roup 58">
            <a:extLst>
              <a:ext uri="{FF2B5EF4-FFF2-40B4-BE49-F238E27FC236}">
                <a16:creationId xmlns:a16="http://schemas.microsoft.com/office/drawing/2014/main" id="{7B6AC7A6-8E57-4C13-847F-1B85B478F7DA}"/>
              </a:ext>
            </a:extLst>
          </p:cNvPr>
          <p:cNvGrpSpPr/>
          <p:nvPr/>
        </p:nvGrpSpPr>
        <p:grpSpPr>
          <a:xfrm>
            <a:off x="9099881" y="2675786"/>
            <a:ext cx="1438267" cy="1765923"/>
            <a:chOff x="9316123" y="2576061"/>
            <a:chExt cx="1438267" cy="176592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174A307C-67CD-466C-8E0D-E247F13C2A6C}"/>
                    </a:ext>
                  </a:extLst>
                </p:cNvPr>
                <p:cNvSpPr/>
                <p:nvPr/>
              </p:nvSpPr>
              <p:spPr>
                <a:xfrm>
                  <a:off x="9316123" y="2576061"/>
                  <a:ext cx="1438267" cy="176592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</m:e>
                              </m:mr>
                              <m:mr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e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174A307C-67CD-466C-8E0D-E247F13C2A6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16123" y="2576061"/>
                  <a:ext cx="1438267" cy="1765923"/>
                </a:xfrm>
                <a:prstGeom prst="rect">
                  <a:avLst/>
                </a:prstGeom>
                <a:blipFill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74108C74-9494-4FD5-9C2A-FC7B63ABB155}"/>
                </a:ext>
              </a:extLst>
            </p:cNvPr>
            <p:cNvGrpSpPr/>
            <p:nvPr/>
          </p:nvGrpSpPr>
          <p:grpSpPr>
            <a:xfrm>
              <a:off x="9364898" y="2763735"/>
              <a:ext cx="1026046" cy="1478083"/>
              <a:chOff x="3376749" y="4833412"/>
              <a:chExt cx="1026046" cy="147808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6" name="Rectangle 55">
                    <a:extLst>
                      <a:ext uri="{FF2B5EF4-FFF2-40B4-BE49-F238E27FC236}">
                        <a16:creationId xmlns:a16="http://schemas.microsoft.com/office/drawing/2014/main" id="{A49A8A4D-F94E-4E6A-896E-2671F519D6D7}"/>
                      </a:ext>
                    </a:extLst>
                  </p:cNvPr>
                  <p:cNvSpPr/>
                  <p:nvPr/>
                </p:nvSpPr>
                <p:spPr>
                  <a:xfrm>
                    <a:off x="3436960" y="4833412"/>
                    <a:ext cx="965835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   6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6" name="Rectangle 55">
                    <a:extLst>
                      <a:ext uri="{FF2B5EF4-FFF2-40B4-BE49-F238E27FC236}">
                        <a16:creationId xmlns:a16="http://schemas.microsoft.com/office/drawing/2014/main" id="{A49A8A4D-F94E-4E6A-896E-2671F519D6D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436960" y="4833412"/>
                    <a:ext cx="965835" cy="468000"/>
                  </a:xfrm>
                  <a:prstGeom prst="rect">
                    <a:avLst/>
                  </a:prstGeom>
                  <a:blipFill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7" name="Rectangle 56">
                    <a:extLst>
                      <a:ext uri="{FF2B5EF4-FFF2-40B4-BE49-F238E27FC236}">
                        <a16:creationId xmlns:a16="http://schemas.microsoft.com/office/drawing/2014/main" id="{655D9356-21DD-41C6-B835-8DE55197461D}"/>
                      </a:ext>
                    </a:extLst>
                  </p:cNvPr>
                  <p:cNvSpPr/>
                  <p:nvPr/>
                </p:nvSpPr>
                <p:spPr>
                  <a:xfrm>
                    <a:off x="3664082" y="5312900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7" name="Rectangle 56">
                    <a:extLst>
                      <a:ext uri="{FF2B5EF4-FFF2-40B4-BE49-F238E27FC236}">
                        <a16:creationId xmlns:a16="http://schemas.microsoft.com/office/drawing/2014/main" id="{655D9356-21DD-41C6-B835-8DE55197461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64082" y="5312900"/>
                    <a:ext cx="717113" cy="468000"/>
                  </a:xfrm>
                  <a:prstGeom prst="rect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" name="Rectangle 57">
                    <a:extLst>
                      <a:ext uri="{FF2B5EF4-FFF2-40B4-BE49-F238E27FC236}">
                        <a16:creationId xmlns:a16="http://schemas.microsoft.com/office/drawing/2014/main" id="{CF4CA585-B7FA-45DE-9947-AEF2D525A3A1}"/>
                      </a:ext>
                    </a:extLst>
                  </p:cNvPr>
                  <p:cNvSpPr/>
                  <p:nvPr/>
                </p:nvSpPr>
                <p:spPr>
                  <a:xfrm>
                    <a:off x="3376749" y="5843495"/>
                    <a:ext cx="965835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   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k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8" name="Rectangle 57">
                    <a:extLst>
                      <a:ext uri="{FF2B5EF4-FFF2-40B4-BE49-F238E27FC236}">
                        <a16:creationId xmlns:a16="http://schemas.microsoft.com/office/drawing/2014/main" id="{CF4CA585-B7FA-45DE-9947-AEF2D525A3A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376749" y="5843495"/>
                    <a:ext cx="965835" cy="468000"/>
                  </a:xfrm>
                  <a:prstGeom prst="rect">
                    <a:avLst/>
                  </a:prstGeom>
                  <a:blipFill>
                    <a:blip r:embed="rId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DB680CAA-8C1F-49D5-9EB4-1FEED355EB18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/>
                  <a:t>Example:15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DB680CAA-8C1F-49D5-9EB4-1FEED355EB1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6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E49C6A14-B387-43FE-BBAA-86BD777AA798}"/>
              </a:ext>
            </a:extLst>
          </p:cNvPr>
          <p:cNvSpPr/>
          <p:nvPr/>
        </p:nvSpPr>
        <p:spPr>
          <a:xfrm>
            <a:off x="203525" y="871362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163D4DE9-7583-4A0D-B117-35193A388AF1}"/>
              </a:ext>
            </a:extLst>
          </p:cNvPr>
          <p:cNvSpPr/>
          <p:nvPr/>
        </p:nvSpPr>
        <p:spPr>
          <a:xfrm>
            <a:off x="203525" y="2305253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021CE41-8B77-4020-BAEB-2C57E04A48AF}"/>
                  </a:ext>
                </a:extLst>
              </p:cNvPr>
              <p:cNvSpPr txBox="1"/>
              <p:nvPr/>
            </p:nvSpPr>
            <p:spPr>
              <a:xfrm>
                <a:off x="1942678" y="843752"/>
                <a:ext cx="102493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For which values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US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&amp; </m:t>
                    </m:r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k</m:t>
                    </m:r>
                    <m:r>
                      <a:rPr lang="en-US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US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the following system has (</a:t>
                </a:r>
                <a:r>
                  <a:rPr lang="en-IN" sz="2800" dirty="0" err="1">
                    <a:solidFill>
                      <a:srgbClr val="002060"/>
                    </a:solidFill>
                  </a:rPr>
                  <a:t>i</a:t>
                </a:r>
                <a:r>
                  <a:rPr lang="en-IN" sz="2800" dirty="0">
                    <a:solidFill>
                      <a:srgbClr val="002060"/>
                    </a:solidFill>
                  </a:rPr>
                  <a:t>) No solution, </a:t>
                </a: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021CE41-8B77-4020-BAEB-2C57E04A48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42678" y="843752"/>
                <a:ext cx="10249321" cy="523220"/>
              </a:xfrm>
              <a:prstGeom prst="rect">
                <a:avLst/>
              </a:prstGeom>
              <a:blipFill>
                <a:blip r:embed="rId7"/>
                <a:stretch>
                  <a:fillRect l="-1249" t="-11628" r="-892" b="-3139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7952103D-776A-47E4-88BB-5B40AC724BBF}"/>
              </a:ext>
            </a:extLst>
          </p:cNvPr>
          <p:cNvSpPr txBox="1"/>
          <p:nvPr/>
        </p:nvSpPr>
        <p:spPr>
          <a:xfrm>
            <a:off x="1914542" y="1286557"/>
            <a:ext cx="799298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(ii) Unique solution, (iii) Infinitely many solutions?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AA2246F1-BF90-49F8-88D8-657A58914718}"/>
                  </a:ext>
                </a:extLst>
              </p:cNvPr>
              <p:cNvSpPr/>
              <p:nvPr/>
            </p:nvSpPr>
            <p:spPr>
              <a:xfrm>
                <a:off x="2015053" y="1745725"/>
                <a:ext cx="2286808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990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y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chemeClr val="accent5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z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0" smtClean="0">
                        <a:solidFill>
                          <a:srgbClr val="890E4F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</a:t>
                </a: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AA2246F1-BF90-49F8-88D8-657A5891471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15053" y="1745725"/>
                <a:ext cx="2286808" cy="539851"/>
              </a:xfrm>
              <a:prstGeom prst="rect">
                <a:avLst/>
              </a:prstGeom>
              <a:blipFill>
                <a:blip r:embed="rId8"/>
                <a:stretch>
                  <a:fillRect t="-11236" r="-4533" b="-2696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EABE28F6-07E7-45E7-BDE7-DA6CCE3E8797}"/>
                  </a:ext>
                </a:extLst>
              </p:cNvPr>
              <p:cNvSpPr/>
              <p:nvPr/>
            </p:nvSpPr>
            <p:spPr>
              <a:xfrm>
                <a:off x="4301861" y="1745724"/>
                <a:ext cx="2915478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990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b="0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y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b="0" i="0" smtClean="0">
                        <a:solidFill>
                          <a:schemeClr val="accent5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chemeClr val="accent5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z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0" smtClean="0">
                        <a:solidFill>
                          <a:srgbClr val="890E4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</a:t>
                </a: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EABE28F6-07E7-45E7-BDE7-DA6CCE3E87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1861" y="1745724"/>
                <a:ext cx="2915478" cy="539851"/>
              </a:xfrm>
              <a:prstGeom prst="rect">
                <a:avLst/>
              </a:prstGeom>
              <a:blipFill>
                <a:blip r:embed="rId9"/>
                <a:stretch>
                  <a:fillRect t="-11236" r="-2301" b="-2696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03A01D6C-6382-42D7-BADE-5DF794CF9074}"/>
                  </a:ext>
                </a:extLst>
              </p:cNvPr>
              <p:cNvSpPr/>
              <p:nvPr/>
            </p:nvSpPr>
            <p:spPr>
              <a:xfrm>
                <a:off x="6992053" y="1743230"/>
                <a:ext cx="2915478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λz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k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03A01D6C-6382-42D7-BADE-5DF794CF907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92053" y="1743230"/>
                <a:ext cx="2915478" cy="539851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88C3206B-CFEE-41EE-B37A-73908AF613C7}"/>
                  </a:ext>
                </a:extLst>
              </p:cNvPr>
              <p:cNvSpPr/>
              <p:nvPr/>
            </p:nvSpPr>
            <p:spPr>
              <a:xfrm>
                <a:off x="1942156" y="2305253"/>
                <a:ext cx="9417167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The matrix representation of the above system is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𝐀𝐗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where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88C3206B-CFEE-41EE-B37A-73908AF613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42156" y="2305253"/>
                <a:ext cx="9417167" cy="468000"/>
              </a:xfrm>
              <a:prstGeom prst="rect">
                <a:avLst/>
              </a:prstGeom>
              <a:blipFill>
                <a:blip r:embed="rId11"/>
                <a:stretch>
                  <a:fillRect l="-1360" t="-12987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7" name="Group 16">
            <a:extLst>
              <a:ext uri="{FF2B5EF4-FFF2-40B4-BE49-F238E27FC236}">
                <a16:creationId xmlns:a16="http://schemas.microsoft.com/office/drawing/2014/main" id="{4771CF95-D329-4BB5-928B-C942EE60AD2C}"/>
              </a:ext>
            </a:extLst>
          </p:cNvPr>
          <p:cNvGrpSpPr/>
          <p:nvPr/>
        </p:nvGrpSpPr>
        <p:grpSpPr>
          <a:xfrm>
            <a:off x="2213288" y="2387707"/>
            <a:ext cx="3719331" cy="2392083"/>
            <a:chOff x="913001" y="3069512"/>
            <a:chExt cx="3719331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2799E14D-B1E1-47EB-8CA4-DF1BD25FCA76}"/>
                    </a:ext>
                  </a:extLst>
                </p:cNvPr>
                <p:cNvSpPr/>
                <p:nvPr/>
              </p:nvSpPr>
              <p:spPr>
                <a:xfrm>
                  <a:off x="913001" y="3909954"/>
                  <a:ext cx="965836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𝐀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2799E14D-B1E1-47EB-8CA4-DF1BD25FCA7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3001" y="3909954"/>
                  <a:ext cx="965836" cy="711201"/>
                </a:xfrm>
                <a:prstGeom prst="rect">
                  <a:avLst/>
                </a:prstGeom>
                <a:blipFill>
                  <a:blip r:embed="rId1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1EF00094-3424-4041-AD19-23838976D973}"/>
                    </a:ext>
                  </a:extLst>
                </p:cNvPr>
                <p:cNvSpPr/>
                <p:nvPr/>
              </p:nvSpPr>
              <p:spPr>
                <a:xfrm>
                  <a:off x="1392332" y="3069512"/>
                  <a:ext cx="3240000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1EF00094-3424-4041-AD19-23838976D97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392332" y="3069512"/>
                  <a:ext cx="3240000" cy="2392083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11359B7B-421E-4A67-B1DE-E61D32E70903}"/>
                  </a:ext>
                </a:extLst>
              </p:cNvPr>
              <p:cNvSpPr/>
              <p:nvPr/>
            </p:nvSpPr>
            <p:spPr>
              <a:xfrm>
                <a:off x="5918656" y="3253340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𝐗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11359B7B-421E-4A67-B1DE-E61D32E709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18656" y="3253340"/>
                <a:ext cx="965836" cy="711201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D8A73133-6B13-4DAB-9767-C06272F9CAC0}"/>
                  </a:ext>
                </a:extLst>
              </p:cNvPr>
              <p:cNvSpPr/>
              <p:nvPr/>
            </p:nvSpPr>
            <p:spPr>
              <a:xfrm>
                <a:off x="8470114" y="3273846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𝐁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D8A73133-6B13-4DAB-9767-C06272F9CAC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70114" y="3273846"/>
                <a:ext cx="965836" cy="711201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Rectangle 21">
            <a:extLst>
              <a:ext uri="{FF2B5EF4-FFF2-40B4-BE49-F238E27FC236}">
                <a16:creationId xmlns:a16="http://schemas.microsoft.com/office/drawing/2014/main" id="{5312EC0B-61B8-4A4B-BBDD-09272EE72B05}"/>
              </a:ext>
            </a:extLst>
          </p:cNvPr>
          <p:cNvSpPr/>
          <p:nvPr/>
        </p:nvSpPr>
        <p:spPr>
          <a:xfrm>
            <a:off x="7670626" y="3270959"/>
            <a:ext cx="965836" cy="7112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IN" sz="2800" b="0" i="0" dirty="0">
                <a:solidFill>
                  <a:srgbClr val="002060"/>
                </a:solidFill>
                <a:latin typeface="+mj-lt"/>
                <a:ea typeface="Cambria Math" panose="02040503050406030204" pitchFamily="18" charset="0"/>
              </a:rPr>
              <a:t>and</a:t>
            </a:r>
            <a:endParaRPr lang="en-IN" sz="2800" dirty="0">
              <a:solidFill>
                <a:srgbClr val="FF0000"/>
              </a:solidFill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70089396-F2FA-49DA-8913-45985F48F212}"/>
              </a:ext>
            </a:extLst>
          </p:cNvPr>
          <p:cNvGrpSpPr/>
          <p:nvPr/>
        </p:nvGrpSpPr>
        <p:grpSpPr>
          <a:xfrm>
            <a:off x="6509640" y="2725279"/>
            <a:ext cx="1438267" cy="1765923"/>
            <a:chOff x="5141077" y="3457054"/>
            <a:chExt cx="1438267" cy="176592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630A601D-9DFD-42A5-A9FE-F9F990E95EBD}"/>
                    </a:ext>
                  </a:extLst>
                </p:cNvPr>
                <p:cNvSpPr/>
                <p:nvPr/>
              </p:nvSpPr>
              <p:spPr>
                <a:xfrm>
                  <a:off x="5141077" y="3457054"/>
                  <a:ext cx="1438267" cy="176592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</m:e>
                              </m:mr>
                              <m:mr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e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630A601D-9DFD-42A5-A9FE-F9F990E95EB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41077" y="3457054"/>
                  <a:ext cx="1438267" cy="1765923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6CC80DC5-6874-48C0-A798-3E40F7C67278}"/>
                </a:ext>
              </a:extLst>
            </p:cNvPr>
            <p:cNvGrpSpPr/>
            <p:nvPr/>
          </p:nvGrpSpPr>
          <p:grpSpPr>
            <a:xfrm>
              <a:off x="5447051" y="3569709"/>
              <a:ext cx="730365" cy="1444285"/>
              <a:chOff x="3668692" y="4815858"/>
              <a:chExt cx="730365" cy="144428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" name="Rectangle 25">
                    <a:extLst>
                      <a:ext uri="{FF2B5EF4-FFF2-40B4-BE49-F238E27FC236}">
                        <a16:creationId xmlns:a16="http://schemas.microsoft.com/office/drawing/2014/main" id="{611C8451-8DBC-4C90-9754-CB04113F49F3}"/>
                      </a:ext>
                    </a:extLst>
                  </p:cNvPr>
                  <p:cNvSpPr/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99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6" name="Rectangle 25">
                    <a:extLst>
                      <a:ext uri="{FF2B5EF4-FFF2-40B4-BE49-F238E27FC236}">
                        <a16:creationId xmlns:a16="http://schemas.microsoft.com/office/drawing/2014/main" id="{611C8451-8DBC-4C90-9754-CB04113F49F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id="{B0BEAB25-A1ED-4CC7-9FC8-A5264BB74B95}"/>
                      </a:ext>
                    </a:extLst>
                  </p:cNvPr>
                  <p:cNvSpPr/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70C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id="{B0BEAB25-A1ED-4CC7-9FC8-A5264BB74B9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id="{4E4A705F-3BAF-4121-9696-8A3AC08628D5}"/>
                      </a:ext>
                    </a:extLst>
                  </p:cNvPr>
                  <p:cNvSpPr/>
                  <p:nvPr/>
                </p:nvSpPr>
                <p:spPr>
                  <a:xfrm>
                    <a:off x="3674514" y="579214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z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id="{4E4A705F-3BAF-4121-9696-8A3AC08628D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74514" y="5792143"/>
                    <a:ext cx="717113" cy="468000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sp>
        <p:nvSpPr>
          <p:cNvPr id="29" name="Rectangle 28">
            <a:extLst>
              <a:ext uri="{FF2B5EF4-FFF2-40B4-BE49-F238E27FC236}">
                <a16:creationId xmlns:a16="http://schemas.microsoft.com/office/drawing/2014/main" id="{3C02B4D5-A0C3-4B10-883A-2AAE9A073461}"/>
              </a:ext>
            </a:extLst>
          </p:cNvPr>
          <p:cNvSpPr/>
          <p:nvPr/>
        </p:nvSpPr>
        <p:spPr>
          <a:xfrm>
            <a:off x="1948368" y="4465004"/>
            <a:ext cx="4646384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Consider the Augmented Matrix</a:t>
            </a:r>
            <a:endParaRPr lang="en-IN" sz="2800" b="1" dirty="0">
              <a:solidFill>
                <a:srgbClr val="002060"/>
              </a:solidFill>
            </a:endParaRP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BB97ECE-411A-4F96-BDE7-DD5F4989B837}"/>
              </a:ext>
            </a:extLst>
          </p:cNvPr>
          <p:cNvGrpSpPr/>
          <p:nvPr/>
        </p:nvGrpSpPr>
        <p:grpSpPr>
          <a:xfrm>
            <a:off x="1762611" y="5495054"/>
            <a:ext cx="1944546" cy="471208"/>
            <a:chOff x="2027654" y="5357172"/>
            <a:chExt cx="1944546" cy="47120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EDACD307-E431-480B-86BA-4E38A827826E}"/>
                    </a:ext>
                  </a:extLst>
                </p:cNvPr>
                <p:cNvSpPr/>
                <p:nvPr/>
              </p:nvSpPr>
              <p:spPr>
                <a:xfrm>
                  <a:off x="2027654" y="5357172"/>
                  <a:ext cx="14592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sz="2800" b="0" i="1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 b="0" i="0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EDACD307-E431-480B-86BA-4E38A827826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27654" y="5357172"/>
                  <a:ext cx="1459235" cy="468000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50DB8913-0F46-49BF-BAB1-DB06905B2CFE}"/>
                    </a:ext>
                  </a:extLst>
                </p:cNvPr>
                <p:cNvSpPr/>
                <p:nvPr/>
              </p:nvSpPr>
              <p:spPr>
                <a:xfrm>
                  <a:off x="3255087" y="5360380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50DB8913-0F46-49BF-BAB1-DB06905B2CF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55087" y="5360380"/>
                  <a:ext cx="717113" cy="468000"/>
                </a:xfrm>
                <a:prstGeom prst="rect">
                  <a:avLst/>
                </a:prstGeom>
                <a:blipFill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98C248EB-D8AA-4385-A7DE-2BBF140ABC10}"/>
                  </a:ext>
                </a:extLst>
              </p:cNvPr>
              <p:cNvSpPr/>
              <p:nvPr/>
            </p:nvSpPr>
            <p:spPr>
              <a:xfrm>
                <a:off x="3460513" y="4532669"/>
                <a:ext cx="3884367" cy="23920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/>
                            <m:e>
                              <m:eqArr>
                                <m:eqArrPr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</m:eqAr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             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98C248EB-D8AA-4385-A7DE-2BBF140ABC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0513" y="4532669"/>
                <a:ext cx="3884367" cy="239208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37216D3-4BCC-4A75-B708-C247208617CB}"/>
              </a:ext>
            </a:extLst>
          </p:cNvPr>
          <p:cNvCxnSpPr/>
          <p:nvPr/>
        </p:nvCxnSpPr>
        <p:spPr>
          <a:xfrm>
            <a:off x="6117446" y="5049064"/>
            <a:ext cx="0" cy="145608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Right Arrow 3">
            <a:extLst>
              <a:ext uri="{FF2B5EF4-FFF2-40B4-BE49-F238E27FC236}">
                <a16:creationId xmlns:a16="http://schemas.microsoft.com/office/drawing/2014/main" id="{E82665E2-17CE-4CEB-8524-10B6919F0C61}"/>
              </a:ext>
            </a:extLst>
          </p:cNvPr>
          <p:cNvSpPr/>
          <p:nvPr/>
        </p:nvSpPr>
        <p:spPr>
          <a:xfrm flipV="1">
            <a:off x="1288012" y="4501829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0C3FD261-CD19-4CA4-A08B-3ED3834137FE}"/>
              </a:ext>
            </a:extLst>
          </p:cNvPr>
          <p:cNvGrpSpPr/>
          <p:nvPr/>
        </p:nvGrpSpPr>
        <p:grpSpPr>
          <a:xfrm>
            <a:off x="6074555" y="4989668"/>
            <a:ext cx="686385" cy="1516183"/>
            <a:chOff x="3376749" y="4795312"/>
            <a:chExt cx="1026046" cy="15161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" name="Rectangle 39">
                  <a:extLst>
                    <a:ext uri="{FF2B5EF4-FFF2-40B4-BE49-F238E27FC236}">
                      <a16:creationId xmlns:a16="http://schemas.microsoft.com/office/drawing/2014/main" id="{D79A47AC-9E19-49BE-A833-2E35E0D717FE}"/>
                    </a:ext>
                  </a:extLst>
                </p:cNvPr>
                <p:cNvSpPr/>
                <p:nvPr/>
              </p:nvSpPr>
              <p:spPr>
                <a:xfrm>
                  <a:off x="3436960" y="4795312"/>
                  <a:ext cx="9658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   6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40" name="Rectangle 39">
                  <a:extLst>
                    <a:ext uri="{FF2B5EF4-FFF2-40B4-BE49-F238E27FC236}">
                      <a16:creationId xmlns:a16="http://schemas.microsoft.com/office/drawing/2014/main" id="{D79A47AC-9E19-49BE-A833-2E35E0D717F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6960" y="4795312"/>
                  <a:ext cx="965835" cy="468000"/>
                </a:xfrm>
                <a:prstGeom prst="rect">
                  <a:avLst/>
                </a:prstGeom>
                <a:blipFill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74A5DED7-3900-4443-964F-B7DF268C97AD}"/>
                    </a:ext>
                  </a:extLst>
                </p:cNvPr>
                <p:cNvSpPr/>
                <p:nvPr/>
              </p:nvSpPr>
              <p:spPr>
                <a:xfrm>
                  <a:off x="3664083" y="5331950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74A5DED7-3900-4443-964F-B7DF268C97A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4083" y="5331950"/>
                  <a:ext cx="717113" cy="468000"/>
                </a:xfrm>
                <a:prstGeom prst="rect">
                  <a:avLst/>
                </a:prstGeom>
                <a:blipFill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BEEC2325-7A9F-4734-8A03-700D70116583}"/>
                    </a:ext>
                  </a:extLst>
                </p:cNvPr>
                <p:cNvSpPr/>
                <p:nvPr/>
              </p:nvSpPr>
              <p:spPr>
                <a:xfrm>
                  <a:off x="3376749" y="5843495"/>
                  <a:ext cx="9658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   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k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BEEC2325-7A9F-4734-8A03-700D7011658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6749" y="5843495"/>
                  <a:ext cx="965835" cy="468000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0C2D7622-4CAB-44C9-9E71-C1830F256716}"/>
              </a:ext>
            </a:extLst>
          </p:cNvPr>
          <p:cNvGrpSpPr/>
          <p:nvPr/>
        </p:nvGrpSpPr>
        <p:grpSpPr>
          <a:xfrm>
            <a:off x="3144277" y="2837581"/>
            <a:ext cx="2364156" cy="1570822"/>
            <a:chOff x="3144277" y="2837581"/>
            <a:chExt cx="2364156" cy="157082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EC7A29FB-4240-4AA0-9AD7-293635FFDCC4}"/>
                    </a:ext>
                  </a:extLst>
                </p:cNvPr>
                <p:cNvSpPr/>
                <p:nvPr/>
              </p:nvSpPr>
              <p:spPr>
                <a:xfrm>
                  <a:off x="3144277" y="3372808"/>
                  <a:ext cx="235475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2        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EC7A29FB-4240-4AA0-9AD7-293635FFDCC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144277" y="3372808"/>
                  <a:ext cx="2354757" cy="523220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65761ED4-AEC0-44B0-AC58-4C88E3B7F185}"/>
                    </a:ext>
                  </a:extLst>
                </p:cNvPr>
                <p:cNvSpPr/>
                <p:nvPr/>
              </p:nvSpPr>
              <p:spPr>
                <a:xfrm>
                  <a:off x="3257509" y="2837581"/>
                  <a:ext cx="2119490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65761ED4-AEC0-44B0-AC58-4C88E3B7F18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57509" y="2837581"/>
                  <a:ext cx="2119490" cy="523220"/>
                </a:xfrm>
                <a:prstGeom prst="rect">
                  <a:avLst/>
                </a:prstGeom>
                <a:blipFill>
                  <a:blip r:embed="rId2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A9A15D31-A5E9-4608-AFE6-D0B98EBE04BE}"/>
                    </a:ext>
                  </a:extLst>
                </p:cNvPr>
                <p:cNvSpPr/>
                <p:nvPr/>
              </p:nvSpPr>
              <p:spPr>
                <a:xfrm>
                  <a:off x="3153676" y="3885183"/>
                  <a:ext cx="235475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0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2        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A9A15D31-A5E9-4608-AFE6-D0B98EBE04B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153676" y="3885183"/>
                  <a:ext cx="2354757" cy="523220"/>
                </a:xfrm>
                <a:prstGeom prst="rect">
                  <a:avLst/>
                </a:prstGeom>
                <a:blipFill>
                  <a:blip r:embed="rId2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DADC94A6-669D-4B0E-946D-C54663440A7F}"/>
              </a:ext>
            </a:extLst>
          </p:cNvPr>
          <p:cNvGrpSpPr/>
          <p:nvPr/>
        </p:nvGrpSpPr>
        <p:grpSpPr>
          <a:xfrm>
            <a:off x="3692315" y="4989605"/>
            <a:ext cx="2364156" cy="1570822"/>
            <a:chOff x="3761613" y="4978330"/>
            <a:chExt cx="2364156" cy="157082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7C1FA64F-5BA9-4DF5-97B5-E25B8C707443}"/>
                    </a:ext>
                  </a:extLst>
                </p:cNvPr>
                <p:cNvSpPr/>
                <p:nvPr/>
              </p:nvSpPr>
              <p:spPr>
                <a:xfrm>
                  <a:off x="3761613" y="5513557"/>
                  <a:ext cx="235475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2        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7C1FA64F-5BA9-4DF5-97B5-E25B8C70744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61613" y="5513557"/>
                  <a:ext cx="2354757" cy="523220"/>
                </a:xfrm>
                <a:prstGeom prst="rect">
                  <a:avLst/>
                </a:prstGeom>
                <a:blipFill>
                  <a:blip r:embed="rId2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8DC1802D-8C7F-4CF0-A8B5-D8C56C268ACE}"/>
                    </a:ext>
                  </a:extLst>
                </p:cNvPr>
                <p:cNvSpPr/>
                <p:nvPr/>
              </p:nvSpPr>
              <p:spPr>
                <a:xfrm>
                  <a:off x="3874845" y="4978330"/>
                  <a:ext cx="2119490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8DC1802D-8C7F-4CF0-A8B5-D8C56C268AC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874845" y="4978330"/>
                  <a:ext cx="2119490" cy="523220"/>
                </a:xfrm>
                <a:prstGeom prst="rect">
                  <a:avLst/>
                </a:prstGeom>
                <a:blipFill>
                  <a:blip r:embed="rId3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40855F69-CC44-44A1-9E16-51DD91EBBA16}"/>
                    </a:ext>
                  </a:extLst>
                </p:cNvPr>
                <p:cNvSpPr/>
                <p:nvPr/>
              </p:nvSpPr>
              <p:spPr>
                <a:xfrm>
                  <a:off x="3771012" y="6025932"/>
                  <a:ext cx="235475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0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2        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40855F69-CC44-44A1-9E16-51DD91EBBA1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1012" y="6025932"/>
                  <a:ext cx="2354757" cy="523220"/>
                </a:xfrm>
                <a:prstGeom prst="rect">
                  <a:avLst/>
                </a:prstGeom>
                <a:blipFill>
                  <a:blip r:embed="rId3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4558745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"/>
                            </p:stCondLst>
                            <p:childTnLst>
                              <p:par>
                                <p:cTn id="6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20" grpId="0"/>
      <p:bldP spid="21" grpId="0"/>
      <p:bldP spid="22" grpId="0"/>
      <p:bldP spid="29" grpId="0"/>
      <p:bldP spid="33" grpId="0"/>
      <p:bldP spid="35" grpId="0" animBg="1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C39D78-8634-E246-53AE-A92B27C0AF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C4AC990D-9015-6045-845E-E76BC28A42E8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 </a:t>
                </a:r>
                <a14:m>
                  <m:oMath xmlns:m="http://schemas.openxmlformats.org/officeDocument/2006/math"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 Example:15(Continue)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C4AC990D-9015-6045-845E-E76BC28A42E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F92E0EB3-5FE5-720C-6144-90206637636E}"/>
                  </a:ext>
                </a:extLst>
              </p:cNvPr>
              <p:cNvSpPr/>
              <p:nvPr/>
            </p:nvSpPr>
            <p:spPr>
              <a:xfrm>
                <a:off x="708315" y="868421"/>
                <a:ext cx="3977985" cy="17376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/>
                            <m:e>
                              <m:eqArr>
                                <m:eqArrPr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</m:eqAr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          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F92E0EB3-5FE5-720C-6144-9020663763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8315" y="868421"/>
                <a:ext cx="3977985" cy="17376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70F1E39B-14D5-882A-2722-562E6E62242E}"/>
              </a:ext>
            </a:extLst>
          </p:cNvPr>
          <p:cNvCxnSpPr/>
          <p:nvPr/>
        </p:nvCxnSpPr>
        <p:spPr>
          <a:xfrm>
            <a:off x="3582418" y="1021813"/>
            <a:ext cx="0" cy="145608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id="{74DC8A02-3305-4A4C-BF74-A7DDD3CF971A}"/>
              </a:ext>
            </a:extLst>
          </p:cNvPr>
          <p:cNvGrpSpPr/>
          <p:nvPr/>
        </p:nvGrpSpPr>
        <p:grpSpPr>
          <a:xfrm>
            <a:off x="3490978" y="962354"/>
            <a:ext cx="686385" cy="1516183"/>
            <a:chOff x="3376749" y="4795312"/>
            <a:chExt cx="1026046" cy="15161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02A796CF-F84E-0159-3CCE-86A64E840513}"/>
                    </a:ext>
                  </a:extLst>
                </p:cNvPr>
                <p:cNvSpPr/>
                <p:nvPr/>
              </p:nvSpPr>
              <p:spPr>
                <a:xfrm>
                  <a:off x="3436960" y="4795312"/>
                  <a:ext cx="9658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   6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02A796CF-F84E-0159-3CCE-86A64E84051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6960" y="4795312"/>
                  <a:ext cx="965835" cy="468000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429C53BF-E302-B07D-0864-EC130D19D07F}"/>
                    </a:ext>
                  </a:extLst>
                </p:cNvPr>
                <p:cNvSpPr/>
                <p:nvPr/>
              </p:nvSpPr>
              <p:spPr>
                <a:xfrm>
                  <a:off x="3664083" y="5331950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429C53BF-E302-B07D-0864-EC130D19D07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4083" y="5331950"/>
                  <a:ext cx="717113" cy="468000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2BB02B5D-1D77-4E45-6F6A-D0D546EE12D4}"/>
                    </a:ext>
                  </a:extLst>
                </p:cNvPr>
                <p:cNvSpPr/>
                <p:nvPr/>
              </p:nvSpPr>
              <p:spPr>
                <a:xfrm>
                  <a:off x="3376749" y="5843495"/>
                  <a:ext cx="9658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   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k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BEEC2325-7A9F-4734-8A03-700D7011658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6749" y="5843495"/>
                  <a:ext cx="965835" cy="468000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37F5D803-37A1-32EA-DB00-96B646B2F493}"/>
              </a:ext>
            </a:extLst>
          </p:cNvPr>
          <p:cNvGrpSpPr/>
          <p:nvPr/>
        </p:nvGrpSpPr>
        <p:grpSpPr>
          <a:xfrm>
            <a:off x="1248727" y="962354"/>
            <a:ext cx="2364156" cy="1570822"/>
            <a:chOff x="3761613" y="4978330"/>
            <a:chExt cx="2364156" cy="157082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E55F4FAA-8D31-6BBE-F87E-135850067874}"/>
                    </a:ext>
                  </a:extLst>
                </p:cNvPr>
                <p:cNvSpPr/>
                <p:nvPr/>
              </p:nvSpPr>
              <p:spPr>
                <a:xfrm>
                  <a:off x="3761613" y="5513557"/>
                  <a:ext cx="235475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2        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7C1FA64F-5BA9-4DF5-97B5-E25B8C70744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61613" y="5513557"/>
                  <a:ext cx="2354757" cy="523220"/>
                </a:xfrm>
                <a:prstGeom prst="rect">
                  <a:avLst/>
                </a:prstGeom>
                <a:blipFill>
                  <a:blip r:embed="rId2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E40D2C4E-E7DA-1713-9338-36BFAEDB3A3C}"/>
                    </a:ext>
                  </a:extLst>
                </p:cNvPr>
                <p:cNvSpPr/>
                <p:nvPr/>
              </p:nvSpPr>
              <p:spPr>
                <a:xfrm>
                  <a:off x="3874845" y="4978330"/>
                  <a:ext cx="2119490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8DC1802D-8C7F-4CF0-A8B5-D8C56C268AC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874845" y="4978330"/>
                  <a:ext cx="2119490" cy="523220"/>
                </a:xfrm>
                <a:prstGeom prst="rect">
                  <a:avLst/>
                </a:prstGeom>
                <a:blipFill>
                  <a:blip r:embed="rId3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7BF379E0-5AF3-BB4C-BF40-0F81DF758348}"/>
                    </a:ext>
                  </a:extLst>
                </p:cNvPr>
                <p:cNvSpPr/>
                <p:nvPr/>
              </p:nvSpPr>
              <p:spPr>
                <a:xfrm>
                  <a:off x="3771012" y="6025932"/>
                  <a:ext cx="235475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0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2        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40855F69-CC44-44A1-9E16-51DD91EBBA1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1012" y="6025932"/>
                  <a:ext cx="2354757" cy="523220"/>
                </a:xfrm>
                <a:prstGeom prst="rect">
                  <a:avLst/>
                </a:prstGeom>
                <a:blipFill>
                  <a:blip r:embed="rId3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9AEA37C1-507F-EB24-10CC-C23C9E4A6B22}"/>
                  </a:ext>
                </a:extLst>
              </p:cNvPr>
              <p:cNvSpPr txBox="1"/>
              <p:nvPr/>
            </p:nvSpPr>
            <p:spPr>
              <a:xfrm>
                <a:off x="1284371" y="2794953"/>
                <a:ext cx="1695931" cy="7386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𝟏𝟐</m:t>
                          </m:r>
                        </m:sub>
                      </m:sSub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𝟏</m:t>
                          </m:r>
                        </m:e>
                      </m:d>
                      <m:r>
                        <a:rPr lang="en-IN" sz="2800" b="1" i="1" smtClean="0">
                          <a:solidFill>
                            <a:srgbClr val="FF000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, 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9AEA37C1-507F-EB24-10CC-C23C9E4A6B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84371" y="2794953"/>
                <a:ext cx="1695931" cy="738664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5EE3B87D-02B3-7E07-23B7-5B78CA0C78F3}"/>
                  </a:ext>
                </a:extLst>
              </p:cNvPr>
              <p:cNvSpPr txBox="1"/>
              <p:nvPr/>
            </p:nvSpPr>
            <p:spPr>
              <a:xfrm>
                <a:off x="2879095" y="2795664"/>
                <a:ext cx="1455837" cy="7386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𝟏𝟑</m:t>
                          </m:r>
                        </m:sub>
                      </m:sSub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𝟏</m:t>
                          </m:r>
                        </m:e>
                      </m:d>
                      <m:r>
                        <a:rPr lang="en-IN" sz="2800" b="1" i="1" smtClean="0">
                          <a:solidFill>
                            <a:srgbClr val="FF000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 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5EE3B87D-02B3-7E07-23B7-5B78CA0C78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9095" y="2795664"/>
                <a:ext cx="1455837" cy="738664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051E486E-5FF1-DF5F-9071-054FF1D913C8}"/>
              </a:ext>
            </a:extLst>
          </p:cNvPr>
          <p:cNvSpPr/>
          <p:nvPr/>
        </p:nvSpPr>
        <p:spPr>
          <a:xfrm>
            <a:off x="1436781" y="1043576"/>
            <a:ext cx="360000" cy="360000"/>
          </a:xfrm>
          <a:prstGeom prst="roundRect">
            <a:avLst/>
          </a:prstGeom>
          <a:noFill/>
          <a:ln w="3810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1FCE51D5-1095-7B21-D461-D9ED19147B6D}"/>
              </a:ext>
            </a:extLst>
          </p:cNvPr>
          <p:cNvSpPr/>
          <p:nvPr/>
        </p:nvSpPr>
        <p:spPr>
          <a:xfrm>
            <a:off x="1430839" y="1569854"/>
            <a:ext cx="360000" cy="360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6B560453-7EE3-B186-43F4-CA6A6A0A220B}"/>
              </a:ext>
            </a:extLst>
          </p:cNvPr>
          <p:cNvSpPr/>
          <p:nvPr/>
        </p:nvSpPr>
        <p:spPr>
          <a:xfrm>
            <a:off x="1430839" y="2096988"/>
            <a:ext cx="360000" cy="360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1BBD0151-3BD0-1A4C-8A0A-30C2467EB24F}"/>
              </a:ext>
            </a:extLst>
          </p:cNvPr>
          <p:cNvGrpSpPr/>
          <p:nvPr/>
        </p:nvGrpSpPr>
        <p:grpSpPr>
          <a:xfrm>
            <a:off x="708315" y="3623550"/>
            <a:ext cx="3977985" cy="1737620"/>
            <a:chOff x="708315" y="3429000"/>
            <a:chExt cx="3977985" cy="17376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463653F2-C334-5362-B900-F77A2464DE6F}"/>
                    </a:ext>
                  </a:extLst>
                </p:cNvPr>
                <p:cNvSpPr/>
                <p:nvPr/>
              </p:nvSpPr>
              <p:spPr>
                <a:xfrm>
                  <a:off x="708315" y="3429000"/>
                  <a:ext cx="3977985" cy="173762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                 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463653F2-C334-5362-B900-F77A2464DE6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8315" y="3429000"/>
                  <a:ext cx="3977985" cy="1737620"/>
                </a:xfrm>
                <a:prstGeom prst="rect">
                  <a:avLst/>
                </a:prstGeom>
                <a:blipFill>
                  <a:blip r:embed="rId34"/>
                  <a:stretch>
                    <a:fillRect l="-2910" r="-2603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59E56444-925C-EF77-E9C4-6E0CF141E56B}"/>
                </a:ext>
              </a:extLst>
            </p:cNvPr>
            <p:cNvCxnSpPr/>
            <p:nvPr/>
          </p:nvCxnSpPr>
          <p:spPr>
            <a:xfrm>
              <a:off x="3633218" y="3582392"/>
              <a:ext cx="0" cy="1456083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6FA0AEDC-3F19-EA2E-C03D-6A7131327631}"/>
              </a:ext>
            </a:extLst>
          </p:cNvPr>
          <p:cNvGrpSpPr/>
          <p:nvPr/>
        </p:nvGrpSpPr>
        <p:grpSpPr>
          <a:xfrm>
            <a:off x="972050" y="3736194"/>
            <a:ext cx="3733644" cy="533908"/>
            <a:chOff x="963568" y="3517404"/>
            <a:chExt cx="3733644" cy="53390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9" name="Rectangle 68">
                  <a:extLst>
                    <a:ext uri="{FF2B5EF4-FFF2-40B4-BE49-F238E27FC236}">
                      <a16:creationId xmlns:a16="http://schemas.microsoft.com/office/drawing/2014/main" id="{0C98B4F6-31A4-AF24-F0F5-C8C33AC5B70D}"/>
                    </a:ext>
                  </a:extLst>
                </p:cNvPr>
                <p:cNvSpPr/>
                <p:nvPr/>
              </p:nvSpPr>
              <p:spPr>
                <a:xfrm>
                  <a:off x="963568" y="3528092"/>
                  <a:ext cx="2669320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69" name="Rectangle 68">
                  <a:extLst>
                    <a:ext uri="{FF2B5EF4-FFF2-40B4-BE49-F238E27FC236}">
                      <a16:creationId xmlns:a16="http://schemas.microsoft.com/office/drawing/2014/main" id="{0C98B4F6-31A4-AF24-F0F5-C8C33AC5B70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63568" y="3528092"/>
                  <a:ext cx="2669320" cy="523220"/>
                </a:xfrm>
                <a:prstGeom prst="rect">
                  <a:avLst/>
                </a:prstGeom>
                <a:blipFill>
                  <a:blip r:embed="rId3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0" name="Rectangle 69">
                  <a:extLst>
                    <a:ext uri="{FF2B5EF4-FFF2-40B4-BE49-F238E27FC236}">
                      <a16:creationId xmlns:a16="http://schemas.microsoft.com/office/drawing/2014/main" id="{5F994050-3BA0-A49E-356D-7B518FCCBAE2}"/>
                    </a:ext>
                  </a:extLst>
                </p:cNvPr>
                <p:cNvSpPr/>
                <p:nvPr/>
              </p:nvSpPr>
              <p:spPr>
                <a:xfrm>
                  <a:off x="4306710" y="3517404"/>
                  <a:ext cx="390502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70" name="Rectangle 69">
                  <a:extLst>
                    <a:ext uri="{FF2B5EF4-FFF2-40B4-BE49-F238E27FC236}">
                      <a16:creationId xmlns:a16="http://schemas.microsoft.com/office/drawing/2014/main" id="{5F994050-3BA0-A49E-356D-7B518FCCBAE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306710" y="3517404"/>
                  <a:ext cx="390502" cy="468000"/>
                </a:xfrm>
                <a:prstGeom prst="rect">
                  <a:avLst/>
                </a:prstGeom>
                <a:blipFill>
                  <a:blip r:embed="rId3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473B693-C4EC-649D-0380-64F60852B613}"/>
                  </a:ext>
                </a:extLst>
              </p:cNvPr>
              <p:cNvSpPr/>
              <p:nvPr/>
            </p:nvSpPr>
            <p:spPr>
              <a:xfrm>
                <a:off x="981396" y="4246273"/>
                <a:ext cx="2636918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1               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473B693-C4EC-649D-0380-64F60852B6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1396" y="4246273"/>
                <a:ext cx="2636918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0ED42A59-B7AF-FDBB-FD1A-08D8C95A104F}"/>
                  </a:ext>
                </a:extLst>
              </p:cNvPr>
              <p:cNvSpPr/>
              <p:nvPr/>
            </p:nvSpPr>
            <p:spPr>
              <a:xfrm>
                <a:off x="4312208" y="4232959"/>
                <a:ext cx="39050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0ED42A59-B7AF-FDBB-FD1A-08D8C95A10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2208" y="4232959"/>
                <a:ext cx="390502" cy="468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E7E23736-623A-7CB7-407D-6C39E8856BDC}"/>
                  </a:ext>
                </a:extLst>
              </p:cNvPr>
              <p:cNvSpPr/>
              <p:nvPr/>
            </p:nvSpPr>
            <p:spPr>
              <a:xfrm>
                <a:off x="884028" y="4789863"/>
                <a:ext cx="2858639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     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λ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E7E23736-623A-7CB7-407D-6C39E8856B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4028" y="4789863"/>
                <a:ext cx="2858639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2C06B15D-8A72-40F7-874B-16827264D7B5}"/>
                  </a:ext>
                </a:extLst>
              </p:cNvPr>
              <p:cNvSpPr/>
              <p:nvPr/>
            </p:nvSpPr>
            <p:spPr>
              <a:xfrm>
                <a:off x="3643094" y="4790758"/>
                <a:ext cx="1123729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−6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2C06B15D-8A72-40F7-874B-16827264D7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43094" y="4790758"/>
                <a:ext cx="1123729" cy="468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9" name="Rectangle: Rounded Corners 78">
            <a:extLst>
              <a:ext uri="{FF2B5EF4-FFF2-40B4-BE49-F238E27FC236}">
                <a16:creationId xmlns:a16="http://schemas.microsoft.com/office/drawing/2014/main" id="{083942BA-7443-15A9-53B4-E8C7F4531667}"/>
              </a:ext>
            </a:extLst>
          </p:cNvPr>
          <p:cNvSpPr/>
          <p:nvPr/>
        </p:nvSpPr>
        <p:spPr>
          <a:xfrm>
            <a:off x="6063600" y="928015"/>
            <a:ext cx="64800" cy="5400659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p:sp>
        <p:nvSpPr>
          <p:cNvPr id="80" name="Rectangle: Rounded Corners 79">
            <a:extLst>
              <a:ext uri="{FF2B5EF4-FFF2-40B4-BE49-F238E27FC236}">
                <a16:creationId xmlns:a16="http://schemas.microsoft.com/office/drawing/2014/main" id="{65DB19ED-1CCF-B679-E010-793A87B6CD5D}"/>
              </a:ext>
            </a:extLst>
          </p:cNvPr>
          <p:cNvSpPr/>
          <p:nvPr/>
        </p:nvSpPr>
        <p:spPr>
          <a:xfrm>
            <a:off x="1849071" y="4324983"/>
            <a:ext cx="360000" cy="360000"/>
          </a:xfrm>
          <a:prstGeom prst="roundRect">
            <a:avLst/>
          </a:prstGeom>
          <a:noFill/>
          <a:ln w="3810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81" name="Rectangle: Rounded Corners 80">
            <a:extLst>
              <a:ext uri="{FF2B5EF4-FFF2-40B4-BE49-F238E27FC236}">
                <a16:creationId xmlns:a16="http://schemas.microsoft.com/office/drawing/2014/main" id="{69289886-112C-E75D-92B2-F919B6234030}"/>
              </a:ext>
            </a:extLst>
          </p:cNvPr>
          <p:cNvSpPr/>
          <p:nvPr/>
        </p:nvSpPr>
        <p:spPr>
          <a:xfrm>
            <a:off x="1866005" y="4873025"/>
            <a:ext cx="360000" cy="360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24E1C5BA-C361-9200-83EC-A9242532FB16}"/>
                  </a:ext>
                </a:extLst>
              </p:cNvPr>
              <p:cNvSpPr txBox="1"/>
              <p:nvPr/>
            </p:nvSpPr>
            <p:spPr>
              <a:xfrm>
                <a:off x="8197829" y="773329"/>
                <a:ext cx="1455837" cy="7386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𝟐𝟑</m:t>
                          </m:r>
                        </m:sub>
                      </m:sSub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𝟏</m:t>
                          </m:r>
                        </m:e>
                      </m:d>
                      <m:r>
                        <a:rPr lang="en-IN" sz="2800" b="1" i="1" smtClean="0">
                          <a:solidFill>
                            <a:srgbClr val="FF000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 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24E1C5BA-C361-9200-83EC-A9242532FB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97829" y="773329"/>
                <a:ext cx="1455837" cy="738664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4" name="Group 83">
            <a:extLst>
              <a:ext uri="{FF2B5EF4-FFF2-40B4-BE49-F238E27FC236}">
                <a16:creationId xmlns:a16="http://schemas.microsoft.com/office/drawing/2014/main" id="{C6483C05-93E8-BA54-6D1C-307628938925}"/>
              </a:ext>
            </a:extLst>
          </p:cNvPr>
          <p:cNvGrpSpPr/>
          <p:nvPr/>
        </p:nvGrpSpPr>
        <p:grpSpPr>
          <a:xfrm>
            <a:off x="6964161" y="1485574"/>
            <a:ext cx="3977985" cy="1642637"/>
            <a:chOff x="708315" y="3429000"/>
            <a:chExt cx="3977985" cy="17376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5" name="Rectangle 84">
                  <a:extLst>
                    <a:ext uri="{FF2B5EF4-FFF2-40B4-BE49-F238E27FC236}">
                      <a16:creationId xmlns:a16="http://schemas.microsoft.com/office/drawing/2014/main" id="{F51E8040-A70B-C048-A27C-1C509144D768}"/>
                    </a:ext>
                  </a:extLst>
                </p:cNvPr>
                <p:cNvSpPr/>
                <p:nvPr/>
              </p:nvSpPr>
              <p:spPr>
                <a:xfrm>
                  <a:off x="708315" y="3429000"/>
                  <a:ext cx="3977985" cy="173762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r>
                        <m:rPr>
                          <m:nor/>
                        </m:rPr>
                        <a:rPr lang="en-IN" sz="280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                  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85" name="Rectangle 84">
                  <a:extLst>
                    <a:ext uri="{FF2B5EF4-FFF2-40B4-BE49-F238E27FC236}">
                      <a16:creationId xmlns:a16="http://schemas.microsoft.com/office/drawing/2014/main" id="{F51E8040-A70B-C048-A27C-1C509144D76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8315" y="3429000"/>
                  <a:ext cx="3977985" cy="1737620"/>
                </a:xfrm>
                <a:prstGeom prst="rect">
                  <a:avLst/>
                </a:prstGeom>
                <a:blipFill>
                  <a:blip r:embed="rId42"/>
                  <a:stretch>
                    <a:fillRect l="-3828" r="-352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E0447E73-499C-33DF-A455-826007F3EA72}"/>
                </a:ext>
              </a:extLst>
            </p:cNvPr>
            <p:cNvCxnSpPr/>
            <p:nvPr/>
          </p:nvCxnSpPr>
          <p:spPr>
            <a:xfrm>
              <a:off x="3590888" y="3582392"/>
              <a:ext cx="0" cy="1456083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71E738D5-5ACA-76BF-48D1-EAB086080DE1}"/>
              </a:ext>
            </a:extLst>
          </p:cNvPr>
          <p:cNvGrpSpPr/>
          <p:nvPr/>
        </p:nvGrpSpPr>
        <p:grpSpPr>
          <a:xfrm>
            <a:off x="7211036" y="1592698"/>
            <a:ext cx="3788673" cy="533908"/>
            <a:chOff x="963568" y="3517404"/>
            <a:chExt cx="3788673" cy="53390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8" name="Rectangle 87">
                  <a:extLst>
                    <a:ext uri="{FF2B5EF4-FFF2-40B4-BE49-F238E27FC236}">
                      <a16:creationId xmlns:a16="http://schemas.microsoft.com/office/drawing/2014/main" id="{45C02CC0-BCAF-E18C-7337-E6A90429B6B2}"/>
                    </a:ext>
                  </a:extLst>
                </p:cNvPr>
                <p:cNvSpPr/>
                <p:nvPr/>
              </p:nvSpPr>
              <p:spPr>
                <a:xfrm>
                  <a:off x="963568" y="3528092"/>
                  <a:ext cx="2669320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88" name="Rectangle 87">
                  <a:extLst>
                    <a:ext uri="{FF2B5EF4-FFF2-40B4-BE49-F238E27FC236}">
                      <a16:creationId xmlns:a16="http://schemas.microsoft.com/office/drawing/2014/main" id="{45C02CC0-BCAF-E18C-7337-E6A90429B6B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63568" y="3528092"/>
                  <a:ext cx="2669320" cy="523220"/>
                </a:xfrm>
                <a:prstGeom prst="rect">
                  <a:avLst/>
                </a:prstGeom>
                <a:blipFill>
                  <a:blip r:embed="rId4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" name="Rectangle 88">
                  <a:extLst>
                    <a:ext uri="{FF2B5EF4-FFF2-40B4-BE49-F238E27FC236}">
                      <a16:creationId xmlns:a16="http://schemas.microsoft.com/office/drawing/2014/main" id="{84400904-1B88-E499-8973-C9D83DD5A854}"/>
                    </a:ext>
                  </a:extLst>
                </p:cNvPr>
                <p:cNvSpPr/>
                <p:nvPr/>
              </p:nvSpPr>
              <p:spPr>
                <a:xfrm>
                  <a:off x="4361739" y="3517404"/>
                  <a:ext cx="390502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89" name="Rectangle 88">
                  <a:extLst>
                    <a:ext uri="{FF2B5EF4-FFF2-40B4-BE49-F238E27FC236}">
                      <a16:creationId xmlns:a16="http://schemas.microsoft.com/office/drawing/2014/main" id="{84400904-1B88-E499-8973-C9D83DD5A85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361739" y="3517404"/>
                  <a:ext cx="390502" cy="468000"/>
                </a:xfrm>
                <a:prstGeom prst="rect">
                  <a:avLst/>
                </a:prstGeom>
                <a:blipFill>
                  <a:blip r:embed="rId4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171AFAC-2D57-67F1-9047-4F3CDBFE46DE}"/>
                  </a:ext>
                </a:extLst>
              </p:cNvPr>
              <p:cNvSpPr/>
              <p:nvPr/>
            </p:nvSpPr>
            <p:spPr>
              <a:xfrm>
                <a:off x="7220382" y="2102777"/>
                <a:ext cx="2636918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1               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171AFAC-2D57-67F1-9047-4F3CDBFE46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20382" y="2102777"/>
                <a:ext cx="2636918" cy="52322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60E1FE01-7157-547C-AF44-91DBCAA9014D}"/>
                  </a:ext>
                </a:extLst>
              </p:cNvPr>
              <p:cNvSpPr/>
              <p:nvPr/>
            </p:nvSpPr>
            <p:spPr>
              <a:xfrm>
                <a:off x="10599319" y="2089463"/>
                <a:ext cx="39050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60E1FE01-7157-547C-AF44-91DBCAA901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9319" y="2089463"/>
                <a:ext cx="390502" cy="46800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08F60134-A4C0-AEF1-CFCB-2BCE60764F57}"/>
                  </a:ext>
                </a:extLst>
              </p:cNvPr>
              <p:cNvSpPr/>
              <p:nvPr/>
            </p:nvSpPr>
            <p:spPr>
              <a:xfrm>
                <a:off x="7103673" y="2604992"/>
                <a:ext cx="2858639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      </m:t>
                      </m:r>
                      <m:r>
                        <a:rPr lang="en-GB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     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λ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−3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08F60134-A4C0-AEF1-CFCB-2BCE60764F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03673" y="2604992"/>
                <a:ext cx="2858639" cy="52322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5CAA52-B601-6395-1C90-0EB893ADB2FD}"/>
                  </a:ext>
                </a:extLst>
              </p:cNvPr>
              <p:cNvSpPr/>
              <p:nvPr/>
            </p:nvSpPr>
            <p:spPr>
              <a:xfrm>
                <a:off x="9853114" y="2605887"/>
                <a:ext cx="121891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5CAA52-B601-6395-1C90-0EB893ADB2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53114" y="2605887"/>
                <a:ext cx="1218918" cy="46800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60998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40" grpId="0" animBg="1"/>
      <p:bldP spid="40" grpId="1" animBg="1"/>
      <p:bldP spid="48" grpId="0" animBg="1"/>
      <p:bldP spid="48" grpId="1" animBg="1"/>
      <p:bldP spid="49" grpId="0" animBg="1"/>
      <p:bldP spid="49" grpId="1" animBg="1"/>
      <p:bldP spid="73" grpId="0"/>
      <p:bldP spid="74" grpId="0"/>
      <p:bldP spid="76" grpId="0"/>
      <p:bldP spid="77" grpId="0"/>
      <p:bldP spid="79" grpId="0" animBg="1"/>
      <p:bldP spid="80" grpId="0" animBg="1"/>
      <p:bldP spid="80" grpId="1" animBg="1"/>
      <p:bldP spid="81" grpId="0" animBg="1"/>
      <p:bldP spid="81" grpId="1" animBg="1"/>
      <p:bldP spid="83" grpId="0"/>
      <p:bldP spid="90" grpId="0"/>
      <p:bldP spid="91" grpId="0"/>
      <p:bldP spid="92" grpId="0"/>
      <p:bldP spid="93" grpId="0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29DE5922-52F8-0FFE-F6A5-23646A0837CA}"/>
              </a:ext>
            </a:extLst>
          </p:cNvPr>
          <p:cNvGrpSpPr/>
          <p:nvPr/>
        </p:nvGrpSpPr>
        <p:grpSpPr>
          <a:xfrm>
            <a:off x="7640948" y="1030436"/>
            <a:ext cx="4347306" cy="1489904"/>
            <a:chOff x="1403489" y="1108889"/>
            <a:chExt cx="1796900" cy="1019032"/>
          </a:xfrm>
          <a:solidFill>
            <a:srgbClr val="92D050"/>
          </a:solidFill>
        </p:grpSpPr>
        <p:sp>
          <p:nvSpPr>
            <p:cNvPr id="53" name="Freeform 11">
              <a:extLst>
                <a:ext uri="{FF2B5EF4-FFF2-40B4-BE49-F238E27FC236}">
                  <a16:creationId xmlns:a16="http://schemas.microsoft.com/office/drawing/2014/main" id="{72512609-8774-BD75-579E-A208557F8EF2}"/>
                </a:ext>
              </a:extLst>
            </p:cNvPr>
            <p:cNvSpPr/>
            <p:nvPr/>
          </p:nvSpPr>
          <p:spPr>
            <a:xfrm>
              <a:off x="1403489" y="1108889"/>
              <a:ext cx="1796900" cy="1019032"/>
            </a:xfrm>
            <a:custGeom>
              <a:avLst/>
              <a:gdLst>
                <a:gd name="connsiteX0" fmla="*/ 0 w 2462313"/>
                <a:gd name="connsiteY0" fmla="*/ 275034 h 1649872"/>
                <a:gd name="connsiteX1" fmla="*/ 275034 w 2462313"/>
                <a:gd name="connsiteY1" fmla="*/ 0 h 1649872"/>
                <a:gd name="connsiteX2" fmla="*/ 2187279 w 2462313"/>
                <a:gd name="connsiteY2" fmla="*/ 0 h 1649872"/>
                <a:gd name="connsiteX3" fmla="*/ 2462313 w 2462313"/>
                <a:gd name="connsiteY3" fmla="*/ 275034 h 1649872"/>
                <a:gd name="connsiteX4" fmla="*/ 2462313 w 2462313"/>
                <a:gd name="connsiteY4" fmla="*/ 1374838 h 1649872"/>
                <a:gd name="connsiteX5" fmla="*/ 2187279 w 2462313"/>
                <a:gd name="connsiteY5" fmla="*/ 1649872 h 1649872"/>
                <a:gd name="connsiteX6" fmla="*/ 275034 w 2462313"/>
                <a:gd name="connsiteY6" fmla="*/ 1649872 h 1649872"/>
                <a:gd name="connsiteX7" fmla="*/ 0 w 2462313"/>
                <a:gd name="connsiteY7" fmla="*/ 1374838 h 1649872"/>
                <a:gd name="connsiteX8" fmla="*/ 0 w 2462313"/>
                <a:gd name="connsiteY8" fmla="*/ 275034 h 164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62313" h="1649872">
                  <a:moveTo>
                    <a:pt x="0" y="275034"/>
                  </a:moveTo>
                  <a:cubicBezTo>
                    <a:pt x="0" y="123137"/>
                    <a:pt x="123137" y="0"/>
                    <a:pt x="275034" y="0"/>
                  </a:cubicBezTo>
                  <a:lnTo>
                    <a:pt x="2187279" y="0"/>
                  </a:lnTo>
                  <a:cubicBezTo>
                    <a:pt x="2339176" y="0"/>
                    <a:pt x="2462313" y="123137"/>
                    <a:pt x="2462313" y="275034"/>
                  </a:cubicBezTo>
                  <a:lnTo>
                    <a:pt x="2462313" y="1374838"/>
                  </a:lnTo>
                  <a:cubicBezTo>
                    <a:pt x="2462313" y="1526735"/>
                    <a:pt x="2339176" y="1649872"/>
                    <a:pt x="2187279" y="1649872"/>
                  </a:cubicBezTo>
                  <a:lnTo>
                    <a:pt x="275034" y="1649872"/>
                  </a:lnTo>
                  <a:cubicBezTo>
                    <a:pt x="123137" y="1649872"/>
                    <a:pt x="0" y="1526735"/>
                    <a:pt x="0" y="1374838"/>
                  </a:cubicBezTo>
                  <a:lnTo>
                    <a:pt x="0" y="275034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</a:pPr>
              <a:endParaRPr lang="en-US" sz="2800" dirty="0">
                <a:solidFill>
                  <a:schemeClr val="bg1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1F2C0E8E-D38E-7B48-2EA6-4758E9FE52FF}"/>
                    </a:ext>
                  </a:extLst>
                </p:cNvPr>
                <p:cNvSpPr/>
                <p:nvPr/>
              </p:nvSpPr>
              <p:spPr>
                <a:xfrm>
                  <a:off x="1431165" y="1245181"/>
                  <a:ext cx="1744648" cy="228145"/>
                </a:xfrm>
                <a:prstGeom prst="rect">
                  <a:avLst/>
                </a:prstGeom>
                <a:solidFill>
                  <a:schemeClr val="accent5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nor/>
                          </m:rPr>
                          <a:rPr lang="en-IN" sz="2800" b="0" i="0" smtClean="0">
                            <a:solidFill>
                              <a:schemeClr val="tx1"/>
                            </a:solidFill>
                          </a:rPr>
                          <m:t>No</m:t>
                        </m:r>
                        <m:r>
                          <m:rPr>
                            <m:nor/>
                          </m:rPr>
                          <a:rPr lang="en-IN" sz="2800" i="0" smtClean="0">
                            <a:solidFill>
                              <a:schemeClr val="tx1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IN" sz="2800" i="0" smtClean="0">
                            <a:solidFill>
                              <a:schemeClr val="tx1"/>
                            </a:solidFill>
                          </a:rPr>
                          <m:t>Solution</m:t>
                        </m:r>
                      </m:oMath>
                    </m:oMathPara>
                  </a14:m>
                  <a:endParaRPr lang="en-IN" sz="280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1F2C0E8E-D38E-7B48-2EA6-4758E9FE52F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31165" y="1245181"/>
                  <a:ext cx="1744648" cy="228145"/>
                </a:xfrm>
                <a:prstGeom prst="rect">
                  <a:avLst/>
                </a:prstGeom>
                <a:blipFill>
                  <a:blip r:embed="rId2"/>
                  <a:stretch>
                    <a:fillRect t="-22222" b="-2592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1FE179B3-38E8-92B6-A2CA-66F9F7EFB83A}"/>
              </a:ext>
            </a:extLst>
          </p:cNvPr>
          <p:cNvGrpSpPr/>
          <p:nvPr/>
        </p:nvGrpSpPr>
        <p:grpSpPr>
          <a:xfrm>
            <a:off x="4948" y="847682"/>
            <a:ext cx="4909596" cy="2392083"/>
            <a:chOff x="4948" y="847682"/>
            <a:chExt cx="4909596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id="{EACDFB19-F826-456B-8C41-4465E158B60F}"/>
                    </a:ext>
                  </a:extLst>
                </p:cNvPr>
                <p:cNvSpPr/>
                <p:nvPr/>
              </p:nvSpPr>
              <p:spPr>
                <a:xfrm>
                  <a:off x="4948" y="1688124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id="{EACDFB19-F826-456B-8C41-4465E158B60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48" y="1688124"/>
                  <a:ext cx="856661" cy="711201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id="{AAFF6F36-694D-413E-A17E-C600AA045EC6}"/>
                    </a:ext>
                  </a:extLst>
                </p:cNvPr>
                <p:cNvSpPr/>
                <p:nvPr/>
              </p:nvSpPr>
              <p:spPr>
                <a:xfrm>
                  <a:off x="309748" y="847682"/>
                  <a:ext cx="4604796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5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  <m:e/>
                              <m:e/>
                            </m:mr>
                          </m:m>
                          <m:r>
                            <a:rPr lang="en-IN" sz="2800" b="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id="{AAFF6F36-694D-413E-A17E-C600AA045EC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9748" y="847682"/>
                  <a:ext cx="4604796" cy="2392083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2AD54FFC-3421-4996-A1FF-C4E6E52B2E89}"/>
                    </a:ext>
                  </a:extLst>
                </p:cNvPr>
                <p:cNvSpPr/>
                <p:nvPr/>
              </p:nvSpPr>
              <p:spPr>
                <a:xfrm>
                  <a:off x="3568106" y="1313884"/>
                  <a:ext cx="9658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   6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2AD54FFC-3421-4996-A1FF-C4E6E52B2E8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68106" y="1313884"/>
                  <a:ext cx="965835" cy="468000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E48260F2-4C56-445C-9367-C303DE994B84}"/>
                    </a:ext>
                  </a:extLst>
                </p:cNvPr>
                <p:cNvSpPr/>
                <p:nvPr/>
              </p:nvSpPr>
              <p:spPr>
                <a:xfrm>
                  <a:off x="3852773" y="1812511"/>
                  <a:ext cx="620667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E48260F2-4C56-445C-9367-C303DE994B8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852773" y="1812511"/>
                  <a:ext cx="620667" cy="468000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33A926B9-0E2D-4319-B97B-DF9B1C944172}"/>
                </a:ext>
              </a:extLst>
            </p:cNvPr>
            <p:cNvGrpSpPr/>
            <p:nvPr/>
          </p:nvGrpSpPr>
          <p:grpSpPr>
            <a:xfrm>
              <a:off x="455357" y="1296839"/>
              <a:ext cx="2706539" cy="1565945"/>
              <a:chOff x="3915093" y="4923593"/>
              <a:chExt cx="2706539" cy="156594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" name="Rectangle 9">
                    <a:extLst>
                      <a:ext uri="{FF2B5EF4-FFF2-40B4-BE49-F238E27FC236}">
                        <a16:creationId xmlns:a16="http://schemas.microsoft.com/office/drawing/2014/main" id="{DBDA70B4-AE92-4AEC-887C-AD23F50ACF9D}"/>
                      </a:ext>
                    </a:extLst>
                  </p:cNvPr>
                  <p:cNvSpPr/>
                  <p:nvPr/>
                </p:nvSpPr>
                <p:spPr>
                  <a:xfrm>
                    <a:off x="4290865" y="5966318"/>
                    <a:ext cx="2330767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0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  <m: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−3</m:t>
                          </m:r>
                        </m:oMath>
                      </m:oMathPara>
                    </a14:m>
                    <a:endParaRPr lang="en-IN" sz="2800" dirty="0"/>
                  </a:p>
                </p:txBody>
              </p:sp>
            </mc:Choice>
            <mc:Fallback xmlns="">
              <p:sp>
                <p:nvSpPr>
                  <p:cNvPr id="10" name="Rectangle 9">
                    <a:extLst>
                      <a:ext uri="{FF2B5EF4-FFF2-40B4-BE49-F238E27FC236}">
                        <a16:creationId xmlns:a16="http://schemas.microsoft.com/office/drawing/2014/main" id="{DBDA70B4-AE92-4AEC-887C-AD23F50ACF9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90865" y="5966318"/>
                    <a:ext cx="2330767" cy="523220"/>
                  </a:xfrm>
                  <a:prstGeom prst="rect">
                    <a:avLst/>
                  </a:prstGeom>
                  <a:blipFill>
                    <a:blip r:embed="rId7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" name="Rectangle 10">
                    <a:extLst>
                      <a:ext uri="{FF2B5EF4-FFF2-40B4-BE49-F238E27FC236}">
                        <a16:creationId xmlns:a16="http://schemas.microsoft.com/office/drawing/2014/main" id="{7D8857A9-F4C3-46D7-9E6F-772DC33F33FE}"/>
                      </a:ext>
                    </a:extLst>
                  </p:cNvPr>
                  <p:cNvSpPr/>
                  <p:nvPr/>
                </p:nvSpPr>
                <p:spPr>
                  <a:xfrm>
                    <a:off x="3915093" y="5439265"/>
                    <a:ext cx="2507187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1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" name="Rectangle 10">
                    <a:extLst>
                      <a:ext uri="{FF2B5EF4-FFF2-40B4-BE49-F238E27FC236}">
                        <a16:creationId xmlns:a16="http://schemas.microsoft.com/office/drawing/2014/main" id="{7D8857A9-F4C3-46D7-9E6F-772DC33F33F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15093" y="5439265"/>
                    <a:ext cx="2507187" cy="523220"/>
                  </a:xfrm>
                  <a:prstGeom prst="rect">
                    <a:avLst/>
                  </a:prstGeom>
                  <a:blipFill>
                    <a:blip r:embed="rId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id="{75C12247-D9E2-4BAC-A615-6CA9BC70F360}"/>
                      </a:ext>
                    </a:extLst>
                  </p:cNvPr>
                  <p:cNvSpPr/>
                  <p:nvPr/>
                </p:nvSpPr>
                <p:spPr>
                  <a:xfrm>
                    <a:off x="4280527" y="4923593"/>
                    <a:ext cx="1996893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B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id="{75C12247-D9E2-4BAC-A615-6CA9BC70F36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80527" y="4923593"/>
                    <a:ext cx="1996893" cy="523220"/>
                  </a:xfrm>
                  <a:prstGeom prst="rect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94EA0534-027B-471D-A535-BBDCFB43E7DF}"/>
                </a:ext>
              </a:extLst>
            </p:cNvPr>
            <p:cNvCxnSpPr>
              <a:cxnSpLocks/>
            </p:cNvCxnSpPr>
            <p:nvPr/>
          </p:nvCxnSpPr>
          <p:spPr>
            <a:xfrm>
              <a:off x="3151733" y="1345741"/>
              <a:ext cx="0" cy="144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2C01842B-DDED-40BD-8210-812BCD8B28DB}"/>
                    </a:ext>
                  </a:extLst>
                </p:cNvPr>
                <p:cNvSpPr/>
                <p:nvPr/>
              </p:nvSpPr>
              <p:spPr>
                <a:xfrm>
                  <a:off x="3161896" y="2349064"/>
                  <a:ext cx="1333514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k</m:t>
                        </m:r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−10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2C01842B-DDED-40BD-8210-812BCD8B28D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161896" y="2349064"/>
                  <a:ext cx="1333514" cy="468000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2FE1D978-5CDD-46D2-B159-5B9FFB4A3D4D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 </a:t>
                </a:r>
                <a14:m>
                  <m:oMath xmlns:m="http://schemas.openxmlformats.org/officeDocument/2006/math"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 Example:15(Continue)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2FE1D978-5CDD-46D2-B159-5B9FFB4A3D4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11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: Rounded Corners 15">
                <a:extLst>
                  <a:ext uri="{FF2B5EF4-FFF2-40B4-BE49-F238E27FC236}">
                    <a16:creationId xmlns:a16="http://schemas.microsoft.com/office/drawing/2014/main" id="{7FB2BB7B-A434-45E4-8808-A7E17009DD93}"/>
                  </a:ext>
                </a:extLst>
              </p:cNvPr>
              <p:cNvSpPr/>
              <p:nvPr/>
            </p:nvSpPr>
            <p:spPr>
              <a:xfrm>
                <a:off x="241943" y="3725099"/>
                <a:ext cx="3244917" cy="574913"/>
              </a:xfrm>
              <a:prstGeom prst="round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b="1" dirty="0">
                    <a:solidFill>
                      <a:srgbClr val="002060"/>
                    </a:solidFill>
                  </a:rPr>
                  <a:t>Unique Solution  </a:t>
                </a:r>
                <a14:m>
                  <m:oMath xmlns:m="http://schemas.openxmlformats.org/officeDocument/2006/math">
                    <m:r>
                      <a:rPr lang="en-IN" sz="2800" b="1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 </a:t>
                </a:r>
                <a:r>
                  <a:rPr lang="en-IN" sz="2800" b="1" dirty="0">
                    <a:solidFill>
                      <a:schemeClr val="bg1"/>
                    </a:solidFill>
                  </a:rPr>
                  <a:t>: </a:t>
                </a:r>
              </a:p>
            </p:txBody>
          </p:sp>
        </mc:Choice>
        <mc:Fallback xmlns="">
          <p:sp>
            <p:nvSpPr>
              <p:cNvPr id="16" name="Rectangle: Rounded Corners 15">
                <a:extLst>
                  <a:ext uri="{FF2B5EF4-FFF2-40B4-BE49-F238E27FC236}">
                    <a16:creationId xmlns:a16="http://schemas.microsoft.com/office/drawing/2014/main" id="{7FB2BB7B-A434-45E4-8808-A7E17009DD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1943" y="3725099"/>
                <a:ext cx="3244917" cy="574913"/>
              </a:xfrm>
              <a:prstGeom prst="roundRect">
                <a:avLst/>
              </a:prstGeom>
              <a:blipFill>
                <a:blip r:embed="rId12"/>
                <a:stretch>
                  <a:fillRect l="-3008" t="-6383" r="-3571" b="-2553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4F5913F8-640B-41AA-92DA-4A3E81B0081B}"/>
              </a:ext>
            </a:extLst>
          </p:cNvPr>
          <p:cNvSpPr/>
          <p:nvPr/>
        </p:nvSpPr>
        <p:spPr>
          <a:xfrm>
            <a:off x="2137921" y="2399325"/>
            <a:ext cx="919217" cy="414557"/>
          </a:xfrm>
          <a:prstGeom prst="roundRect">
            <a:avLst/>
          </a:prstGeom>
          <a:noFill/>
          <a:ln w="285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156C4D21-383A-41F2-A339-18EBD5F8BFBA}"/>
              </a:ext>
            </a:extLst>
          </p:cNvPr>
          <p:cNvCxnSpPr>
            <a:cxnSpLocks/>
          </p:cNvCxnSpPr>
          <p:nvPr/>
        </p:nvCxnSpPr>
        <p:spPr>
          <a:xfrm flipH="1" flipV="1">
            <a:off x="2618746" y="2821497"/>
            <a:ext cx="2" cy="386768"/>
          </a:xfrm>
          <a:prstGeom prst="straightConnector1">
            <a:avLst/>
          </a:prstGeom>
          <a:ln w="28575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7C31F58F-319C-4B24-8A15-DFB65E284F05}"/>
                  </a:ext>
                </a:extLst>
              </p:cNvPr>
              <p:cNvSpPr/>
              <p:nvPr/>
            </p:nvSpPr>
            <p:spPr>
              <a:xfrm>
                <a:off x="3193229" y="3761967"/>
                <a:ext cx="133351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chemeClr val="accent5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𝛌</m:t>
                    </m:r>
                    <m:r>
                      <a:rPr lang="en-IN" sz="2800" b="1" i="1" smtClean="0">
                        <a:solidFill>
                          <a:schemeClr val="accent5">
                            <a:lumMod val="75000"/>
                          </a:schemeClr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≠</m:t>
                    </m:r>
                    <m:r>
                      <a:rPr lang="en-IN" sz="2800" b="1" i="0" smtClean="0">
                        <a:solidFill>
                          <a:schemeClr val="accent5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r>
                  <a:rPr lang="en-IN" sz="2800" b="1" dirty="0">
                    <a:solidFill>
                      <a:schemeClr val="accent5">
                        <a:lumMod val="75000"/>
                      </a:schemeClr>
                    </a:solidFill>
                  </a:rPr>
                  <a:t>,</a:t>
                </a: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7C31F58F-319C-4B24-8A15-DFB65E284F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93229" y="3761967"/>
                <a:ext cx="1333514" cy="468000"/>
              </a:xfrm>
              <a:prstGeom prst="rect">
                <a:avLst/>
              </a:prstGeom>
              <a:blipFill>
                <a:blip r:embed="rId14"/>
                <a:stretch>
                  <a:fillRect t="-12987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567C1BAD-7F3D-4B64-A113-431D3E84038C}"/>
              </a:ext>
            </a:extLst>
          </p:cNvPr>
          <p:cNvSpPr/>
          <p:nvPr/>
        </p:nvSpPr>
        <p:spPr>
          <a:xfrm>
            <a:off x="3258687" y="2392209"/>
            <a:ext cx="1118495" cy="414557"/>
          </a:xfrm>
          <a:prstGeom prst="roundRect">
            <a:avLst/>
          </a:prstGeom>
          <a:noFill/>
          <a:ln w="285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D8DA47B6-D08F-4DC7-82A0-9AB507E8CB4A}"/>
              </a:ext>
            </a:extLst>
          </p:cNvPr>
          <p:cNvCxnSpPr>
            <a:cxnSpLocks/>
          </p:cNvCxnSpPr>
          <p:nvPr/>
        </p:nvCxnSpPr>
        <p:spPr>
          <a:xfrm flipH="1" flipV="1">
            <a:off x="3797344" y="2813882"/>
            <a:ext cx="2" cy="386768"/>
          </a:xfrm>
          <a:prstGeom prst="straightConnector1">
            <a:avLst/>
          </a:prstGeom>
          <a:ln w="28575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18271878-3A55-4329-B086-381160F6956C}"/>
                  </a:ext>
                </a:extLst>
              </p:cNvPr>
              <p:cNvSpPr/>
              <p:nvPr/>
            </p:nvSpPr>
            <p:spPr>
              <a:xfrm>
                <a:off x="4119054" y="3771397"/>
                <a:ext cx="133351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𝐤</m:t>
                      </m:r>
                      <m:r>
                        <a:rPr lang="en-IN" sz="2800" b="1" i="1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∈</m:t>
                      </m:r>
                      <m:r>
                        <a:rPr lang="en-IN" sz="2800" b="1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ℝ</m:t>
                      </m:r>
                    </m:oMath>
                  </m:oMathPara>
                </a14:m>
                <a:endParaRPr lang="en-IN" sz="2800" b="1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18271878-3A55-4329-B086-381160F695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19054" y="3771397"/>
                <a:ext cx="1333514" cy="468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: Rounded Corners 33">
                <a:extLst>
                  <a:ext uri="{FF2B5EF4-FFF2-40B4-BE49-F238E27FC236}">
                    <a16:creationId xmlns:a16="http://schemas.microsoft.com/office/drawing/2014/main" id="{D78CC98F-0DA9-4138-BC42-8FCC792BE704}"/>
                  </a:ext>
                </a:extLst>
              </p:cNvPr>
              <p:cNvSpPr/>
              <p:nvPr/>
            </p:nvSpPr>
            <p:spPr>
              <a:xfrm>
                <a:off x="199740" y="4733962"/>
                <a:ext cx="2374267" cy="574913"/>
              </a:xfrm>
              <a:prstGeom prst="round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en-IN" sz="2800" b="1" dirty="0">
                    <a:solidFill>
                      <a:srgbClr val="002060"/>
                    </a:solidFill>
                  </a:rPr>
                  <a:t>No Solution </a:t>
                </a:r>
                <a14:m>
                  <m:oMath xmlns:m="http://schemas.openxmlformats.org/officeDocument/2006/math">
                    <m:r>
                      <a:rPr lang="en-IN" sz="2800" b="1" i="1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  </a:t>
                </a:r>
              </a:p>
            </p:txBody>
          </p:sp>
        </mc:Choice>
        <mc:Fallback xmlns="">
          <p:sp>
            <p:nvSpPr>
              <p:cNvPr id="34" name="Rectangle: Rounded Corners 33">
                <a:extLst>
                  <a:ext uri="{FF2B5EF4-FFF2-40B4-BE49-F238E27FC236}">
                    <a16:creationId xmlns:a16="http://schemas.microsoft.com/office/drawing/2014/main" id="{D78CC98F-0DA9-4138-BC42-8FCC792BE7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740" y="4733962"/>
                <a:ext cx="2374267" cy="574913"/>
              </a:xfrm>
              <a:prstGeom prst="roundRect">
                <a:avLst/>
              </a:prstGeom>
              <a:blipFill>
                <a:blip r:embed="rId17"/>
                <a:stretch>
                  <a:fillRect l="-3085" t="-6383" b="-2446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1BC6931-5288-41F6-8092-DAD698CD2A4C}"/>
                  </a:ext>
                </a:extLst>
              </p:cNvPr>
              <p:cNvSpPr/>
              <p:nvPr/>
            </p:nvSpPr>
            <p:spPr>
              <a:xfrm>
                <a:off x="2447634" y="4763501"/>
                <a:ext cx="133351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chemeClr val="accent5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𝛌</m:t>
                    </m:r>
                    <m:r>
                      <a:rPr lang="en-IN" sz="2800" b="1" i="1" smtClean="0">
                        <a:solidFill>
                          <a:schemeClr val="accent5">
                            <a:lumMod val="75000"/>
                          </a:schemeClr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chemeClr val="accent5">
                            <a:lumMod val="75000"/>
                          </a:schemeClr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r>
                  <a:rPr lang="en-IN" sz="2800" b="1" dirty="0">
                    <a:solidFill>
                      <a:schemeClr val="accent5">
                        <a:lumMod val="75000"/>
                      </a:schemeClr>
                    </a:solidFill>
                  </a:rPr>
                  <a:t>,</a:t>
                </a: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1BC6931-5288-41F6-8092-DAD698CD2A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7634" y="4763501"/>
                <a:ext cx="1333514" cy="468000"/>
              </a:xfrm>
              <a:prstGeom prst="rect">
                <a:avLst/>
              </a:prstGeom>
              <a:blipFill>
                <a:blip r:embed="rId19"/>
                <a:stretch>
                  <a:fillRect t="-12987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A8DAD1E3-5E76-4A06-80FE-FE8F80B45BAA}"/>
                  </a:ext>
                </a:extLst>
              </p:cNvPr>
              <p:cNvSpPr/>
              <p:nvPr/>
            </p:nvSpPr>
            <p:spPr>
              <a:xfrm>
                <a:off x="3473648" y="4763501"/>
                <a:ext cx="133351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𝐤</m:t>
                      </m:r>
                      <m:r>
                        <a:rPr lang="en-IN" sz="2800" b="1" i="1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≠</m:t>
                      </m:r>
                      <m:r>
                        <a:rPr lang="en-IN" sz="2800" b="1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𝟏𝟎</m:t>
                      </m:r>
                    </m:oMath>
                  </m:oMathPara>
                </a14:m>
                <a:endParaRPr lang="en-IN" sz="2800" b="1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A8DAD1E3-5E76-4A06-80FE-FE8F80B45B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73648" y="4763501"/>
                <a:ext cx="1333514" cy="468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: Rounded Corners 42">
                <a:extLst>
                  <a:ext uri="{FF2B5EF4-FFF2-40B4-BE49-F238E27FC236}">
                    <a16:creationId xmlns:a16="http://schemas.microsoft.com/office/drawing/2014/main" id="{A0C5E792-2C5C-47DC-B189-BCC6D08B1724}"/>
                  </a:ext>
                </a:extLst>
              </p:cNvPr>
              <p:cNvSpPr/>
              <p:nvPr/>
            </p:nvSpPr>
            <p:spPr>
              <a:xfrm>
                <a:off x="213807" y="5523773"/>
                <a:ext cx="4259633" cy="906105"/>
              </a:xfrm>
              <a:prstGeom prst="round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b="1" dirty="0">
                    <a:solidFill>
                      <a:srgbClr val="002060"/>
                    </a:solidFill>
                  </a:rPr>
                  <a:t>Infinitely Many Solutions </a:t>
                </a:r>
                <a14:m>
                  <m:oMath xmlns:m="http://schemas.openxmlformats.org/officeDocument/2006/math">
                    <m:r>
                      <a:rPr lang="en-IN" sz="2800" b="1" i="1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3" name="Rectangle: Rounded Corners 42">
                <a:extLst>
                  <a:ext uri="{FF2B5EF4-FFF2-40B4-BE49-F238E27FC236}">
                    <a16:creationId xmlns:a16="http://schemas.microsoft.com/office/drawing/2014/main" id="{A0C5E792-2C5C-47DC-B189-BCC6D08B17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3807" y="5523773"/>
                <a:ext cx="4259633" cy="906105"/>
              </a:xfrm>
              <a:prstGeom prst="roundRect">
                <a:avLst/>
              </a:prstGeom>
              <a:blipFill>
                <a:blip r:embed="rId21"/>
                <a:stretch>
                  <a:fillRect l="-186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6AAA277-D257-4F67-9B99-341930935161}"/>
                  </a:ext>
                </a:extLst>
              </p:cNvPr>
              <p:cNvSpPr/>
              <p:nvPr/>
            </p:nvSpPr>
            <p:spPr>
              <a:xfrm>
                <a:off x="4226088" y="5742825"/>
                <a:ext cx="133351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𝛌</m:t>
                      </m:r>
                      <m:r>
                        <a:rPr lang="en-IN" sz="2800" b="1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𝟑</m:t>
                      </m:r>
                      <m:r>
                        <a:rPr lang="en-IN" sz="2800" b="1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b="1" dirty="0">
                  <a:solidFill>
                    <a:schemeClr val="accent5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6AAA277-D257-4F67-9B99-3419309351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26088" y="5742825"/>
                <a:ext cx="1333514" cy="468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9E5A7931-C151-4BE2-95B3-EF569D28835B}"/>
                  </a:ext>
                </a:extLst>
              </p:cNvPr>
              <p:cNvSpPr/>
              <p:nvPr/>
            </p:nvSpPr>
            <p:spPr>
              <a:xfrm>
                <a:off x="5300735" y="5742825"/>
                <a:ext cx="133351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𝐤</m:t>
                      </m:r>
                      <m:r>
                        <a:rPr lang="en-IN" sz="2800" b="1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𝟏𝟎</m:t>
                      </m:r>
                    </m:oMath>
                  </m:oMathPara>
                </a14:m>
                <a:endParaRPr lang="en-IN" sz="2800" b="1" dirty="0">
                  <a:solidFill>
                    <a:srgbClr val="890E4F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9E5A7931-C151-4BE2-95B3-EF569D2883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0735" y="5742825"/>
                <a:ext cx="1333514" cy="468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2">
            <a:extLst>
              <a:ext uri="{FF2B5EF4-FFF2-40B4-BE49-F238E27FC236}">
                <a16:creationId xmlns:a16="http://schemas.microsoft.com/office/drawing/2014/main" id="{74B0E866-220B-DC89-EF57-A4A682FB9ED2}"/>
              </a:ext>
            </a:extLst>
          </p:cNvPr>
          <p:cNvSpPr/>
          <p:nvPr/>
        </p:nvSpPr>
        <p:spPr>
          <a:xfrm>
            <a:off x="118503" y="791266"/>
            <a:ext cx="6268650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Row echelon form of augmented matrix is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156C902C-627F-CEFE-B6C8-671CD3313227}"/>
                  </a:ext>
                </a:extLst>
              </p:cNvPr>
              <p:cNvSpPr/>
              <p:nvPr/>
            </p:nvSpPr>
            <p:spPr>
              <a:xfrm>
                <a:off x="2567703" y="2814830"/>
                <a:ext cx="634643" cy="3335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200" b="0" i="1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≠</m:t>
                      </m:r>
                      <m:r>
                        <a:rPr lang="en-IN" sz="2200" b="0" i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200" dirty="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156C902C-627F-CEFE-B6C8-671CD33132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67703" y="2814830"/>
                <a:ext cx="634643" cy="333565"/>
              </a:xfrm>
              <a:prstGeom prst="rect">
                <a:avLst/>
              </a:prstGeom>
              <a:blipFill>
                <a:blip r:embed="rId27"/>
                <a:stretch>
                  <a:fillRect b="-24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Rectangle 16">
            <a:extLst>
              <a:ext uri="{FF2B5EF4-FFF2-40B4-BE49-F238E27FC236}">
                <a16:creationId xmlns:a16="http://schemas.microsoft.com/office/drawing/2014/main" id="{B8114F76-2E69-24C7-92BD-AB44AEA12F60}"/>
              </a:ext>
            </a:extLst>
          </p:cNvPr>
          <p:cNvSpPr/>
          <p:nvPr/>
        </p:nvSpPr>
        <p:spPr>
          <a:xfrm>
            <a:off x="3785436" y="2806630"/>
            <a:ext cx="1584027" cy="33356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200" dirty="0">
                <a:solidFill>
                  <a:schemeClr val="tx2">
                    <a:lumMod val="60000"/>
                    <a:lumOff val="40000"/>
                  </a:schemeClr>
                </a:solidFill>
              </a:rPr>
              <a:t>Any real no.</a:t>
            </a: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47566338-E0C6-3447-7CA9-0CFC90498A95}"/>
              </a:ext>
            </a:extLst>
          </p:cNvPr>
          <p:cNvGrpSpPr/>
          <p:nvPr/>
        </p:nvGrpSpPr>
        <p:grpSpPr>
          <a:xfrm>
            <a:off x="7640948" y="847337"/>
            <a:ext cx="4347306" cy="1869094"/>
            <a:chOff x="1403489" y="1108889"/>
            <a:chExt cx="1796900" cy="1019032"/>
          </a:xfrm>
          <a:solidFill>
            <a:srgbClr val="92D050"/>
          </a:solidFill>
        </p:grpSpPr>
        <p:sp>
          <p:nvSpPr>
            <p:cNvPr id="33" name="Freeform 11">
              <a:extLst>
                <a:ext uri="{FF2B5EF4-FFF2-40B4-BE49-F238E27FC236}">
                  <a16:creationId xmlns:a16="http://schemas.microsoft.com/office/drawing/2014/main" id="{48550049-E2E6-4BF9-8958-BF671869F6FA}"/>
                </a:ext>
              </a:extLst>
            </p:cNvPr>
            <p:cNvSpPr/>
            <p:nvPr/>
          </p:nvSpPr>
          <p:spPr>
            <a:xfrm>
              <a:off x="1403489" y="1108889"/>
              <a:ext cx="1796900" cy="1019032"/>
            </a:xfrm>
            <a:custGeom>
              <a:avLst/>
              <a:gdLst>
                <a:gd name="connsiteX0" fmla="*/ 0 w 2462313"/>
                <a:gd name="connsiteY0" fmla="*/ 275034 h 1649872"/>
                <a:gd name="connsiteX1" fmla="*/ 275034 w 2462313"/>
                <a:gd name="connsiteY1" fmla="*/ 0 h 1649872"/>
                <a:gd name="connsiteX2" fmla="*/ 2187279 w 2462313"/>
                <a:gd name="connsiteY2" fmla="*/ 0 h 1649872"/>
                <a:gd name="connsiteX3" fmla="*/ 2462313 w 2462313"/>
                <a:gd name="connsiteY3" fmla="*/ 275034 h 1649872"/>
                <a:gd name="connsiteX4" fmla="*/ 2462313 w 2462313"/>
                <a:gd name="connsiteY4" fmla="*/ 1374838 h 1649872"/>
                <a:gd name="connsiteX5" fmla="*/ 2187279 w 2462313"/>
                <a:gd name="connsiteY5" fmla="*/ 1649872 h 1649872"/>
                <a:gd name="connsiteX6" fmla="*/ 275034 w 2462313"/>
                <a:gd name="connsiteY6" fmla="*/ 1649872 h 1649872"/>
                <a:gd name="connsiteX7" fmla="*/ 0 w 2462313"/>
                <a:gd name="connsiteY7" fmla="*/ 1374838 h 1649872"/>
                <a:gd name="connsiteX8" fmla="*/ 0 w 2462313"/>
                <a:gd name="connsiteY8" fmla="*/ 275034 h 164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62313" h="1649872">
                  <a:moveTo>
                    <a:pt x="0" y="275034"/>
                  </a:moveTo>
                  <a:cubicBezTo>
                    <a:pt x="0" y="123137"/>
                    <a:pt x="123137" y="0"/>
                    <a:pt x="275034" y="0"/>
                  </a:cubicBezTo>
                  <a:lnTo>
                    <a:pt x="2187279" y="0"/>
                  </a:lnTo>
                  <a:cubicBezTo>
                    <a:pt x="2339176" y="0"/>
                    <a:pt x="2462313" y="123137"/>
                    <a:pt x="2462313" y="275034"/>
                  </a:cubicBezTo>
                  <a:lnTo>
                    <a:pt x="2462313" y="1374838"/>
                  </a:lnTo>
                  <a:cubicBezTo>
                    <a:pt x="2462313" y="1526735"/>
                    <a:pt x="2339176" y="1649872"/>
                    <a:pt x="2187279" y="1649872"/>
                  </a:cubicBezTo>
                  <a:lnTo>
                    <a:pt x="275034" y="1649872"/>
                  </a:lnTo>
                  <a:cubicBezTo>
                    <a:pt x="123137" y="1649872"/>
                    <a:pt x="0" y="1526735"/>
                    <a:pt x="0" y="1374838"/>
                  </a:cubicBezTo>
                  <a:lnTo>
                    <a:pt x="0" y="275034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</a:pPr>
              <a:endParaRPr lang="en-US" sz="2800" dirty="0">
                <a:solidFill>
                  <a:schemeClr val="bg1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DD75B2EA-DA1C-885C-6449-836A3781ADC8}"/>
                    </a:ext>
                  </a:extLst>
                </p:cNvPr>
                <p:cNvSpPr/>
                <p:nvPr/>
              </p:nvSpPr>
              <p:spPr>
                <a:xfrm>
                  <a:off x="1431165" y="1245181"/>
                  <a:ext cx="1744648" cy="228145"/>
                </a:xfrm>
                <a:prstGeom prst="rect">
                  <a:avLst/>
                </a:prstGeom>
                <a:solidFill>
                  <a:schemeClr val="accent5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nor/>
                          </m:rPr>
                          <a:rPr lang="en-IN" sz="2800" i="0" smtClean="0">
                            <a:solidFill>
                              <a:schemeClr val="tx1"/>
                            </a:solidFill>
                          </a:rPr>
                          <m:t>Unique</m:t>
                        </m:r>
                        <m:r>
                          <m:rPr>
                            <m:nor/>
                          </m:rPr>
                          <a:rPr lang="en-IN" sz="2800" i="0" smtClean="0">
                            <a:solidFill>
                              <a:schemeClr val="tx1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IN" sz="2800" i="0" smtClean="0">
                            <a:solidFill>
                              <a:schemeClr val="tx1"/>
                            </a:solidFill>
                          </a:rPr>
                          <m:t>Solution</m:t>
                        </m:r>
                      </m:oMath>
                    </m:oMathPara>
                  </a14:m>
                  <a:endParaRPr lang="en-IN" sz="280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DD75B2EA-DA1C-885C-6449-836A3781ADC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31165" y="1245181"/>
                  <a:ext cx="1744648" cy="228145"/>
                </a:xfrm>
                <a:prstGeom prst="rect">
                  <a:avLst/>
                </a:prstGeom>
                <a:blipFill>
                  <a:blip r:embed="rId28"/>
                  <a:stretch>
                    <a:fillRect t="-7246" b="-30435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: Rounded Corners 45">
                <a:extLst>
                  <a:ext uri="{FF2B5EF4-FFF2-40B4-BE49-F238E27FC236}">
                    <a16:creationId xmlns:a16="http://schemas.microsoft.com/office/drawing/2014/main" id="{29B2671E-3A8C-BAD9-9F80-1D47525187D5}"/>
                  </a:ext>
                </a:extLst>
              </p:cNvPr>
              <p:cNvSpPr/>
              <p:nvPr/>
            </p:nvSpPr>
            <p:spPr>
              <a:xfrm>
                <a:off x="7775590" y="1453587"/>
                <a:ext cx="4004451" cy="711200"/>
              </a:xfrm>
              <a:prstGeom prst="round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𝛒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8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𝛒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1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"/>
                                  <m:endChr m:val="|"/>
                                  <m:ctrlPr>
                                    <a:rPr lang="en-IN" sz="2800" b="1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1" i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  <m:r>
                                    <a:rPr lang="en-IN" sz="2800" b="1" i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8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</m:d>
                      <m:r>
                        <a:rPr lang="en-IN" sz="28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8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𝐧</m:t>
                      </m:r>
                    </m:oMath>
                  </m:oMathPara>
                </a14:m>
                <a:endParaRPr lang="en-IN" sz="2800" b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6" name="Rectangle: Rounded Corners 45">
                <a:extLst>
                  <a:ext uri="{FF2B5EF4-FFF2-40B4-BE49-F238E27FC236}">
                    <a16:creationId xmlns:a16="http://schemas.microsoft.com/office/drawing/2014/main" id="{29B2671E-3A8C-BAD9-9F80-1D47525187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5590" y="1453587"/>
                <a:ext cx="4004451" cy="711200"/>
              </a:xfrm>
              <a:prstGeom prst="round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D272D469-2C03-D9A7-1D40-2649D68D7DB6}"/>
                  </a:ext>
                </a:extLst>
              </p:cNvPr>
              <p:cNvSpPr/>
              <p:nvPr/>
            </p:nvSpPr>
            <p:spPr>
              <a:xfrm>
                <a:off x="7832015" y="2056906"/>
                <a:ext cx="400445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chemeClr val="tx1"/>
                          </a:solidFill>
                        </a:rPr>
                        <m:t>number</m:t>
                      </m:r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chemeClr val="tx1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chemeClr val="tx1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chemeClr val="tx1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chemeClr val="tx1"/>
                          </a:solidFill>
                        </a:rPr>
                        <m:t>variables</m:t>
                      </m:r>
                    </m:oMath>
                  </m:oMathPara>
                </a14:m>
                <a:endParaRPr lang="en-IN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D272D469-2C03-D9A7-1D40-2649D68D7D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32015" y="2056906"/>
                <a:ext cx="4004450" cy="468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05041403-67F0-937A-4EA4-4DAAD3B825FF}"/>
                  </a:ext>
                </a:extLst>
              </p:cNvPr>
              <p:cNvSpPr txBox="1"/>
              <p:nvPr/>
            </p:nvSpPr>
            <p:spPr>
              <a:xfrm>
                <a:off x="8386543" y="1702452"/>
                <a:ext cx="319363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𝛒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≠</m:t>
                      </m:r>
                      <m:r>
                        <a:rPr lang="en-IN" sz="28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𝛒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1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"/>
                                  <m:endChr m:val="|"/>
                                  <m:ctrlPr>
                                    <a:rPr lang="en-IN" sz="2800" b="1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1" i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  <m:r>
                                    <a:rPr lang="en-IN" sz="2800" b="1" i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8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05041403-67F0-937A-4EA4-4DAAD3B825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86543" y="1702452"/>
                <a:ext cx="3193633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5" name="Group 54">
            <a:extLst>
              <a:ext uri="{FF2B5EF4-FFF2-40B4-BE49-F238E27FC236}">
                <a16:creationId xmlns:a16="http://schemas.microsoft.com/office/drawing/2014/main" id="{6699B718-5037-36AB-B82A-41C9FEBC16B4}"/>
              </a:ext>
            </a:extLst>
          </p:cNvPr>
          <p:cNvGrpSpPr/>
          <p:nvPr/>
        </p:nvGrpSpPr>
        <p:grpSpPr>
          <a:xfrm>
            <a:off x="6771815" y="850848"/>
            <a:ext cx="5247157" cy="1862071"/>
            <a:chOff x="1403489" y="1108888"/>
            <a:chExt cx="2168841" cy="933106"/>
          </a:xfrm>
          <a:solidFill>
            <a:srgbClr val="92D050"/>
          </a:solidFill>
        </p:grpSpPr>
        <p:sp>
          <p:nvSpPr>
            <p:cNvPr id="56" name="Freeform 11">
              <a:extLst>
                <a:ext uri="{FF2B5EF4-FFF2-40B4-BE49-F238E27FC236}">
                  <a16:creationId xmlns:a16="http://schemas.microsoft.com/office/drawing/2014/main" id="{B68E862A-7164-23F3-5236-9D4A57BE9D43}"/>
                </a:ext>
              </a:extLst>
            </p:cNvPr>
            <p:cNvSpPr/>
            <p:nvPr/>
          </p:nvSpPr>
          <p:spPr>
            <a:xfrm>
              <a:off x="1403489" y="1108888"/>
              <a:ext cx="2168841" cy="933106"/>
            </a:xfrm>
            <a:custGeom>
              <a:avLst/>
              <a:gdLst>
                <a:gd name="connsiteX0" fmla="*/ 0 w 2462313"/>
                <a:gd name="connsiteY0" fmla="*/ 275034 h 1649872"/>
                <a:gd name="connsiteX1" fmla="*/ 275034 w 2462313"/>
                <a:gd name="connsiteY1" fmla="*/ 0 h 1649872"/>
                <a:gd name="connsiteX2" fmla="*/ 2187279 w 2462313"/>
                <a:gd name="connsiteY2" fmla="*/ 0 h 1649872"/>
                <a:gd name="connsiteX3" fmla="*/ 2462313 w 2462313"/>
                <a:gd name="connsiteY3" fmla="*/ 275034 h 1649872"/>
                <a:gd name="connsiteX4" fmla="*/ 2462313 w 2462313"/>
                <a:gd name="connsiteY4" fmla="*/ 1374838 h 1649872"/>
                <a:gd name="connsiteX5" fmla="*/ 2187279 w 2462313"/>
                <a:gd name="connsiteY5" fmla="*/ 1649872 h 1649872"/>
                <a:gd name="connsiteX6" fmla="*/ 275034 w 2462313"/>
                <a:gd name="connsiteY6" fmla="*/ 1649872 h 1649872"/>
                <a:gd name="connsiteX7" fmla="*/ 0 w 2462313"/>
                <a:gd name="connsiteY7" fmla="*/ 1374838 h 1649872"/>
                <a:gd name="connsiteX8" fmla="*/ 0 w 2462313"/>
                <a:gd name="connsiteY8" fmla="*/ 275034 h 164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62313" h="1649872">
                  <a:moveTo>
                    <a:pt x="0" y="275034"/>
                  </a:moveTo>
                  <a:cubicBezTo>
                    <a:pt x="0" y="123137"/>
                    <a:pt x="123137" y="0"/>
                    <a:pt x="275034" y="0"/>
                  </a:cubicBezTo>
                  <a:lnTo>
                    <a:pt x="2187279" y="0"/>
                  </a:lnTo>
                  <a:cubicBezTo>
                    <a:pt x="2339176" y="0"/>
                    <a:pt x="2462313" y="123137"/>
                    <a:pt x="2462313" y="275034"/>
                  </a:cubicBezTo>
                  <a:lnTo>
                    <a:pt x="2462313" y="1374838"/>
                  </a:lnTo>
                  <a:cubicBezTo>
                    <a:pt x="2462313" y="1526735"/>
                    <a:pt x="2339176" y="1649872"/>
                    <a:pt x="2187279" y="1649872"/>
                  </a:cubicBezTo>
                  <a:lnTo>
                    <a:pt x="275034" y="1649872"/>
                  </a:lnTo>
                  <a:cubicBezTo>
                    <a:pt x="123137" y="1649872"/>
                    <a:pt x="0" y="1526735"/>
                    <a:pt x="0" y="1374838"/>
                  </a:cubicBezTo>
                  <a:lnTo>
                    <a:pt x="0" y="275034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</a:pPr>
              <a:endParaRPr lang="en-US" sz="2800" dirty="0">
                <a:solidFill>
                  <a:schemeClr val="bg1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DCE08458-8736-6292-1D8E-5CED907B1B90}"/>
                    </a:ext>
                  </a:extLst>
                </p:cNvPr>
                <p:cNvSpPr/>
                <p:nvPr/>
              </p:nvSpPr>
              <p:spPr>
                <a:xfrm>
                  <a:off x="1441692" y="1196675"/>
                  <a:ext cx="2082514" cy="317498"/>
                </a:xfrm>
                <a:prstGeom prst="rect">
                  <a:avLst/>
                </a:prstGeom>
                <a:solidFill>
                  <a:schemeClr val="accent5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nor/>
                          </m:rPr>
                          <a:rPr lang="en-IN" sz="2800" i="0" smtClean="0">
                            <a:solidFill>
                              <a:schemeClr val="tx1"/>
                            </a:solidFill>
                          </a:rPr>
                          <m:t>Infinitely</m:t>
                        </m:r>
                        <m:r>
                          <m:rPr>
                            <m:nor/>
                          </m:rPr>
                          <a:rPr lang="en-IN" sz="2800" i="0" smtClean="0">
                            <a:solidFill>
                              <a:schemeClr val="tx1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IN" sz="2800" i="0" smtClean="0">
                            <a:solidFill>
                              <a:schemeClr val="tx1"/>
                            </a:solidFill>
                          </a:rPr>
                          <m:t>many</m:t>
                        </m:r>
                        <m:r>
                          <m:rPr>
                            <m:nor/>
                          </m:rPr>
                          <a:rPr lang="en-IN" sz="2800" i="0" smtClean="0">
                            <a:solidFill>
                              <a:schemeClr val="tx1"/>
                            </a:solidFill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en-IN" sz="2800" i="0" smtClean="0">
                            <a:solidFill>
                              <a:schemeClr val="tx1"/>
                            </a:solidFill>
                          </a:rPr>
                          <m:t>Solutions</m:t>
                        </m:r>
                      </m:oMath>
                    </m:oMathPara>
                  </a14:m>
                  <a:endParaRPr lang="en-IN" sz="280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35D23B27-03FC-E564-92C1-DBF3D3FD2AC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41692" y="1196675"/>
                  <a:ext cx="2082514" cy="317498"/>
                </a:xfrm>
                <a:prstGeom prst="rect">
                  <a:avLst/>
                </a:prstGeom>
                <a:blipFill>
                  <a:blip r:embed="rId32"/>
                  <a:stretch>
                    <a:fillRect b="-480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: Rounded Corners 57">
                <a:extLst>
                  <a:ext uri="{FF2B5EF4-FFF2-40B4-BE49-F238E27FC236}">
                    <a16:creationId xmlns:a16="http://schemas.microsoft.com/office/drawing/2014/main" id="{7E5CA985-E998-0B1B-0A78-B14FFB7F3857}"/>
                  </a:ext>
                </a:extLst>
              </p:cNvPr>
              <p:cNvSpPr/>
              <p:nvPr/>
            </p:nvSpPr>
            <p:spPr>
              <a:xfrm>
                <a:off x="7117069" y="1457100"/>
                <a:ext cx="4785476" cy="711200"/>
              </a:xfrm>
              <a:prstGeom prst="round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𝛒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8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𝛒</m:t>
                      </m:r>
                      <m:d>
                        <m:dPr>
                          <m:ctrlPr>
                            <a:rPr lang="en-IN" sz="28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1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"/>
                                  <m:endChr m:val="|"/>
                                  <m:ctrlPr>
                                    <a:rPr lang="en-IN" sz="2800" b="1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1" i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𝐀</m:t>
                                  </m:r>
                                  <m:r>
                                    <a:rPr lang="en-IN" sz="2800" b="1" i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  <m:r>
                                <a:rPr lang="en-IN" sz="2800" b="1" i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</m:d>
                      <m:r>
                        <a:rPr lang="en-IN" sz="28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8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𝐫</m:t>
                      </m:r>
                      <m:r>
                        <a:rPr lang="en-IN" sz="28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&lt;</m:t>
                      </m:r>
                      <m:r>
                        <a:rPr lang="en-IN" sz="2800" b="1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𝐧</m:t>
                      </m:r>
                    </m:oMath>
                  </m:oMathPara>
                </a14:m>
                <a:endParaRPr lang="en-IN" sz="2800" b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8" name="Rectangle: Rounded Corners 57">
                <a:extLst>
                  <a:ext uri="{FF2B5EF4-FFF2-40B4-BE49-F238E27FC236}">
                    <a16:creationId xmlns:a16="http://schemas.microsoft.com/office/drawing/2014/main" id="{7E5CA985-E998-0B1B-0A78-B14FFB7F38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17069" y="1457100"/>
                <a:ext cx="4785476" cy="711200"/>
              </a:xfrm>
              <a:prstGeom prst="round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4A0B4290-59A0-C30E-2EFF-8F72B38BD39F}"/>
                  </a:ext>
                </a:extLst>
              </p:cNvPr>
              <p:cNvSpPr/>
              <p:nvPr/>
            </p:nvSpPr>
            <p:spPr>
              <a:xfrm>
                <a:off x="7255585" y="2094339"/>
                <a:ext cx="3999111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chemeClr val="tx1"/>
                          </a:solidFill>
                        </a:rPr>
                        <m:t>number</m:t>
                      </m:r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chemeClr val="tx1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chemeClr val="tx1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chemeClr val="tx1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i="0" dirty="0" smtClean="0">
                          <a:solidFill>
                            <a:schemeClr val="tx1"/>
                          </a:solidFill>
                        </a:rPr>
                        <m:t>variables</m:t>
                      </m:r>
                    </m:oMath>
                  </m:oMathPara>
                </a14:m>
                <a:endParaRPr lang="en-IN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4A0B4290-59A0-C30E-2EFF-8F72B38BD3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55585" y="2094339"/>
                <a:ext cx="3999111" cy="468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DA1E160-C70B-0A59-39BD-A0F757DBE10C}"/>
                  </a:ext>
                </a:extLst>
              </p:cNvPr>
              <p:cNvSpPr/>
              <p:nvPr/>
            </p:nvSpPr>
            <p:spPr>
              <a:xfrm>
                <a:off x="2597529" y="2815345"/>
                <a:ext cx="634643" cy="3335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200" i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200" b="0" i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200" dirty="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DA1E160-C70B-0A59-39BD-A0F757DBE1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7529" y="2815345"/>
                <a:ext cx="634643" cy="333565"/>
              </a:xfrm>
              <a:prstGeom prst="rect">
                <a:avLst/>
              </a:prstGeom>
              <a:blipFill>
                <a:blip r:embed="rId35"/>
                <a:stretch>
                  <a:fillRect b="-2181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2A3A99F5-09C4-2B3D-F15D-29FE5DD9A97B}"/>
                  </a:ext>
                </a:extLst>
              </p:cNvPr>
              <p:cNvSpPr/>
              <p:nvPr/>
            </p:nvSpPr>
            <p:spPr>
              <a:xfrm>
                <a:off x="3322823" y="2829069"/>
                <a:ext cx="1584027" cy="3335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200" i="1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≠</m:t>
                      </m:r>
                      <m:r>
                        <a:rPr lang="en-IN" sz="2200" b="0" i="1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200" dirty="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2A3A99F5-09C4-2B3D-F15D-29FE5DD9A9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22823" y="2829069"/>
                <a:ext cx="1584027" cy="333565"/>
              </a:xfrm>
              <a:prstGeom prst="rect">
                <a:avLst/>
              </a:prstGeom>
              <a:blipFill>
                <a:blip r:embed="rId36"/>
                <a:stretch>
                  <a:fillRect b="-2363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8EA4794F-B36D-B47A-030F-08F09300190E}"/>
                  </a:ext>
                </a:extLst>
              </p:cNvPr>
              <p:cNvSpPr/>
              <p:nvPr/>
            </p:nvSpPr>
            <p:spPr>
              <a:xfrm>
                <a:off x="3334364" y="2829069"/>
                <a:ext cx="1584027" cy="3335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200" b="0" i="1" dirty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sz="2200" dirty="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8EA4794F-B36D-B47A-030F-08F09300190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4364" y="2829069"/>
                <a:ext cx="1584027" cy="333565"/>
              </a:xfrm>
              <a:prstGeom prst="rect">
                <a:avLst/>
              </a:prstGeom>
              <a:blipFill>
                <a:blip r:embed="rId37"/>
                <a:stretch>
                  <a:fillRect b="-2363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52628AE0-59DC-11DF-A8C1-144FE281C935}"/>
                  </a:ext>
                </a:extLst>
              </p:cNvPr>
              <p:cNvSpPr/>
              <p:nvPr/>
            </p:nvSpPr>
            <p:spPr>
              <a:xfrm>
                <a:off x="2587639" y="2796418"/>
                <a:ext cx="634643" cy="3335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200" i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200" b="0" i="0" smtClean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200" dirty="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52628AE0-59DC-11DF-A8C1-144FE281C9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87639" y="2796418"/>
                <a:ext cx="634643" cy="333565"/>
              </a:xfrm>
              <a:prstGeom prst="rect">
                <a:avLst/>
              </a:prstGeom>
              <a:blipFill>
                <a:blip r:embed="rId38"/>
                <a:stretch>
                  <a:fillRect b="-24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16" name="Picture 215">
            <a:extLst>
              <a:ext uri="{FF2B5EF4-FFF2-40B4-BE49-F238E27FC236}">
                <a16:creationId xmlns:a16="http://schemas.microsoft.com/office/drawing/2014/main" id="{6CEBCE87-8F82-497B-B54C-6FBD80DF4F0C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8217063" y="3066305"/>
            <a:ext cx="3974937" cy="1737511"/>
          </a:xfrm>
          <a:prstGeom prst="rect">
            <a:avLst/>
          </a:prstGeom>
        </p:spPr>
      </p:pic>
      <p:pic>
        <p:nvPicPr>
          <p:cNvPr id="228" name="Picture 227">
            <a:extLst>
              <a:ext uri="{FF2B5EF4-FFF2-40B4-BE49-F238E27FC236}">
                <a16:creationId xmlns:a16="http://schemas.microsoft.com/office/drawing/2014/main" id="{6BB01DBC-AFC2-06E2-0E4B-104C5D98B8E9}"/>
              </a:ext>
            </a:extLst>
          </p:cNvPr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8217062" y="3073344"/>
            <a:ext cx="3974937" cy="1737511"/>
          </a:xfrm>
          <a:prstGeom prst="rect">
            <a:avLst/>
          </a:prstGeom>
        </p:spPr>
      </p:pic>
      <p:pic>
        <p:nvPicPr>
          <p:cNvPr id="240" name="Picture 239">
            <a:extLst>
              <a:ext uri="{FF2B5EF4-FFF2-40B4-BE49-F238E27FC236}">
                <a16:creationId xmlns:a16="http://schemas.microsoft.com/office/drawing/2014/main" id="{88D82F76-C046-5F50-275F-8F5EDAECE73D}"/>
              </a:ext>
            </a:extLst>
          </p:cNvPr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8217061" y="3066304"/>
            <a:ext cx="3974937" cy="1737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3104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0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00"/>
                            </p:stCondLst>
                            <p:childTnLst>
                              <p:par>
                                <p:cTn id="10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500"/>
                            </p:stCondLst>
                            <p:childTnLst>
                              <p:par>
                                <p:cTn id="14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"/>
                            </p:stCondLst>
                            <p:childTnLst>
                              <p:par>
                                <p:cTn id="15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21" grpId="0" animBg="1"/>
      <p:bldP spid="26" grpId="0"/>
      <p:bldP spid="28" grpId="0" animBg="1"/>
      <p:bldP spid="31" grpId="0"/>
      <p:bldP spid="34" grpId="0" animBg="1"/>
      <p:bldP spid="41" grpId="0"/>
      <p:bldP spid="42" grpId="0"/>
      <p:bldP spid="43" grpId="0" animBg="1"/>
      <p:bldP spid="44" grpId="0"/>
      <p:bldP spid="45" grpId="0"/>
      <p:bldP spid="3" grpId="0"/>
      <p:bldP spid="13" grpId="0"/>
      <p:bldP spid="13" grpId="1"/>
      <p:bldP spid="17" grpId="0"/>
      <p:bldP spid="17" grpId="1"/>
      <p:bldP spid="46" grpId="0"/>
      <p:bldP spid="46" grpId="1"/>
      <p:bldP spid="47" grpId="0"/>
      <p:bldP spid="47" grpId="1"/>
      <p:bldP spid="51" grpId="0"/>
      <p:bldP spid="51" grpId="1"/>
      <p:bldP spid="58" grpId="0"/>
      <p:bldP spid="59" grpId="0"/>
      <p:bldP spid="60" grpId="0"/>
      <p:bldP spid="60" grpId="1"/>
      <p:bldP spid="61" grpId="0"/>
      <p:bldP spid="61" grpId="1"/>
      <p:bldP spid="62" grpId="0"/>
      <p:bldP spid="63" grpId="0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CE349071-AC1C-4AAB-994C-E59598E45EC3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Method:4</a:t>
                </a:r>
                <a14:m>
                  <m:oMath xmlns:m="http://schemas.openxmlformats.org/officeDocument/2006/math">
                    <m:r>
                      <a:rPr lang="en-IN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/>
                  <a:t>Example:20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CE349071-AC1C-4AAB-994C-E59598E45EC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6DFC0E9D-0E66-4236-B90C-95FA3F165BFE}"/>
              </a:ext>
            </a:extLst>
          </p:cNvPr>
          <p:cNvSpPr/>
          <p:nvPr/>
        </p:nvSpPr>
        <p:spPr>
          <a:xfrm>
            <a:off x="204087" y="885256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6047C67E-3C06-471C-B2EA-BBC21171497E}"/>
              </a:ext>
            </a:extLst>
          </p:cNvPr>
          <p:cNvSpPr/>
          <p:nvPr/>
        </p:nvSpPr>
        <p:spPr>
          <a:xfrm>
            <a:off x="205333" y="2556317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EED354F2-7191-438B-BD29-F4BC9489E5AC}"/>
                  </a:ext>
                </a:extLst>
              </p:cNvPr>
              <p:cNvSpPr txBox="1"/>
              <p:nvPr/>
            </p:nvSpPr>
            <p:spPr>
              <a:xfrm>
                <a:off x="1943670" y="876906"/>
                <a:ext cx="101528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:r>
                  <a:rPr lang="en-IN" sz="2800" dirty="0">
                    <a:solidFill>
                      <a:srgbClr val="002060"/>
                    </a:solidFill>
                  </a:rPr>
                  <a:t>Find the real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for which given equations have solution other</a:t>
                </a:r>
                <a:endParaRPr lang="en-IN" sz="28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EED354F2-7191-438B-BD29-F4BC9489E5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43670" y="876906"/>
                <a:ext cx="10152850" cy="523220"/>
              </a:xfrm>
              <a:prstGeom prst="rect">
                <a:avLst/>
              </a:prstGeom>
              <a:blipFill>
                <a:blip r:embed="rId3"/>
                <a:stretch>
                  <a:fillRect l="-1261" t="-12791" b="-3139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35A6B0C-CF1F-4F16-A1B2-808188487C94}"/>
                  </a:ext>
                </a:extLst>
              </p:cNvPr>
              <p:cNvSpPr txBox="1"/>
              <p:nvPr/>
            </p:nvSpPr>
            <p:spPr>
              <a:xfrm>
                <a:off x="4903501" y="1353256"/>
                <a:ext cx="66939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Also find the solution for each real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35A6B0C-CF1F-4F16-A1B2-808188487C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3501" y="1353256"/>
                <a:ext cx="6693983" cy="523220"/>
              </a:xfrm>
              <a:prstGeom prst="rect">
                <a:avLst/>
              </a:prstGeom>
              <a:blipFill>
                <a:blip r:embed="rId4"/>
                <a:stretch>
                  <a:fillRect l="-1821" t="-12791" b="-3139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D21C22D2-0145-413A-A745-E8893FBF2524}"/>
                  </a:ext>
                </a:extLst>
              </p:cNvPr>
              <p:cNvSpPr txBox="1"/>
              <p:nvPr/>
            </p:nvSpPr>
            <p:spPr>
              <a:xfrm>
                <a:off x="1788532" y="1849133"/>
                <a:ext cx="35547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0" dirty="0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1−</m:t>
                          </m:r>
                          <m:r>
                            <m:rPr>
                              <m:sty m:val="p"/>
                            </m:rPr>
                            <a:rPr lang="en-IN" sz="2800" i="0" dirty="0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</m:e>
                      </m:d>
                      <m:r>
                        <m:rPr>
                          <m:sty m:val="p"/>
                        </m:rPr>
                        <a:rPr lang="en-IN" sz="2800" i="0" dirty="0" err="1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D21C22D2-0145-413A-A745-E8893FBF25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8532" y="1849133"/>
                <a:ext cx="3554798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F62C00A3-A748-49CA-A3DA-015C7ED03E27}"/>
                  </a:ext>
                </a:extLst>
              </p:cNvPr>
              <p:cNvSpPr txBox="1"/>
              <p:nvPr/>
            </p:nvSpPr>
            <p:spPr>
              <a:xfrm>
                <a:off x="5281320" y="1849133"/>
                <a:ext cx="303579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i="0" dirty="0" err="1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1−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</m:e>
                      </m:d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0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F62C00A3-A748-49CA-A3DA-015C7ED03E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81320" y="1849133"/>
                <a:ext cx="303579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690C803-CDE2-442D-BA32-97AF5ACE039C}"/>
                  </a:ext>
                </a:extLst>
              </p:cNvPr>
              <p:cNvSpPr txBox="1"/>
              <p:nvPr/>
            </p:nvSpPr>
            <p:spPr>
              <a:xfrm>
                <a:off x="8297901" y="1845602"/>
                <a:ext cx="303579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dirty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1+</m:t>
                          </m:r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</m:e>
                      </m:d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690C803-CDE2-442D-BA32-97AF5ACE03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97901" y="1845602"/>
                <a:ext cx="303579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428F92F0-72AB-4249-9002-9839AB5C0182}"/>
                  </a:ext>
                </a:extLst>
              </p:cNvPr>
              <p:cNvSpPr txBox="1"/>
              <p:nvPr/>
            </p:nvSpPr>
            <p:spPr>
              <a:xfrm>
                <a:off x="1969962" y="1360507"/>
                <a:ext cx="41260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than</a:t>
                </a:r>
                <a14:m>
                  <m:oMath xmlns:m="http://schemas.openxmlformats.org/officeDocument/2006/math">
                    <m:r>
                      <a:rPr lang="en-US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y</m:t>
                    </m:r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z</m:t>
                    </m:r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  <a:endParaRPr lang="en-IN" sz="2800" dirty="0"/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428F92F0-72AB-4249-9002-9839AB5C01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69962" y="1360507"/>
                <a:ext cx="4126038" cy="523220"/>
              </a:xfrm>
              <a:prstGeom prst="rect">
                <a:avLst/>
              </a:prstGeom>
              <a:blipFill>
                <a:blip r:embed="rId8"/>
                <a:stretch>
                  <a:fillRect l="-2954" t="-11628" b="-3139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Group 9">
            <a:extLst>
              <a:ext uri="{FF2B5EF4-FFF2-40B4-BE49-F238E27FC236}">
                <a16:creationId xmlns:a16="http://schemas.microsoft.com/office/drawing/2014/main" id="{BC09195D-B3C1-4927-93AA-849AFD2F3BD0}"/>
              </a:ext>
            </a:extLst>
          </p:cNvPr>
          <p:cNvGrpSpPr/>
          <p:nvPr/>
        </p:nvGrpSpPr>
        <p:grpSpPr>
          <a:xfrm>
            <a:off x="1961980" y="2821360"/>
            <a:ext cx="5171725" cy="2392083"/>
            <a:chOff x="1937873" y="2544323"/>
            <a:chExt cx="5171725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EE75A166-7FDF-40B6-ABEB-F4CC4250E01D}"/>
                    </a:ext>
                  </a:extLst>
                </p:cNvPr>
                <p:cNvSpPr/>
                <p:nvPr/>
              </p:nvSpPr>
              <p:spPr>
                <a:xfrm>
                  <a:off x="2814392" y="2544323"/>
                  <a:ext cx="4295206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EE75A166-7FDF-40B6-ABEB-F4CC4250E01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14392" y="2544323"/>
                  <a:ext cx="4295206" cy="2392083"/>
                </a:xfrm>
                <a:prstGeom prst="rect">
                  <a:avLst/>
                </a:prstGeom>
                <a:blipFill>
                  <a:blip r:embed="rId9"/>
                  <a:stretch>
                    <a:fillRect l="-1705" r="-184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EDF3251A-97CB-4554-A69B-EF3BEF9A8E9B}"/>
                    </a:ext>
                  </a:extLst>
                </p:cNvPr>
                <p:cNvSpPr/>
                <p:nvPr/>
              </p:nvSpPr>
              <p:spPr>
                <a:xfrm>
                  <a:off x="1937873" y="3322677"/>
                  <a:ext cx="965836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𝐀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EDF3251A-97CB-4554-A69B-EF3BEF9A8E9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37873" y="3322677"/>
                  <a:ext cx="965836" cy="711201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ECC561F5-D616-4C98-9B2D-9254B2C48237}"/>
                  </a:ext>
                </a:extLst>
              </p:cNvPr>
              <p:cNvSpPr/>
              <p:nvPr/>
            </p:nvSpPr>
            <p:spPr>
              <a:xfrm>
                <a:off x="1973828" y="2577641"/>
                <a:ext cx="9417167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The matrix representation of the above system is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𝐀𝐗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nor/>
                      </m:rPr>
                      <a:rPr lang="en-IN" sz="2800" b="0" i="0" smtClean="0">
                        <a:solidFill>
                          <a:srgbClr val="002060"/>
                        </a:solidFill>
                      </a:rPr>
                      <m:t>where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ECC561F5-D616-4C98-9B2D-9254B2C482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3828" y="2577641"/>
                <a:ext cx="9417167" cy="468000"/>
              </a:xfrm>
              <a:prstGeom prst="rect">
                <a:avLst/>
              </a:prstGeom>
              <a:blipFill>
                <a:blip r:embed="rId11"/>
                <a:stretch>
                  <a:fillRect l="-1359" t="-14286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B632B081-94A6-4C32-A8D2-3B9008CD50D6}"/>
                  </a:ext>
                </a:extLst>
              </p:cNvPr>
              <p:cNvSpPr/>
              <p:nvPr/>
            </p:nvSpPr>
            <p:spPr>
              <a:xfrm>
                <a:off x="7324250" y="3687254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𝐗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B632B081-94A6-4C32-A8D2-3B9008CD50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4250" y="3687254"/>
                <a:ext cx="965836" cy="711201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D304464-4936-4505-90AA-5DE818F562CF}"/>
                  </a:ext>
                </a:extLst>
              </p:cNvPr>
              <p:cNvSpPr/>
              <p:nvPr/>
            </p:nvSpPr>
            <p:spPr>
              <a:xfrm>
                <a:off x="9902212" y="3707760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𝐁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D304464-4936-4505-90AA-5DE818F562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02212" y="3707760"/>
                <a:ext cx="965836" cy="711201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2" name="Rectangle 71">
            <a:extLst>
              <a:ext uri="{FF2B5EF4-FFF2-40B4-BE49-F238E27FC236}">
                <a16:creationId xmlns:a16="http://schemas.microsoft.com/office/drawing/2014/main" id="{B61170A5-0F06-47BE-B46D-68FC10870FE9}"/>
              </a:ext>
            </a:extLst>
          </p:cNvPr>
          <p:cNvSpPr/>
          <p:nvPr/>
        </p:nvSpPr>
        <p:spPr>
          <a:xfrm>
            <a:off x="9102724" y="3704873"/>
            <a:ext cx="965836" cy="7112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IN" sz="2800" b="0" i="0" dirty="0">
                <a:solidFill>
                  <a:srgbClr val="002060"/>
                </a:solidFill>
                <a:latin typeface="+mj-lt"/>
                <a:ea typeface="Cambria Math" panose="02040503050406030204" pitchFamily="18" charset="0"/>
              </a:rPr>
              <a:t>and</a:t>
            </a:r>
            <a:endParaRPr lang="en-IN" sz="2800" dirty="0">
              <a:solidFill>
                <a:srgbClr val="FF0000"/>
              </a:solidFill>
            </a:endParaRP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B5D2B488-69CB-4DA6-9697-388C68EF4715}"/>
              </a:ext>
            </a:extLst>
          </p:cNvPr>
          <p:cNvGrpSpPr/>
          <p:nvPr/>
        </p:nvGrpSpPr>
        <p:grpSpPr>
          <a:xfrm>
            <a:off x="7915234" y="3159193"/>
            <a:ext cx="1438267" cy="1765923"/>
            <a:chOff x="5141077" y="3457054"/>
            <a:chExt cx="1438267" cy="176592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4" name="Rectangle 73">
                  <a:extLst>
                    <a:ext uri="{FF2B5EF4-FFF2-40B4-BE49-F238E27FC236}">
                      <a16:creationId xmlns:a16="http://schemas.microsoft.com/office/drawing/2014/main" id="{9A0DE4E9-DA31-4EBC-9C77-6FD2BA2AFF0D}"/>
                    </a:ext>
                  </a:extLst>
                </p:cNvPr>
                <p:cNvSpPr/>
                <p:nvPr/>
              </p:nvSpPr>
              <p:spPr>
                <a:xfrm>
                  <a:off x="5141077" y="3457054"/>
                  <a:ext cx="1438267" cy="176592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</m:e>
                              </m:mr>
                              <m:mr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e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74" name="Rectangle 73">
                  <a:extLst>
                    <a:ext uri="{FF2B5EF4-FFF2-40B4-BE49-F238E27FC236}">
                      <a16:creationId xmlns:a16="http://schemas.microsoft.com/office/drawing/2014/main" id="{9A0DE4E9-DA31-4EBC-9C77-6FD2BA2AFF0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41077" y="3457054"/>
                  <a:ext cx="1438267" cy="1765923"/>
                </a:xfrm>
                <a:prstGeom prst="rect">
                  <a:avLst/>
                </a:prstGeom>
                <a:blipFill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3F7CD4C0-8C5B-46EE-BA3D-36C9DE564691}"/>
                </a:ext>
              </a:extLst>
            </p:cNvPr>
            <p:cNvGrpSpPr/>
            <p:nvPr/>
          </p:nvGrpSpPr>
          <p:grpSpPr>
            <a:xfrm>
              <a:off x="5447051" y="3569709"/>
              <a:ext cx="730365" cy="1444285"/>
              <a:chOff x="3668692" y="4815858"/>
              <a:chExt cx="730365" cy="144428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6" name="Rectangle 75">
                    <a:extLst>
                      <a:ext uri="{FF2B5EF4-FFF2-40B4-BE49-F238E27FC236}">
                        <a16:creationId xmlns:a16="http://schemas.microsoft.com/office/drawing/2014/main" id="{13FE2ACD-5289-42F4-8D42-3EB2C383B4CE}"/>
                      </a:ext>
                    </a:extLst>
                  </p:cNvPr>
                  <p:cNvSpPr/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99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6" name="Rectangle 75">
                    <a:extLst>
                      <a:ext uri="{FF2B5EF4-FFF2-40B4-BE49-F238E27FC236}">
                        <a16:creationId xmlns:a16="http://schemas.microsoft.com/office/drawing/2014/main" id="{13FE2ACD-5289-42F4-8D42-3EB2C383B4C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blipFill>
                    <a:blip r:embed="rId2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7" name="Rectangle 76">
                    <a:extLst>
                      <a:ext uri="{FF2B5EF4-FFF2-40B4-BE49-F238E27FC236}">
                        <a16:creationId xmlns:a16="http://schemas.microsoft.com/office/drawing/2014/main" id="{AA0FD6D2-946B-44AC-8799-4E1B72619496}"/>
                      </a:ext>
                    </a:extLst>
                  </p:cNvPr>
                  <p:cNvSpPr/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70C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7" name="Rectangle 76">
                    <a:extLst>
                      <a:ext uri="{FF2B5EF4-FFF2-40B4-BE49-F238E27FC236}">
                        <a16:creationId xmlns:a16="http://schemas.microsoft.com/office/drawing/2014/main" id="{AA0FD6D2-946B-44AC-8799-4E1B7261949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blipFill>
                    <a:blip r:embed="rId2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9D5AFDC6-A1B3-40D6-A298-1CC8A66E94E5}"/>
                      </a:ext>
                    </a:extLst>
                  </p:cNvPr>
                  <p:cNvSpPr/>
                  <p:nvPr/>
                </p:nvSpPr>
                <p:spPr>
                  <a:xfrm>
                    <a:off x="3674514" y="579214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z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9D5AFDC6-A1B3-40D6-A298-1CC8A66E94E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74514" y="5792143"/>
                    <a:ext cx="717113" cy="468000"/>
                  </a:xfrm>
                  <a:prstGeom prst="rect">
                    <a:avLst/>
                  </a:prstGeom>
                  <a:blipFill>
                    <a:blip r:embed="rId2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29A8BED4-82A7-4192-9E02-C55307DE94E6}"/>
              </a:ext>
            </a:extLst>
          </p:cNvPr>
          <p:cNvGrpSpPr/>
          <p:nvPr/>
        </p:nvGrpSpPr>
        <p:grpSpPr>
          <a:xfrm>
            <a:off x="10531998" y="3138707"/>
            <a:ext cx="1438267" cy="1765923"/>
            <a:chOff x="5141077" y="3457054"/>
            <a:chExt cx="1438267" cy="176592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" name="Rectangle 83">
                  <a:extLst>
                    <a:ext uri="{FF2B5EF4-FFF2-40B4-BE49-F238E27FC236}">
                      <a16:creationId xmlns:a16="http://schemas.microsoft.com/office/drawing/2014/main" id="{16AA069C-4B84-4BA5-9874-B77CA5A72322}"/>
                    </a:ext>
                  </a:extLst>
                </p:cNvPr>
                <p:cNvSpPr/>
                <p:nvPr/>
              </p:nvSpPr>
              <p:spPr>
                <a:xfrm>
                  <a:off x="5141077" y="3457054"/>
                  <a:ext cx="1438267" cy="176592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</m:e>
                              </m:mr>
                              <m:mr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e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84" name="Rectangle 83">
                  <a:extLst>
                    <a:ext uri="{FF2B5EF4-FFF2-40B4-BE49-F238E27FC236}">
                      <a16:creationId xmlns:a16="http://schemas.microsoft.com/office/drawing/2014/main" id="{16AA069C-4B84-4BA5-9874-B77CA5A7232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41077" y="3457054"/>
                  <a:ext cx="1438267" cy="1765923"/>
                </a:xfrm>
                <a:prstGeom prst="rect">
                  <a:avLst/>
                </a:prstGeom>
                <a:blipFill>
                  <a:blip r:embed="rId2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3583E84-D80D-409F-AE47-E05D19B79C2B}"/>
                </a:ext>
              </a:extLst>
            </p:cNvPr>
            <p:cNvGrpSpPr/>
            <p:nvPr/>
          </p:nvGrpSpPr>
          <p:grpSpPr>
            <a:xfrm>
              <a:off x="5445063" y="3569709"/>
              <a:ext cx="724923" cy="1444285"/>
              <a:chOff x="3666704" y="4815858"/>
              <a:chExt cx="724923" cy="144428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" name="Rectangle 85">
                    <a:extLst>
                      <a:ext uri="{FF2B5EF4-FFF2-40B4-BE49-F238E27FC236}">
                        <a16:creationId xmlns:a16="http://schemas.microsoft.com/office/drawing/2014/main" id="{53D1375B-D699-45F9-8A82-3CDCB79E8901}"/>
                      </a:ext>
                    </a:extLst>
                  </p:cNvPr>
                  <p:cNvSpPr/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6" name="Rectangle 85">
                    <a:extLst>
                      <a:ext uri="{FF2B5EF4-FFF2-40B4-BE49-F238E27FC236}">
                        <a16:creationId xmlns:a16="http://schemas.microsoft.com/office/drawing/2014/main" id="{53D1375B-D699-45F9-8A82-3CDCB79E890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blipFill>
                    <a:blip r:embed="rId2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" name="Rectangle 86">
                    <a:extLst>
                      <a:ext uri="{FF2B5EF4-FFF2-40B4-BE49-F238E27FC236}">
                        <a16:creationId xmlns:a16="http://schemas.microsoft.com/office/drawing/2014/main" id="{D31209A3-162A-4B47-B627-97EEA44D6752}"/>
                      </a:ext>
                    </a:extLst>
                  </p:cNvPr>
                  <p:cNvSpPr/>
                  <p:nvPr/>
                </p:nvSpPr>
                <p:spPr>
                  <a:xfrm>
                    <a:off x="3666704" y="529982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7" name="Rectangle 86">
                    <a:extLst>
                      <a:ext uri="{FF2B5EF4-FFF2-40B4-BE49-F238E27FC236}">
                        <a16:creationId xmlns:a16="http://schemas.microsoft.com/office/drawing/2014/main" id="{D31209A3-162A-4B47-B627-97EEA44D675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66704" y="5299823"/>
                    <a:ext cx="717113" cy="468000"/>
                  </a:xfrm>
                  <a:prstGeom prst="rect">
                    <a:avLst/>
                  </a:prstGeom>
                  <a:blipFill>
                    <a:blip r:embed="rId3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" name="Rectangle 87">
                    <a:extLst>
                      <a:ext uri="{FF2B5EF4-FFF2-40B4-BE49-F238E27FC236}">
                        <a16:creationId xmlns:a16="http://schemas.microsoft.com/office/drawing/2014/main" id="{D600AB00-E1F3-4C82-9C2B-ECBD1FB2BE72}"/>
                      </a:ext>
                    </a:extLst>
                  </p:cNvPr>
                  <p:cNvSpPr/>
                  <p:nvPr/>
                </p:nvSpPr>
                <p:spPr>
                  <a:xfrm>
                    <a:off x="3674514" y="579214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8" name="Rectangle 87">
                    <a:extLst>
                      <a:ext uri="{FF2B5EF4-FFF2-40B4-BE49-F238E27FC236}">
                        <a16:creationId xmlns:a16="http://schemas.microsoft.com/office/drawing/2014/main" id="{D600AB00-E1F3-4C82-9C2B-ECBD1FB2BE7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74514" y="5792143"/>
                    <a:ext cx="717113" cy="468000"/>
                  </a:xfrm>
                  <a:prstGeom prst="rect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EBEF67F-C4D6-2C05-0FE4-4CDF12A1EE1E}"/>
                  </a:ext>
                </a:extLst>
              </p:cNvPr>
              <p:cNvSpPr/>
              <p:nvPr/>
            </p:nvSpPr>
            <p:spPr>
              <a:xfrm>
                <a:off x="2827889" y="4271593"/>
                <a:ext cx="4396876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     0</m:t>
                      </m:r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        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       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−(1+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λ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EBEF67F-C4D6-2C05-0FE4-4CDF12A1EE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27889" y="4271593"/>
                <a:ext cx="4396876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2119A91A-B35E-81ED-3E26-8D8F11B4317D}"/>
                  </a:ext>
                </a:extLst>
              </p:cNvPr>
              <p:cNvSpPr/>
              <p:nvPr/>
            </p:nvSpPr>
            <p:spPr>
              <a:xfrm>
                <a:off x="3199588" y="3776843"/>
                <a:ext cx="3647858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0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        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1−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  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          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2119A91A-B35E-81ED-3E26-8D8F11B431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99588" y="3776843"/>
                <a:ext cx="3647858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33DC5900-B140-6541-A270-E796697C6567}"/>
                  </a:ext>
                </a:extLst>
              </p:cNvPr>
              <p:cNvSpPr/>
              <p:nvPr/>
            </p:nvSpPr>
            <p:spPr>
              <a:xfrm>
                <a:off x="2764056" y="3251280"/>
                <a:ext cx="4083389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1−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   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−1                    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33DC5900-B140-6541-A270-E796697C65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64056" y="3251280"/>
                <a:ext cx="4083389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80221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71" grpId="0"/>
      <p:bldP spid="72" grpId="0"/>
      <p:bldP spid="3" grpId="0"/>
      <p:bldP spid="6" grpId="0"/>
      <p:bldP spid="7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2BF717-C593-50A0-859D-103AF3CF02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FB1AD448-48C5-CFA4-6193-0092AC717CA5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rgbClr val="FF0000"/>
                    </a:solidFill>
                  </a:rPr>
                  <a:t>Recall: </a:t>
                </a:r>
                <a:r>
                  <a:rPr lang="en-IN" dirty="0"/>
                  <a:t>Idea of Solution by Determinant Method: </a:t>
                </a:r>
                <a14:m>
                  <m:oMath xmlns:m="http://schemas.openxmlformats.org/officeDocument/2006/math">
                    <m:r>
                      <a:rPr lang="en-IN" b="1" i="0" smtClean="0">
                        <a:solidFill>
                          <a:srgbClr val="B71B1C"/>
                        </a:solidFill>
                        <a:latin typeface="Cambria Math" panose="02040503050406030204" pitchFamily="18" charset="0"/>
                      </a:rPr>
                      <m:t>𝐀𝐗</m:t>
                    </m:r>
                    <m:r>
                      <a:rPr lang="en-IN" b="1" i="0" smtClean="0">
                        <a:solidFill>
                          <a:srgbClr val="B71B1C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b="1" i="0" smtClean="0">
                        <a:solidFill>
                          <a:srgbClr val="B71B1C"/>
                        </a:solidFill>
                        <a:latin typeface="Cambria Math" panose="02040503050406030204" pitchFamily="18" charset="0"/>
                      </a:rPr>
                      <m:t>𝐎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FB1AD448-48C5-CFA4-6193-0092AC717CA5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10536B28-EF87-43AB-8F68-C10453E77A93}"/>
              </a:ext>
            </a:extLst>
          </p:cNvPr>
          <p:cNvSpPr txBox="1">
            <a:spLocks/>
          </p:cNvSpPr>
          <p:nvPr/>
        </p:nvSpPr>
        <p:spPr>
          <a:xfrm>
            <a:off x="124407" y="821295"/>
            <a:ext cx="11940213" cy="899727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IN" sz="2800" dirty="0">
                <a:solidFill>
                  <a:srgbClr val="002060"/>
                </a:solidFill>
              </a:rPr>
              <a:t>For a </a:t>
            </a:r>
            <a:r>
              <a:rPr lang="en-IN" sz="2800" b="1" dirty="0">
                <a:solidFill>
                  <a:srgbClr val="FF0000"/>
                </a:solidFill>
              </a:rPr>
              <a:t>Homogeneous</a:t>
            </a:r>
            <a:r>
              <a:rPr lang="en-IN" sz="2800" dirty="0">
                <a:solidFill>
                  <a:srgbClr val="002060"/>
                </a:solidFill>
              </a:rPr>
              <a:t> </a:t>
            </a:r>
            <a:r>
              <a:rPr lang="en-IN" sz="2800" b="1" dirty="0">
                <a:solidFill>
                  <a:srgbClr val="FF0000"/>
                </a:solidFill>
              </a:rPr>
              <a:t>System</a:t>
            </a:r>
            <a:r>
              <a:rPr lang="en-IN" sz="2800" dirty="0">
                <a:solidFill>
                  <a:srgbClr val="002060"/>
                </a:solidFill>
              </a:rPr>
              <a:t>, in which number of equations and number of variables are equal.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58ED509-587D-5E57-BCDC-F361EB450E82}"/>
              </a:ext>
            </a:extLst>
          </p:cNvPr>
          <p:cNvSpPr txBox="1"/>
          <p:nvPr/>
        </p:nvSpPr>
        <p:spPr>
          <a:xfrm>
            <a:off x="399197" y="1257078"/>
            <a:ext cx="297180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8" name="Arrow: Down 7">
            <a:extLst>
              <a:ext uri="{FF2B5EF4-FFF2-40B4-BE49-F238E27FC236}">
                <a16:creationId xmlns:a16="http://schemas.microsoft.com/office/drawing/2014/main" id="{68A53C45-BEA0-05DF-F018-520A47F99403}"/>
              </a:ext>
            </a:extLst>
          </p:cNvPr>
          <p:cNvSpPr/>
          <p:nvPr/>
        </p:nvSpPr>
        <p:spPr>
          <a:xfrm>
            <a:off x="9542517" y="4083135"/>
            <a:ext cx="272017" cy="686148"/>
          </a:xfrm>
          <a:prstGeom prst="downArrow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Freeform 11">
                <a:extLst>
                  <a:ext uri="{FF2B5EF4-FFF2-40B4-BE49-F238E27FC236}">
                    <a16:creationId xmlns:a16="http://schemas.microsoft.com/office/drawing/2014/main" id="{0394636D-DBF2-825C-4A05-D9DB220CAE30}"/>
                  </a:ext>
                </a:extLst>
              </p:cNvPr>
              <p:cNvSpPr/>
              <p:nvPr/>
            </p:nvSpPr>
            <p:spPr>
              <a:xfrm>
                <a:off x="1349459" y="4808531"/>
                <a:ext cx="3092564" cy="970327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28575"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1" i="0" dirty="0" smtClean="0">
                          <a:latin typeface="Cambria Math" panose="02040503050406030204" pitchFamily="18" charset="0"/>
                        </a:rPr>
                        <m:t>𝐔𝐧𝐢𝐪𝐮𝐞</m:t>
                      </m:r>
                      <m:r>
                        <a:rPr lang="en-US" sz="2400" b="1" i="0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400" b="1" i="0" dirty="0" smtClean="0">
                          <a:latin typeface="Cambria Math" panose="02040503050406030204" pitchFamily="18" charset="0"/>
                        </a:rPr>
                        <m:t>𝐒𝐨𝐥𝐮𝐭𝐢𝐨𝐧</m:t>
                      </m:r>
                    </m:oMath>
                  </m:oMathPara>
                </a14:m>
                <a:endParaRPr lang="en-IN" sz="2400" b="1" dirty="0"/>
              </a:p>
              <a:p>
                <a:pPr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4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𝐢</m:t>
                      </m:r>
                      <m:r>
                        <a:rPr lang="en-IN" sz="24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IN" sz="24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𝐞</m:t>
                      </m:r>
                      <m:r>
                        <a:rPr lang="en-IN" sz="24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 </m:t>
                      </m:r>
                      <m:r>
                        <a:rPr lang="en-IN" sz="24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𝐓𝐫𝐢𝐯𝐢𝐚𝐥</m:t>
                      </m:r>
                      <m:r>
                        <a:rPr lang="en-US" sz="2400" b="1" dirty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400" b="1" dirty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𝐒𝐨𝐥𝐮𝐭𝐢𝐨𝐧</m:t>
                      </m:r>
                    </m:oMath>
                  </m:oMathPara>
                </a14:m>
                <a:endParaRPr lang="en-IN" sz="2400" b="1" dirty="0"/>
              </a:p>
            </p:txBody>
          </p:sp>
        </mc:Choice>
        <mc:Fallback xmlns="">
          <p:sp>
            <p:nvSpPr>
              <p:cNvPr id="10" name="Freeform 11">
                <a:extLst>
                  <a:ext uri="{FF2B5EF4-FFF2-40B4-BE49-F238E27FC236}">
                    <a16:creationId xmlns:a16="http://schemas.microsoft.com/office/drawing/2014/main" id="{0394636D-DBF2-825C-4A05-D9DB220CAE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9459" y="4808531"/>
                <a:ext cx="3092564" cy="970327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blipFill>
                <a:blip r:embed="rId3"/>
                <a:stretch>
                  <a:fillRect/>
                </a:stretch>
              </a:blipFill>
              <a:ln w="2857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: Diagonal Corners Rounded 10">
                <a:extLst>
                  <a:ext uri="{FF2B5EF4-FFF2-40B4-BE49-F238E27FC236}">
                    <a16:creationId xmlns:a16="http://schemas.microsoft.com/office/drawing/2014/main" id="{33570F67-1437-4511-8352-346F3E25F154}"/>
                  </a:ext>
                </a:extLst>
              </p:cNvPr>
              <p:cNvSpPr/>
              <p:nvPr/>
            </p:nvSpPr>
            <p:spPr>
              <a:xfrm>
                <a:off x="2161375" y="3545404"/>
                <a:ext cx="1468736" cy="579777"/>
              </a:xfrm>
              <a:prstGeom prst="round2Diag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28575"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| </m:t>
                      </m:r>
                      <m:r>
                        <a:rPr lang="en-IN" sz="2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𝐀</m:t>
                      </m:r>
                      <m:r>
                        <a:rPr lang="en-IN" sz="2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 |</m:t>
                      </m:r>
                      <m:r>
                        <a:rPr lang="en-IN" sz="24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≠</m:t>
                      </m:r>
                      <m:r>
                        <a:rPr lang="en-IN" sz="24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sz="24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" name="Rectangle: Diagonal Corners Rounded 10">
                <a:extLst>
                  <a:ext uri="{FF2B5EF4-FFF2-40B4-BE49-F238E27FC236}">
                    <a16:creationId xmlns:a16="http://schemas.microsoft.com/office/drawing/2014/main" id="{1AD6DF44-2551-5C01-0547-237680BB3DB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1375" y="3545404"/>
                <a:ext cx="1468736" cy="579777"/>
              </a:xfrm>
              <a:prstGeom prst="round2DiagRect">
                <a:avLst/>
              </a:prstGeom>
              <a:blipFill>
                <a:blip r:embed="rId4"/>
                <a:stretch>
                  <a:fillRect b="-2000"/>
                </a:stretch>
              </a:blipFill>
              <a:ln w="2857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4" name="Group 23">
            <a:extLst>
              <a:ext uri="{FF2B5EF4-FFF2-40B4-BE49-F238E27FC236}">
                <a16:creationId xmlns:a16="http://schemas.microsoft.com/office/drawing/2014/main" id="{BC426822-2C14-76F0-1145-6C8DA3B03021}"/>
              </a:ext>
            </a:extLst>
          </p:cNvPr>
          <p:cNvGrpSpPr/>
          <p:nvPr/>
        </p:nvGrpSpPr>
        <p:grpSpPr>
          <a:xfrm>
            <a:off x="7519917" y="4818227"/>
            <a:ext cx="4230806" cy="970327"/>
            <a:chOff x="7233314" y="4628371"/>
            <a:chExt cx="4230806" cy="970327"/>
          </a:xfrm>
        </p:grpSpPr>
        <p:sp>
          <p:nvSpPr>
            <p:cNvPr id="9" name="Freeform 11">
              <a:extLst>
                <a:ext uri="{FF2B5EF4-FFF2-40B4-BE49-F238E27FC236}">
                  <a16:creationId xmlns:a16="http://schemas.microsoft.com/office/drawing/2014/main" id="{47B0011D-B7BA-A129-6F5D-588A1631A665}"/>
                </a:ext>
              </a:extLst>
            </p:cNvPr>
            <p:cNvSpPr/>
            <p:nvPr/>
          </p:nvSpPr>
          <p:spPr>
            <a:xfrm>
              <a:off x="7233314" y="4628371"/>
              <a:ext cx="4230806" cy="970327"/>
            </a:xfrm>
            <a:custGeom>
              <a:avLst/>
              <a:gdLst>
                <a:gd name="connsiteX0" fmla="*/ 0 w 2462313"/>
                <a:gd name="connsiteY0" fmla="*/ 275034 h 1649872"/>
                <a:gd name="connsiteX1" fmla="*/ 275034 w 2462313"/>
                <a:gd name="connsiteY1" fmla="*/ 0 h 1649872"/>
                <a:gd name="connsiteX2" fmla="*/ 2187279 w 2462313"/>
                <a:gd name="connsiteY2" fmla="*/ 0 h 1649872"/>
                <a:gd name="connsiteX3" fmla="*/ 2462313 w 2462313"/>
                <a:gd name="connsiteY3" fmla="*/ 275034 h 1649872"/>
                <a:gd name="connsiteX4" fmla="*/ 2462313 w 2462313"/>
                <a:gd name="connsiteY4" fmla="*/ 1374838 h 1649872"/>
                <a:gd name="connsiteX5" fmla="*/ 2187279 w 2462313"/>
                <a:gd name="connsiteY5" fmla="*/ 1649872 h 1649872"/>
                <a:gd name="connsiteX6" fmla="*/ 275034 w 2462313"/>
                <a:gd name="connsiteY6" fmla="*/ 1649872 h 1649872"/>
                <a:gd name="connsiteX7" fmla="*/ 0 w 2462313"/>
                <a:gd name="connsiteY7" fmla="*/ 1374838 h 1649872"/>
                <a:gd name="connsiteX8" fmla="*/ 0 w 2462313"/>
                <a:gd name="connsiteY8" fmla="*/ 275034 h 164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62313" h="1649872">
                  <a:moveTo>
                    <a:pt x="0" y="275034"/>
                  </a:moveTo>
                  <a:cubicBezTo>
                    <a:pt x="0" y="123137"/>
                    <a:pt x="123137" y="0"/>
                    <a:pt x="275034" y="0"/>
                  </a:cubicBezTo>
                  <a:lnTo>
                    <a:pt x="2187279" y="0"/>
                  </a:lnTo>
                  <a:cubicBezTo>
                    <a:pt x="2339176" y="0"/>
                    <a:pt x="2462313" y="123137"/>
                    <a:pt x="2462313" y="275034"/>
                  </a:cubicBezTo>
                  <a:lnTo>
                    <a:pt x="2462313" y="1374838"/>
                  </a:lnTo>
                  <a:cubicBezTo>
                    <a:pt x="2462313" y="1526735"/>
                    <a:pt x="2339176" y="1649872"/>
                    <a:pt x="2187279" y="1649872"/>
                  </a:cubicBezTo>
                  <a:lnTo>
                    <a:pt x="275034" y="1649872"/>
                  </a:lnTo>
                  <a:cubicBezTo>
                    <a:pt x="123137" y="1649872"/>
                    <a:pt x="0" y="1526735"/>
                    <a:pt x="0" y="1374838"/>
                  </a:cubicBezTo>
                  <a:lnTo>
                    <a:pt x="0" y="275034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  <a:buFont typeface="Wingdings 3" panose="05040102010807070707" pitchFamily="18" charset="2"/>
                <a:buNone/>
              </a:pPr>
              <a:endParaRPr lang="en-US" sz="2400" dirty="0">
                <a:solidFill>
                  <a:schemeClr val="bg1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6EB4DCE4-801C-A330-CA73-B246E9330E4E}"/>
                    </a:ext>
                  </a:extLst>
                </p:cNvPr>
                <p:cNvSpPr/>
                <p:nvPr/>
              </p:nvSpPr>
              <p:spPr>
                <a:xfrm>
                  <a:off x="7455929" y="4795248"/>
                  <a:ext cx="3845629" cy="63731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None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𝐈𝐧𝐟𝐢𝐧𝐢𝐭𝐞𝐥𝐲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𝐦𝐚𝐧𝐲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𝐬𝐨𝐥𝐮𝐭𝐢𝐨𝐧𝐬</m:t>
                        </m:r>
                      </m:oMath>
                    </m:oMathPara>
                  </a14:m>
                  <a:endParaRPr lang="en-IN" sz="2400" b="1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7FE55CE1-82EF-440F-EB30-8E67CC820E7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55929" y="4795248"/>
                  <a:ext cx="3845629" cy="637319"/>
                </a:xfrm>
                <a:prstGeom prst="rect">
                  <a:avLst/>
                </a:prstGeom>
                <a:blipFill>
                  <a:blip r:embed="rId5"/>
                  <a:stretch>
                    <a:fillRect l="-951" r="-15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E0A1C88-D345-199B-9AB5-04C9904188A3}"/>
              </a:ext>
            </a:extLst>
          </p:cNvPr>
          <p:cNvGrpSpPr/>
          <p:nvPr/>
        </p:nvGrpSpPr>
        <p:grpSpPr>
          <a:xfrm>
            <a:off x="4088019" y="1887153"/>
            <a:ext cx="4435007" cy="1291815"/>
            <a:chOff x="1386991" y="1101257"/>
            <a:chExt cx="1570513" cy="785300"/>
          </a:xfrm>
          <a:solidFill>
            <a:srgbClr val="92D050"/>
          </a:solidFill>
        </p:grpSpPr>
        <p:sp>
          <p:nvSpPr>
            <p:cNvPr id="17" name="Freeform 11">
              <a:extLst>
                <a:ext uri="{FF2B5EF4-FFF2-40B4-BE49-F238E27FC236}">
                  <a16:creationId xmlns:a16="http://schemas.microsoft.com/office/drawing/2014/main" id="{222A4FD2-6044-39DC-ADC7-5F051D937BC0}"/>
                </a:ext>
              </a:extLst>
            </p:cNvPr>
            <p:cNvSpPr/>
            <p:nvPr/>
          </p:nvSpPr>
          <p:spPr>
            <a:xfrm>
              <a:off x="1491345" y="1101257"/>
              <a:ext cx="1361804" cy="785300"/>
            </a:xfrm>
            <a:custGeom>
              <a:avLst/>
              <a:gdLst>
                <a:gd name="connsiteX0" fmla="*/ 0 w 2462313"/>
                <a:gd name="connsiteY0" fmla="*/ 275034 h 1649872"/>
                <a:gd name="connsiteX1" fmla="*/ 275034 w 2462313"/>
                <a:gd name="connsiteY1" fmla="*/ 0 h 1649872"/>
                <a:gd name="connsiteX2" fmla="*/ 2187279 w 2462313"/>
                <a:gd name="connsiteY2" fmla="*/ 0 h 1649872"/>
                <a:gd name="connsiteX3" fmla="*/ 2462313 w 2462313"/>
                <a:gd name="connsiteY3" fmla="*/ 275034 h 1649872"/>
                <a:gd name="connsiteX4" fmla="*/ 2462313 w 2462313"/>
                <a:gd name="connsiteY4" fmla="*/ 1374838 h 1649872"/>
                <a:gd name="connsiteX5" fmla="*/ 2187279 w 2462313"/>
                <a:gd name="connsiteY5" fmla="*/ 1649872 h 1649872"/>
                <a:gd name="connsiteX6" fmla="*/ 275034 w 2462313"/>
                <a:gd name="connsiteY6" fmla="*/ 1649872 h 1649872"/>
                <a:gd name="connsiteX7" fmla="*/ 0 w 2462313"/>
                <a:gd name="connsiteY7" fmla="*/ 1374838 h 1649872"/>
                <a:gd name="connsiteX8" fmla="*/ 0 w 2462313"/>
                <a:gd name="connsiteY8" fmla="*/ 275034 h 164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62313" h="1649872">
                  <a:moveTo>
                    <a:pt x="0" y="275034"/>
                  </a:moveTo>
                  <a:cubicBezTo>
                    <a:pt x="0" y="123137"/>
                    <a:pt x="123137" y="0"/>
                    <a:pt x="275034" y="0"/>
                  </a:cubicBezTo>
                  <a:lnTo>
                    <a:pt x="2187279" y="0"/>
                  </a:lnTo>
                  <a:cubicBezTo>
                    <a:pt x="2339176" y="0"/>
                    <a:pt x="2462313" y="123137"/>
                    <a:pt x="2462313" y="275034"/>
                  </a:cubicBezTo>
                  <a:lnTo>
                    <a:pt x="2462313" y="1374838"/>
                  </a:lnTo>
                  <a:cubicBezTo>
                    <a:pt x="2462313" y="1526735"/>
                    <a:pt x="2339176" y="1649872"/>
                    <a:pt x="2187279" y="1649872"/>
                  </a:cubicBezTo>
                  <a:lnTo>
                    <a:pt x="275034" y="1649872"/>
                  </a:lnTo>
                  <a:cubicBezTo>
                    <a:pt x="123137" y="1649872"/>
                    <a:pt x="0" y="1526735"/>
                    <a:pt x="0" y="1374838"/>
                  </a:cubicBezTo>
                  <a:lnTo>
                    <a:pt x="0" y="275034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  <a:spcBef>
                  <a:spcPts val="1000"/>
                </a:spcBef>
                <a:buClr>
                  <a:schemeClr val="accent6"/>
                </a:buClr>
                <a:buFont typeface="Wingdings 3" panose="05040102010807070707" pitchFamily="18" charset="2"/>
                <a:buNone/>
              </a:pPr>
              <a:endParaRPr lang="en-US" sz="2800" dirty="0">
                <a:solidFill>
                  <a:schemeClr val="bg1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F7B6D6EC-CD1F-37C6-2EDF-BA04B4AE2865}"/>
                    </a:ext>
                  </a:extLst>
                </p:cNvPr>
                <p:cNvSpPr/>
                <p:nvPr/>
              </p:nvSpPr>
              <p:spPr>
                <a:xfrm>
                  <a:off x="1386991" y="1179369"/>
                  <a:ext cx="1570513" cy="62907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rtlCol="0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None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𝐅𝐢𝐧𝐝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𝐭𝐡𝐞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𝐝𝐞𝐭𝐞𝐫𝐦𝐢𝐧𝐚𝐧𝐭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𝐨𝐟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oMath>
                    </m:oMathPara>
                  </a14:m>
                  <a:endParaRPr lang="en-IN" sz="2400" b="1" i="0" dirty="0">
                    <a:solidFill>
                      <a:schemeClr val="tx1"/>
                    </a:solidFill>
                    <a:latin typeface="Cambria Math" panose="02040503050406030204" pitchFamily="18" charset="0"/>
                  </a:endParaRPr>
                </a:p>
                <a:p>
                  <a:pPr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None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𝐜𝐨𝐞𝐟𝐟𝐢𝐜𝐢𝐞𝐧𝐭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𝐦𝐚𝐭𝐫𝐢𝐱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4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oMath>
                    </m:oMathPara>
                  </a14:m>
                  <a:endParaRPr lang="en-IN" sz="2400" b="1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5F2177EC-9B3C-F666-FE75-988E936929D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386991" y="1179369"/>
                  <a:ext cx="1570513" cy="629075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9" name="Bent-Up Arrow 9">
            <a:extLst>
              <a:ext uri="{FF2B5EF4-FFF2-40B4-BE49-F238E27FC236}">
                <a16:creationId xmlns:a16="http://schemas.microsoft.com/office/drawing/2014/main" id="{8D44F7CF-A452-DE0C-044D-7792C80437DE}"/>
              </a:ext>
            </a:extLst>
          </p:cNvPr>
          <p:cNvSpPr/>
          <p:nvPr/>
        </p:nvSpPr>
        <p:spPr>
          <a:xfrm rot="10800000" flipH="1">
            <a:off x="8228336" y="2482465"/>
            <a:ext cx="1638057" cy="1044032"/>
          </a:xfrm>
          <a:prstGeom prst="bentUpArrow">
            <a:avLst>
              <a:gd name="adj1" fmla="val 13300"/>
              <a:gd name="adj2" fmla="val 16174"/>
              <a:gd name="adj3" fmla="val 19156"/>
            </a:avLst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: Diagonal Corners Rounded 19">
                <a:extLst>
                  <a:ext uri="{FF2B5EF4-FFF2-40B4-BE49-F238E27FC236}">
                    <a16:creationId xmlns:a16="http://schemas.microsoft.com/office/drawing/2014/main" id="{0921B97B-ECA1-B895-B1AE-66E8097637D4}"/>
                  </a:ext>
                </a:extLst>
              </p:cNvPr>
              <p:cNvSpPr/>
              <p:nvPr/>
            </p:nvSpPr>
            <p:spPr>
              <a:xfrm>
                <a:off x="8944158" y="3548654"/>
                <a:ext cx="1468736" cy="570033"/>
              </a:xfrm>
              <a:prstGeom prst="round2Diag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28575"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| </m:t>
                      </m:r>
                      <m:r>
                        <a:rPr lang="en-IN" sz="2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𝐀</m:t>
                      </m:r>
                      <m:r>
                        <a:rPr lang="en-IN" sz="24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 |</m:t>
                      </m:r>
                      <m:r>
                        <a:rPr lang="en-IN" sz="24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4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𝟎</m:t>
                      </m:r>
                    </m:oMath>
                  </m:oMathPara>
                </a14:m>
                <a:endParaRPr lang="en-IN" sz="24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0" name="Rectangle: Diagonal Corners Rounded 19">
                <a:extLst>
                  <a:ext uri="{FF2B5EF4-FFF2-40B4-BE49-F238E27FC236}">
                    <a16:creationId xmlns:a16="http://schemas.microsoft.com/office/drawing/2014/main" id="{1ECBEA3B-B59D-6DEC-D07D-D6C7803B7B8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44158" y="3548654"/>
                <a:ext cx="1468736" cy="570033"/>
              </a:xfrm>
              <a:prstGeom prst="round2DiagRect">
                <a:avLst/>
              </a:prstGeom>
              <a:blipFill>
                <a:blip r:embed="rId7"/>
                <a:stretch>
                  <a:fillRect b="-2020"/>
                </a:stretch>
              </a:blipFill>
              <a:ln w="2857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Arrow: Down 21">
            <a:extLst>
              <a:ext uri="{FF2B5EF4-FFF2-40B4-BE49-F238E27FC236}">
                <a16:creationId xmlns:a16="http://schemas.microsoft.com/office/drawing/2014/main" id="{778C74F4-211E-D709-5642-67F48427D04F}"/>
              </a:ext>
            </a:extLst>
          </p:cNvPr>
          <p:cNvSpPr/>
          <p:nvPr/>
        </p:nvSpPr>
        <p:spPr>
          <a:xfrm>
            <a:off x="2759733" y="4141996"/>
            <a:ext cx="272017" cy="686562"/>
          </a:xfrm>
          <a:prstGeom prst="downArrow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3" name="Bent-Up Arrow 9">
            <a:extLst>
              <a:ext uri="{FF2B5EF4-FFF2-40B4-BE49-F238E27FC236}">
                <a16:creationId xmlns:a16="http://schemas.microsoft.com/office/drawing/2014/main" id="{77BDD0CF-AE8E-6B90-8E7A-2755DFDED698}"/>
              </a:ext>
            </a:extLst>
          </p:cNvPr>
          <p:cNvSpPr/>
          <p:nvPr/>
        </p:nvSpPr>
        <p:spPr>
          <a:xfrm rot="10800000">
            <a:off x="2744650" y="2484556"/>
            <a:ext cx="1638057" cy="1044032"/>
          </a:xfrm>
          <a:prstGeom prst="bentUpArrow">
            <a:avLst>
              <a:gd name="adj1" fmla="val 13300"/>
              <a:gd name="adj2" fmla="val 16174"/>
              <a:gd name="adj3" fmla="val 19156"/>
            </a:avLst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46622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8" grpId="0" animBg="1"/>
      <p:bldP spid="10" grpId="0" animBg="1"/>
      <p:bldP spid="11" grpId="0" animBg="1"/>
      <p:bldP spid="19" grpId="0" animBg="1"/>
      <p:bldP spid="20" grpId="0" animBg="1"/>
      <p:bldP spid="22" grpId="0" animBg="1"/>
      <p:bldP spid="23" grpId="0" animBg="1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D0CC96-83A0-C4D7-7EC1-47CE058364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134160B1-8478-9C9D-C7F0-8C2D42C75D5B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 </a:t>
                </a:r>
                <a14:m>
                  <m:oMath xmlns:m="http://schemas.openxmlformats.org/officeDocument/2006/math"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 Example:20(Continue)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134160B1-8478-9C9D-C7F0-8C2D42C75D5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36940342-AC05-1EF2-6B9A-4DB92EA1C0F8}"/>
                  </a:ext>
                </a:extLst>
              </p:cNvPr>
              <p:cNvSpPr/>
              <p:nvPr/>
            </p:nvSpPr>
            <p:spPr>
              <a:xfrm>
                <a:off x="0" y="523899"/>
                <a:ext cx="6579023" cy="23920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 b="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endChr m:val="|"/>
                        <m:ctrlPr>
                          <a:rPr lang="en-IN" sz="280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lang="en-IN" sz="280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</m:m>
                        <m:r>
                          <a:rPr lang="en-IN" sz="28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36940342-AC05-1EF2-6B9A-4DB92EA1C0F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523899"/>
                <a:ext cx="6579023" cy="23920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2D415799-372B-F370-0BB3-8C82D0DCC44F}"/>
                  </a:ext>
                </a:extLst>
              </p:cNvPr>
              <p:cNvSpPr/>
              <p:nvPr/>
            </p:nvSpPr>
            <p:spPr>
              <a:xfrm>
                <a:off x="1656037" y="1976929"/>
                <a:ext cx="4396876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     0</m:t>
                      </m:r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        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       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−(1+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λ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2D415799-372B-F370-0BB3-8C82D0DCC4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56037" y="1976929"/>
                <a:ext cx="439687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62C56093-A8A8-3AF8-82A8-922FAD5DE114}"/>
                  </a:ext>
                </a:extLst>
              </p:cNvPr>
              <p:cNvSpPr/>
              <p:nvPr/>
            </p:nvSpPr>
            <p:spPr>
              <a:xfrm>
                <a:off x="2027736" y="1482179"/>
                <a:ext cx="3647858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0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        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1−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  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          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62C56093-A8A8-3AF8-82A8-922FAD5DE1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27736" y="1482179"/>
                <a:ext cx="3647858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2F5CE015-EB9F-AB3E-0502-AF86D9DFCF00}"/>
                  </a:ext>
                </a:extLst>
              </p:cNvPr>
              <p:cNvSpPr/>
              <p:nvPr/>
            </p:nvSpPr>
            <p:spPr>
              <a:xfrm>
                <a:off x="1592204" y="956616"/>
                <a:ext cx="4083389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1−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   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−1                    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2F5CE015-EB9F-AB3E-0502-AF86D9DFCF0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2204" y="956616"/>
                <a:ext cx="408338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63CB4462-9A3B-8ACF-7C2F-2A5C76E0705A}"/>
                  </a:ext>
                </a:extLst>
              </p:cNvPr>
              <p:cNvSpPr txBox="1"/>
              <p:nvPr/>
            </p:nvSpPr>
            <p:spPr>
              <a:xfrm>
                <a:off x="292522" y="4136132"/>
                <a:ext cx="324873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−1+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</m:e>
                        <m:sup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λ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</m:e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p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63CB4462-9A3B-8ACF-7C2F-2A5C76E070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522" y="4136132"/>
                <a:ext cx="324873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0F5A5A5A-D76F-B701-85BA-3E199B736BB9}"/>
                  </a:ext>
                </a:extLst>
              </p:cNvPr>
              <p:cNvSpPr/>
              <p:nvPr/>
            </p:nvSpPr>
            <p:spPr>
              <a:xfrm>
                <a:off x="3232679" y="4126842"/>
                <a:ext cx="231768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2−2</m:t>
                      </m:r>
                      <m:r>
                        <m:rPr>
                          <m:sty m:val="p"/>
                        </m:rP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λ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+4</m:t>
                      </m:r>
                    </m:oMath>
                  </m:oMathPara>
                </a14:m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0F5A5A5A-D76F-B701-85BA-3E199B736B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2679" y="4126842"/>
                <a:ext cx="231768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971A725-5F75-3527-6E57-D8C8F70321B7}"/>
              </a:ext>
            </a:extLst>
          </p:cNvPr>
          <p:cNvCxnSpPr>
            <a:cxnSpLocks/>
          </p:cNvCxnSpPr>
          <p:nvPr/>
        </p:nvCxnSpPr>
        <p:spPr>
          <a:xfrm flipH="1">
            <a:off x="2113729" y="3282689"/>
            <a:ext cx="3307301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E3B5848D-5DA2-B88B-FEE5-BC31AC76C484}"/>
                  </a:ext>
                </a:extLst>
              </p:cNvPr>
              <p:cNvSpPr/>
              <p:nvPr/>
            </p:nvSpPr>
            <p:spPr>
              <a:xfrm>
                <a:off x="349328" y="5341208"/>
                <a:ext cx="248575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(−</m:t>
                    </m:r>
                    <m:r>
                      <m:rPr>
                        <m:sty m:val="p"/>
                      </m:rP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+1) </m:t>
                    </m:r>
                  </m:oMath>
                </a14:m>
                <a:r>
                  <a:rPr lang="en-IN" sz="2800" i="1" dirty="0">
                    <a:solidFill>
                      <a:srgbClr val="002060"/>
                    </a:solidFill>
                    <a:latin typeface="Cambria Math" panose="02040503050406030204" pitchFamily="18" charset="0"/>
                  </a:rPr>
                  <a:t> </a:t>
                </a: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E3B5848D-5DA2-B88B-FEE5-BC31AC76C48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9328" y="5341208"/>
                <a:ext cx="2485752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377DEC87-DF56-F31A-CC21-C883D70F3EF2}"/>
                  </a:ext>
                </a:extLst>
              </p:cNvPr>
              <p:cNvSpPr/>
              <p:nvPr/>
            </p:nvSpPr>
            <p:spPr>
              <a:xfrm>
                <a:off x="2453768" y="5341887"/>
                <a:ext cx="231768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+ 1(−</m:t>
                    </m:r>
                    <m:r>
                      <m:rPr>
                        <m:sty m:val="p"/>
                      </m:rP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+1) </m:t>
                    </m:r>
                  </m:oMath>
                </a14:m>
                <a:r>
                  <a:rPr lang="en-IN" sz="2800" i="1" dirty="0">
                    <a:solidFill>
                      <a:srgbClr val="002060"/>
                    </a:solidFill>
                    <a:latin typeface="Cambria Math" panose="02040503050406030204" pitchFamily="18" charset="0"/>
                  </a:rPr>
                  <a:t> </a:t>
                </a: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377DEC87-DF56-F31A-CC21-C883D70F3E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3768" y="5341887"/>
                <a:ext cx="2317689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B44FD22E-3200-AC1D-724B-D5715B1D0BC2}"/>
                  </a:ext>
                </a:extLst>
              </p:cNvPr>
              <p:cNvSpPr txBox="1"/>
              <p:nvPr/>
            </p:nvSpPr>
            <p:spPr>
              <a:xfrm>
                <a:off x="317922" y="2726160"/>
                <a:ext cx="532510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1−</m:t>
                              </m:r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</m:e>
                          </m:d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1+</m:t>
                              </m:r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</m:e>
                          </m:d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B44FD22E-3200-AC1D-724B-D5715B1D0B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922" y="2726160"/>
                <a:ext cx="5325109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1E62A5E9-E1C3-4323-2DC3-790201C4E2C0}"/>
                  </a:ext>
                </a:extLst>
              </p:cNvPr>
              <p:cNvSpPr txBox="1"/>
              <p:nvPr/>
            </p:nvSpPr>
            <p:spPr>
              <a:xfrm>
                <a:off x="5472172" y="2722827"/>
                <a:ext cx="40445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 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−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1 </m:t>
                          </m:r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d>
                            <m:d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1+</m:t>
                              </m:r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</m:e>
                          </m:d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1E62A5E9-E1C3-4323-2DC3-790201C4E2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2172" y="2722827"/>
                <a:ext cx="4044521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24E5B55-462F-28D7-571A-2AE324DDB36F}"/>
                  </a:ext>
                </a:extLst>
              </p:cNvPr>
              <p:cNvSpPr txBox="1"/>
              <p:nvPr/>
            </p:nvSpPr>
            <p:spPr>
              <a:xfrm>
                <a:off x="9288093" y="2726160"/>
                <a:ext cx="252222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 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 </m:t>
                          </m:r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24E5B55-462F-28D7-571A-2AE324DDB3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88093" y="2726160"/>
                <a:ext cx="252222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3D12E23-82E2-4CFD-FCF1-B19D87782BE4}"/>
                  </a:ext>
                </a:extLst>
              </p:cNvPr>
              <p:cNvSpPr txBox="1"/>
              <p:nvPr/>
            </p:nvSpPr>
            <p:spPr>
              <a:xfrm>
                <a:off x="326390" y="3458910"/>
                <a:ext cx="347443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</m:e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3D12E23-82E2-4CFD-FCF1-B19D87782B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6390" y="3458910"/>
                <a:ext cx="3474432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8309D53-B2AB-296D-70A9-DC138EF70C9C}"/>
                  </a:ext>
                </a:extLst>
              </p:cNvPr>
              <p:cNvSpPr txBox="1"/>
              <p:nvPr/>
            </p:nvSpPr>
            <p:spPr>
              <a:xfrm>
                <a:off x="3687999" y="3461256"/>
                <a:ext cx="224014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 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−2−2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8309D53-B2AB-296D-70A9-DC138EF70C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87999" y="3461256"/>
                <a:ext cx="2240148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8B2FD089-6369-8818-C814-E6546C58EA96}"/>
                  </a:ext>
                </a:extLst>
              </p:cNvPr>
              <p:cNvSpPr txBox="1"/>
              <p:nvPr/>
            </p:nvSpPr>
            <p:spPr>
              <a:xfrm>
                <a:off x="5819706" y="3461995"/>
                <a:ext cx="76771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+ 4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8B2FD089-6369-8818-C814-E6546C58EA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19706" y="3461995"/>
                <a:ext cx="767718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5BF1B7AC-049E-F472-357E-060517E4388E}"/>
              </a:ext>
            </a:extLst>
          </p:cNvPr>
          <p:cNvCxnSpPr>
            <a:cxnSpLocks/>
          </p:cNvCxnSpPr>
          <p:nvPr/>
        </p:nvCxnSpPr>
        <p:spPr>
          <a:xfrm flipH="1">
            <a:off x="6995829" y="3282689"/>
            <a:ext cx="2258931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413045E9-6095-161F-18AD-2B0341BEC9AF}"/>
              </a:ext>
            </a:extLst>
          </p:cNvPr>
          <p:cNvCxnSpPr>
            <a:cxnSpLocks/>
          </p:cNvCxnSpPr>
          <p:nvPr/>
        </p:nvCxnSpPr>
        <p:spPr>
          <a:xfrm flipH="1">
            <a:off x="884235" y="3982130"/>
            <a:ext cx="2733306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6C770E1F-3D1D-FD18-BC13-49D4CEE6C076}"/>
              </a:ext>
            </a:extLst>
          </p:cNvPr>
          <p:cNvCxnSpPr>
            <a:cxnSpLocks/>
          </p:cNvCxnSpPr>
          <p:nvPr/>
        </p:nvCxnSpPr>
        <p:spPr>
          <a:xfrm flipH="1">
            <a:off x="9863676" y="3282689"/>
            <a:ext cx="1764000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93A643D4-5701-4D85-2A5E-2177AAB9E2F1}"/>
              </a:ext>
            </a:extLst>
          </p:cNvPr>
          <p:cNvCxnSpPr>
            <a:cxnSpLocks/>
          </p:cNvCxnSpPr>
          <p:nvPr/>
        </p:nvCxnSpPr>
        <p:spPr>
          <a:xfrm flipH="1">
            <a:off x="4151209" y="3982130"/>
            <a:ext cx="2347884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3D65FCD-11D3-E2BB-C170-17BE176E32E6}"/>
                  </a:ext>
                </a:extLst>
              </p:cNvPr>
              <p:cNvSpPr txBox="1"/>
              <p:nvPr/>
            </p:nvSpPr>
            <p:spPr>
              <a:xfrm>
                <a:off x="292522" y="4741119"/>
                <a:ext cx="324873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</m:e>
                        <m:sup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p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</m:e>
                        <m:sup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λ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3D65FCD-11D3-E2BB-C170-17BE176E32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522" y="4741119"/>
                <a:ext cx="324873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A8E06D94-D45C-4868-D4D7-19581FB41F18}"/>
                  </a:ext>
                </a:extLst>
              </p:cNvPr>
              <p:cNvSpPr/>
              <p:nvPr/>
            </p:nvSpPr>
            <p:spPr>
              <a:xfrm>
                <a:off x="349327" y="5941297"/>
                <a:ext cx="333867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+1</m:t>
                        </m:r>
                      </m:e>
                    </m:d>
                    <m: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(−</m:t>
                    </m:r>
                    <m:r>
                      <m:rPr>
                        <m:sty m:val="p"/>
                      </m:rP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+1) </m:t>
                    </m:r>
                  </m:oMath>
                </a14:m>
                <a:r>
                  <a:rPr lang="en-IN" sz="2800" i="1" dirty="0">
                    <a:solidFill>
                      <a:srgbClr val="002060"/>
                    </a:solidFill>
                    <a:latin typeface="Cambria Math" panose="02040503050406030204" pitchFamily="18" charset="0"/>
                  </a:rPr>
                  <a:t> </a:t>
                </a: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A8E06D94-D45C-4868-D4D7-19581FB41F1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9327" y="5941297"/>
                <a:ext cx="3338671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E644A446-61D0-0D59-34E2-9BD140E688F7}"/>
              </a:ext>
            </a:extLst>
          </p:cNvPr>
          <p:cNvSpPr/>
          <p:nvPr/>
        </p:nvSpPr>
        <p:spPr>
          <a:xfrm>
            <a:off x="1685039" y="1016621"/>
            <a:ext cx="1129834" cy="4356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52A517CA-C9DE-08F5-1DA7-6B796B1DA429}"/>
              </a:ext>
            </a:extLst>
          </p:cNvPr>
          <p:cNvSpPr/>
          <p:nvPr/>
        </p:nvSpPr>
        <p:spPr>
          <a:xfrm>
            <a:off x="3228085" y="1015833"/>
            <a:ext cx="637762" cy="4356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4BA5F331-F600-5DBD-C4E9-5C25B7BE7C14}"/>
              </a:ext>
            </a:extLst>
          </p:cNvPr>
          <p:cNvSpPr/>
          <p:nvPr/>
        </p:nvSpPr>
        <p:spPr>
          <a:xfrm>
            <a:off x="5228630" y="1015832"/>
            <a:ext cx="435600" cy="4356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5747D1AA-EB78-DF46-50F4-A60F12807AAA}"/>
              </a:ext>
            </a:extLst>
          </p:cNvPr>
          <p:cNvCxnSpPr>
            <a:cxnSpLocks/>
          </p:cNvCxnSpPr>
          <p:nvPr/>
        </p:nvCxnSpPr>
        <p:spPr>
          <a:xfrm flipH="1">
            <a:off x="820531" y="5264339"/>
            <a:ext cx="1325319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D98911E1-4EF8-763A-DC3F-4BF9AD8DFF02}"/>
              </a:ext>
            </a:extLst>
          </p:cNvPr>
          <p:cNvCxnSpPr>
            <a:cxnSpLocks/>
          </p:cNvCxnSpPr>
          <p:nvPr/>
        </p:nvCxnSpPr>
        <p:spPr>
          <a:xfrm flipH="1">
            <a:off x="2195941" y="5268149"/>
            <a:ext cx="1325319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791370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60" grpId="0"/>
      <p:bldP spid="67" grpId="0"/>
      <p:bldP spid="68" grpId="0"/>
      <p:bldP spid="3" grpId="0"/>
      <p:bldP spid="6" grpId="0"/>
      <p:bldP spid="7" grpId="0"/>
      <p:bldP spid="13" grpId="0"/>
      <p:bldP spid="14" grpId="0"/>
      <p:bldP spid="15" grpId="0"/>
      <p:bldP spid="27" grpId="0"/>
      <p:bldP spid="28" grpId="0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A4534ACC-74A7-49AD-8A45-F7A8CFC5304F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 </a:t>
                </a:r>
                <a14:m>
                  <m:oMath xmlns:m="http://schemas.openxmlformats.org/officeDocument/2006/math"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 Example:20(Continue)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A4534ACC-74A7-49AD-8A45-F7A8CFC5304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3A6ACBC6-2E34-4FB7-843D-E92821E0C366}"/>
                  </a:ext>
                </a:extLst>
              </p:cNvPr>
              <p:cNvSpPr txBox="1"/>
              <p:nvPr/>
            </p:nvSpPr>
            <p:spPr>
              <a:xfrm>
                <a:off x="312362" y="997526"/>
                <a:ext cx="112671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Now, we want to find the solution other than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y</m:t>
                    </m:r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z</m:t>
                    </m:r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r>
                  <a:rPr lang="en-IN" sz="2800" b="1" dirty="0">
                    <a:solidFill>
                      <a:srgbClr val="FF0000"/>
                    </a:solidFill>
                  </a:rPr>
                  <a:t>(Trivial Solution)</a:t>
                </a:r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  <a:endParaRPr lang="en-IN" sz="28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3A6ACBC6-2E34-4FB7-843D-E92821E0C3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2362" y="997526"/>
                <a:ext cx="11267180" cy="523220"/>
              </a:xfrm>
              <a:prstGeom prst="rect">
                <a:avLst/>
              </a:prstGeom>
              <a:blipFill>
                <a:blip r:embed="rId3"/>
                <a:stretch>
                  <a:fillRect l="-1082" t="-12941" b="-3294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ED383F59-4996-4D20-927C-98D9CF2D3D36}"/>
                  </a:ext>
                </a:extLst>
              </p:cNvPr>
              <p:cNvSpPr txBox="1"/>
              <p:nvPr/>
            </p:nvSpPr>
            <p:spPr>
              <a:xfrm>
                <a:off x="312362" y="1668397"/>
                <a:ext cx="21099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IN" sz="2800" dirty="0">
                    <a:solidFill>
                      <a:srgbClr val="002060"/>
                    </a:solidFill>
                  </a:rPr>
                  <a:t>Let,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  |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|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=0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ED383F59-4996-4D20-927C-98D9CF2D3D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2362" y="1668397"/>
                <a:ext cx="2109900" cy="523220"/>
              </a:xfrm>
              <a:prstGeom prst="rect">
                <a:avLst/>
              </a:prstGeom>
              <a:blipFill>
                <a:blip r:embed="rId4"/>
                <a:stretch>
                  <a:fillRect l="-4046" t="-12791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C1C792D9-B33A-4030-A22A-78AF068E63FE}"/>
                  </a:ext>
                </a:extLst>
              </p:cNvPr>
              <p:cNvSpPr/>
              <p:nvPr/>
            </p:nvSpPr>
            <p:spPr>
              <a:xfrm>
                <a:off x="479101" y="2389205"/>
                <a:ext cx="4158053" cy="5786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λ</m:t>
                              </m:r>
                            </m:e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+1</m:t>
                          </m:r>
                        </m:e>
                      </m:d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+1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C1C792D9-B33A-4030-A22A-78AF068E63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9101" y="2389205"/>
                <a:ext cx="4158053" cy="57868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F5D7F682-EDE2-54CF-2463-E8B57FA8832C}"/>
                  </a:ext>
                </a:extLst>
              </p:cNvPr>
              <p:cNvSpPr/>
              <p:nvPr/>
            </p:nvSpPr>
            <p:spPr>
              <a:xfrm>
                <a:off x="479101" y="3060076"/>
                <a:ext cx="552799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λ</m:t>
                          </m:r>
                        </m:e>
                        <m:sup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+1=0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𝐎𝐑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    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λ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+1=0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F5D7F682-EDE2-54CF-2463-E8B57FA883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9101" y="3060076"/>
                <a:ext cx="552799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731A367-1E9B-9F70-EEB8-8B70C45D9EDB}"/>
                  </a:ext>
                </a:extLst>
              </p:cNvPr>
              <p:cNvSpPr/>
              <p:nvPr/>
            </p:nvSpPr>
            <p:spPr>
              <a:xfrm>
                <a:off x="479101" y="3675482"/>
                <a:ext cx="39913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λ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=±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𝑖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𝐎𝐑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   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λ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731A367-1E9B-9F70-EEB8-8B70C45D9E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9101" y="3675482"/>
                <a:ext cx="39913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F29D0A59-402B-9D87-2617-2A8AA55291F2}"/>
                  </a:ext>
                </a:extLst>
              </p:cNvPr>
              <p:cNvSpPr/>
              <p:nvPr/>
            </p:nvSpPr>
            <p:spPr>
              <a:xfrm>
                <a:off x="479101" y="4290888"/>
                <a:ext cx="1046504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IN" sz="2800" dirty="0">
                    <a:solidFill>
                      <a:srgbClr val="002060"/>
                    </a:solidFill>
                  </a:rPr>
                  <a:t>Here, we do not consider </a:t>
                </a:r>
                <a14:m>
                  <m:oMath xmlns:m="http://schemas.openxmlformats.org/officeDocument/2006/math"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𝛌</m:t>
                    </m:r>
                    <m:r>
                      <a:rPr lang="en-IN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=±</m:t>
                    </m:r>
                    <m:r>
                      <a:rPr lang="en-GB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IN" sz="2800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𝒊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as we asked to find the real value of</a:t>
                </a:r>
                <a14:m>
                  <m:oMath xmlns:m="http://schemas.openxmlformats.org/officeDocument/2006/math"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F29D0A59-402B-9D87-2617-2A8AA55291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9101" y="4290888"/>
                <a:ext cx="10465041" cy="523220"/>
              </a:xfrm>
              <a:prstGeom prst="rect">
                <a:avLst/>
              </a:prstGeom>
              <a:blipFill>
                <a:blip r:embed="rId8"/>
                <a:stretch>
                  <a:fillRect l="-641" t="-12791" r="-524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785CD463-AA57-7106-6121-9EE46C469C14}"/>
                  </a:ext>
                </a:extLst>
              </p:cNvPr>
              <p:cNvSpPr/>
              <p:nvPr/>
            </p:nvSpPr>
            <p:spPr>
              <a:xfrm>
                <a:off x="479101" y="4906294"/>
                <a:ext cx="938879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IN" sz="2800" dirty="0">
                    <a:solidFill>
                      <a:srgbClr val="002060"/>
                    </a:solidFill>
                  </a:rPr>
                  <a:t>Hence, for </a:t>
                </a:r>
                <a14:m>
                  <m:oMath xmlns:m="http://schemas.openxmlformats.org/officeDocument/2006/math"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𝛌</m:t>
                    </m:r>
                    <m:r>
                      <a:rPr lang="en-IN" sz="2800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system has solution other than trivial solution.</a:t>
                </a: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785CD463-AA57-7106-6121-9EE46C469C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9101" y="4906294"/>
                <a:ext cx="9388799" cy="523220"/>
              </a:xfrm>
              <a:prstGeom prst="rect">
                <a:avLst/>
              </a:prstGeom>
              <a:blipFill>
                <a:blip r:embed="rId9"/>
                <a:stretch>
                  <a:fillRect t="-12791" b="-3139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653250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9" grpId="0"/>
      <p:bldP spid="31" grpId="0"/>
      <p:bldP spid="3" grpId="0"/>
      <p:bldP spid="7" grpId="0"/>
      <p:bldP spid="8" grpId="0"/>
      <p:bldP spid="9" grpId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7DE49509-E0C0-44FB-BBD0-E1D9B2DC849D}"/>
              </a:ext>
            </a:extLst>
          </p:cNvPr>
          <p:cNvGrpSpPr/>
          <p:nvPr/>
        </p:nvGrpSpPr>
        <p:grpSpPr>
          <a:xfrm>
            <a:off x="846882" y="1141977"/>
            <a:ext cx="7367622" cy="2392083"/>
            <a:chOff x="446947" y="1321308"/>
            <a:chExt cx="7367622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" name="Rectangle 3">
                  <a:extLst>
                    <a:ext uri="{FF2B5EF4-FFF2-40B4-BE49-F238E27FC236}">
                      <a16:creationId xmlns:a16="http://schemas.microsoft.com/office/drawing/2014/main" id="{305AC16A-36D8-4254-AF21-DE1578B2C4E1}"/>
                    </a:ext>
                  </a:extLst>
                </p:cNvPr>
                <p:cNvSpPr/>
                <p:nvPr/>
              </p:nvSpPr>
              <p:spPr>
                <a:xfrm>
                  <a:off x="1789110" y="1321308"/>
                  <a:ext cx="6025459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7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4" name="Rectangle 3">
                  <a:extLst>
                    <a:ext uri="{FF2B5EF4-FFF2-40B4-BE49-F238E27FC236}">
                      <a16:creationId xmlns:a16="http://schemas.microsoft.com/office/drawing/2014/main" id="{305AC16A-36D8-4254-AF21-DE1578B2C4E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789110" y="1321308"/>
                  <a:ext cx="6025459" cy="2392083"/>
                </a:xfrm>
                <a:prstGeom prst="rect">
                  <a:avLst/>
                </a:prstGeom>
                <a:blipFill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8BE78229-3903-4F98-AD3A-25E3FEF08ABA}"/>
                </a:ext>
              </a:extLst>
            </p:cNvPr>
            <p:cNvGrpSpPr/>
            <p:nvPr/>
          </p:nvGrpSpPr>
          <p:grpSpPr>
            <a:xfrm>
              <a:off x="446947" y="2309320"/>
              <a:ext cx="1944546" cy="471208"/>
              <a:chOff x="2027654" y="5357172"/>
              <a:chExt cx="1944546" cy="471208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" name="Rectangle 10">
                    <a:extLst>
                      <a:ext uri="{FF2B5EF4-FFF2-40B4-BE49-F238E27FC236}">
                        <a16:creationId xmlns:a16="http://schemas.microsoft.com/office/drawing/2014/main" id="{98D75BF1-4844-4406-B6AB-5CFECFB5C638}"/>
                      </a:ext>
                    </a:extLst>
                  </p:cNvPr>
                  <p:cNvSpPr/>
                  <p:nvPr/>
                </p:nvSpPr>
                <p:spPr>
                  <a:xfrm>
                    <a:off x="2027654" y="5357172"/>
                    <a:ext cx="1459235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"/>
                                  <m:endChr m:val="|"/>
                                  <m:ctrlPr>
                                    <a:rPr lang="en-IN" sz="2800" b="0" i="1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" name="Rectangle 10">
                    <a:extLst>
                      <a:ext uri="{FF2B5EF4-FFF2-40B4-BE49-F238E27FC236}">
                        <a16:creationId xmlns:a16="http://schemas.microsoft.com/office/drawing/2014/main" id="{98D75BF1-4844-4406-B6AB-5CFECFB5C63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027654" y="5357172"/>
                    <a:ext cx="1459235" cy="468000"/>
                  </a:xfrm>
                  <a:prstGeom prst="rect">
                    <a:avLst/>
                  </a:prstGeom>
                  <a:blipFill>
                    <a:blip r:embed="rId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id="{8489A3AB-F952-4745-A838-29502E3DA4DD}"/>
                      </a:ext>
                    </a:extLst>
                  </p:cNvPr>
                  <p:cNvSpPr/>
                  <p:nvPr/>
                </p:nvSpPr>
                <p:spPr>
                  <a:xfrm>
                    <a:off x="3255087" y="5360380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id="{8489A3AB-F952-4745-A838-29502E3DA4D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255087" y="5360380"/>
                    <a:ext cx="717113" cy="468000"/>
                  </a:xfrm>
                  <a:prstGeom prst="rect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44DD7544-CD2F-4F04-BAFD-7A5CD712A20E}"/>
              </a:ext>
            </a:extLst>
          </p:cNvPr>
          <p:cNvGrpSpPr/>
          <p:nvPr/>
        </p:nvGrpSpPr>
        <p:grpSpPr>
          <a:xfrm>
            <a:off x="846882" y="3801527"/>
            <a:ext cx="6726475" cy="2392083"/>
            <a:chOff x="468912" y="3429000"/>
            <a:chExt cx="6726475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BAD19EAC-6935-4E99-AB67-84CE74254D06}"/>
                    </a:ext>
                  </a:extLst>
                </p:cNvPr>
                <p:cNvSpPr/>
                <p:nvPr/>
              </p:nvSpPr>
              <p:spPr>
                <a:xfrm>
                  <a:off x="1169928" y="3429000"/>
                  <a:ext cx="6025459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5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BAD19EAC-6935-4E99-AB67-84CE74254D0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69928" y="3429000"/>
                  <a:ext cx="6025459" cy="2392083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2B5B5240-1DB0-4995-BA24-C9353964AD5A}"/>
                </a:ext>
              </a:extLst>
            </p:cNvPr>
            <p:cNvGrpSpPr/>
            <p:nvPr/>
          </p:nvGrpSpPr>
          <p:grpSpPr>
            <a:xfrm>
              <a:off x="468912" y="4369616"/>
              <a:ext cx="1944546" cy="471208"/>
              <a:chOff x="2027654" y="5357172"/>
              <a:chExt cx="1944546" cy="471208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" name="Rectangle 49">
                    <a:extLst>
                      <a:ext uri="{FF2B5EF4-FFF2-40B4-BE49-F238E27FC236}">
                        <a16:creationId xmlns:a16="http://schemas.microsoft.com/office/drawing/2014/main" id="{54D3D0A8-2E23-4516-A22B-D7A3267AACD5}"/>
                      </a:ext>
                    </a:extLst>
                  </p:cNvPr>
                  <p:cNvSpPr/>
                  <p:nvPr/>
                </p:nvSpPr>
                <p:spPr>
                  <a:xfrm>
                    <a:off x="2027654" y="5357172"/>
                    <a:ext cx="1459235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d>
                            <m:dPr>
                              <m:begChr m:val="["/>
                              <m:endChr m:val="]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begChr m:val=""/>
                                  <m:endChr m:val="|"/>
                                  <m:ctrlPr>
                                    <a:rPr lang="en-IN" sz="2800" b="0" i="1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0" name="Rectangle 49">
                    <a:extLst>
                      <a:ext uri="{FF2B5EF4-FFF2-40B4-BE49-F238E27FC236}">
                        <a16:creationId xmlns:a16="http://schemas.microsoft.com/office/drawing/2014/main" id="{54D3D0A8-2E23-4516-A22B-D7A3267AACD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027654" y="5357172"/>
                    <a:ext cx="1459235" cy="468000"/>
                  </a:xfrm>
                  <a:prstGeom prst="rect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id="{57F90BA7-B17E-48A8-9965-33328D7390BC}"/>
                      </a:ext>
                    </a:extLst>
                  </p:cNvPr>
                  <p:cNvSpPr/>
                  <p:nvPr/>
                </p:nvSpPr>
                <p:spPr>
                  <a:xfrm>
                    <a:off x="3255087" y="5360380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id="{57F90BA7-B17E-48A8-9965-33328D7390B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255087" y="5360380"/>
                    <a:ext cx="717113" cy="468000"/>
                  </a:xfrm>
                  <a:prstGeom prst="rect">
                    <a:avLst/>
                  </a:prstGeom>
                  <a:blipFill>
                    <a:blip r:embed="rId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2B936B31-19F6-4231-B56E-1E5FF4B5CD1F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 </a:t>
                </a:r>
                <a14:m>
                  <m:oMath xmlns:m="http://schemas.openxmlformats.org/officeDocument/2006/math"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 Example:20(Continue)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2B936B31-19F6-4231-B56E-1E5FF4B5CD1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8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" name="Group 4">
            <a:extLst>
              <a:ext uri="{FF2B5EF4-FFF2-40B4-BE49-F238E27FC236}">
                <a16:creationId xmlns:a16="http://schemas.microsoft.com/office/drawing/2014/main" id="{557A5206-F24C-4CAE-BDCD-03BECB65DFF6}"/>
              </a:ext>
            </a:extLst>
          </p:cNvPr>
          <p:cNvGrpSpPr/>
          <p:nvPr/>
        </p:nvGrpSpPr>
        <p:grpSpPr>
          <a:xfrm>
            <a:off x="2433841" y="1609977"/>
            <a:ext cx="4635377" cy="1599718"/>
            <a:chOff x="2682076" y="2986949"/>
            <a:chExt cx="4635377" cy="159971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id="{7D96FC65-C72D-4381-8683-9B8EE9EE36CB}"/>
                    </a:ext>
                  </a:extLst>
                </p:cNvPr>
                <p:cNvSpPr/>
                <p:nvPr/>
              </p:nvSpPr>
              <p:spPr>
                <a:xfrm>
                  <a:off x="2682076" y="4063447"/>
                  <a:ext cx="463537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     0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800" b="0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−(1+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id="{7D96FC65-C72D-4381-8683-9B8EE9EE36C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82076" y="4063447"/>
                  <a:ext cx="4635377" cy="523220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234CB7F0-9CE4-4BF9-B2DB-B46E25EB7705}"/>
                    </a:ext>
                  </a:extLst>
                </p:cNvPr>
                <p:cNvSpPr/>
                <p:nvPr/>
              </p:nvSpPr>
              <p:spPr>
                <a:xfrm>
                  <a:off x="3410843" y="3536048"/>
                  <a:ext cx="3132524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0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d>
                          <m:dPr>
                            <m:ctrlPr>
                              <a:rPr lang="en-IN" sz="2800" b="0" i="1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1−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70C0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</m:d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234CB7F0-9CE4-4BF9-B2DB-B46E25EB770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0843" y="3536048"/>
                  <a:ext cx="3132524" cy="523220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CA59D847-5439-4D25-A929-B047C8F063A4}"/>
                    </a:ext>
                  </a:extLst>
                </p:cNvPr>
                <p:cNvSpPr/>
                <p:nvPr/>
              </p:nvSpPr>
              <p:spPr>
                <a:xfrm>
                  <a:off x="3039663" y="2986949"/>
                  <a:ext cx="3485885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ctrlPr>
                              <a:rPr lang="en-IN" sz="2800" b="0" i="1" smtClean="0">
                                <a:solidFill>
                                  <a:srgbClr val="0099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9900"/>
                                </a:solidFill>
                                <a:latin typeface="Cambria Math" panose="02040503050406030204" pitchFamily="18" charset="0"/>
                              </a:rPr>
                              <m:t>1−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9900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</m:d>
                        <m:r>
                          <a:rPr lang="en-IN" sz="2800" b="0" i="0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</m:t>
                        </m:r>
                        <m:r>
                          <a:rPr lang="en-IN" sz="2800" b="0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−1            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CA59D847-5439-4D25-A929-B047C8F063A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39663" y="2986949"/>
                  <a:ext cx="3485885" cy="523220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F23DF71A-BFE7-4225-A94A-CDF120AB31E3}"/>
              </a:ext>
            </a:extLst>
          </p:cNvPr>
          <p:cNvSpPr/>
          <p:nvPr/>
        </p:nvSpPr>
        <p:spPr>
          <a:xfrm>
            <a:off x="299303" y="933629"/>
            <a:ext cx="3485885" cy="52322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The Augmented Matrix,</a:t>
            </a:r>
            <a:endParaRPr lang="en-IN" sz="2800" b="1" dirty="0">
              <a:solidFill>
                <a:srgbClr val="002060"/>
              </a:solidFill>
            </a:endParaRP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ED7D78AB-7250-4150-BF41-76D66DFD0163}"/>
              </a:ext>
            </a:extLst>
          </p:cNvPr>
          <p:cNvCxnSpPr/>
          <p:nvPr/>
        </p:nvCxnSpPr>
        <p:spPr>
          <a:xfrm>
            <a:off x="6702911" y="1623228"/>
            <a:ext cx="0" cy="1512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9B54E8A-E4EE-4EE2-9663-41B45225F417}"/>
              </a:ext>
            </a:extLst>
          </p:cNvPr>
          <p:cNvGrpSpPr/>
          <p:nvPr/>
        </p:nvGrpSpPr>
        <p:grpSpPr>
          <a:xfrm>
            <a:off x="6482683" y="1644032"/>
            <a:ext cx="1003653" cy="1506264"/>
            <a:chOff x="3366375" y="4833551"/>
            <a:chExt cx="1003653" cy="150626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B348BAD3-6BF0-429D-9CC6-8FD30009B3F4}"/>
                    </a:ext>
                  </a:extLst>
                </p:cNvPr>
                <p:cNvSpPr/>
                <p:nvPr/>
              </p:nvSpPr>
              <p:spPr>
                <a:xfrm>
                  <a:off x="3404193" y="4833551"/>
                  <a:ext cx="9658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   0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B348BAD3-6BF0-429D-9CC6-8FD30009B3F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04193" y="4833551"/>
                  <a:ext cx="965835" cy="468000"/>
                </a:xfrm>
                <a:prstGeom prst="rect">
                  <a:avLst/>
                </a:prstGeom>
                <a:blipFill>
                  <a:blip r:embed="rId1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39CCAC29-3F00-4411-AE95-154C128D5BCD}"/>
                    </a:ext>
                  </a:extLst>
                </p:cNvPr>
                <p:cNvSpPr/>
                <p:nvPr/>
              </p:nvSpPr>
              <p:spPr>
                <a:xfrm>
                  <a:off x="3639663" y="535268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39CCAC29-3F00-4411-AE95-154C128D5BC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9663" y="5352683"/>
                  <a:ext cx="717113" cy="468000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4DA50745-635A-4763-B028-97D7AECBB439}"/>
                    </a:ext>
                  </a:extLst>
                </p:cNvPr>
                <p:cNvSpPr/>
                <p:nvPr/>
              </p:nvSpPr>
              <p:spPr>
                <a:xfrm>
                  <a:off x="3366375" y="5871815"/>
                  <a:ext cx="9658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    0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4DA50745-635A-4763-B028-97D7AECBB43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66375" y="5871815"/>
                  <a:ext cx="965835" cy="468000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BA49B7A0-DDFA-4801-BBFD-196E2B8649D3}"/>
                  </a:ext>
                </a:extLst>
              </p:cNvPr>
              <p:cNvSpPr/>
              <p:nvPr/>
            </p:nvSpPr>
            <p:spPr>
              <a:xfrm>
                <a:off x="942418" y="3413388"/>
                <a:ext cx="1718177" cy="54327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Put,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=1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BA49B7A0-DDFA-4801-BBFD-196E2B8649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2418" y="3413388"/>
                <a:ext cx="1718177" cy="543275"/>
              </a:xfrm>
              <a:prstGeom prst="rect">
                <a:avLst/>
              </a:prstGeom>
              <a:blipFill>
                <a:blip r:embed="rId15"/>
                <a:stretch>
                  <a:fillRect l="-7473" t="-12360" b="-2696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5" name="Group 44">
            <a:extLst>
              <a:ext uri="{FF2B5EF4-FFF2-40B4-BE49-F238E27FC236}">
                <a16:creationId xmlns:a16="http://schemas.microsoft.com/office/drawing/2014/main" id="{A993113A-09CE-4952-B11D-4AD75628A217}"/>
              </a:ext>
            </a:extLst>
          </p:cNvPr>
          <p:cNvGrpSpPr/>
          <p:nvPr/>
        </p:nvGrpSpPr>
        <p:grpSpPr>
          <a:xfrm>
            <a:off x="1732207" y="4227054"/>
            <a:ext cx="4635377" cy="1580471"/>
            <a:chOff x="2322550" y="2986949"/>
            <a:chExt cx="4635377" cy="1580471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DFA998CB-1A27-4655-B25F-3107238C8B76}"/>
                    </a:ext>
                  </a:extLst>
                </p:cNvPr>
                <p:cNvSpPr/>
                <p:nvPr/>
              </p:nvSpPr>
              <p:spPr>
                <a:xfrm>
                  <a:off x="2322550" y="4044200"/>
                  <a:ext cx="463537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     0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800" b="0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DFA998CB-1A27-4655-B25F-3107238C8B7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322550" y="4044200"/>
                  <a:ext cx="4635377" cy="523220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0EFB88FA-7E2B-4226-8974-B6254903B642}"/>
                    </a:ext>
                  </a:extLst>
                </p:cNvPr>
                <p:cNvSpPr/>
                <p:nvPr/>
              </p:nvSpPr>
              <p:spPr>
                <a:xfrm>
                  <a:off x="3465736" y="3522795"/>
                  <a:ext cx="2669320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0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0   </m:t>
                        </m:r>
                        <m:r>
                          <a:rPr lang="en-IN" sz="2800" b="0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   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0EFB88FA-7E2B-4226-8974-B6254903B64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65736" y="3522795"/>
                  <a:ext cx="2669320" cy="523220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AA6C2C0E-DF42-48A9-8887-FA39F82225ED}"/>
                    </a:ext>
                  </a:extLst>
                </p:cNvPr>
                <p:cNvSpPr/>
                <p:nvPr/>
              </p:nvSpPr>
              <p:spPr>
                <a:xfrm>
                  <a:off x="3070052" y="2986949"/>
                  <a:ext cx="3485885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0      </m:t>
                        </m:r>
                        <m:r>
                          <a:rPr lang="en-IN" sz="2800" b="0" i="0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−1            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AA6C2C0E-DF42-48A9-8887-FA39F82225E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70052" y="2986949"/>
                  <a:ext cx="3485885" cy="523220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D140DD34-18D6-46F6-8CF1-3CA6E24D030A}"/>
              </a:ext>
            </a:extLst>
          </p:cNvPr>
          <p:cNvCxnSpPr/>
          <p:nvPr/>
        </p:nvCxnSpPr>
        <p:spPr>
          <a:xfrm>
            <a:off x="5655989" y="4302360"/>
            <a:ext cx="0" cy="1440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oup 52">
            <a:extLst>
              <a:ext uri="{FF2B5EF4-FFF2-40B4-BE49-F238E27FC236}">
                <a16:creationId xmlns:a16="http://schemas.microsoft.com/office/drawing/2014/main" id="{12E4C693-F464-4E0A-909F-C0383E6C185B}"/>
              </a:ext>
            </a:extLst>
          </p:cNvPr>
          <p:cNvGrpSpPr/>
          <p:nvPr/>
        </p:nvGrpSpPr>
        <p:grpSpPr>
          <a:xfrm>
            <a:off x="5334092" y="4242328"/>
            <a:ext cx="990401" cy="1519516"/>
            <a:chOff x="3380023" y="4806651"/>
            <a:chExt cx="990401" cy="151951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729A960F-FAE2-405B-99CB-1BC48B0DA38C}"/>
                    </a:ext>
                  </a:extLst>
                </p:cNvPr>
                <p:cNvSpPr/>
                <p:nvPr/>
              </p:nvSpPr>
              <p:spPr>
                <a:xfrm>
                  <a:off x="3404193" y="4806651"/>
                  <a:ext cx="9658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   0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729A960F-FAE2-405B-99CB-1BC48B0DA38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04193" y="4806651"/>
                  <a:ext cx="965835" cy="468000"/>
                </a:xfrm>
                <a:prstGeom prst="rect">
                  <a:avLst/>
                </a:prstGeom>
                <a:blipFill>
                  <a:blip r:embed="rId1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27C64697-D96A-4F69-8ED8-96B4DA218FCD}"/>
                    </a:ext>
                  </a:extLst>
                </p:cNvPr>
                <p:cNvSpPr/>
                <p:nvPr/>
              </p:nvSpPr>
              <p:spPr>
                <a:xfrm>
                  <a:off x="3653311" y="5325387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27C64697-D96A-4F69-8ED8-96B4DA218FC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53311" y="5325387"/>
                  <a:ext cx="717113" cy="468000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CB829C0E-8874-4642-9D28-7A43118009EB}"/>
                    </a:ext>
                  </a:extLst>
                </p:cNvPr>
                <p:cNvSpPr/>
                <p:nvPr/>
              </p:nvSpPr>
              <p:spPr>
                <a:xfrm>
                  <a:off x="3380023" y="5858167"/>
                  <a:ext cx="9658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    0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CB829C0E-8874-4642-9D28-7A43118009E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80023" y="5858167"/>
                  <a:ext cx="965835" cy="468000"/>
                </a:xfrm>
                <a:prstGeom prst="rect">
                  <a:avLst/>
                </a:prstGeom>
                <a:blipFill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39036033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4F8B8915-8A91-4C60-A1A5-D49A52E0AD83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Method:4 </a:t>
                </a:r>
                <a14:m>
                  <m:oMath xmlns:m="http://schemas.openxmlformats.org/officeDocument/2006/math"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 Example:20(Continue)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4F8B8915-8A91-4C60-A1A5-D49A52E0AD8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" name="Group 8">
            <a:extLst>
              <a:ext uri="{FF2B5EF4-FFF2-40B4-BE49-F238E27FC236}">
                <a16:creationId xmlns:a16="http://schemas.microsoft.com/office/drawing/2014/main" id="{8B10FFF3-CD6D-4EC5-A4EA-281A58E09EC5}"/>
              </a:ext>
            </a:extLst>
          </p:cNvPr>
          <p:cNvGrpSpPr/>
          <p:nvPr/>
        </p:nvGrpSpPr>
        <p:grpSpPr>
          <a:xfrm>
            <a:off x="-567125" y="1479925"/>
            <a:ext cx="6025459" cy="2392083"/>
            <a:chOff x="-511001" y="711201"/>
            <a:chExt cx="6025459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6AA1A86E-FCBA-4DDD-AA3A-4AC38314AC50}"/>
                    </a:ext>
                  </a:extLst>
                </p:cNvPr>
                <p:cNvSpPr/>
                <p:nvPr/>
              </p:nvSpPr>
              <p:spPr>
                <a:xfrm>
                  <a:off x="-511001" y="711201"/>
                  <a:ext cx="6025459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5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6AA1A86E-FCBA-4DDD-AA3A-4AC38314AC5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11001" y="711201"/>
                  <a:ext cx="6025459" cy="239208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B5492F7E-40EC-4801-A042-5C6844F32F84}"/>
                </a:ext>
              </a:extLst>
            </p:cNvPr>
            <p:cNvGrpSpPr/>
            <p:nvPr/>
          </p:nvGrpSpPr>
          <p:grpSpPr>
            <a:xfrm>
              <a:off x="-315537" y="1111937"/>
              <a:ext cx="4635377" cy="1580471"/>
              <a:chOff x="2322550" y="2986949"/>
              <a:chExt cx="4635377" cy="1580471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" name="Rectangle 4">
                    <a:extLst>
                      <a:ext uri="{FF2B5EF4-FFF2-40B4-BE49-F238E27FC236}">
                        <a16:creationId xmlns:a16="http://schemas.microsoft.com/office/drawing/2014/main" id="{8F418742-D2BA-40DA-ADED-FC8A8B723894}"/>
                      </a:ext>
                    </a:extLst>
                  </p:cNvPr>
                  <p:cNvSpPr/>
                  <p:nvPr/>
                </p:nvSpPr>
                <p:spPr>
                  <a:xfrm>
                    <a:off x="2322550" y="4044200"/>
                    <a:ext cx="4635377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     0</m:t>
                          </m:r>
                          <m:r>
                            <a:rPr lang="en-IN" sz="2800" b="0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     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       </m:t>
                          </m:r>
                          <m:r>
                            <a:rPr lang="en-IN" sz="2800" b="0" i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/>
                  </a:p>
                </p:txBody>
              </p:sp>
            </mc:Choice>
            <mc:Fallback xmlns="">
              <p:sp>
                <p:nvSpPr>
                  <p:cNvPr id="5" name="Rectangle 4">
                    <a:extLst>
                      <a:ext uri="{FF2B5EF4-FFF2-40B4-BE49-F238E27FC236}">
                        <a16:creationId xmlns:a16="http://schemas.microsoft.com/office/drawing/2014/main" id="{8F418742-D2BA-40DA-ADED-FC8A8B72389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322550" y="4044200"/>
                    <a:ext cx="4635377" cy="523220"/>
                  </a:xfrm>
                  <a:prstGeom prst="rect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" name="Rectangle 5">
                    <a:extLst>
                      <a:ext uri="{FF2B5EF4-FFF2-40B4-BE49-F238E27FC236}">
                        <a16:creationId xmlns:a16="http://schemas.microsoft.com/office/drawing/2014/main" id="{7034AF07-B0F6-4F5F-AA21-7343D5D66C85}"/>
                      </a:ext>
                    </a:extLst>
                  </p:cNvPr>
                  <p:cNvSpPr/>
                  <p:nvPr/>
                </p:nvSpPr>
                <p:spPr>
                  <a:xfrm>
                    <a:off x="3465736" y="3522795"/>
                    <a:ext cx="2703817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       </m:t>
                          </m:r>
                          <m:r>
                            <a:rPr lang="en-IN" sz="2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−1   </m:t>
                          </m:r>
                          <m: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B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" name="Rectangle 5">
                    <a:extLst>
                      <a:ext uri="{FF2B5EF4-FFF2-40B4-BE49-F238E27FC236}">
                        <a16:creationId xmlns:a16="http://schemas.microsoft.com/office/drawing/2014/main" id="{7034AF07-B0F6-4F5F-AA21-7343D5D66C8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465736" y="3522795"/>
                    <a:ext cx="2703817" cy="523220"/>
                  </a:xfrm>
                  <a:prstGeom prst="rect">
                    <a:avLst/>
                  </a:prstGeom>
                  <a:blipFill>
                    <a:blip r:embed="rId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" name="Rectangle 6">
                    <a:extLst>
                      <a:ext uri="{FF2B5EF4-FFF2-40B4-BE49-F238E27FC236}">
                        <a16:creationId xmlns:a16="http://schemas.microsoft.com/office/drawing/2014/main" id="{57BD66FE-9EEE-41AD-B035-F4E6F5CED5EE}"/>
                      </a:ext>
                    </a:extLst>
                  </p:cNvPr>
                  <p:cNvSpPr/>
                  <p:nvPr/>
                </p:nvSpPr>
                <p:spPr>
                  <a:xfrm>
                    <a:off x="3070052" y="2986949"/>
                    <a:ext cx="3485885" cy="523220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GB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r>
                            <a:rPr lang="en-IN" sz="2800" b="0" i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0            </m:t>
                          </m:r>
                          <m: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/>
                  </a:p>
                </p:txBody>
              </p:sp>
            </mc:Choice>
            <mc:Fallback xmlns="">
              <p:sp>
                <p:nvSpPr>
                  <p:cNvPr id="7" name="Rectangle 6">
                    <a:extLst>
                      <a:ext uri="{FF2B5EF4-FFF2-40B4-BE49-F238E27FC236}">
                        <a16:creationId xmlns:a16="http://schemas.microsoft.com/office/drawing/2014/main" id="{57BD66FE-9EEE-41AD-B035-F4E6F5CED5E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070052" y="2986949"/>
                    <a:ext cx="3485885" cy="523220"/>
                  </a:xfrm>
                  <a:prstGeom prst="rect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15164565-9975-4BD3-97C5-E5EA7358488C}"/>
                    </a:ext>
                  </a:extLst>
                </p:cNvPr>
                <p:cNvSpPr/>
                <p:nvPr/>
              </p:nvSpPr>
              <p:spPr>
                <a:xfrm>
                  <a:off x="72146" y="1606595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b="0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15164565-9975-4BD3-97C5-E5EA7358488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2146" y="1606595"/>
                  <a:ext cx="717113" cy="468000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2E9E4B70-E94E-40A3-865F-FEEAF86125CC}"/>
                </a:ext>
              </a:extLst>
            </p:cNvPr>
            <p:cNvCxnSpPr/>
            <p:nvPr/>
          </p:nvCxnSpPr>
          <p:spPr>
            <a:xfrm>
              <a:off x="3608245" y="1187243"/>
              <a:ext cx="0" cy="144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2E0970BA-24AB-498A-8B04-E66AB695D916}"/>
                </a:ext>
              </a:extLst>
            </p:cNvPr>
            <p:cNvGrpSpPr/>
            <p:nvPr/>
          </p:nvGrpSpPr>
          <p:grpSpPr>
            <a:xfrm>
              <a:off x="3272700" y="1140859"/>
              <a:ext cx="1003653" cy="1493012"/>
              <a:chOff x="3366375" y="4820299"/>
              <a:chExt cx="1003653" cy="1493012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" name="Rectangle 12">
                    <a:extLst>
                      <a:ext uri="{FF2B5EF4-FFF2-40B4-BE49-F238E27FC236}">
                        <a16:creationId xmlns:a16="http://schemas.microsoft.com/office/drawing/2014/main" id="{B40B2E48-7D3F-4EDF-89B0-B17EA4A80D9F}"/>
                      </a:ext>
                    </a:extLst>
                  </p:cNvPr>
                  <p:cNvSpPr/>
                  <p:nvPr/>
                </p:nvSpPr>
                <p:spPr>
                  <a:xfrm>
                    <a:off x="3404193" y="4820299"/>
                    <a:ext cx="965835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   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" name="Rectangle 12">
                    <a:extLst>
                      <a:ext uri="{FF2B5EF4-FFF2-40B4-BE49-F238E27FC236}">
                        <a16:creationId xmlns:a16="http://schemas.microsoft.com/office/drawing/2014/main" id="{B40B2E48-7D3F-4EDF-89B0-B17EA4A80D9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404193" y="4820299"/>
                    <a:ext cx="965835" cy="468000"/>
                  </a:xfrm>
                  <a:prstGeom prst="rect">
                    <a:avLst/>
                  </a:prstGeom>
                  <a:blipFill>
                    <a:blip r:embed="rId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" name="Rectangle 13">
                    <a:extLst>
                      <a:ext uri="{FF2B5EF4-FFF2-40B4-BE49-F238E27FC236}">
                        <a16:creationId xmlns:a16="http://schemas.microsoft.com/office/drawing/2014/main" id="{9C11EF91-3DCE-47FD-B096-1FE45BB0D05C}"/>
                      </a:ext>
                    </a:extLst>
                  </p:cNvPr>
                  <p:cNvSpPr/>
                  <p:nvPr/>
                </p:nvSpPr>
                <p:spPr>
                  <a:xfrm>
                    <a:off x="3639663" y="5326179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" name="Rectangle 13">
                    <a:extLst>
                      <a:ext uri="{FF2B5EF4-FFF2-40B4-BE49-F238E27FC236}">
                        <a16:creationId xmlns:a16="http://schemas.microsoft.com/office/drawing/2014/main" id="{9C11EF91-3DCE-47FD-B096-1FE45BB0D05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39663" y="5326179"/>
                    <a:ext cx="717113" cy="468000"/>
                  </a:xfrm>
                  <a:prstGeom prst="rect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id="{2639D090-DE92-4491-933D-B08293EE7693}"/>
                      </a:ext>
                    </a:extLst>
                  </p:cNvPr>
                  <p:cNvSpPr/>
                  <p:nvPr/>
                </p:nvSpPr>
                <p:spPr>
                  <a:xfrm>
                    <a:off x="3366375" y="5845311"/>
                    <a:ext cx="965835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    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id="{2639D090-DE92-4491-933D-B08293EE769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366375" y="5845311"/>
                    <a:ext cx="965835" cy="468000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9540A085-1711-4B69-B715-EBE280C5BAB8}"/>
                  </a:ext>
                </a:extLst>
              </p:cNvPr>
              <p:cNvSpPr/>
              <p:nvPr/>
            </p:nvSpPr>
            <p:spPr>
              <a:xfrm>
                <a:off x="758273" y="1384223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9540A085-1711-4B69-B715-EBE280C5BA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8273" y="1384223"/>
                <a:ext cx="484303" cy="49292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DEE3D64C-D678-42D2-B733-CF051187D730}"/>
                  </a:ext>
                </a:extLst>
              </p:cNvPr>
              <p:cNvSpPr/>
              <p:nvPr/>
            </p:nvSpPr>
            <p:spPr>
              <a:xfrm>
                <a:off x="1871964" y="1365864"/>
                <a:ext cx="484303" cy="52321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DEE3D64C-D678-42D2-B733-CF051187D7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71964" y="1365864"/>
                <a:ext cx="484303" cy="523219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73CAD450-870C-4E33-91D0-72E6276B8CE3}"/>
                  </a:ext>
                </a:extLst>
              </p:cNvPr>
              <p:cNvSpPr/>
              <p:nvPr/>
            </p:nvSpPr>
            <p:spPr>
              <a:xfrm>
                <a:off x="2974424" y="1369074"/>
                <a:ext cx="484303" cy="52321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73CAD450-870C-4E33-91D0-72E6276B8C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74424" y="1369074"/>
                <a:ext cx="484303" cy="523219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EED6EE25-1462-432D-9962-6A9D4F8D494D}"/>
              </a:ext>
            </a:extLst>
          </p:cNvPr>
          <p:cNvSpPr/>
          <p:nvPr/>
        </p:nvSpPr>
        <p:spPr>
          <a:xfrm rot="16200000">
            <a:off x="2472356" y="2442911"/>
            <a:ext cx="1517827" cy="40302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52BAD9BA-715B-40E1-812B-E0E6F2074D6F}"/>
              </a:ext>
            </a:extLst>
          </p:cNvPr>
          <p:cNvSpPr/>
          <p:nvPr/>
        </p:nvSpPr>
        <p:spPr>
          <a:xfrm>
            <a:off x="833191" y="1970868"/>
            <a:ext cx="360000" cy="360000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30D2866D-2C6B-47F0-A3A2-8DF5C23C0594}"/>
              </a:ext>
            </a:extLst>
          </p:cNvPr>
          <p:cNvSpPr/>
          <p:nvPr/>
        </p:nvSpPr>
        <p:spPr>
          <a:xfrm>
            <a:off x="2998805" y="1498577"/>
            <a:ext cx="433976" cy="315828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6318743B-20AD-4C18-AC42-C175E75ECA55}"/>
                  </a:ext>
                </a:extLst>
              </p:cNvPr>
              <p:cNvSpPr/>
              <p:nvPr/>
            </p:nvSpPr>
            <p:spPr>
              <a:xfrm>
                <a:off x="269610" y="3608766"/>
                <a:ext cx="1893757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latin typeface="+mj-lt"/>
                  </a:rPr>
                  <a:t>Let,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z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k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6318743B-20AD-4C18-AC42-C175E75ECA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610" y="3608766"/>
                <a:ext cx="1893757" cy="468000"/>
              </a:xfrm>
              <a:prstGeom prst="rect">
                <a:avLst/>
              </a:prstGeom>
              <a:blipFill>
                <a:blip r:embed="rId14"/>
                <a:stretch>
                  <a:fillRect l="-6431" t="-14286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16088FC-B9ED-4815-9AB2-B91E4FF78314}"/>
                  </a:ext>
                </a:extLst>
              </p:cNvPr>
              <p:cNvSpPr/>
              <p:nvPr/>
            </p:nvSpPr>
            <p:spPr>
              <a:xfrm>
                <a:off x="1786589" y="3601308"/>
                <a:ext cx="1346665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∈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ℝ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16088FC-B9ED-4815-9AB2-B91E4FF783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6589" y="3601308"/>
                <a:ext cx="1346665" cy="468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Rectangle 26">
            <a:extLst>
              <a:ext uri="{FF2B5EF4-FFF2-40B4-BE49-F238E27FC236}">
                <a16:creationId xmlns:a16="http://schemas.microsoft.com/office/drawing/2014/main" id="{5B712C75-0E4E-4F31-AD94-91A4935D030B}"/>
              </a:ext>
            </a:extLst>
          </p:cNvPr>
          <p:cNvSpPr/>
          <p:nvPr/>
        </p:nvSpPr>
        <p:spPr>
          <a:xfrm>
            <a:off x="269610" y="4258038"/>
            <a:ext cx="4708584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Apply the Back Substitution,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18A5B1F5-D286-4D64-84AC-A438FC26A118}"/>
              </a:ext>
            </a:extLst>
          </p:cNvPr>
          <p:cNvSpPr/>
          <p:nvPr/>
        </p:nvSpPr>
        <p:spPr>
          <a:xfrm flipV="1">
            <a:off x="1866462" y="2505172"/>
            <a:ext cx="612000" cy="360000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4E29B47D-E110-4A54-A118-5927D1F97C7A}"/>
                  </a:ext>
                </a:extLst>
              </p:cNvPr>
              <p:cNvSpPr/>
              <p:nvPr/>
            </p:nvSpPr>
            <p:spPr>
              <a:xfrm>
                <a:off x="374578" y="4877602"/>
                <a:ext cx="257128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e>
                      </m:d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4E29B47D-E110-4A54-A118-5927D1F97C7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4578" y="4877602"/>
                <a:ext cx="2571280" cy="468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DEF45E77-8BF2-4F36-B2AD-5D709B57D5E3}"/>
                  </a:ext>
                </a:extLst>
              </p:cNvPr>
              <p:cNvSpPr/>
              <p:nvPr/>
            </p:nvSpPr>
            <p:spPr>
              <a:xfrm>
                <a:off x="459013" y="5434756"/>
                <a:ext cx="1514949" cy="5199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 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DEF45E77-8BF2-4F36-B2AD-5D709B57D5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9013" y="5434756"/>
                <a:ext cx="1514949" cy="519988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96C236D7-3578-4CE3-BAA9-3D6D6A03F24E}"/>
                  </a:ext>
                </a:extLst>
              </p:cNvPr>
              <p:cNvSpPr/>
              <p:nvPr/>
            </p:nvSpPr>
            <p:spPr>
              <a:xfrm>
                <a:off x="459644" y="6043898"/>
                <a:ext cx="1450148" cy="556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k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96C236D7-3578-4CE3-BAA9-3D6D6A03F2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9644" y="6043898"/>
                <a:ext cx="1450148" cy="556824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6" name="Rectangle: Rounded Corners 55">
            <a:extLst>
              <a:ext uri="{FF2B5EF4-FFF2-40B4-BE49-F238E27FC236}">
                <a16:creationId xmlns:a16="http://schemas.microsoft.com/office/drawing/2014/main" id="{B8E98BF0-431F-4FA6-8A5F-F7813B041B87}"/>
              </a:ext>
            </a:extLst>
          </p:cNvPr>
          <p:cNvSpPr/>
          <p:nvPr/>
        </p:nvSpPr>
        <p:spPr>
          <a:xfrm>
            <a:off x="6063600" y="900329"/>
            <a:ext cx="64800" cy="5400659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A916CF66-15AC-2764-1F9D-AEB984B8F9B3}"/>
                  </a:ext>
                </a:extLst>
              </p:cNvPr>
              <p:cNvSpPr/>
              <p:nvPr/>
            </p:nvSpPr>
            <p:spPr>
              <a:xfrm>
                <a:off x="118504" y="856052"/>
                <a:ext cx="4822258" cy="5598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Row - echelon form of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d>
                          <m:dPr>
                            <m:begChr m:val=""/>
                            <m:endChr m:val="|"/>
                            <m:ctrlPr>
                              <a:rPr lang="en-IN" sz="2800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IN" sz="280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</a:t>
                </a: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A916CF66-15AC-2764-1F9D-AEB984B8F9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504" y="856052"/>
                <a:ext cx="4822258" cy="559886"/>
              </a:xfrm>
              <a:prstGeom prst="rect">
                <a:avLst/>
              </a:prstGeom>
              <a:blipFill>
                <a:blip r:embed="rId19"/>
                <a:stretch>
                  <a:fillRect l="-2528" t="-10870" r="-1391" b="-2282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C87BC937-89CA-E34A-B10D-381487CAC125}"/>
                  </a:ext>
                </a:extLst>
              </p:cNvPr>
              <p:cNvSpPr/>
              <p:nvPr/>
            </p:nvSpPr>
            <p:spPr>
              <a:xfrm>
                <a:off x="6324795" y="1072618"/>
                <a:ext cx="207767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Also, </a:t>
                </a:r>
                <a14:m>
                  <m:oMath xmlns:m="http://schemas.openxmlformats.org/officeDocument/2006/math">
                    <m:r>
                      <a:rPr lang="en-GB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C87BC937-89CA-E34A-B10D-381487CAC1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4795" y="1072618"/>
                <a:ext cx="2077670" cy="468000"/>
              </a:xfrm>
              <a:prstGeom prst="rect">
                <a:avLst/>
              </a:prstGeom>
              <a:blipFill>
                <a:blip r:embed="rId20"/>
                <a:stretch>
                  <a:fillRect l="-6176" t="-14286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9FACA288-9BBD-643B-EF90-9A91E54C353B}"/>
                  </a:ext>
                </a:extLst>
              </p:cNvPr>
              <p:cNvSpPr/>
              <p:nvPr/>
            </p:nvSpPr>
            <p:spPr>
              <a:xfrm>
                <a:off x="6837204" y="1618837"/>
                <a:ext cx="1514949" cy="5199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9FACA288-9BBD-643B-EF90-9A91E54C35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37204" y="1618837"/>
                <a:ext cx="1514949" cy="519988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TextBox 35">
            <a:extLst>
              <a:ext uri="{FF2B5EF4-FFF2-40B4-BE49-F238E27FC236}">
                <a16:creationId xmlns:a16="http://schemas.microsoft.com/office/drawing/2014/main" id="{BF279D64-1316-2DF1-00C6-0CE4CECF130C}"/>
              </a:ext>
            </a:extLst>
          </p:cNvPr>
          <p:cNvSpPr txBox="1"/>
          <p:nvPr/>
        </p:nvSpPr>
        <p:spPr>
          <a:xfrm>
            <a:off x="6324795" y="2206347"/>
            <a:ext cx="1949307" cy="52322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>
              <a:defRPr sz="2800" b="0" i="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</a:lstStyle>
          <a:p>
            <a:r>
              <a:rPr lang="en-IN" b="1" dirty="0">
                <a:solidFill>
                  <a:srgbClr val="FF0000"/>
                </a:solidFill>
              </a:rPr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333FE57-FC4B-35A8-9D8B-504E7D89F23B}"/>
                  </a:ext>
                </a:extLst>
              </p:cNvPr>
              <p:cNvSpPr txBox="1"/>
              <p:nvPr/>
            </p:nvSpPr>
            <p:spPr>
              <a:xfrm>
                <a:off x="7843199" y="2191795"/>
                <a:ext cx="2849619" cy="5232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>
                  <a:defRPr sz="2800" b="0" i="0">
                    <a:solidFill>
                      <a:srgbClr val="002060"/>
                    </a:solidFill>
                    <a:latin typeface="Cambria Math" panose="02040503050406030204" pitchFamily="18" charset="0"/>
                  </a:defRPr>
                </a:lvl1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y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z</m:t>
                          </m:r>
                        </m:e>
                      </m:d>
                      <m:r>
                        <a:rPr lang="en-IN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0, 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k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, </m:t>
                          </m:r>
                          <m:r>
                            <m:rPr>
                              <m:sty m:val="p"/>
                            </m:rPr>
                            <a:rPr lang="en-IN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333FE57-FC4B-35A8-9D8B-504E7D89F2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43199" y="2191795"/>
                <a:ext cx="2849619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30D2251-6F06-2870-D542-688D6F2707FE}"/>
                  </a:ext>
                </a:extLst>
              </p:cNvPr>
              <p:cNvSpPr/>
              <p:nvPr/>
            </p:nvSpPr>
            <p:spPr>
              <a:xfrm>
                <a:off x="10510824" y="2191795"/>
                <a:ext cx="1436015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</m:t>
                      </m:r>
                      <m: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k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∈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ℝ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30D2251-6F06-2870-D542-688D6F2707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10824" y="2191795"/>
                <a:ext cx="1436015" cy="468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822814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20" grpId="0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/>
      <p:bldP spid="25" grpId="0"/>
      <p:bldP spid="27" grpId="0"/>
      <p:bldP spid="29" grpId="0" animBg="1"/>
      <p:bldP spid="29" grpId="1" animBg="1"/>
      <p:bldP spid="30" grpId="0"/>
      <p:bldP spid="32" grpId="0"/>
      <p:bldP spid="34" grpId="0"/>
      <p:bldP spid="56" grpId="0" animBg="1"/>
      <p:bldP spid="3" grpId="0"/>
      <p:bldP spid="8" grpId="0"/>
      <p:bldP spid="16" grpId="0"/>
      <p:bldP spid="36" grpId="0"/>
      <p:bldP spid="39" grpId="0"/>
      <p:bldP spid="57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Method – 5</a:t>
            </a:r>
            <a:br>
              <a:rPr lang="en-US" dirty="0"/>
            </a:br>
            <a:r>
              <a:rPr lang="en-US" sz="4800" dirty="0"/>
              <a:t>Gauss - Jordan Elimination Method</a:t>
            </a:r>
          </a:p>
        </p:txBody>
      </p:sp>
    </p:spTree>
    <p:extLst>
      <p:ext uri="{BB962C8B-B14F-4D97-AF65-F5344CB8AC3E}">
        <p14:creationId xmlns:p14="http://schemas.microsoft.com/office/powerpoint/2010/main" val="312110571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1B00BB1-C1DC-B6E6-54E3-A4C9D2086B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Gauss - Jordan Elimination Method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9B3B1954-9B08-5C0D-4CFA-07DAD0C7B88A}"/>
              </a:ext>
            </a:extLst>
          </p:cNvPr>
          <p:cNvGrpSpPr/>
          <p:nvPr/>
        </p:nvGrpSpPr>
        <p:grpSpPr>
          <a:xfrm>
            <a:off x="317134" y="2101690"/>
            <a:ext cx="11733223" cy="1312167"/>
            <a:chOff x="261581" y="1348812"/>
            <a:chExt cx="11733223" cy="123612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94DACE83-ADDA-614D-C194-1363CD5CB9A0}"/>
                    </a:ext>
                  </a:extLst>
                </p:cNvPr>
                <p:cNvSpPr/>
                <p:nvPr/>
              </p:nvSpPr>
              <p:spPr>
                <a:xfrm>
                  <a:off x="359739" y="1348812"/>
                  <a:ext cx="11635065" cy="1236124"/>
                </a:xfrm>
                <a:custGeom>
                  <a:avLst/>
                  <a:gdLst>
                    <a:gd name="connsiteX0" fmla="*/ 0 w 4693176"/>
                    <a:gd name="connsiteY0" fmla="*/ 0 h 1255998"/>
                    <a:gd name="connsiteX1" fmla="*/ 4065177 w 4693176"/>
                    <a:gd name="connsiteY1" fmla="*/ 0 h 1255998"/>
                    <a:gd name="connsiteX2" fmla="*/ 4693176 w 4693176"/>
                    <a:gd name="connsiteY2" fmla="*/ 627999 h 1255998"/>
                    <a:gd name="connsiteX3" fmla="*/ 4065177 w 4693176"/>
                    <a:gd name="connsiteY3" fmla="*/ 1255998 h 1255998"/>
                    <a:gd name="connsiteX4" fmla="*/ 0 w 4693176"/>
                    <a:gd name="connsiteY4" fmla="*/ 1255998 h 1255998"/>
                    <a:gd name="connsiteX5" fmla="*/ 0 w 4693176"/>
                    <a:gd name="connsiteY5" fmla="*/ 0 h 1255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693176" h="1255998">
                      <a:moveTo>
                        <a:pt x="4693176" y="1255997"/>
                      </a:moveTo>
                      <a:lnTo>
                        <a:pt x="627999" y="1255997"/>
                      </a:lnTo>
                      <a:lnTo>
                        <a:pt x="0" y="627999"/>
                      </a:lnTo>
                      <a:lnTo>
                        <a:pt x="627999" y="1"/>
                      </a:lnTo>
                      <a:lnTo>
                        <a:pt x="4693176" y="1"/>
                      </a:lnTo>
                      <a:lnTo>
                        <a:pt x="4693176" y="1255997"/>
                      </a:lnTo>
                      <a:close/>
                    </a:path>
                  </a:pathLst>
                </a:custGeom>
              </p:spPr>
              <p:style>
                <a:lnRef idx="2">
                  <a:schemeClr val="dk2">
                    <a:shade val="8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lt1"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lt1"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dk2">
                    <a:hueOff val="0"/>
                    <a:satOff val="0"/>
                    <a:lumOff val="0"/>
                    <a:alphaOff val="0"/>
                  </a:schemeClr>
                </a:fontRef>
              </p:style>
              <p:txBody>
                <a:bodyPr spcFirstLastPara="0" vert="horz" wrap="square" lIns="867859" tIns="220981" rIns="412496" bIns="220981" numCol="1" spcCol="1270" anchor="ctr" anchorCtr="0">
                  <a:noAutofit/>
                </a:bodyPr>
                <a:lstStyle/>
                <a:p>
                  <a:pPr marL="723900" algn="just" defTabSz="2578100">
                    <a:lnSpc>
                      <a:spcPct val="90000"/>
                    </a:lnSpc>
                    <a:spcBef>
                      <a:spcPct val="0"/>
                    </a:spcBef>
                    <a:spcAft>
                      <a:spcPct val="35000"/>
                    </a:spcAft>
                  </a:pPr>
                  <a:r>
                    <a:rPr lang="en-IN" sz="2800" dirty="0">
                      <a:solidFill>
                        <a:srgbClr val="002060"/>
                      </a:solidFill>
                    </a:rPr>
                    <a:t>Convert the given system of linear equations into matrix form as </a:t>
                  </a:r>
                  <a14:m>
                    <m:oMath xmlns:m="http://schemas.openxmlformats.org/officeDocument/2006/math">
                      <m:r>
                        <a:rPr lang="en-IN" sz="28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𝐀𝐗</m:t>
                      </m:r>
                      <m:r>
                        <a:rPr lang="en-IN" sz="28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𝐁</m:t>
                      </m:r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, Where, </a:t>
                  </a:r>
                  <a14:m>
                    <m:oMath xmlns:m="http://schemas.openxmlformats.org/officeDocument/2006/math">
                      <m:r>
                        <a:rPr lang="en-IN" sz="2800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𝐀</m:t>
                      </m:r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is coefficient a matrix, </a:t>
                  </a:r>
                  <a14:m>
                    <m:oMath xmlns:m="http://schemas.openxmlformats.org/officeDocument/2006/math">
                      <m:r>
                        <a:rPr lang="en-IN" sz="2800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𝐗</m:t>
                      </m:r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is a variable matrix and </a:t>
                  </a:r>
                  <a14:m>
                    <m:oMath xmlns:m="http://schemas.openxmlformats.org/officeDocument/2006/math">
                      <m:r>
                        <a:rPr lang="en-IN" sz="2800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𝐁</m:t>
                      </m:r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is a constant matrix.</a:t>
                  </a:r>
                </a:p>
              </p:txBody>
            </p:sp>
          </mc:Choice>
          <mc:Fallback xmlns=""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94DACE83-ADDA-614D-C194-1363CD5CB9A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9739" y="1348812"/>
                  <a:ext cx="11635065" cy="1236124"/>
                </a:xfrm>
                <a:custGeom>
                  <a:avLst/>
                  <a:gdLst>
                    <a:gd name="connsiteX0" fmla="*/ 0 w 4693176"/>
                    <a:gd name="connsiteY0" fmla="*/ 0 h 1255998"/>
                    <a:gd name="connsiteX1" fmla="*/ 4065177 w 4693176"/>
                    <a:gd name="connsiteY1" fmla="*/ 0 h 1255998"/>
                    <a:gd name="connsiteX2" fmla="*/ 4693176 w 4693176"/>
                    <a:gd name="connsiteY2" fmla="*/ 627999 h 1255998"/>
                    <a:gd name="connsiteX3" fmla="*/ 4065177 w 4693176"/>
                    <a:gd name="connsiteY3" fmla="*/ 1255998 h 1255998"/>
                    <a:gd name="connsiteX4" fmla="*/ 0 w 4693176"/>
                    <a:gd name="connsiteY4" fmla="*/ 1255998 h 1255998"/>
                    <a:gd name="connsiteX5" fmla="*/ 0 w 4693176"/>
                    <a:gd name="connsiteY5" fmla="*/ 0 h 1255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693176" h="1255998">
                      <a:moveTo>
                        <a:pt x="4693176" y="1255997"/>
                      </a:moveTo>
                      <a:lnTo>
                        <a:pt x="627999" y="1255997"/>
                      </a:lnTo>
                      <a:lnTo>
                        <a:pt x="0" y="627999"/>
                      </a:lnTo>
                      <a:lnTo>
                        <a:pt x="627999" y="1"/>
                      </a:lnTo>
                      <a:lnTo>
                        <a:pt x="4693176" y="1"/>
                      </a:lnTo>
                      <a:lnTo>
                        <a:pt x="4693176" y="1255997"/>
                      </a:lnTo>
                      <a:close/>
                    </a:path>
                  </a:pathLst>
                </a:custGeom>
                <a:blipFill>
                  <a:blip r:embed="rId2"/>
                  <a:stretch>
                    <a:fillRect t="-5069" b="-96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57B689B9-8932-92E6-CB49-EFF3E5D935BF}"/>
                </a:ext>
              </a:extLst>
            </p:cNvPr>
            <p:cNvSpPr/>
            <p:nvPr/>
          </p:nvSpPr>
          <p:spPr>
            <a:xfrm>
              <a:off x="261581" y="1435119"/>
              <a:ext cx="977871" cy="973390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1</a:t>
              </a:r>
              <a:endParaRPr lang="en-IN" sz="2800" b="1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30D7C9A8-3A36-5FEB-1EC4-AEFEC229559D}"/>
              </a:ext>
            </a:extLst>
          </p:cNvPr>
          <p:cNvGrpSpPr/>
          <p:nvPr/>
        </p:nvGrpSpPr>
        <p:grpSpPr>
          <a:xfrm>
            <a:off x="317134" y="3884380"/>
            <a:ext cx="11747486" cy="1033416"/>
            <a:chOff x="261580" y="2820271"/>
            <a:chExt cx="11747486" cy="103341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BEF1F792-83D2-3576-4014-6331D78EBFCE}"/>
                    </a:ext>
                  </a:extLst>
                </p:cNvPr>
                <p:cNvSpPr/>
                <p:nvPr/>
              </p:nvSpPr>
              <p:spPr>
                <a:xfrm>
                  <a:off x="374001" y="2820271"/>
                  <a:ext cx="11635065" cy="1033416"/>
                </a:xfrm>
                <a:custGeom>
                  <a:avLst/>
                  <a:gdLst>
                    <a:gd name="connsiteX0" fmla="*/ 0 w 4693176"/>
                    <a:gd name="connsiteY0" fmla="*/ 0 h 1255998"/>
                    <a:gd name="connsiteX1" fmla="*/ 4065177 w 4693176"/>
                    <a:gd name="connsiteY1" fmla="*/ 0 h 1255998"/>
                    <a:gd name="connsiteX2" fmla="*/ 4693176 w 4693176"/>
                    <a:gd name="connsiteY2" fmla="*/ 627999 h 1255998"/>
                    <a:gd name="connsiteX3" fmla="*/ 4065177 w 4693176"/>
                    <a:gd name="connsiteY3" fmla="*/ 1255998 h 1255998"/>
                    <a:gd name="connsiteX4" fmla="*/ 0 w 4693176"/>
                    <a:gd name="connsiteY4" fmla="*/ 1255998 h 1255998"/>
                    <a:gd name="connsiteX5" fmla="*/ 0 w 4693176"/>
                    <a:gd name="connsiteY5" fmla="*/ 0 h 1255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693176" h="1255998">
                      <a:moveTo>
                        <a:pt x="4693176" y="1255997"/>
                      </a:moveTo>
                      <a:lnTo>
                        <a:pt x="627999" y="1255997"/>
                      </a:lnTo>
                      <a:lnTo>
                        <a:pt x="0" y="627999"/>
                      </a:lnTo>
                      <a:lnTo>
                        <a:pt x="627999" y="1"/>
                      </a:lnTo>
                      <a:lnTo>
                        <a:pt x="4693176" y="1"/>
                      </a:lnTo>
                      <a:lnTo>
                        <a:pt x="4693176" y="1255997"/>
                      </a:lnTo>
                      <a:close/>
                    </a:path>
                  </a:pathLst>
                </a:custGeom>
              </p:spPr>
              <p:style>
                <a:lnRef idx="2">
                  <a:schemeClr val="dk2">
                    <a:shade val="8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lt1"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lt1"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dk2">
                    <a:hueOff val="0"/>
                    <a:satOff val="0"/>
                    <a:lumOff val="0"/>
                    <a:alphaOff val="0"/>
                  </a:schemeClr>
                </a:fontRef>
              </p:style>
              <p:txBody>
                <a:bodyPr spcFirstLastPara="0" vert="horz" wrap="square" lIns="867859" tIns="220981" rIns="412496" bIns="220981" numCol="1" spcCol="1270" anchor="ctr" anchorCtr="0">
                  <a:noAutofit/>
                </a:bodyPr>
                <a:lstStyle/>
                <a:p>
                  <a:pPr marL="723900" lvl="0" defTabSz="2578100">
                    <a:lnSpc>
                      <a:spcPct val="90000"/>
                    </a:lnSpc>
                    <a:spcBef>
                      <a:spcPct val="0"/>
                    </a:spcBef>
                    <a:spcAft>
                      <a:spcPct val="35000"/>
                    </a:spcAft>
                    <a:buNone/>
                  </a:pPr>
                  <a:r>
                    <a:rPr lang="en-IN" sz="2800" dirty="0">
                      <a:solidFill>
                        <a:srgbClr val="002060"/>
                      </a:solidFill>
                    </a:rPr>
                    <a:t>Convert augmented matrix </a:t>
                  </a:r>
                  <a14:m>
                    <m:oMath xmlns:m="http://schemas.openxmlformats.org/officeDocument/2006/math">
                      <m:d>
                        <m:dPr>
                          <m:begChr m:val="["/>
                          <m:endChr m:val="|"/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GB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𝐁</m:t>
                      </m:r>
                      <m:r>
                        <a:rPr lang="en-GB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]</m:t>
                      </m:r>
                    </m:oMath>
                  </a14:m>
                  <a:r>
                    <a:rPr lang="en-IN" sz="2800" kern="1200" dirty="0"/>
                    <a:t> </a:t>
                  </a:r>
                  <a:r>
                    <a:rPr lang="en-IN" sz="2800" kern="1200" dirty="0">
                      <a:solidFill>
                        <a:srgbClr val="002060"/>
                      </a:solidFill>
                    </a:rPr>
                    <a:t>into </a:t>
                  </a:r>
                  <a:r>
                    <a:rPr lang="en-IN" sz="2800" b="1" kern="1200" dirty="0">
                      <a:solidFill>
                        <a:srgbClr val="FF0000"/>
                      </a:solidFill>
                    </a:rPr>
                    <a:t>reduced</a:t>
                  </a:r>
                  <a:r>
                    <a:rPr lang="en-IN" sz="2800" b="1" kern="1200" dirty="0">
                      <a:solidFill>
                        <a:srgbClr val="002060"/>
                      </a:solidFill>
                    </a:rPr>
                    <a:t> </a:t>
                  </a:r>
                  <a:r>
                    <a:rPr lang="en-IN" sz="2800" b="1" kern="1200" dirty="0">
                      <a:solidFill>
                        <a:srgbClr val="FF0000"/>
                      </a:solidFill>
                    </a:rPr>
                    <a:t>row echelon form</a:t>
                  </a:r>
                  <a:r>
                    <a:rPr lang="en-IN" sz="2800" kern="1200" dirty="0">
                      <a:solidFill>
                        <a:srgbClr val="002060"/>
                      </a:solidFill>
                    </a:rPr>
                    <a:t>.</a:t>
                  </a:r>
                </a:p>
              </p:txBody>
            </p:sp>
          </mc:Choice>
          <mc:Fallback xmlns=""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BEF1F792-83D2-3576-4014-6331D78EBFC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4001" y="2820271"/>
                  <a:ext cx="11635065" cy="1033416"/>
                </a:xfrm>
                <a:custGeom>
                  <a:avLst/>
                  <a:gdLst>
                    <a:gd name="connsiteX0" fmla="*/ 0 w 4693176"/>
                    <a:gd name="connsiteY0" fmla="*/ 0 h 1255998"/>
                    <a:gd name="connsiteX1" fmla="*/ 4065177 w 4693176"/>
                    <a:gd name="connsiteY1" fmla="*/ 0 h 1255998"/>
                    <a:gd name="connsiteX2" fmla="*/ 4693176 w 4693176"/>
                    <a:gd name="connsiteY2" fmla="*/ 627999 h 1255998"/>
                    <a:gd name="connsiteX3" fmla="*/ 4065177 w 4693176"/>
                    <a:gd name="connsiteY3" fmla="*/ 1255998 h 1255998"/>
                    <a:gd name="connsiteX4" fmla="*/ 0 w 4693176"/>
                    <a:gd name="connsiteY4" fmla="*/ 1255998 h 1255998"/>
                    <a:gd name="connsiteX5" fmla="*/ 0 w 4693176"/>
                    <a:gd name="connsiteY5" fmla="*/ 0 h 1255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693176" h="1255998">
                      <a:moveTo>
                        <a:pt x="4693176" y="1255997"/>
                      </a:moveTo>
                      <a:lnTo>
                        <a:pt x="627999" y="1255997"/>
                      </a:lnTo>
                      <a:lnTo>
                        <a:pt x="0" y="627999"/>
                      </a:lnTo>
                      <a:lnTo>
                        <a:pt x="627999" y="1"/>
                      </a:lnTo>
                      <a:lnTo>
                        <a:pt x="4693176" y="1"/>
                      </a:lnTo>
                      <a:lnTo>
                        <a:pt x="4693176" y="1255997"/>
                      </a:lnTo>
                      <a:close/>
                    </a:path>
                  </a:pathLst>
                </a:cu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4DA98328-5E03-DCFA-D85C-DECF85D77E95}"/>
                </a:ext>
              </a:extLst>
            </p:cNvPr>
            <p:cNvSpPr/>
            <p:nvPr/>
          </p:nvSpPr>
          <p:spPr>
            <a:xfrm>
              <a:off x="261580" y="2820271"/>
              <a:ext cx="977871" cy="1033414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2</a:t>
              </a:r>
              <a:endParaRPr lang="en-IN" sz="2800" b="1" dirty="0">
                <a:solidFill>
                  <a:schemeClr val="tx1"/>
                </a:solidFill>
              </a:endParaRPr>
            </a:p>
          </p:txBody>
        </p:sp>
      </p:grpSp>
      <p:sp>
        <p:nvSpPr>
          <p:cNvPr id="3" name="Content Placeholder 4">
            <a:extLst>
              <a:ext uri="{FF2B5EF4-FFF2-40B4-BE49-F238E27FC236}">
                <a16:creationId xmlns:a16="http://schemas.microsoft.com/office/drawing/2014/main" id="{4F87E228-89F9-0A7C-966A-E11D394AAF26}"/>
              </a:ext>
            </a:extLst>
          </p:cNvPr>
          <p:cNvSpPr txBox="1">
            <a:spLocks/>
          </p:cNvSpPr>
          <p:nvPr/>
        </p:nvSpPr>
        <p:spPr>
          <a:xfrm>
            <a:off x="124406" y="798435"/>
            <a:ext cx="10694158" cy="1033414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50000"/>
              </a:lnSpc>
            </a:pPr>
            <a:r>
              <a:rPr lang="en-IN" sz="2800" dirty="0">
                <a:solidFill>
                  <a:srgbClr val="002060"/>
                </a:solidFill>
              </a:rPr>
              <a:t>Procedure to solve the system of simultaneous linear equations by using the Gauss - Jordan Elimination Method.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A2E3A319-38B9-52B0-0BA3-A0FC6623AC82}"/>
              </a:ext>
            </a:extLst>
          </p:cNvPr>
          <p:cNvGrpSpPr/>
          <p:nvPr/>
        </p:nvGrpSpPr>
        <p:grpSpPr>
          <a:xfrm>
            <a:off x="317134" y="5373273"/>
            <a:ext cx="11733223" cy="1048463"/>
            <a:chOff x="261581" y="1435119"/>
            <a:chExt cx="11733223" cy="1048463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BB6E2B5B-38F5-6954-C48F-A1887CA9BBBC}"/>
                </a:ext>
              </a:extLst>
            </p:cNvPr>
            <p:cNvSpPr/>
            <p:nvPr/>
          </p:nvSpPr>
          <p:spPr>
            <a:xfrm>
              <a:off x="359739" y="1450166"/>
              <a:ext cx="11635065" cy="1033416"/>
            </a:xfrm>
            <a:custGeom>
              <a:avLst/>
              <a:gdLst>
                <a:gd name="connsiteX0" fmla="*/ 0 w 4693176"/>
                <a:gd name="connsiteY0" fmla="*/ 0 h 1255998"/>
                <a:gd name="connsiteX1" fmla="*/ 4065177 w 4693176"/>
                <a:gd name="connsiteY1" fmla="*/ 0 h 1255998"/>
                <a:gd name="connsiteX2" fmla="*/ 4693176 w 4693176"/>
                <a:gd name="connsiteY2" fmla="*/ 627999 h 1255998"/>
                <a:gd name="connsiteX3" fmla="*/ 4065177 w 4693176"/>
                <a:gd name="connsiteY3" fmla="*/ 1255998 h 1255998"/>
                <a:gd name="connsiteX4" fmla="*/ 0 w 4693176"/>
                <a:gd name="connsiteY4" fmla="*/ 1255998 h 1255998"/>
                <a:gd name="connsiteX5" fmla="*/ 0 w 4693176"/>
                <a:gd name="connsiteY5" fmla="*/ 0 h 125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93176" h="1255998">
                  <a:moveTo>
                    <a:pt x="4693176" y="1255997"/>
                  </a:moveTo>
                  <a:lnTo>
                    <a:pt x="627999" y="1255997"/>
                  </a:lnTo>
                  <a:lnTo>
                    <a:pt x="0" y="627999"/>
                  </a:lnTo>
                  <a:lnTo>
                    <a:pt x="627999" y="1"/>
                  </a:lnTo>
                  <a:lnTo>
                    <a:pt x="4693176" y="1"/>
                  </a:lnTo>
                  <a:lnTo>
                    <a:pt x="4693176" y="1255997"/>
                  </a:lnTo>
                  <a:close/>
                </a:path>
              </a:pathLst>
            </a:cu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2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867859" tIns="220981" rIns="412496" bIns="220981" numCol="1" spcCol="1270" anchor="ctr" anchorCtr="0">
              <a:noAutofit/>
            </a:bodyPr>
            <a:lstStyle/>
            <a:p>
              <a:pPr marL="723900" lvl="0" defTabSz="2578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IN" sz="2800" dirty="0">
                  <a:solidFill>
                    <a:srgbClr val="002060"/>
                  </a:solidFill>
                </a:rPr>
                <a:t>Convert matrix form into linear system to get the value of unknown variables.</a:t>
              </a: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1B4D0A7F-A913-1544-2499-51E94BB98875}"/>
                </a:ext>
              </a:extLst>
            </p:cNvPr>
            <p:cNvSpPr/>
            <p:nvPr/>
          </p:nvSpPr>
          <p:spPr>
            <a:xfrm>
              <a:off x="261581" y="1435119"/>
              <a:ext cx="977871" cy="1033414"/>
            </a:xfrm>
            <a:prstGeom prst="ellipse">
              <a:avLst/>
            </a:prstGeom>
          </p:spPr>
          <p:style>
            <a:lnRef idx="2">
              <a:schemeClr val="dk2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hemeClr val="dk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dk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algn="ctr"/>
              <a:r>
                <a:rPr lang="en-IN" sz="3600" b="1" dirty="0">
                  <a:solidFill>
                    <a:schemeClr val="tx1"/>
                  </a:solidFill>
                </a:rPr>
                <a:t>3</a:t>
              </a:r>
              <a:endParaRPr lang="en-IN" sz="2800" b="1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88039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E7928005-5CF9-47A3-8385-5436DA580D59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Method:5</a:t>
                </a:r>
                <a14:m>
                  <m:oMath xmlns:m="http://schemas.openxmlformats.org/officeDocument/2006/math">
                    <m:r>
                      <a:rPr lang="en-IN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/>
                  <a:t>Example:1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E7928005-5CF9-47A3-8385-5436DA580D5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4BA9E474-155A-4550-B89D-2E55578C607A}"/>
              </a:ext>
            </a:extLst>
          </p:cNvPr>
          <p:cNvSpPr/>
          <p:nvPr/>
        </p:nvSpPr>
        <p:spPr>
          <a:xfrm>
            <a:off x="185165" y="877452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C5087E6B-9B1A-41DA-85A7-88AF7B161D8D}"/>
              </a:ext>
            </a:extLst>
          </p:cNvPr>
          <p:cNvSpPr/>
          <p:nvPr/>
        </p:nvSpPr>
        <p:spPr>
          <a:xfrm>
            <a:off x="185165" y="1988479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EE5C5F1-F145-410B-A9C7-0850B749B41C}"/>
              </a:ext>
            </a:extLst>
          </p:cNvPr>
          <p:cNvSpPr/>
          <p:nvPr/>
        </p:nvSpPr>
        <p:spPr>
          <a:xfrm>
            <a:off x="1958910" y="870775"/>
            <a:ext cx="10233090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Solve the system of linear equations by using Gauss-Jordan elimination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27A99BC6-11BB-4286-9E6E-574E4F9E55B8}"/>
                  </a:ext>
                </a:extLst>
              </p:cNvPr>
              <p:cNvSpPr/>
              <p:nvPr/>
            </p:nvSpPr>
            <p:spPr>
              <a:xfrm>
                <a:off x="2980158" y="1367581"/>
                <a:ext cx="277049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27A99BC6-11BB-4286-9E6E-574E4F9E55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0158" y="1367581"/>
                <a:ext cx="2770494" cy="468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581D8485-E9F9-4CD5-83AC-419691C7ED58}"/>
                  </a:ext>
                </a:extLst>
              </p:cNvPr>
              <p:cNvSpPr/>
              <p:nvPr/>
            </p:nvSpPr>
            <p:spPr>
              <a:xfrm>
                <a:off x="5124531" y="1359896"/>
                <a:ext cx="3896139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581D8485-E9F9-4CD5-83AC-419691C7ED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24531" y="1359896"/>
                <a:ext cx="3896139" cy="468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0A9153C4-0AA7-4455-8075-B2AC6FF3D827}"/>
                  </a:ext>
                </a:extLst>
              </p:cNvPr>
              <p:cNvSpPr/>
              <p:nvPr/>
            </p:nvSpPr>
            <p:spPr>
              <a:xfrm>
                <a:off x="8087003" y="1357045"/>
                <a:ext cx="3933669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−7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0A9153C4-0AA7-4455-8075-B2AC6FF3D8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87003" y="1357045"/>
                <a:ext cx="3933669" cy="468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B928DC3-6ABD-469C-913A-0FCDB280CB2B}"/>
                  </a:ext>
                </a:extLst>
              </p:cNvPr>
              <p:cNvSpPr/>
              <p:nvPr/>
            </p:nvSpPr>
            <p:spPr>
              <a:xfrm>
                <a:off x="1972723" y="1989774"/>
                <a:ext cx="9417167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The matrix representation of the above system is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𝐀𝐗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</m:t>
                    </m:r>
                  </m:oMath>
                </a14:m>
                <a:r>
                  <a:rPr lang="en-IN" sz="2800" b="0" i="0" dirty="0">
                    <a:solidFill>
                      <a:srgbClr val="002060"/>
                    </a:solidFill>
                    <a:latin typeface="+mj-lt"/>
                  </a:rPr>
                  <a:t>where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B928DC3-6ABD-469C-913A-0FCDB280CB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2723" y="1989774"/>
                <a:ext cx="9417167" cy="468000"/>
              </a:xfrm>
              <a:prstGeom prst="rect">
                <a:avLst/>
              </a:prstGeom>
              <a:blipFill>
                <a:blip r:embed="rId6"/>
                <a:stretch>
                  <a:fillRect l="-1360" t="-12987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3" name="Group 42">
            <a:extLst>
              <a:ext uri="{FF2B5EF4-FFF2-40B4-BE49-F238E27FC236}">
                <a16:creationId xmlns:a16="http://schemas.microsoft.com/office/drawing/2014/main" id="{61DC1649-0F2A-4EC8-BCB9-58CA449956F4}"/>
              </a:ext>
            </a:extLst>
          </p:cNvPr>
          <p:cNvGrpSpPr/>
          <p:nvPr/>
        </p:nvGrpSpPr>
        <p:grpSpPr>
          <a:xfrm>
            <a:off x="2165235" y="2083739"/>
            <a:ext cx="3768549" cy="2392083"/>
            <a:chOff x="859993" y="3094005"/>
            <a:chExt cx="3768549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041F00C0-0262-4D2C-BAC5-E21DA01AAEA3}"/>
                    </a:ext>
                  </a:extLst>
                </p:cNvPr>
                <p:cNvSpPr/>
                <p:nvPr/>
              </p:nvSpPr>
              <p:spPr>
                <a:xfrm>
                  <a:off x="859993" y="3896702"/>
                  <a:ext cx="965836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𝐀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041F00C0-0262-4D2C-BAC5-E21DA01AAEA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59993" y="3896702"/>
                  <a:ext cx="965836" cy="711201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50750824-C3FC-4FA6-AAAD-37304D5D9B67}"/>
                    </a:ext>
                  </a:extLst>
                </p:cNvPr>
                <p:cNvSpPr/>
                <p:nvPr/>
              </p:nvSpPr>
              <p:spPr>
                <a:xfrm>
                  <a:off x="1327931" y="3094005"/>
                  <a:ext cx="3300611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50750824-C3FC-4FA6-AAAD-37304D5D9B6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327931" y="3094005"/>
                  <a:ext cx="3300611" cy="2392083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04D357F3-A927-4491-9ADC-19DA7143AD29}"/>
                  </a:ext>
                </a:extLst>
              </p:cNvPr>
              <p:cNvSpPr/>
              <p:nvPr/>
            </p:nvSpPr>
            <p:spPr>
              <a:xfrm>
                <a:off x="3298071" y="3574355"/>
                <a:ext cx="2078457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smtClean="0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−7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 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04D357F3-A927-4491-9ADC-19DA7143AD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98071" y="3574355"/>
                <a:ext cx="2078457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4140B685-9ED6-49F4-889A-EB82C69FCDD9}"/>
                  </a:ext>
                </a:extLst>
              </p:cNvPr>
              <p:cNvSpPr/>
              <p:nvPr/>
            </p:nvSpPr>
            <p:spPr>
              <a:xfrm>
                <a:off x="2709898" y="3044041"/>
                <a:ext cx="2872307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</m:t>
                      </m:r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r>
                        <a:rPr lang="en-IN" sz="2800" b="0" i="1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       3</m:t>
                      </m:r>
                    </m:oMath>
                  </m:oMathPara>
                </a14:m>
                <a:endParaRPr lang="en-IN" sz="2800" dirty="0">
                  <a:solidFill>
                    <a:schemeClr val="accent5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4140B685-9ED6-49F4-889A-EB82C69FCD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09898" y="3044041"/>
                <a:ext cx="2872307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4362BFCB-8DA9-4B7B-A66C-169C72376091}"/>
                  </a:ext>
                </a:extLst>
              </p:cNvPr>
              <p:cNvSpPr/>
              <p:nvPr/>
            </p:nvSpPr>
            <p:spPr>
              <a:xfrm>
                <a:off x="3150487" y="2517572"/>
                <a:ext cx="2230098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1" smtClean="0">
                          <a:solidFill>
                            <a:srgbClr val="00990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     </m:t>
                      </m:r>
                      <m:r>
                        <a:rPr lang="en-IN" sz="2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      </m:t>
                      </m:r>
                      <m:r>
                        <a:rPr lang="en-IN" sz="2800" b="0" i="0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0" i="0" smtClean="0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4362BFCB-8DA9-4B7B-A66C-169C7237609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50487" y="2517572"/>
                <a:ext cx="2230098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CDDD2AC-02E3-48C4-B087-FFB7A221376F}"/>
                  </a:ext>
                </a:extLst>
              </p:cNvPr>
              <p:cNvSpPr/>
              <p:nvPr/>
            </p:nvSpPr>
            <p:spPr>
              <a:xfrm>
                <a:off x="5871659" y="2933852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𝐗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CDDD2AC-02E3-48C4-B087-FFB7A221376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71659" y="2933852"/>
                <a:ext cx="965836" cy="711201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604FE47-E616-4280-A435-CDBA40D8A625}"/>
                  </a:ext>
                </a:extLst>
              </p:cNvPr>
              <p:cNvSpPr/>
              <p:nvPr/>
            </p:nvSpPr>
            <p:spPr>
              <a:xfrm>
                <a:off x="8331972" y="2933851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𝐁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604FE47-E616-4280-A435-CDBA40D8A6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31972" y="2933851"/>
                <a:ext cx="965836" cy="711201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" name="Rectangle 33">
            <a:extLst>
              <a:ext uri="{FF2B5EF4-FFF2-40B4-BE49-F238E27FC236}">
                <a16:creationId xmlns:a16="http://schemas.microsoft.com/office/drawing/2014/main" id="{0261DD18-0624-418A-B337-3C0EF64099D8}"/>
              </a:ext>
            </a:extLst>
          </p:cNvPr>
          <p:cNvSpPr/>
          <p:nvPr/>
        </p:nvSpPr>
        <p:spPr>
          <a:xfrm>
            <a:off x="7510610" y="2940804"/>
            <a:ext cx="965836" cy="7112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IN" sz="2800" b="0" i="0" dirty="0">
                <a:solidFill>
                  <a:srgbClr val="002060"/>
                </a:solidFill>
                <a:latin typeface="+mj-lt"/>
                <a:ea typeface="Cambria Math" panose="02040503050406030204" pitchFamily="18" charset="0"/>
              </a:rPr>
              <a:t>and</a:t>
            </a:r>
            <a:endParaRPr lang="en-IN" sz="2800" dirty="0">
              <a:solidFill>
                <a:srgbClr val="FF0000"/>
              </a:solidFill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35F0634A-29F0-44DB-8987-7DAB6F16A105}"/>
              </a:ext>
            </a:extLst>
          </p:cNvPr>
          <p:cNvGrpSpPr/>
          <p:nvPr/>
        </p:nvGrpSpPr>
        <p:grpSpPr>
          <a:xfrm>
            <a:off x="8952598" y="2406489"/>
            <a:ext cx="1438267" cy="1765923"/>
            <a:chOff x="7647356" y="3365475"/>
            <a:chExt cx="1438267" cy="176592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3E2C30BE-A91F-4A5D-BBAD-97BAF07834D7}"/>
                    </a:ext>
                  </a:extLst>
                </p:cNvPr>
                <p:cNvSpPr/>
                <p:nvPr/>
              </p:nvSpPr>
              <p:spPr>
                <a:xfrm>
                  <a:off x="7647356" y="3365475"/>
                  <a:ext cx="1438267" cy="176592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</m:e>
                              </m:mr>
                              <m:mr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e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3E2C30BE-A91F-4A5D-BBAD-97BAF07834D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647356" y="3365475"/>
                  <a:ext cx="1438267" cy="1765923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A91937EF-CD60-4596-B1FD-3F53F8A5383F}"/>
                </a:ext>
              </a:extLst>
            </p:cNvPr>
            <p:cNvGrpSpPr/>
            <p:nvPr/>
          </p:nvGrpSpPr>
          <p:grpSpPr>
            <a:xfrm>
              <a:off x="7948568" y="3545712"/>
              <a:ext cx="737795" cy="1444285"/>
              <a:chOff x="3661262" y="4815858"/>
              <a:chExt cx="737795" cy="144428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6" name="Rectangle 45">
                    <a:extLst>
                      <a:ext uri="{FF2B5EF4-FFF2-40B4-BE49-F238E27FC236}">
                        <a16:creationId xmlns:a16="http://schemas.microsoft.com/office/drawing/2014/main" id="{05976616-9FD7-49DD-A09F-98B764447DAA}"/>
                      </a:ext>
                    </a:extLst>
                  </p:cNvPr>
                  <p:cNvSpPr/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8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6" name="Rectangle 45">
                    <a:extLst>
                      <a:ext uri="{FF2B5EF4-FFF2-40B4-BE49-F238E27FC236}">
                        <a16:creationId xmlns:a16="http://schemas.microsoft.com/office/drawing/2014/main" id="{05976616-9FD7-49DD-A09F-98B764447DA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7" name="Rectangle 46">
                    <a:extLst>
                      <a:ext uri="{FF2B5EF4-FFF2-40B4-BE49-F238E27FC236}">
                        <a16:creationId xmlns:a16="http://schemas.microsoft.com/office/drawing/2014/main" id="{2975B2E1-4AB9-4C1C-8F7A-6472B0899AC7}"/>
                      </a:ext>
                    </a:extLst>
                  </p:cNvPr>
                  <p:cNvSpPr/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7" name="Rectangle 46">
                    <a:extLst>
                      <a:ext uri="{FF2B5EF4-FFF2-40B4-BE49-F238E27FC236}">
                        <a16:creationId xmlns:a16="http://schemas.microsoft.com/office/drawing/2014/main" id="{2975B2E1-4AB9-4C1C-8F7A-6472B0899AC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" name="Rectangle 47">
                    <a:extLst>
                      <a:ext uri="{FF2B5EF4-FFF2-40B4-BE49-F238E27FC236}">
                        <a16:creationId xmlns:a16="http://schemas.microsoft.com/office/drawing/2014/main" id="{47F96BCD-A282-4958-9F67-9979B25B2CAC}"/>
                      </a:ext>
                    </a:extLst>
                  </p:cNvPr>
                  <p:cNvSpPr/>
                  <p:nvPr/>
                </p:nvSpPr>
                <p:spPr>
                  <a:xfrm>
                    <a:off x="3661262" y="579214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890E4F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8" name="Rectangle 47">
                    <a:extLst>
                      <a:ext uri="{FF2B5EF4-FFF2-40B4-BE49-F238E27FC236}">
                        <a16:creationId xmlns:a16="http://schemas.microsoft.com/office/drawing/2014/main" id="{47F96BCD-A282-4958-9F67-9979B25B2CA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61262" y="5792143"/>
                    <a:ext cx="717113" cy="468000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2C7357E-6FBD-40D0-9D12-D462B8A5D28C}"/>
              </a:ext>
            </a:extLst>
          </p:cNvPr>
          <p:cNvGrpSpPr/>
          <p:nvPr/>
        </p:nvGrpSpPr>
        <p:grpSpPr>
          <a:xfrm>
            <a:off x="6417553" y="2422689"/>
            <a:ext cx="1438267" cy="1765923"/>
            <a:chOff x="5138409" y="3389472"/>
            <a:chExt cx="1438267" cy="176592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8BE5D1F6-6B8A-4FE9-AEC0-66AD446BC7B9}"/>
                    </a:ext>
                  </a:extLst>
                </p:cNvPr>
                <p:cNvSpPr/>
                <p:nvPr/>
              </p:nvSpPr>
              <p:spPr>
                <a:xfrm>
                  <a:off x="5138409" y="3389472"/>
                  <a:ext cx="1438267" cy="176592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1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30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IN" sz="2800" b="0" i="0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9</m:t>
                                  </m:r>
                                </m:e>
                              </m:mr>
                              <m:mr>
                                <m:e>
                                  <m:eqArr>
                                    <m:eqArrPr>
                                      <m:ctrlPr>
                                        <a:rPr lang="en-IN" sz="2800" b="0" i="1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eqArr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e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e>
                                  </m:eqArr>
                                </m:e>
                              </m:mr>
                            </m:m>
                            <m:r>
                              <a:rPr lang="en-IN" sz="2800" b="0" i="0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8BE5D1F6-6B8A-4FE9-AEC0-66AD446BC7B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38409" y="3389472"/>
                  <a:ext cx="1438267" cy="1765923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71AEAC45-9003-409D-A497-3B317F03B760}"/>
                </a:ext>
              </a:extLst>
            </p:cNvPr>
            <p:cNvGrpSpPr/>
            <p:nvPr/>
          </p:nvGrpSpPr>
          <p:grpSpPr>
            <a:xfrm>
              <a:off x="5447051" y="3569709"/>
              <a:ext cx="730365" cy="1444285"/>
              <a:chOff x="3668692" y="4815858"/>
              <a:chExt cx="730365" cy="144428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id="{64F118CC-A638-4882-9400-26ACE8996319}"/>
                      </a:ext>
                    </a:extLst>
                  </p:cNvPr>
                  <p:cNvSpPr/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990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99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id="{64F118CC-A638-4882-9400-26ACE899631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68692" y="4815858"/>
                    <a:ext cx="717113" cy="468000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id="{61D4CF70-675D-40A2-9150-475A8C97ACF5}"/>
                      </a:ext>
                    </a:extLst>
                  </p:cNvPr>
                  <p:cNvSpPr/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70C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id="{61D4CF70-675D-40A2-9150-475A8C97ACF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81944" y="5284583"/>
                    <a:ext cx="717113" cy="468000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id="{225CD392-41F1-4F71-B12F-1AC7885D8A46}"/>
                      </a:ext>
                    </a:extLst>
                  </p:cNvPr>
                  <p:cNvSpPr/>
                  <p:nvPr/>
                </p:nvSpPr>
                <p:spPr>
                  <a:xfrm>
                    <a:off x="3674514" y="579214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chemeClr val="accent5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z</m:t>
                          </m:r>
                        </m:oMath>
                      </m:oMathPara>
                    </a14:m>
                    <a:endParaRPr lang="en-IN" sz="2800" dirty="0">
                      <a:solidFill>
                        <a:schemeClr val="accent5">
                          <a:lumMod val="7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id="{225CD392-41F1-4F71-B12F-1AC7885D8A46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74514" y="5792143"/>
                    <a:ext cx="717113" cy="468000"/>
                  </a:xfrm>
                  <a:prstGeom prst="rect">
                    <a:avLst/>
                  </a:prstGeom>
                  <a:blipFill>
                    <a:blip r:embed="rId2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42943F4-D339-4743-B319-E4C453ED80AB}"/>
                  </a:ext>
                </a:extLst>
              </p:cNvPr>
              <p:cNvSpPr/>
              <p:nvPr/>
            </p:nvSpPr>
            <p:spPr>
              <a:xfrm>
                <a:off x="3605150" y="4319774"/>
                <a:ext cx="3884367" cy="23920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/>
                            <m:e>
                              <m:eqArr>
                                <m:eqArrPr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</m:eqAr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             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42943F4-D339-4743-B319-E4C453ED80A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05150" y="4319774"/>
                <a:ext cx="3884367" cy="239208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5" name="Group 54">
            <a:extLst>
              <a:ext uri="{FF2B5EF4-FFF2-40B4-BE49-F238E27FC236}">
                <a16:creationId xmlns:a16="http://schemas.microsoft.com/office/drawing/2014/main" id="{EBDDD848-A9AC-4B87-99DF-2787A57F94F1}"/>
              </a:ext>
            </a:extLst>
          </p:cNvPr>
          <p:cNvGrpSpPr/>
          <p:nvPr/>
        </p:nvGrpSpPr>
        <p:grpSpPr>
          <a:xfrm>
            <a:off x="3447517" y="4765196"/>
            <a:ext cx="2872307" cy="1580003"/>
            <a:chOff x="5816934" y="6131131"/>
            <a:chExt cx="2872307" cy="158000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DC29736D-1309-426D-9AC2-C70E10A6FA91}"/>
                    </a:ext>
                  </a:extLst>
                </p:cNvPr>
                <p:cNvSpPr/>
                <p:nvPr/>
              </p:nvSpPr>
              <p:spPr>
                <a:xfrm>
                  <a:off x="6405107" y="7187914"/>
                  <a:ext cx="207845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−7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DC29736D-1309-426D-9AC2-C70E10A6FA9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05107" y="7187914"/>
                  <a:ext cx="2078457" cy="523220"/>
                </a:xfrm>
                <a:prstGeom prst="rect">
                  <a:avLst/>
                </a:prstGeom>
                <a:blipFill>
                  <a:blip r:embed="rId2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D3B2FDB0-F680-4DF4-8CB4-EB2994EDA0B6}"/>
                    </a:ext>
                  </a:extLst>
                </p:cNvPr>
                <p:cNvSpPr/>
                <p:nvPr/>
              </p:nvSpPr>
              <p:spPr>
                <a:xfrm>
                  <a:off x="5816934" y="6657600"/>
                  <a:ext cx="287230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  3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D3B2FDB0-F680-4DF4-8CB4-EB2994EDA0B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816934" y="6657600"/>
                  <a:ext cx="2872307" cy="523220"/>
                </a:xfrm>
                <a:prstGeom prst="rect">
                  <a:avLst/>
                </a:prstGeom>
                <a:blipFill>
                  <a:blip r:embed="rId2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8" name="Rectangle 57">
                  <a:extLst>
                    <a:ext uri="{FF2B5EF4-FFF2-40B4-BE49-F238E27FC236}">
                      <a16:creationId xmlns:a16="http://schemas.microsoft.com/office/drawing/2014/main" id="{F030ED9B-D9FB-4551-B841-8F50EDD29094}"/>
                    </a:ext>
                  </a:extLst>
                </p:cNvPr>
                <p:cNvSpPr/>
                <p:nvPr/>
              </p:nvSpPr>
              <p:spPr>
                <a:xfrm>
                  <a:off x="6257523" y="6131131"/>
                  <a:ext cx="2230098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0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58" name="Rectangle 57">
                  <a:extLst>
                    <a:ext uri="{FF2B5EF4-FFF2-40B4-BE49-F238E27FC236}">
                      <a16:creationId xmlns:a16="http://schemas.microsoft.com/office/drawing/2014/main" id="{F030ED9B-D9FB-4551-B841-8F50EDD2909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7523" y="6131131"/>
                  <a:ext cx="2230098" cy="523220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59" name="Rectangle 58">
            <a:extLst>
              <a:ext uri="{FF2B5EF4-FFF2-40B4-BE49-F238E27FC236}">
                <a16:creationId xmlns:a16="http://schemas.microsoft.com/office/drawing/2014/main" id="{30E1CD5C-2E4F-4FD3-ADF9-17C909CA25A9}"/>
              </a:ext>
            </a:extLst>
          </p:cNvPr>
          <p:cNvSpPr/>
          <p:nvPr/>
        </p:nvSpPr>
        <p:spPr>
          <a:xfrm>
            <a:off x="2038785" y="4150037"/>
            <a:ext cx="4646384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Consider the Augmented Matrix</a:t>
            </a:r>
            <a:endParaRPr lang="en-IN" sz="2800" b="1" dirty="0">
              <a:solidFill>
                <a:srgbClr val="002060"/>
              </a:solidFill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B4E7112-3627-472C-AC51-701CAA59161F}"/>
              </a:ext>
            </a:extLst>
          </p:cNvPr>
          <p:cNvGrpSpPr/>
          <p:nvPr/>
        </p:nvGrpSpPr>
        <p:grpSpPr>
          <a:xfrm>
            <a:off x="1936448" y="5243453"/>
            <a:ext cx="1915346" cy="470158"/>
            <a:chOff x="1936448" y="5243453"/>
            <a:chExt cx="1915346" cy="47015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AF0FE58C-3C7F-4119-B43A-6B08FF53E6B8}"/>
                    </a:ext>
                  </a:extLst>
                </p:cNvPr>
                <p:cNvSpPr/>
                <p:nvPr/>
              </p:nvSpPr>
              <p:spPr>
                <a:xfrm>
                  <a:off x="1936448" y="5243453"/>
                  <a:ext cx="14592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sz="2800" b="0" i="1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 b="0" i="0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AF0FE58C-3C7F-4119-B43A-6B08FF53E6B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36448" y="5243453"/>
                  <a:ext cx="1459235" cy="468000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id="{5E09C1BD-F28C-49F0-AB4B-3E3F38D6A9BC}"/>
                    </a:ext>
                  </a:extLst>
                </p:cNvPr>
                <p:cNvSpPr/>
                <p:nvPr/>
              </p:nvSpPr>
              <p:spPr>
                <a:xfrm>
                  <a:off x="3134681" y="5245611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id="{5E09C1BD-F28C-49F0-AB4B-3E3F38D6A9B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134681" y="5245611"/>
                  <a:ext cx="717113" cy="468000"/>
                </a:xfrm>
                <a:prstGeom prst="rect">
                  <a:avLst/>
                </a:prstGeom>
                <a:blipFill>
                  <a:blip r:embed="rId2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764D61C3-914C-4485-9081-5EB3FCFECA50}"/>
              </a:ext>
            </a:extLst>
          </p:cNvPr>
          <p:cNvCxnSpPr/>
          <p:nvPr/>
        </p:nvCxnSpPr>
        <p:spPr>
          <a:xfrm>
            <a:off x="6190805" y="4827157"/>
            <a:ext cx="0" cy="145608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Group 62">
            <a:extLst>
              <a:ext uri="{FF2B5EF4-FFF2-40B4-BE49-F238E27FC236}">
                <a16:creationId xmlns:a16="http://schemas.microsoft.com/office/drawing/2014/main" id="{DED60E7C-24BA-4B07-9438-0DC2B7C3A3EB}"/>
              </a:ext>
            </a:extLst>
          </p:cNvPr>
          <p:cNvGrpSpPr/>
          <p:nvPr/>
        </p:nvGrpSpPr>
        <p:grpSpPr>
          <a:xfrm>
            <a:off x="6336659" y="4787774"/>
            <a:ext cx="728980" cy="1512108"/>
            <a:chOff x="3670077" y="4815858"/>
            <a:chExt cx="728980" cy="151210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" name="Rectangle 63">
                  <a:extLst>
                    <a:ext uri="{FF2B5EF4-FFF2-40B4-BE49-F238E27FC236}">
                      <a16:creationId xmlns:a16="http://schemas.microsoft.com/office/drawing/2014/main" id="{B3D6C2DE-C715-4AAC-AF7F-6A1988E68C5D}"/>
                    </a:ext>
                  </a:extLst>
                </p:cNvPr>
                <p:cNvSpPr/>
                <p:nvPr/>
              </p:nvSpPr>
              <p:spPr>
                <a:xfrm>
                  <a:off x="3681944" y="481585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64" name="Rectangle 63">
                  <a:extLst>
                    <a:ext uri="{FF2B5EF4-FFF2-40B4-BE49-F238E27FC236}">
                      <a16:creationId xmlns:a16="http://schemas.microsoft.com/office/drawing/2014/main" id="{B3D6C2DE-C715-4AAC-AF7F-6A1988E68C5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81944" y="4815858"/>
                  <a:ext cx="717113" cy="468000"/>
                </a:xfrm>
                <a:prstGeom prst="rect">
                  <a:avLst/>
                </a:prstGeom>
                <a:blipFill>
                  <a:blip r:embed="rId2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2B109621-780D-4468-97E7-828F7A7EF70A}"/>
                    </a:ext>
                  </a:extLst>
                </p:cNvPr>
                <p:cNvSpPr/>
                <p:nvPr/>
              </p:nvSpPr>
              <p:spPr>
                <a:xfrm>
                  <a:off x="3670077" y="533731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2B109621-780D-4468-97E7-828F7A7EF70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077" y="5337318"/>
                  <a:ext cx="717113" cy="468000"/>
                </a:xfrm>
                <a:prstGeom prst="rect">
                  <a:avLst/>
                </a:prstGeom>
                <a:blipFill>
                  <a:blip r:embed="rId2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A4FCA757-2FB9-4A44-922D-FE833343D333}"/>
                    </a:ext>
                  </a:extLst>
                </p:cNvPr>
                <p:cNvSpPr/>
                <p:nvPr/>
              </p:nvSpPr>
              <p:spPr>
                <a:xfrm>
                  <a:off x="3675211" y="5859966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A4FCA757-2FB9-4A44-922D-FE833343D33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211" y="5859966"/>
                  <a:ext cx="717113" cy="468000"/>
                </a:xfrm>
                <a:prstGeom prst="rect">
                  <a:avLst/>
                </a:prstGeom>
                <a:blipFill>
                  <a:blip r:embed="rId3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6E13D651-49CF-43A1-7AD6-6A39B0D57055}"/>
              </a:ext>
            </a:extLst>
          </p:cNvPr>
          <p:cNvSpPr txBox="1"/>
          <p:nvPr/>
        </p:nvSpPr>
        <p:spPr>
          <a:xfrm>
            <a:off x="1971275" y="1384190"/>
            <a:ext cx="143826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method:</a:t>
            </a:r>
            <a:endParaRPr lang="en-IN" sz="2800" dirty="0"/>
          </a:p>
        </p:txBody>
      </p:sp>
    </p:spTree>
    <p:extLst>
      <p:ext uri="{BB962C8B-B14F-4D97-AF65-F5344CB8AC3E}">
        <p14:creationId xmlns:p14="http://schemas.microsoft.com/office/powerpoint/2010/main" val="35355908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7" grpId="0"/>
      <p:bldP spid="28" grpId="0"/>
      <p:bldP spid="29" grpId="0"/>
      <p:bldP spid="30" grpId="0"/>
      <p:bldP spid="32" grpId="0"/>
      <p:bldP spid="34" grpId="0"/>
      <p:bldP spid="54" grpId="0"/>
      <p:bldP spid="59" grpId="0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Group 76">
            <a:extLst>
              <a:ext uri="{FF2B5EF4-FFF2-40B4-BE49-F238E27FC236}">
                <a16:creationId xmlns:a16="http://schemas.microsoft.com/office/drawing/2014/main" id="{908225F7-594C-47A7-8049-802187CF6C00}"/>
              </a:ext>
            </a:extLst>
          </p:cNvPr>
          <p:cNvGrpSpPr/>
          <p:nvPr/>
        </p:nvGrpSpPr>
        <p:grpSpPr>
          <a:xfrm>
            <a:off x="1358273" y="4353706"/>
            <a:ext cx="4318716" cy="2392083"/>
            <a:chOff x="4192943" y="4144698"/>
            <a:chExt cx="4318716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93364087-27BC-48EF-8189-334CA25CED3D}"/>
                    </a:ext>
                  </a:extLst>
                </p:cNvPr>
                <p:cNvSpPr/>
                <p:nvPr/>
              </p:nvSpPr>
              <p:spPr>
                <a:xfrm>
                  <a:off x="4627292" y="4144698"/>
                  <a:ext cx="3884367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          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93364087-27BC-48EF-8189-334CA25CED3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27292" y="4144698"/>
                  <a:ext cx="3884367" cy="2392083"/>
                </a:xfrm>
                <a:prstGeom prst="rect">
                  <a:avLst/>
                </a:prstGeom>
                <a:blipFill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245DF73A-9729-49C3-9945-687EEEE4BD4B}"/>
                </a:ext>
              </a:extLst>
            </p:cNvPr>
            <p:cNvCxnSpPr/>
            <p:nvPr/>
          </p:nvCxnSpPr>
          <p:spPr>
            <a:xfrm>
              <a:off x="7303101" y="4649391"/>
              <a:ext cx="0" cy="1456083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A93813EE-5C8C-4529-B8F7-2180EEEE7087}"/>
                    </a:ext>
                  </a:extLst>
                </p:cNvPr>
                <p:cNvSpPr/>
                <p:nvPr/>
              </p:nvSpPr>
              <p:spPr>
                <a:xfrm>
                  <a:off x="4192943" y="4996074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A93813EE-5C8C-4529-B8F7-2180EEEE708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92943" y="4996074"/>
                  <a:ext cx="856661" cy="711201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id="{B2B02588-0B83-472B-AE7B-1126FAB54512}"/>
                    </a:ext>
                  </a:extLst>
                </p:cNvPr>
                <p:cNvSpPr/>
                <p:nvPr/>
              </p:nvSpPr>
              <p:spPr>
                <a:xfrm>
                  <a:off x="4892853" y="5655773"/>
                  <a:ext cx="2374544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−10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id="{B2B02588-0B83-472B-AE7B-1126FAB5451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92853" y="5655773"/>
                  <a:ext cx="2374544" cy="523220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A8C499BE-26BE-4FBD-BAD1-C9BEB055DB1C}"/>
                    </a:ext>
                  </a:extLst>
                </p:cNvPr>
                <p:cNvSpPr/>
                <p:nvPr/>
              </p:nvSpPr>
              <p:spPr>
                <a:xfrm>
                  <a:off x="4972330" y="4588358"/>
                  <a:ext cx="2276584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0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A8C499BE-26BE-4FBD-BAD1-C9BEB055DB1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72330" y="4588358"/>
                  <a:ext cx="2276584" cy="523220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E4D4A948-615B-457D-841D-A4CB2D2724D0}"/>
                    </a:ext>
                  </a:extLst>
                </p:cNvPr>
                <p:cNvSpPr/>
                <p:nvPr/>
              </p:nvSpPr>
              <p:spPr>
                <a:xfrm>
                  <a:off x="7450056" y="459780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E4D4A948-615B-457D-841D-A4CB2D2724D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50056" y="4597803"/>
                  <a:ext cx="717113" cy="468000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" name="Rectangle 66">
                  <a:extLst>
                    <a:ext uri="{FF2B5EF4-FFF2-40B4-BE49-F238E27FC236}">
                      <a16:creationId xmlns:a16="http://schemas.microsoft.com/office/drawing/2014/main" id="{A78AD8F2-2CC5-47DB-BF96-E93B7113F588}"/>
                    </a:ext>
                  </a:extLst>
                </p:cNvPr>
                <p:cNvSpPr/>
                <p:nvPr/>
              </p:nvSpPr>
              <p:spPr>
                <a:xfrm>
                  <a:off x="7328859" y="568338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−14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67" name="Rectangle 66">
                  <a:extLst>
                    <a:ext uri="{FF2B5EF4-FFF2-40B4-BE49-F238E27FC236}">
                      <a16:creationId xmlns:a16="http://schemas.microsoft.com/office/drawing/2014/main" id="{A78AD8F2-2CC5-47DB-BF96-E93B7113F58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328859" y="5683383"/>
                  <a:ext cx="717113" cy="468000"/>
                </a:xfrm>
                <a:prstGeom prst="rect">
                  <a:avLst/>
                </a:prstGeom>
                <a:blipFill>
                  <a:blip r:embed="rId7"/>
                  <a:stretch>
                    <a:fillRect r="-254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548DFE5B-D618-46D5-AC5E-0F07B9F172DE}"/>
              </a:ext>
            </a:extLst>
          </p:cNvPr>
          <p:cNvGrpSpPr/>
          <p:nvPr/>
        </p:nvGrpSpPr>
        <p:grpSpPr>
          <a:xfrm>
            <a:off x="1369230" y="2473957"/>
            <a:ext cx="4318716" cy="2392083"/>
            <a:chOff x="4203900" y="2264949"/>
            <a:chExt cx="4318716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FE1048BB-638D-44B4-A53F-CE6856946DCC}"/>
                    </a:ext>
                  </a:extLst>
                </p:cNvPr>
                <p:cNvSpPr/>
                <p:nvPr/>
              </p:nvSpPr>
              <p:spPr>
                <a:xfrm>
                  <a:off x="4638249" y="2264949"/>
                  <a:ext cx="3884367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          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FE1048BB-638D-44B4-A53F-CE6856946DC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38249" y="2264949"/>
                  <a:ext cx="3884367" cy="2392083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ED065643-5666-45F4-9839-3BDF4D93E21A}"/>
                    </a:ext>
                  </a:extLst>
                </p:cNvPr>
                <p:cNvSpPr/>
                <p:nvPr/>
              </p:nvSpPr>
              <p:spPr>
                <a:xfrm>
                  <a:off x="4203900" y="3116325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ED065643-5666-45F4-9839-3BDF4D93E21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03900" y="3116325"/>
                  <a:ext cx="856661" cy="711201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71594F2C-D21A-442A-B7EA-69620B6F9230}"/>
                    </a:ext>
                  </a:extLst>
                </p:cNvPr>
                <p:cNvSpPr/>
                <p:nvPr/>
              </p:nvSpPr>
              <p:spPr>
                <a:xfrm>
                  <a:off x="4983287" y="2708609"/>
                  <a:ext cx="2276584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0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71594F2C-D21A-442A-B7EA-69620B6F923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83287" y="2708609"/>
                  <a:ext cx="2276584" cy="523220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E5782436-4465-4E8B-B99C-32B509E41660}"/>
                    </a:ext>
                  </a:extLst>
                </p:cNvPr>
                <p:cNvSpPr/>
                <p:nvPr/>
              </p:nvSpPr>
              <p:spPr>
                <a:xfrm>
                  <a:off x="7476253" y="2718054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E5782436-4465-4E8B-B99C-32B509E4166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76253" y="2718054"/>
                  <a:ext cx="717113" cy="468000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BCD67B2B-E519-43B4-917B-D7F5B76F8859}"/>
                </a:ext>
              </a:extLst>
            </p:cNvPr>
            <p:cNvCxnSpPr/>
            <p:nvPr/>
          </p:nvCxnSpPr>
          <p:spPr>
            <a:xfrm>
              <a:off x="7301179" y="2769642"/>
              <a:ext cx="0" cy="1456083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27E7400-F014-46BA-B188-498A09460CF1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Method:5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Example:1(Continue) 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27E7400-F014-46BA-B188-498A09460CF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1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B011637C-82C7-42A1-B2AC-FAFF9FE90496}"/>
                  </a:ext>
                </a:extLst>
              </p:cNvPr>
              <p:cNvSpPr/>
              <p:nvPr/>
            </p:nvSpPr>
            <p:spPr>
              <a:xfrm>
                <a:off x="1803579" y="587847"/>
                <a:ext cx="3884367" cy="23920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/>
                            <m:e>
                              <m:eqArr>
                                <m:eqArrPr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</m:eqAr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             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B011637C-82C7-42A1-B2AC-FAFF9FE904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3579" y="587847"/>
                <a:ext cx="3884367" cy="239208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" name="Group 6">
            <a:extLst>
              <a:ext uri="{FF2B5EF4-FFF2-40B4-BE49-F238E27FC236}">
                <a16:creationId xmlns:a16="http://schemas.microsoft.com/office/drawing/2014/main" id="{FBA5A5EA-7742-4BD0-8CB0-2773A2D2A9B2}"/>
              </a:ext>
            </a:extLst>
          </p:cNvPr>
          <p:cNvGrpSpPr/>
          <p:nvPr/>
        </p:nvGrpSpPr>
        <p:grpSpPr>
          <a:xfrm>
            <a:off x="134877" y="1511526"/>
            <a:ext cx="1915346" cy="470158"/>
            <a:chOff x="1936448" y="5243453"/>
            <a:chExt cx="1915346" cy="47015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5A2C475E-ABB4-4205-95D0-23DAC4E4255C}"/>
                    </a:ext>
                  </a:extLst>
                </p:cNvPr>
                <p:cNvSpPr/>
                <p:nvPr/>
              </p:nvSpPr>
              <p:spPr>
                <a:xfrm>
                  <a:off x="1936448" y="5243453"/>
                  <a:ext cx="14592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sz="2800" b="0" i="1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 b="0" i="0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5A2C475E-ABB4-4205-95D0-23DAC4E4255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36448" y="5243453"/>
                  <a:ext cx="1459235" cy="468000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E6A95ED9-F4E6-4E52-A590-82F65EC5CD42}"/>
                    </a:ext>
                  </a:extLst>
                </p:cNvPr>
                <p:cNvSpPr/>
                <p:nvPr/>
              </p:nvSpPr>
              <p:spPr>
                <a:xfrm>
                  <a:off x="3134681" y="5245611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E6A95ED9-F4E6-4E52-A590-82F65EC5CD4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134681" y="5245611"/>
                  <a:ext cx="717113" cy="468000"/>
                </a:xfrm>
                <a:prstGeom prst="rect">
                  <a:avLst/>
                </a:prstGeom>
                <a:blipFill>
                  <a:blip r:embed="rId1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52E1E46E-4AFC-4631-8570-EC9C5FE8887E}"/>
              </a:ext>
            </a:extLst>
          </p:cNvPr>
          <p:cNvCxnSpPr/>
          <p:nvPr/>
        </p:nvCxnSpPr>
        <p:spPr>
          <a:xfrm>
            <a:off x="4402113" y="1082351"/>
            <a:ext cx="0" cy="145608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" name="Group 10">
            <a:extLst>
              <a:ext uri="{FF2B5EF4-FFF2-40B4-BE49-F238E27FC236}">
                <a16:creationId xmlns:a16="http://schemas.microsoft.com/office/drawing/2014/main" id="{3BA7A021-7F65-4512-AB4C-EC8458BB49C9}"/>
              </a:ext>
            </a:extLst>
          </p:cNvPr>
          <p:cNvGrpSpPr/>
          <p:nvPr/>
        </p:nvGrpSpPr>
        <p:grpSpPr>
          <a:xfrm>
            <a:off x="1594112" y="1020390"/>
            <a:ext cx="2872307" cy="1580003"/>
            <a:chOff x="466013" y="4416529"/>
            <a:chExt cx="2872307" cy="158000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F4164D2B-143B-4487-A728-CEDF5B3843B5}"/>
                    </a:ext>
                  </a:extLst>
                </p:cNvPr>
                <p:cNvSpPr/>
                <p:nvPr/>
              </p:nvSpPr>
              <p:spPr>
                <a:xfrm>
                  <a:off x="1054186" y="5473312"/>
                  <a:ext cx="207845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−7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F4164D2B-143B-4487-A728-CEDF5B3843B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54186" y="5473312"/>
                  <a:ext cx="2078457" cy="523220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E8247FF7-84A7-411B-9F32-D84BAE46CB0D}"/>
                    </a:ext>
                  </a:extLst>
                </p:cNvPr>
                <p:cNvSpPr/>
                <p:nvPr/>
              </p:nvSpPr>
              <p:spPr>
                <a:xfrm>
                  <a:off x="466013" y="4942998"/>
                  <a:ext cx="287230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  3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E8247FF7-84A7-411B-9F32-D84BAE46CB0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6013" y="4942998"/>
                  <a:ext cx="2872307" cy="523220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1FB3D6B3-E212-43B6-942A-22D98DD8B753}"/>
                    </a:ext>
                  </a:extLst>
                </p:cNvPr>
                <p:cNvSpPr/>
                <p:nvPr/>
              </p:nvSpPr>
              <p:spPr>
                <a:xfrm>
                  <a:off x="906602" y="4416529"/>
                  <a:ext cx="2230098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0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1FB3D6B3-E212-43B6-942A-22D98DD8B75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6602" y="4416529"/>
                  <a:ext cx="2230098" cy="523220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5B5ADB3A-C376-4B2E-8230-DBC1792CC9ED}"/>
              </a:ext>
            </a:extLst>
          </p:cNvPr>
          <p:cNvGrpSpPr/>
          <p:nvPr/>
        </p:nvGrpSpPr>
        <p:grpSpPr>
          <a:xfrm>
            <a:off x="4513670" y="1052415"/>
            <a:ext cx="728980" cy="1512108"/>
            <a:chOff x="3670077" y="4815858"/>
            <a:chExt cx="728980" cy="151210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C21721DA-0291-4322-88C7-FFC7A8449A25}"/>
                    </a:ext>
                  </a:extLst>
                </p:cNvPr>
                <p:cNvSpPr/>
                <p:nvPr/>
              </p:nvSpPr>
              <p:spPr>
                <a:xfrm>
                  <a:off x="3681944" y="481585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C21721DA-0291-4322-88C7-FFC7A8449A2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81944" y="4815858"/>
                  <a:ext cx="717113" cy="468000"/>
                </a:xfrm>
                <a:prstGeom prst="rect">
                  <a:avLst/>
                </a:prstGeom>
                <a:blipFill>
                  <a:blip r:embed="rId1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3D40BE08-A5A5-402B-95B7-C8C32FD31083}"/>
                    </a:ext>
                  </a:extLst>
                </p:cNvPr>
                <p:cNvSpPr/>
                <p:nvPr/>
              </p:nvSpPr>
              <p:spPr>
                <a:xfrm>
                  <a:off x="3670077" y="533731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3D40BE08-A5A5-402B-95B7-C8C32FD3108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077" y="5337318"/>
                  <a:ext cx="717113" cy="468000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CDDBABA2-9767-4219-A649-E66621195193}"/>
                    </a:ext>
                  </a:extLst>
                </p:cNvPr>
                <p:cNvSpPr/>
                <p:nvPr/>
              </p:nvSpPr>
              <p:spPr>
                <a:xfrm>
                  <a:off x="3675211" y="5859966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CDDBABA2-9767-4219-A649-E6662119519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211" y="5859966"/>
                  <a:ext cx="717113" cy="468000"/>
                </a:xfrm>
                <a:prstGeom prst="rect">
                  <a:avLst/>
                </a:prstGeom>
                <a:blipFill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B05AC519-7360-42F8-B0DE-F9BCEEA9CFD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612791" y="3462908"/>
                <a:ext cx="1641766" cy="57362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𝐑</m:t>
                        </m:r>
                      </m:e>
                      <m:sub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𝟏𝟐</m:t>
                        </m:r>
                      </m:sub>
                    </m:sSub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,</a:t>
                </a:r>
              </a:p>
            </p:txBody>
          </p:sp>
        </mc:Choice>
        <mc:Fallback xmlns="">
          <p:sp>
            <p:nvSpPr>
              <p:cNvPr id="23" name="Content Placeholder 4">
                <a:extLst>
                  <a:ext uri="{FF2B5EF4-FFF2-40B4-BE49-F238E27FC236}">
                    <a16:creationId xmlns:a16="http://schemas.microsoft.com/office/drawing/2014/main" id="{B05AC519-7360-42F8-B0DE-F9BCEEA9CF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2791" y="3462908"/>
                <a:ext cx="1641766" cy="573626"/>
              </a:xfrm>
              <a:prstGeom prst="rect">
                <a:avLst/>
              </a:prstGeom>
              <a:blipFill>
                <a:blip r:embed="rId22"/>
                <a:stretch>
                  <a:fillRect t="-9574" b="-2127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74FF8F78-D505-471A-A11F-C4E160F62C7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994320" y="3462908"/>
                <a:ext cx="1571080" cy="57362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𝟏𝟑</m:t>
                          </m:r>
                        </m:sub>
                      </m:sSub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𝟑</m:t>
                      </m:r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4" name="Content Placeholder 4">
                <a:extLst>
                  <a:ext uri="{FF2B5EF4-FFF2-40B4-BE49-F238E27FC236}">
                    <a16:creationId xmlns:a16="http://schemas.microsoft.com/office/drawing/2014/main" id="{74FF8F78-D505-471A-A11F-C4E160F62C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94320" y="3462908"/>
                <a:ext cx="1571080" cy="573626"/>
              </a:xfrm>
              <a:prstGeom prst="rect">
                <a:avLst/>
              </a:prstGeom>
              <a:blipFill>
                <a:blip r:embed="rId23"/>
                <a:stretch>
                  <a:fillRect l="-3101" r="-1163" b="-1063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1" name="Group 70">
            <a:extLst>
              <a:ext uri="{FF2B5EF4-FFF2-40B4-BE49-F238E27FC236}">
                <a16:creationId xmlns:a16="http://schemas.microsoft.com/office/drawing/2014/main" id="{55C0F08E-AD84-4983-8635-890E8BC9CB0E}"/>
              </a:ext>
            </a:extLst>
          </p:cNvPr>
          <p:cNvGrpSpPr/>
          <p:nvPr/>
        </p:nvGrpSpPr>
        <p:grpSpPr>
          <a:xfrm>
            <a:off x="1839212" y="3442242"/>
            <a:ext cx="3519485" cy="523220"/>
            <a:chOff x="4673882" y="3233234"/>
            <a:chExt cx="3519485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D1274515-6973-481E-BBC2-F02153A79CEA}"/>
                    </a:ext>
                  </a:extLst>
                </p:cNvPr>
                <p:cNvSpPr/>
                <p:nvPr/>
              </p:nvSpPr>
              <p:spPr>
                <a:xfrm>
                  <a:off x="4673882" y="3233234"/>
                  <a:ext cx="287230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    5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D1274515-6973-481E-BBC2-F02153A79CE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73882" y="3233234"/>
                  <a:ext cx="2872307" cy="523220"/>
                </a:xfrm>
                <a:prstGeom prst="rect">
                  <a:avLst/>
                </a:prstGeom>
                <a:blipFill>
                  <a:blip r:embed="rId2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6CBB3145-9A68-470C-BA26-6748BF88ADF5}"/>
                    </a:ext>
                  </a:extLst>
                </p:cNvPr>
                <p:cNvSpPr/>
                <p:nvPr/>
              </p:nvSpPr>
              <p:spPr>
                <a:xfrm>
                  <a:off x="7476254" y="3245604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6CBB3145-9A68-470C-BA26-6748BF88ADF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76254" y="3245604"/>
                  <a:ext cx="717113" cy="468000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C4A44C66-13B6-4C66-83A7-A8D9431407BB}"/>
              </a:ext>
            </a:extLst>
          </p:cNvPr>
          <p:cNvGrpSpPr/>
          <p:nvPr/>
        </p:nvGrpSpPr>
        <p:grpSpPr>
          <a:xfrm>
            <a:off x="2055888" y="3985032"/>
            <a:ext cx="3166371" cy="523220"/>
            <a:chOff x="4890558" y="3776024"/>
            <a:chExt cx="3166371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7262A26D-F9AA-4D79-9CBA-32EF76F624E5}"/>
                    </a:ext>
                  </a:extLst>
                </p:cNvPr>
                <p:cNvSpPr/>
                <p:nvPr/>
              </p:nvSpPr>
              <p:spPr>
                <a:xfrm>
                  <a:off x="4890558" y="3776024"/>
                  <a:ext cx="2374544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−10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7262A26D-F9AA-4D79-9CBA-32EF76F624E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90558" y="3776024"/>
                  <a:ext cx="2374544" cy="523220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5A5E39DF-699C-400D-9189-A622A44EDBB5}"/>
                    </a:ext>
                  </a:extLst>
                </p:cNvPr>
                <p:cNvSpPr/>
                <p:nvPr/>
              </p:nvSpPr>
              <p:spPr>
                <a:xfrm>
                  <a:off x="7339816" y="3788394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−14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5A5E39DF-699C-400D-9189-A622A44EDBB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339816" y="3788394"/>
                  <a:ext cx="717113" cy="468000"/>
                </a:xfrm>
                <a:prstGeom prst="rect">
                  <a:avLst/>
                </a:prstGeom>
                <a:blipFill>
                  <a:blip r:embed="rId27"/>
                  <a:stretch>
                    <a:fillRect r="-1695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9AD75DA2-59CA-494D-81CE-2DD91CCFE80E}"/>
              </a:ext>
            </a:extLst>
          </p:cNvPr>
          <p:cNvGrpSpPr/>
          <p:nvPr/>
        </p:nvGrpSpPr>
        <p:grpSpPr>
          <a:xfrm>
            <a:off x="1841134" y="5321991"/>
            <a:ext cx="3429332" cy="523220"/>
            <a:chOff x="4675804" y="5112983"/>
            <a:chExt cx="3429332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E4FD69FA-D1FB-4962-8FAC-48594C61626F}"/>
                    </a:ext>
                  </a:extLst>
                </p:cNvPr>
                <p:cNvSpPr/>
                <p:nvPr/>
              </p:nvSpPr>
              <p:spPr>
                <a:xfrm>
                  <a:off x="4675804" y="5112983"/>
                  <a:ext cx="287230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</m:t>
                        </m:r>
                        <m:r>
                          <a:rPr lang="en-IN" sz="28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−5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E4FD69FA-D1FB-4962-8FAC-48594C61626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75804" y="5112983"/>
                  <a:ext cx="2872307" cy="523220"/>
                </a:xfrm>
                <a:prstGeom prst="rect">
                  <a:avLst/>
                </a:prstGeom>
                <a:blipFill>
                  <a:blip r:embed="rId2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85506934-ED96-43EA-ABD2-9A97BD5D7A9F}"/>
                    </a:ext>
                  </a:extLst>
                </p:cNvPr>
                <p:cNvSpPr/>
                <p:nvPr/>
              </p:nvSpPr>
              <p:spPr>
                <a:xfrm>
                  <a:off x="7388023" y="512535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−9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85506934-ED96-43EA-ABD2-9A97BD5D7A9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388023" y="5125353"/>
                  <a:ext cx="717113" cy="468000"/>
                </a:xfrm>
                <a:prstGeom prst="rect">
                  <a:avLst/>
                </a:prstGeom>
                <a:blipFill>
                  <a:blip r:embed="rId3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68" name="Rectangle: Rounded Corners 67">
            <a:extLst>
              <a:ext uri="{FF2B5EF4-FFF2-40B4-BE49-F238E27FC236}">
                <a16:creationId xmlns:a16="http://schemas.microsoft.com/office/drawing/2014/main" id="{C53779F2-BFE7-434F-8FEE-E854632C24C3}"/>
              </a:ext>
            </a:extLst>
          </p:cNvPr>
          <p:cNvSpPr/>
          <p:nvPr/>
        </p:nvSpPr>
        <p:spPr>
          <a:xfrm>
            <a:off x="2174375" y="1620671"/>
            <a:ext cx="512369" cy="38525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9" name="Rectangle: Rounded Corners 68">
            <a:extLst>
              <a:ext uri="{FF2B5EF4-FFF2-40B4-BE49-F238E27FC236}">
                <a16:creationId xmlns:a16="http://schemas.microsoft.com/office/drawing/2014/main" id="{5D0A64DA-3984-4FCF-AB72-55F0F25B487E}"/>
              </a:ext>
            </a:extLst>
          </p:cNvPr>
          <p:cNvSpPr/>
          <p:nvPr/>
        </p:nvSpPr>
        <p:spPr>
          <a:xfrm>
            <a:off x="2332548" y="1114292"/>
            <a:ext cx="407913" cy="363521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2" name="Rectangle: Rounded Corners 71">
            <a:extLst>
              <a:ext uri="{FF2B5EF4-FFF2-40B4-BE49-F238E27FC236}">
                <a16:creationId xmlns:a16="http://schemas.microsoft.com/office/drawing/2014/main" id="{90BD0D8E-B117-45EE-BE07-DD5E447626FB}"/>
              </a:ext>
            </a:extLst>
          </p:cNvPr>
          <p:cNvSpPr/>
          <p:nvPr/>
        </p:nvSpPr>
        <p:spPr>
          <a:xfrm>
            <a:off x="2234157" y="2153137"/>
            <a:ext cx="512369" cy="38525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6" name="Rectangle: Rounded Corners 75">
            <a:extLst>
              <a:ext uri="{FF2B5EF4-FFF2-40B4-BE49-F238E27FC236}">
                <a16:creationId xmlns:a16="http://schemas.microsoft.com/office/drawing/2014/main" id="{26018522-7F01-4BDB-BA1B-3189D65B1E20}"/>
              </a:ext>
            </a:extLst>
          </p:cNvPr>
          <p:cNvSpPr/>
          <p:nvPr/>
        </p:nvSpPr>
        <p:spPr>
          <a:xfrm>
            <a:off x="2761766" y="3525860"/>
            <a:ext cx="731171" cy="38525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4" name="Content Placeholder 4">
                <a:extLst>
                  <a:ext uri="{FF2B5EF4-FFF2-40B4-BE49-F238E27FC236}">
                    <a16:creationId xmlns:a16="http://schemas.microsoft.com/office/drawing/2014/main" id="{66D66301-DD7D-4DED-B422-53D0430F16A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676989" y="5164435"/>
                <a:ext cx="1641766" cy="57362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  <m:r>
                        <a:rPr lang="en-IN" sz="2800" b="1" i="1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64" name="Content Placeholder 4">
                <a:extLst>
                  <a:ext uri="{FF2B5EF4-FFF2-40B4-BE49-F238E27FC236}">
                    <a16:creationId xmlns:a16="http://schemas.microsoft.com/office/drawing/2014/main" id="{66D66301-DD7D-4DED-B422-53D0430F16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76989" y="5164435"/>
                <a:ext cx="1641766" cy="573626"/>
              </a:xfrm>
              <a:prstGeom prst="rect">
                <a:avLst/>
              </a:prstGeom>
              <a:blipFill>
                <a:blip r:embed="rId31"/>
                <a:stretch>
                  <a:fillRect b="-1063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40391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68" grpId="0" animBg="1"/>
      <p:bldP spid="68" grpId="1" animBg="1"/>
      <p:bldP spid="69" grpId="0" animBg="1"/>
      <p:bldP spid="69" grpId="1" animBg="1"/>
      <p:bldP spid="72" grpId="0" animBg="1"/>
      <p:bldP spid="72" grpId="1" animBg="1"/>
      <p:bldP spid="76" grpId="0" animBg="1"/>
      <p:bldP spid="76" grpId="1" animBg="1"/>
      <p:bldP spid="64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>
            <a:extLst>
              <a:ext uri="{FF2B5EF4-FFF2-40B4-BE49-F238E27FC236}">
                <a16:creationId xmlns:a16="http://schemas.microsoft.com/office/drawing/2014/main" id="{C2EFD2D9-037E-4AE7-A165-723CBF0C8612}"/>
              </a:ext>
            </a:extLst>
          </p:cNvPr>
          <p:cNvGrpSpPr/>
          <p:nvPr/>
        </p:nvGrpSpPr>
        <p:grpSpPr>
          <a:xfrm>
            <a:off x="1348396" y="2475403"/>
            <a:ext cx="4870999" cy="2392083"/>
            <a:chOff x="4169971" y="3260985"/>
            <a:chExt cx="4870999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3E66E993-972C-4667-9AA0-E9FEAF89F208}"/>
                    </a:ext>
                  </a:extLst>
                </p:cNvPr>
                <p:cNvSpPr/>
                <p:nvPr/>
              </p:nvSpPr>
              <p:spPr>
                <a:xfrm>
                  <a:off x="4770762" y="3260985"/>
                  <a:ext cx="4270208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  <m:e/>
                            </m:mr>
                          </m:m>
                          <m:r>
                            <a:rPr lang="en-IN" sz="2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              </m:t>
                          </m:r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3E66E993-972C-4667-9AA0-E9FEAF89F20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0762" y="3260985"/>
                  <a:ext cx="4270208" cy="2392083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FCFA0096-358D-41FF-AE43-26E8BFF11C3A}"/>
                </a:ext>
              </a:extLst>
            </p:cNvPr>
            <p:cNvCxnSpPr/>
            <p:nvPr/>
          </p:nvCxnSpPr>
          <p:spPr>
            <a:xfrm>
              <a:off x="7527756" y="3756692"/>
              <a:ext cx="0" cy="1456083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99C12470-209C-460D-A9DC-BB7B3DE4030A}"/>
                    </a:ext>
                  </a:extLst>
                </p:cNvPr>
                <p:cNvSpPr/>
                <p:nvPr/>
              </p:nvSpPr>
              <p:spPr>
                <a:xfrm>
                  <a:off x="4169971" y="4106092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99C12470-209C-460D-A9DC-BB7B3DE4030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69971" y="4106092"/>
                  <a:ext cx="856661" cy="711201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84A15A05-1D5A-42F4-8364-53F1ACE05855}"/>
                    </a:ext>
                  </a:extLst>
                </p:cNvPr>
                <p:cNvSpPr/>
                <p:nvPr/>
              </p:nvSpPr>
              <p:spPr>
                <a:xfrm>
                  <a:off x="5095940" y="4216014"/>
                  <a:ext cx="2311081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−5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84A15A05-1D5A-42F4-8364-53F1ACE0585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5940" y="4216014"/>
                  <a:ext cx="2311081" cy="523220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8A75F100-841F-4718-B53A-0993AEB628C6}"/>
                    </a:ext>
                  </a:extLst>
                </p:cNvPr>
                <p:cNvSpPr/>
                <p:nvPr/>
              </p:nvSpPr>
              <p:spPr>
                <a:xfrm>
                  <a:off x="7837600" y="4227521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−9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8A75F100-841F-4718-B53A-0993AEB628C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37600" y="4227521"/>
                  <a:ext cx="717113" cy="468000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01A40F3B-69BD-4597-BAF9-CCFAA0460C40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Method:5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Example:1(Continue)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01A40F3B-69BD-4597-BAF9-CCFAA0460C4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7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5" name="Group 74">
            <a:extLst>
              <a:ext uri="{FF2B5EF4-FFF2-40B4-BE49-F238E27FC236}">
                <a16:creationId xmlns:a16="http://schemas.microsoft.com/office/drawing/2014/main" id="{72BD6862-2669-4E82-A5CC-C00BA48088D3}"/>
              </a:ext>
            </a:extLst>
          </p:cNvPr>
          <p:cNvGrpSpPr/>
          <p:nvPr/>
        </p:nvGrpSpPr>
        <p:grpSpPr>
          <a:xfrm>
            <a:off x="2274366" y="2902968"/>
            <a:ext cx="3577043" cy="523220"/>
            <a:chOff x="5095941" y="3688550"/>
            <a:chExt cx="3577043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CA8E3DBE-526E-4007-A7F4-EE08467F58E6}"/>
                    </a:ext>
                  </a:extLst>
                </p:cNvPr>
                <p:cNvSpPr/>
                <p:nvPr/>
              </p:nvSpPr>
              <p:spPr>
                <a:xfrm>
                  <a:off x="5095941" y="3688550"/>
                  <a:ext cx="2311081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CA8E3DBE-526E-4007-A7F4-EE08467F58E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5941" y="3688550"/>
                  <a:ext cx="2311081" cy="523220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30D549A9-DB21-45D1-8F68-3AFD80F9D833}"/>
                    </a:ext>
                  </a:extLst>
                </p:cNvPr>
                <p:cNvSpPr/>
                <p:nvPr/>
              </p:nvSpPr>
              <p:spPr>
                <a:xfrm>
                  <a:off x="7955871" y="3697610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30D549A9-DB21-45D1-8F68-3AFD80F9D83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955871" y="3697610"/>
                  <a:ext cx="717113" cy="468000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B6BB4DAE-5FC1-4FED-87CB-A01FA0F38911}"/>
              </a:ext>
            </a:extLst>
          </p:cNvPr>
          <p:cNvGrpSpPr/>
          <p:nvPr/>
        </p:nvGrpSpPr>
        <p:grpSpPr>
          <a:xfrm>
            <a:off x="2078231" y="3970383"/>
            <a:ext cx="3803658" cy="523220"/>
            <a:chOff x="4899806" y="4755965"/>
            <a:chExt cx="3803658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100E3007-E315-4B62-8F54-F4194B6622DD}"/>
                    </a:ext>
                  </a:extLst>
                </p:cNvPr>
                <p:cNvSpPr/>
                <p:nvPr/>
              </p:nvSpPr>
              <p:spPr>
                <a:xfrm>
                  <a:off x="4899806" y="4755965"/>
                  <a:ext cx="2665519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−52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100E3007-E315-4B62-8F54-F4194B6622D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99806" y="4755965"/>
                  <a:ext cx="2665519" cy="523220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3471F43A-6858-46DD-913C-A18505CFB464}"/>
                    </a:ext>
                  </a:extLst>
                </p:cNvPr>
                <p:cNvSpPr/>
                <p:nvPr/>
              </p:nvSpPr>
              <p:spPr>
                <a:xfrm>
                  <a:off x="7671531" y="4770311"/>
                  <a:ext cx="103193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−104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3471F43A-6858-46DD-913C-A18505CFB46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671531" y="4770311"/>
                  <a:ext cx="1031933" cy="468000"/>
                </a:xfrm>
                <a:prstGeom prst="rect">
                  <a:avLst/>
                </a:prstGeom>
                <a:blipFill>
                  <a:blip r:embed="rId1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6A44749D-24CD-42C0-80E7-B5F6F56FEFB1}"/>
                  </a:ext>
                </a:extLst>
              </p:cNvPr>
              <p:cNvSpPr/>
              <p:nvPr/>
            </p:nvSpPr>
            <p:spPr>
              <a:xfrm>
                <a:off x="1782746" y="600930"/>
                <a:ext cx="3884367" cy="23920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</m:mr>
                          <m:mr>
                            <m:e>
                              <m: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/>
                            <m:e>
                              <m:eqArr>
                                <m:eqArrPr>
                                  <m:ctrlPr>
                                    <a:rPr lang="en-IN" sz="2800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/>
                                <m:e/>
                              </m:eqArr>
                            </m:e>
                          </m:mr>
                        </m:m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              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6A44749D-24CD-42C0-80E7-B5F6F56FEF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2746" y="600930"/>
                <a:ext cx="3884367" cy="239208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C896659D-5C58-43E4-9E8F-864D73395A93}"/>
              </a:ext>
            </a:extLst>
          </p:cNvPr>
          <p:cNvCxnSpPr/>
          <p:nvPr/>
        </p:nvCxnSpPr>
        <p:spPr>
          <a:xfrm>
            <a:off x="4458555" y="1105623"/>
            <a:ext cx="0" cy="145608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B6B43769-45A7-44D3-9F3B-8BCC32F206B3}"/>
                  </a:ext>
                </a:extLst>
              </p:cNvPr>
              <p:cNvSpPr/>
              <p:nvPr/>
            </p:nvSpPr>
            <p:spPr>
              <a:xfrm>
                <a:off x="1348397" y="1452306"/>
                <a:ext cx="856661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</m:oMath>
                  </m:oMathPara>
                </a14:m>
                <a:endParaRPr lang="en-IN" sz="3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B6B43769-45A7-44D3-9F3B-8BCC32F206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8397" y="1452306"/>
                <a:ext cx="856661" cy="711201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0" name="Group 59">
            <a:extLst>
              <a:ext uri="{FF2B5EF4-FFF2-40B4-BE49-F238E27FC236}">
                <a16:creationId xmlns:a16="http://schemas.microsoft.com/office/drawing/2014/main" id="{F4941A63-276F-414F-A78A-37E6182989A7}"/>
              </a:ext>
            </a:extLst>
          </p:cNvPr>
          <p:cNvGrpSpPr/>
          <p:nvPr/>
        </p:nvGrpSpPr>
        <p:grpSpPr>
          <a:xfrm>
            <a:off x="1831258" y="1044590"/>
            <a:ext cx="2872307" cy="1590635"/>
            <a:chOff x="642953" y="4416718"/>
            <a:chExt cx="2872307" cy="159063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id="{C2100654-D88F-48B4-9D33-952A8A42CD2E}"/>
                    </a:ext>
                  </a:extLst>
                </p:cNvPr>
                <p:cNvSpPr/>
                <p:nvPr/>
              </p:nvSpPr>
              <p:spPr>
                <a:xfrm>
                  <a:off x="860002" y="5484133"/>
                  <a:ext cx="2374544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−10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−2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id="{C2100654-D88F-48B4-9D33-952A8A42CD2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0002" y="5484133"/>
                  <a:ext cx="2374544" cy="523220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F437566D-D016-42AA-BB35-5ACCEFFE06D8}"/>
                    </a:ext>
                  </a:extLst>
                </p:cNvPr>
                <p:cNvSpPr/>
                <p:nvPr/>
              </p:nvSpPr>
              <p:spPr>
                <a:xfrm>
                  <a:off x="642953" y="4941343"/>
                  <a:ext cx="287230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</m:t>
                        </m:r>
                        <m:r>
                          <a:rPr lang="en-IN" sz="28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−5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F437566D-D016-42AA-BB35-5ACCEFFE06D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42953" y="4941343"/>
                  <a:ext cx="2872307" cy="523220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93F88A13-F361-4CB9-885E-4B2510B42D57}"/>
                    </a:ext>
                  </a:extLst>
                </p:cNvPr>
                <p:cNvSpPr/>
                <p:nvPr/>
              </p:nvSpPr>
              <p:spPr>
                <a:xfrm>
                  <a:off x="939479" y="4416718"/>
                  <a:ext cx="2276584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r>
                          <a:rPr lang="en-IN" sz="2800" b="0" i="0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93F88A13-F361-4CB9-885E-4B2510B42D5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9479" y="4416718"/>
                  <a:ext cx="2276584" cy="523220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15D8F604-1A7C-4A57-B909-27F31F30D778}"/>
              </a:ext>
            </a:extLst>
          </p:cNvPr>
          <p:cNvGrpSpPr/>
          <p:nvPr/>
        </p:nvGrpSpPr>
        <p:grpSpPr>
          <a:xfrm>
            <a:off x="4484313" y="1054035"/>
            <a:ext cx="853550" cy="1553580"/>
            <a:chOff x="3623329" y="4799545"/>
            <a:chExt cx="853550" cy="155358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CF2719FA-775C-4D6C-8283-9B4E5C23D8CA}"/>
                    </a:ext>
                  </a:extLst>
                </p:cNvPr>
                <p:cNvSpPr/>
                <p:nvPr/>
              </p:nvSpPr>
              <p:spPr>
                <a:xfrm>
                  <a:off x="3759766" y="4799545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CF2719FA-775C-4D6C-8283-9B4E5C23D8C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59766" y="4799545"/>
                  <a:ext cx="717113" cy="468000"/>
                </a:xfrm>
                <a:prstGeom prst="rect">
                  <a:avLst/>
                </a:prstGeom>
                <a:blipFill>
                  <a:blip r:embed="rId1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F91D4A96-EDF2-45E8-8553-83B09189F3C9}"/>
                    </a:ext>
                  </a:extLst>
                </p:cNvPr>
                <p:cNvSpPr/>
                <p:nvPr/>
              </p:nvSpPr>
              <p:spPr>
                <a:xfrm>
                  <a:off x="3682493" y="5342335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−9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F91D4A96-EDF2-45E8-8553-83B09189F3C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82493" y="5342335"/>
                  <a:ext cx="717113" cy="468000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" name="Rectangle 66">
                  <a:extLst>
                    <a:ext uri="{FF2B5EF4-FFF2-40B4-BE49-F238E27FC236}">
                      <a16:creationId xmlns:a16="http://schemas.microsoft.com/office/drawing/2014/main" id="{D04888EB-8FD6-4D89-9333-966501654BB7}"/>
                    </a:ext>
                  </a:extLst>
                </p:cNvPr>
                <p:cNvSpPr/>
                <p:nvPr/>
              </p:nvSpPr>
              <p:spPr>
                <a:xfrm>
                  <a:off x="3623329" y="5885125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−14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67" name="Rectangle 66">
                  <a:extLst>
                    <a:ext uri="{FF2B5EF4-FFF2-40B4-BE49-F238E27FC236}">
                      <a16:creationId xmlns:a16="http://schemas.microsoft.com/office/drawing/2014/main" id="{D04888EB-8FD6-4D89-9333-966501654BB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23329" y="5885125"/>
                  <a:ext cx="717113" cy="468000"/>
                </a:xfrm>
                <a:prstGeom prst="rect">
                  <a:avLst/>
                </a:prstGeom>
                <a:blipFill>
                  <a:blip r:embed="rId21"/>
                  <a:stretch>
                    <a:fillRect r="-254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70" name="Rectangle: Rounded Corners 69">
            <a:extLst>
              <a:ext uri="{FF2B5EF4-FFF2-40B4-BE49-F238E27FC236}">
                <a16:creationId xmlns:a16="http://schemas.microsoft.com/office/drawing/2014/main" id="{5669F5E9-A543-428A-B9EE-6A9ED69E8F75}"/>
              </a:ext>
            </a:extLst>
          </p:cNvPr>
          <p:cNvSpPr/>
          <p:nvPr/>
        </p:nvSpPr>
        <p:spPr>
          <a:xfrm>
            <a:off x="3085708" y="1661983"/>
            <a:ext cx="407913" cy="363521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1" name="Rectangle: Rounded Corners 70">
            <a:extLst>
              <a:ext uri="{FF2B5EF4-FFF2-40B4-BE49-F238E27FC236}">
                <a16:creationId xmlns:a16="http://schemas.microsoft.com/office/drawing/2014/main" id="{A43EDF47-659D-46E5-BEE6-614675255333}"/>
              </a:ext>
            </a:extLst>
          </p:cNvPr>
          <p:cNvSpPr/>
          <p:nvPr/>
        </p:nvSpPr>
        <p:spPr>
          <a:xfrm>
            <a:off x="2634345" y="2185758"/>
            <a:ext cx="857419" cy="38525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3" name="Rectangle: Rounded Corners 72">
            <a:extLst>
              <a:ext uri="{FF2B5EF4-FFF2-40B4-BE49-F238E27FC236}">
                <a16:creationId xmlns:a16="http://schemas.microsoft.com/office/drawing/2014/main" id="{86F10E4E-F1DD-4C97-9E51-3F4D4DAB3B4E}"/>
              </a:ext>
            </a:extLst>
          </p:cNvPr>
          <p:cNvSpPr/>
          <p:nvPr/>
        </p:nvSpPr>
        <p:spPr>
          <a:xfrm>
            <a:off x="3055228" y="1133028"/>
            <a:ext cx="420701" cy="38525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Content Placeholder 4">
                <a:extLst>
                  <a:ext uri="{FF2B5EF4-FFF2-40B4-BE49-F238E27FC236}">
                    <a16:creationId xmlns:a16="http://schemas.microsoft.com/office/drawing/2014/main" id="{B9E5DD23-48EC-4095-88FA-F55BD94B853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219395" y="3458085"/>
                <a:ext cx="1641766" cy="57362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𝐑</m:t>
                        </m:r>
                      </m:e>
                      <m:sub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𝟐𝟑</m:t>
                        </m:r>
                      </m:sub>
                    </m:sSub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,</a:t>
                </a:r>
              </a:p>
            </p:txBody>
          </p:sp>
        </mc:Choice>
        <mc:Fallback xmlns="">
          <p:sp>
            <p:nvSpPr>
              <p:cNvPr id="41" name="Content Placeholder 4">
                <a:extLst>
                  <a:ext uri="{FF2B5EF4-FFF2-40B4-BE49-F238E27FC236}">
                    <a16:creationId xmlns:a16="http://schemas.microsoft.com/office/drawing/2014/main" id="{B9E5DD23-48EC-4095-88FA-F55BD94B85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19395" y="3458085"/>
                <a:ext cx="1641766" cy="573626"/>
              </a:xfrm>
              <a:prstGeom prst="rect">
                <a:avLst/>
              </a:prstGeom>
              <a:blipFill>
                <a:blip r:embed="rId22"/>
                <a:stretch>
                  <a:fillRect t="-9574" r="-5185" b="-2127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Content Placeholder 4">
                <a:extLst>
                  <a:ext uri="{FF2B5EF4-FFF2-40B4-BE49-F238E27FC236}">
                    <a16:creationId xmlns:a16="http://schemas.microsoft.com/office/drawing/2014/main" id="{A78C17E6-FF5F-42FF-9BA7-2952C6B8A15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729832" y="3458085"/>
                <a:ext cx="1571080" cy="57362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𝟐𝟏</m:t>
                          </m:r>
                        </m:sub>
                      </m:sSub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𝟏</m:t>
                      </m:r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42" name="Content Placeholder 4">
                <a:extLst>
                  <a:ext uri="{FF2B5EF4-FFF2-40B4-BE49-F238E27FC236}">
                    <a16:creationId xmlns:a16="http://schemas.microsoft.com/office/drawing/2014/main" id="{A78C17E6-FF5F-42FF-9BA7-2952C6B8A1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29832" y="3458085"/>
                <a:ext cx="1571080" cy="573626"/>
              </a:xfrm>
              <a:prstGeom prst="rect">
                <a:avLst/>
              </a:prstGeom>
              <a:blipFill>
                <a:blip r:embed="rId23"/>
                <a:stretch>
                  <a:fillRect l="-3488" r="-1163" b="-1063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8C14359B-86E8-296F-6D42-E856E172D68F}"/>
              </a:ext>
            </a:extLst>
          </p:cNvPr>
          <p:cNvSpPr/>
          <p:nvPr/>
        </p:nvSpPr>
        <p:spPr>
          <a:xfrm>
            <a:off x="3663159" y="4039166"/>
            <a:ext cx="857419" cy="38525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1F971F0-3D86-EF10-C075-D5ED4F15DAE6}"/>
              </a:ext>
            </a:extLst>
          </p:cNvPr>
          <p:cNvGrpSpPr/>
          <p:nvPr/>
        </p:nvGrpSpPr>
        <p:grpSpPr>
          <a:xfrm>
            <a:off x="1362170" y="4351882"/>
            <a:ext cx="4318716" cy="2392083"/>
            <a:chOff x="4191741" y="3542729"/>
            <a:chExt cx="4318716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CCB63088-1398-CBE4-F8B4-105B0F3485FA}"/>
                    </a:ext>
                  </a:extLst>
                </p:cNvPr>
                <p:cNvSpPr/>
                <p:nvPr/>
              </p:nvSpPr>
              <p:spPr>
                <a:xfrm>
                  <a:off x="4626090" y="3542729"/>
                  <a:ext cx="3884367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          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B0F35644-994C-4F17-A3DE-FA8F74E8DFB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26090" y="3542729"/>
                  <a:ext cx="3884367" cy="2392083"/>
                </a:xfrm>
                <a:prstGeom prst="rect">
                  <a:avLst/>
                </a:prstGeom>
                <a:blipFill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2255BBF-D372-F0BA-AD0F-9E411B5FA4DF}"/>
                </a:ext>
              </a:extLst>
            </p:cNvPr>
            <p:cNvCxnSpPr/>
            <p:nvPr/>
          </p:nvCxnSpPr>
          <p:spPr>
            <a:xfrm>
              <a:off x="7366294" y="4047422"/>
              <a:ext cx="0" cy="1456083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84349C08-9E84-75E2-F38D-A256E9014223}"/>
                    </a:ext>
                  </a:extLst>
                </p:cNvPr>
                <p:cNvSpPr/>
                <p:nvPr/>
              </p:nvSpPr>
              <p:spPr>
                <a:xfrm>
                  <a:off x="4191741" y="4394105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AA986747-BC38-4692-8567-2CFB42D0F25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91741" y="4394105"/>
                  <a:ext cx="856661" cy="711201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BF12EDC5-B46E-7022-57AA-FF928E7D5E31}"/>
                    </a:ext>
                  </a:extLst>
                </p:cNvPr>
                <p:cNvSpPr/>
                <p:nvPr/>
              </p:nvSpPr>
              <p:spPr>
                <a:xfrm>
                  <a:off x="4692203" y="4511014"/>
                  <a:ext cx="287230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</m:t>
                        </m:r>
                        <m:r>
                          <a:rPr lang="en-IN" sz="28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−5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C393F649-0946-4BB7-B2CA-81365F2ACC5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92203" y="4511014"/>
                  <a:ext cx="2872307" cy="523220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A7DBA70-0695-1386-25D0-3F340338F8DC}"/>
                    </a:ext>
                  </a:extLst>
                </p:cNvPr>
                <p:cNvSpPr/>
                <p:nvPr/>
              </p:nvSpPr>
              <p:spPr>
                <a:xfrm>
                  <a:off x="4971128" y="3986389"/>
                  <a:ext cx="2311081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E0E5FBDF-339D-47AE-B03A-010F17A35C3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71128" y="3986389"/>
                  <a:ext cx="2311081" cy="523220"/>
                </a:xfrm>
                <a:prstGeom prst="rect">
                  <a:avLst/>
                </a:prstGeom>
                <a:blipFill>
                  <a:blip r:embed="rId2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868DC4C1-26E7-3E67-1596-AF686E8B590C}"/>
                    </a:ext>
                  </a:extLst>
                </p:cNvPr>
                <p:cNvSpPr/>
                <p:nvPr/>
              </p:nvSpPr>
              <p:spPr>
                <a:xfrm>
                  <a:off x="7433614" y="3999979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07E91E23-64DE-4507-9186-1CAEDF7924D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33614" y="3999979"/>
                  <a:ext cx="717113" cy="468000"/>
                </a:xfrm>
                <a:prstGeom prst="rect">
                  <a:avLst/>
                </a:prstGeom>
                <a:blipFill>
                  <a:blip r:embed="rId2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827F9C88-BB06-4D0E-FC7A-A976191362B3}"/>
                    </a:ext>
                  </a:extLst>
                </p:cNvPr>
                <p:cNvSpPr/>
                <p:nvPr/>
              </p:nvSpPr>
              <p:spPr>
                <a:xfrm>
                  <a:off x="7464095" y="4538624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−9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id="{C6AC5764-0541-48D9-8F03-6818B051FA9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64095" y="4538624"/>
                  <a:ext cx="717113" cy="468000"/>
                </a:xfrm>
                <a:prstGeom prst="rect">
                  <a:avLst/>
                </a:prstGeom>
                <a:blipFill>
                  <a:blip r:embed="rId2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1BBF0733-04F5-1DC3-7CC1-FD9808E0B28B}"/>
              </a:ext>
            </a:extLst>
          </p:cNvPr>
          <p:cNvGrpSpPr/>
          <p:nvPr/>
        </p:nvGrpSpPr>
        <p:grpSpPr>
          <a:xfrm>
            <a:off x="2035815" y="5860886"/>
            <a:ext cx="3309262" cy="523220"/>
            <a:chOff x="4865386" y="5051733"/>
            <a:chExt cx="3309262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B11EE8DE-BE91-2B58-6ED3-ABDD3E9586A4}"/>
                    </a:ext>
                  </a:extLst>
                </p:cNvPr>
                <p:cNvSpPr/>
                <p:nvPr/>
              </p:nvSpPr>
              <p:spPr>
                <a:xfrm>
                  <a:off x="4865386" y="5051733"/>
                  <a:ext cx="2436513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57F6590C-7743-42FB-8FD6-7F6D3911EE9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5386" y="5051733"/>
                  <a:ext cx="2436513" cy="523220"/>
                </a:xfrm>
                <a:prstGeom prst="rect">
                  <a:avLst/>
                </a:prstGeom>
                <a:blipFill>
                  <a:blip r:embed="rId3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9000A686-23A8-C0AC-B4D2-9CEFC876B477}"/>
                    </a:ext>
                  </a:extLst>
                </p:cNvPr>
                <p:cNvSpPr/>
                <p:nvPr/>
              </p:nvSpPr>
              <p:spPr>
                <a:xfrm>
                  <a:off x="7457535" y="5062214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AC15A982-38CC-4B10-8327-6D0CC5EA532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57535" y="5062214"/>
                  <a:ext cx="717113" cy="468000"/>
                </a:xfrm>
                <a:prstGeom prst="rect">
                  <a:avLst/>
                </a:prstGeom>
                <a:blipFill>
                  <a:blip r:embed="rId3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Content Placeholder 4">
                <a:extLst>
                  <a:ext uri="{FF2B5EF4-FFF2-40B4-BE49-F238E27FC236}">
                    <a16:creationId xmlns:a16="http://schemas.microsoft.com/office/drawing/2014/main" id="{0FF9D47F-41E0-CDAE-6C02-9E09E5E7F66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277205" y="5203258"/>
                <a:ext cx="1772839" cy="103581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f>
                            <m:fPr>
                              <m:ctrlP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num>
                            <m:den>
                              <m: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𝟓𝟐</m:t>
                              </m:r>
                            </m:den>
                          </m:f>
                        </m:e>
                      </m:d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48" name="Content Placeholder 4">
                <a:extLst>
                  <a:ext uri="{FF2B5EF4-FFF2-40B4-BE49-F238E27FC236}">
                    <a16:creationId xmlns:a16="http://schemas.microsoft.com/office/drawing/2014/main" id="{0FF9D47F-41E0-CDAE-6C02-9E09E5E7F6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77205" y="5203258"/>
                <a:ext cx="1772839" cy="103581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646650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 animBg="1"/>
      <p:bldP spid="70" grpId="1" animBg="1"/>
      <p:bldP spid="71" grpId="0" animBg="1"/>
      <p:bldP spid="71" grpId="1" animBg="1"/>
      <p:bldP spid="73" grpId="0" animBg="1"/>
      <p:bldP spid="73" grpId="1" animBg="1"/>
      <p:bldP spid="41" grpId="0"/>
      <p:bldP spid="42" grpId="0"/>
      <p:bldP spid="30" grpId="0" animBg="1"/>
      <p:bldP spid="30" grpId="1" animBg="1"/>
      <p:bldP spid="48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DDE02D-87CD-59EF-B63B-43D4E6710E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9A64A0DB-2ABC-4B19-D297-DF7DEA220234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Method:5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Example:1(Continue)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9A64A0DB-2ABC-4B19-D297-DF7DEA22023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Group 5">
            <a:extLst>
              <a:ext uri="{FF2B5EF4-FFF2-40B4-BE49-F238E27FC236}">
                <a16:creationId xmlns:a16="http://schemas.microsoft.com/office/drawing/2014/main" id="{5F32515C-CEF2-BC86-8738-0E816DEE27CB}"/>
              </a:ext>
            </a:extLst>
          </p:cNvPr>
          <p:cNvGrpSpPr/>
          <p:nvPr/>
        </p:nvGrpSpPr>
        <p:grpSpPr>
          <a:xfrm>
            <a:off x="1362170" y="602833"/>
            <a:ext cx="4318716" cy="2392083"/>
            <a:chOff x="4191741" y="3542729"/>
            <a:chExt cx="4318716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C629FC0F-FCCF-3694-1F99-F23DED1BCC36}"/>
                    </a:ext>
                  </a:extLst>
                </p:cNvPr>
                <p:cNvSpPr/>
                <p:nvPr/>
              </p:nvSpPr>
              <p:spPr>
                <a:xfrm>
                  <a:off x="4626090" y="3542729"/>
                  <a:ext cx="3884367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          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B0F35644-994C-4F17-A3DE-FA8F74E8DFB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26090" y="3542729"/>
                  <a:ext cx="3884367" cy="2392083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A1AEAB9D-0782-AF95-C516-4F6D5B9C142D}"/>
                </a:ext>
              </a:extLst>
            </p:cNvPr>
            <p:cNvCxnSpPr/>
            <p:nvPr/>
          </p:nvCxnSpPr>
          <p:spPr>
            <a:xfrm>
              <a:off x="7366294" y="4047422"/>
              <a:ext cx="0" cy="1456083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4A644F77-478C-164F-7953-68F979046BED}"/>
                    </a:ext>
                  </a:extLst>
                </p:cNvPr>
                <p:cNvSpPr/>
                <p:nvPr/>
              </p:nvSpPr>
              <p:spPr>
                <a:xfrm>
                  <a:off x="4191741" y="4394105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AA986747-BC38-4692-8567-2CFB42D0F25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91741" y="4394105"/>
                  <a:ext cx="856661" cy="711201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FB663806-24AA-13CD-A22A-B88D29CD7478}"/>
                    </a:ext>
                  </a:extLst>
                </p:cNvPr>
                <p:cNvSpPr/>
                <p:nvPr/>
              </p:nvSpPr>
              <p:spPr>
                <a:xfrm>
                  <a:off x="4692203" y="4511014"/>
                  <a:ext cx="287230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</m:t>
                        </m:r>
                        <m:r>
                          <a:rPr lang="en-IN" sz="28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−5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C393F649-0946-4BB7-B2CA-81365F2ACC5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92203" y="4511014"/>
                  <a:ext cx="2872307" cy="523220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760AA1D1-BC90-3106-C9D7-9A7D8F5E0EA2}"/>
                    </a:ext>
                  </a:extLst>
                </p:cNvPr>
                <p:cNvSpPr/>
                <p:nvPr/>
              </p:nvSpPr>
              <p:spPr>
                <a:xfrm>
                  <a:off x="4971128" y="3986389"/>
                  <a:ext cx="2311081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E0E5FBDF-339D-47AE-B03A-010F17A35C3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71128" y="3986389"/>
                  <a:ext cx="2311081" cy="523220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D2EFF77E-6CF1-A50D-2CA8-BDABD4525458}"/>
                    </a:ext>
                  </a:extLst>
                </p:cNvPr>
                <p:cNvSpPr/>
                <p:nvPr/>
              </p:nvSpPr>
              <p:spPr>
                <a:xfrm>
                  <a:off x="7433614" y="3999979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17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07E91E23-64DE-4507-9186-1CAEDF7924D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33614" y="3999979"/>
                  <a:ext cx="717113" cy="468000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CF7BBF45-95BB-E6F5-DE5F-3334420C696B}"/>
                    </a:ext>
                  </a:extLst>
                </p:cNvPr>
                <p:cNvSpPr/>
                <p:nvPr/>
              </p:nvSpPr>
              <p:spPr>
                <a:xfrm>
                  <a:off x="7464095" y="4538624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−9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id="{C6AC5764-0541-48D9-8F03-6818B051FA9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64095" y="4538624"/>
                  <a:ext cx="717113" cy="468000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7E930B0-F722-0645-84A2-7BEA83D11B23}"/>
              </a:ext>
            </a:extLst>
          </p:cNvPr>
          <p:cNvGrpSpPr/>
          <p:nvPr/>
        </p:nvGrpSpPr>
        <p:grpSpPr>
          <a:xfrm>
            <a:off x="2035815" y="2111837"/>
            <a:ext cx="3309262" cy="523220"/>
            <a:chOff x="4865386" y="5051733"/>
            <a:chExt cx="3309262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269C4DA0-97B9-A785-22AC-A741AB6344F9}"/>
                    </a:ext>
                  </a:extLst>
                </p:cNvPr>
                <p:cNvSpPr/>
                <p:nvPr/>
              </p:nvSpPr>
              <p:spPr>
                <a:xfrm>
                  <a:off x="4865386" y="5051733"/>
                  <a:ext cx="2436513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57F6590C-7743-42FB-8FD6-7F6D3911EE9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5386" y="5051733"/>
                  <a:ext cx="2436513" cy="523220"/>
                </a:xfrm>
                <a:prstGeom prst="rect">
                  <a:avLst/>
                </a:prstGeom>
                <a:blipFill>
                  <a:blip r:embed="rId1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71E68688-E68C-B106-2F9D-4B140661B661}"/>
                    </a:ext>
                  </a:extLst>
                </p:cNvPr>
                <p:cNvSpPr/>
                <p:nvPr/>
              </p:nvSpPr>
              <p:spPr>
                <a:xfrm>
                  <a:off x="7457535" y="5062214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AC15A982-38CC-4B10-8327-6D0CC5EA532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57535" y="5062214"/>
                  <a:ext cx="717113" cy="468000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4C3BB609-4819-E7AE-7E0F-79D3716BFF61}"/>
              </a:ext>
            </a:extLst>
          </p:cNvPr>
          <p:cNvSpPr/>
          <p:nvPr/>
        </p:nvSpPr>
        <p:spPr>
          <a:xfrm>
            <a:off x="3972698" y="2200088"/>
            <a:ext cx="407913" cy="363521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2939CB6A-EB55-E08A-A291-CCF01847D8C9}"/>
              </a:ext>
            </a:extLst>
          </p:cNvPr>
          <p:cNvSpPr/>
          <p:nvPr/>
        </p:nvSpPr>
        <p:spPr>
          <a:xfrm>
            <a:off x="3759200" y="1652844"/>
            <a:ext cx="618233" cy="38525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D94F0A67-BCA4-BAF1-173F-435A9953045B}"/>
              </a:ext>
            </a:extLst>
          </p:cNvPr>
          <p:cNvSpPr/>
          <p:nvPr/>
        </p:nvSpPr>
        <p:spPr>
          <a:xfrm>
            <a:off x="4014290" y="1118439"/>
            <a:ext cx="362828" cy="38525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Content Placeholder 4">
                <a:extLst>
                  <a:ext uri="{FF2B5EF4-FFF2-40B4-BE49-F238E27FC236}">
                    <a16:creationId xmlns:a16="http://schemas.microsoft.com/office/drawing/2014/main" id="{430F136F-7E72-3C5C-8F12-72991D78F46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960726" y="3403628"/>
                <a:ext cx="1641766" cy="57362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𝐑</m:t>
                        </m:r>
                      </m:e>
                      <m:sub>
                        <m:r>
                          <a:rPr lang="en-IN" sz="2800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𝟑𝟐</m:t>
                        </m:r>
                      </m:sub>
                    </m:sSub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𝟓</m:t>
                    </m:r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,</a:t>
                </a:r>
              </a:p>
            </p:txBody>
          </p:sp>
        </mc:Choice>
        <mc:Fallback xmlns="">
          <p:sp>
            <p:nvSpPr>
              <p:cNvPr id="32" name="Content Placeholder 4">
                <a:extLst>
                  <a:ext uri="{FF2B5EF4-FFF2-40B4-BE49-F238E27FC236}">
                    <a16:creationId xmlns:a16="http://schemas.microsoft.com/office/drawing/2014/main" id="{430F136F-7E72-3C5C-8F12-72991D78F4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60726" y="3403628"/>
                <a:ext cx="1641766" cy="573626"/>
              </a:xfrm>
              <a:prstGeom prst="rect">
                <a:avLst/>
              </a:prstGeom>
              <a:blipFill>
                <a:blip r:embed="rId14"/>
                <a:stretch>
                  <a:fillRect t="-9574" b="-2127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Content Placeholder 4">
                <a:extLst>
                  <a:ext uri="{FF2B5EF4-FFF2-40B4-BE49-F238E27FC236}">
                    <a16:creationId xmlns:a16="http://schemas.microsoft.com/office/drawing/2014/main" id="{E0C2F69B-FA72-CBDE-48D4-865CF97263D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423393" y="3426889"/>
                <a:ext cx="1571080" cy="57362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𝟑𝟏</m:t>
                          </m:r>
                        </m:sub>
                      </m:sSub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𝟕</m:t>
                      </m:r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3" name="Content Placeholder 4">
                <a:extLst>
                  <a:ext uri="{FF2B5EF4-FFF2-40B4-BE49-F238E27FC236}">
                    <a16:creationId xmlns:a16="http://schemas.microsoft.com/office/drawing/2014/main" id="{E0C2F69B-FA72-CBDE-48D4-865CF97263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3393" y="3426889"/>
                <a:ext cx="1571080" cy="573626"/>
              </a:xfrm>
              <a:prstGeom prst="rect">
                <a:avLst/>
              </a:prstGeom>
              <a:blipFill>
                <a:blip r:embed="rId15"/>
                <a:stretch>
                  <a:fillRect l="-3502" r="-1556" b="-10638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D3455333-E7F0-050B-80BC-266588F167BE}"/>
              </a:ext>
            </a:extLst>
          </p:cNvPr>
          <p:cNvGrpSpPr/>
          <p:nvPr/>
        </p:nvGrpSpPr>
        <p:grpSpPr>
          <a:xfrm>
            <a:off x="1362170" y="2473573"/>
            <a:ext cx="4318716" cy="2392083"/>
            <a:chOff x="4626619" y="3611578"/>
            <a:chExt cx="4318716" cy="23920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0F5F3BD3-11BE-195A-25B4-0443E487BDF9}"/>
                    </a:ext>
                  </a:extLst>
                </p:cNvPr>
                <p:cNvSpPr/>
                <p:nvPr/>
              </p:nvSpPr>
              <p:spPr>
                <a:xfrm>
                  <a:off x="5060968" y="3611578"/>
                  <a:ext cx="3884367" cy="23920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</m:mr>
                            <m:mr>
                              <m:e>
                                <m: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  <m:e/>
                              <m:e>
                                <m:eqArr>
                                  <m:eqArrPr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/>
                                  <m:e/>
                                </m:eqArr>
                              </m:e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            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ABF8CA95-9A90-4089-A44E-6CD8D875578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60968" y="3611578"/>
                  <a:ext cx="3884367" cy="2392083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FA91A35-1F44-73BB-C94C-FB0FD6C895A5}"/>
                </a:ext>
              </a:extLst>
            </p:cNvPr>
            <p:cNvCxnSpPr/>
            <p:nvPr/>
          </p:nvCxnSpPr>
          <p:spPr>
            <a:xfrm>
              <a:off x="7797737" y="4116271"/>
              <a:ext cx="0" cy="1456083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207868F3-C96D-4E22-CDF7-2E08A64B8F6D}"/>
                    </a:ext>
                  </a:extLst>
                </p:cNvPr>
                <p:cNvSpPr/>
                <p:nvPr/>
              </p:nvSpPr>
              <p:spPr>
                <a:xfrm>
                  <a:off x="4626619" y="4462954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95664F3F-ABB3-42A5-B845-F93BC16DCD1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26619" y="4462954"/>
                  <a:ext cx="856661" cy="711201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E30F675E-11D9-A583-088E-2D55864E913A}"/>
                    </a:ext>
                  </a:extLst>
                </p:cNvPr>
                <p:cNvSpPr/>
                <p:nvPr/>
              </p:nvSpPr>
              <p:spPr>
                <a:xfrm>
                  <a:off x="5300264" y="5120582"/>
                  <a:ext cx="2436513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F0"/>
                            </a:solidFill>
                            <a:latin typeface="Cambria Math" panose="02040503050406030204" pitchFamily="18" charset="0"/>
                          </a:rPr>
                          <m:t>  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/>
                </a:p>
              </p:txBody>
            </p:sp>
          </mc:Choice>
          <mc:Fallback xmlns="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A64CBDD3-9DC8-4727-AE49-C0C811713ED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300264" y="5120582"/>
                  <a:ext cx="2436513" cy="523220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F7018B38-73AE-BD32-DF81-B9E0D8EAE003}"/>
                    </a:ext>
                  </a:extLst>
                </p:cNvPr>
                <p:cNvSpPr/>
                <p:nvPr/>
              </p:nvSpPr>
              <p:spPr>
                <a:xfrm>
                  <a:off x="7847096" y="5138520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56482070-6778-484A-8B49-4B765DC59F0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47096" y="5138520"/>
                  <a:ext cx="717113" cy="468000"/>
                </a:xfrm>
                <a:prstGeom prst="rect">
                  <a:avLst/>
                </a:prstGeom>
                <a:blipFill>
                  <a:blip r:embed="rId1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53EF2B74-DD65-5140-D3CE-EBB259AE4AC0}"/>
              </a:ext>
            </a:extLst>
          </p:cNvPr>
          <p:cNvGrpSpPr/>
          <p:nvPr/>
        </p:nvGrpSpPr>
        <p:grpSpPr>
          <a:xfrm>
            <a:off x="2141557" y="2911438"/>
            <a:ext cx="3158563" cy="529015"/>
            <a:chOff x="5406006" y="4049443"/>
            <a:chExt cx="3158563" cy="52901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DEA93AEB-CD4D-C930-C6B3-CF93E61958A6}"/>
                    </a:ext>
                  </a:extLst>
                </p:cNvPr>
                <p:cNvSpPr/>
                <p:nvPr/>
              </p:nvSpPr>
              <p:spPr>
                <a:xfrm>
                  <a:off x="5406006" y="4055238"/>
                  <a:ext cx="2311081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      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0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B050"/>
                    </a:solidFill>
                  </a:endParaRP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4732B67A-AA1B-434B-BEF6-D89420A5AAE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406006" y="4055238"/>
                  <a:ext cx="2311081" cy="523220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9B7512CC-214B-9AA7-BE32-3C9BBA62FDFE}"/>
                    </a:ext>
                  </a:extLst>
                </p:cNvPr>
                <p:cNvSpPr/>
                <p:nvPr/>
              </p:nvSpPr>
              <p:spPr>
                <a:xfrm>
                  <a:off x="7847456" y="404944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B8891BE3-08DE-41D9-86B8-8937F5B09EA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47456" y="4049443"/>
                  <a:ext cx="717113" cy="468000"/>
                </a:xfrm>
                <a:prstGeom prst="rect">
                  <a:avLst/>
                </a:prstGeom>
                <a:blipFill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64FA8092-3AE8-1621-F461-80C669626745}"/>
              </a:ext>
            </a:extLst>
          </p:cNvPr>
          <p:cNvGrpSpPr/>
          <p:nvPr/>
        </p:nvGrpSpPr>
        <p:grpSpPr>
          <a:xfrm>
            <a:off x="1845031" y="3441858"/>
            <a:ext cx="3454730" cy="523220"/>
            <a:chOff x="5109480" y="4579863"/>
            <a:chExt cx="3454730" cy="52322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37E304AC-F781-C5DC-B628-7DC6FF9798AA}"/>
                    </a:ext>
                  </a:extLst>
                </p:cNvPr>
                <p:cNvSpPr/>
                <p:nvPr/>
              </p:nvSpPr>
              <p:spPr>
                <a:xfrm>
                  <a:off x="5109480" y="4579863"/>
                  <a:ext cx="2872307" cy="52322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990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</m:t>
                        </m:r>
                        <m:r>
                          <a:rPr lang="en-IN" sz="28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 </m:t>
                        </m:r>
                        <m:r>
                          <a:rPr lang="en-IN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IN" sz="2800" b="0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       0</m:t>
                        </m:r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64F5612B-B5CC-4A04-85D7-82332100203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09480" y="4579863"/>
                  <a:ext cx="2872307" cy="523220"/>
                </a:xfrm>
                <a:prstGeom prst="rect">
                  <a:avLst/>
                </a:prstGeom>
                <a:blipFill>
                  <a:blip r:embed="rId2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id="{10BA068F-BF8A-FFD3-9BE6-CCF9A0BA970B}"/>
                    </a:ext>
                  </a:extLst>
                </p:cNvPr>
                <p:cNvSpPr/>
                <p:nvPr/>
              </p:nvSpPr>
              <p:spPr>
                <a:xfrm>
                  <a:off x="7847097" y="459223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890E4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890E4F"/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1B0F942A-C40B-4240-8BBF-C9069EA254E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47097" y="4592233"/>
                  <a:ext cx="717113" cy="468000"/>
                </a:xfrm>
                <a:prstGeom prst="rect">
                  <a:avLst/>
                </a:prstGeom>
                <a:blipFill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44080376-1A3C-DC92-6547-258E1F320F92}"/>
                  </a:ext>
                </a:extLst>
              </p:cNvPr>
              <p:cNvSpPr/>
              <p:nvPr/>
            </p:nvSpPr>
            <p:spPr>
              <a:xfrm>
                <a:off x="1505212" y="4688049"/>
                <a:ext cx="7324898" cy="54170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This is Reduced row - echelon form of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d>
                          <m:dPr>
                            <m:begChr m:val=""/>
                            <m:endChr m:val="|"/>
                            <m:ctrlPr>
                              <a:rPr lang="en-IN" sz="2800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IN" sz="280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44080376-1A3C-DC92-6547-258E1F320F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5212" y="4688049"/>
                <a:ext cx="7324898" cy="541708"/>
              </a:xfrm>
              <a:prstGeom prst="rect">
                <a:avLst/>
              </a:prstGeom>
              <a:blipFill>
                <a:blip r:embed="rId24"/>
                <a:stretch>
                  <a:fillRect l="-1747" t="-11236" b="-2696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3" name="Group 82">
            <a:extLst>
              <a:ext uri="{FF2B5EF4-FFF2-40B4-BE49-F238E27FC236}">
                <a16:creationId xmlns:a16="http://schemas.microsoft.com/office/drawing/2014/main" id="{C4B67EE9-CDD9-7B90-FE98-EE84CD19EDE1}"/>
              </a:ext>
            </a:extLst>
          </p:cNvPr>
          <p:cNvGrpSpPr/>
          <p:nvPr/>
        </p:nvGrpSpPr>
        <p:grpSpPr>
          <a:xfrm>
            <a:off x="2149517" y="2543658"/>
            <a:ext cx="2295778" cy="537270"/>
            <a:chOff x="2149517" y="2543658"/>
            <a:chExt cx="2295778" cy="53727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" name="Rectangle 79">
                  <a:extLst>
                    <a:ext uri="{FF2B5EF4-FFF2-40B4-BE49-F238E27FC236}">
                      <a16:creationId xmlns:a16="http://schemas.microsoft.com/office/drawing/2014/main" id="{2AA522EF-F96C-F031-0299-2191921A05DC}"/>
                    </a:ext>
                  </a:extLst>
                </p:cNvPr>
                <p:cNvSpPr/>
                <p:nvPr/>
              </p:nvSpPr>
              <p:spPr>
                <a:xfrm>
                  <a:off x="2149517" y="2543658"/>
                  <a:ext cx="484303" cy="49292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0" name="Rectangle 79">
                  <a:extLst>
                    <a:ext uri="{FF2B5EF4-FFF2-40B4-BE49-F238E27FC236}">
                      <a16:creationId xmlns:a16="http://schemas.microsoft.com/office/drawing/2014/main" id="{2AA522EF-F96C-F031-0299-2191921A05D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149517" y="2543658"/>
                  <a:ext cx="484303" cy="492922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" name="Rectangle 80">
                  <a:extLst>
                    <a:ext uri="{FF2B5EF4-FFF2-40B4-BE49-F238E27FC236}">
                      <a16:creationId xmlns:a16="http://schemas.microsoft.com/office/drawing/2014/main" id="{577D1ED1-5FE7-5697-9E21-6736D226D58B}"/>
                    </a:ext>
                  </a:extLst>
                </p:cNvPr>
                <p:cNvSpPr/>
                <p:nvPr/>
              </p:nvSpPr>
              <p:spPr>
                <a:xfrm>
                  <a:off x="3142962" y="2545441"/>
                  <a:ext cx="484303" cy="52321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y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1" name="Rectangle 80">
                  <a:extLst>
                    <a:ext uri="{FF2B5EF4-FFF2-40B4-BE49-F238E27FC236}">
                      <a16:creationId xmlns:a16="http://schemas.microsoft.com/office/drawing/2014/main" id="{577D1ED1-5FE7-5697-9E21-6736D226D58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142962" y="2545441"/>
                  <a:ext cx="484303" cy="523219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" name="Rectangle 81">
                  <a:extLst>
                    <a:ext uri="{FF2B5EF4-FFF2-40B4-BE49-F238E27FC236}">
                      <a16:creationId xmlns:a16="http://schemas.microsoft.com/office/drawing/2014/main" id="{1EC7B49C-F4AE-9F00-C1CE-0DDF88AA1D33}"/>
                    </a:ext>
                  </a:extLst>
                </p:cNvPr>
                <p:cNvSpPr/>
                <p:nvPr/>
              </p:nvSpPr>
              <p:spPr>
                <a:xfrm>
                  <a:off x="3960992" y="2557709"/>
                  <a:ext cx="484303" cy="52321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z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2" name="Rectangle 81">
                  <a:extLst>
                    <a:ext uri="{FF2B5EF4-FFF2-40B4-BE49-F238E27FC236}">
                      <a16:creationId xmlns:a16="http://schemas.microsoft.com/office/drawing/2014/main" id="{1EC7B49C-F4AE-9F00-C1CE-0DDF88AA1D3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60992" y="2557709"/>
                  <a:ext cx="484303" cy="523219"/>
                </a:xfrm>
                <a:prstGeom prst="rect">
                  <a:avLst/>
                </a:prstGeom>
                <a:blipFill>
                  <a:blip r:embed="rId2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FAC36267-B5B7-9CB7-810C-57EDCF4107F0}"/>
                  </a:ext>
                </a:extLst>
              </p:cNvPr>
              <p:cNvSpPr/>
              <p:nvPr/>
            </p:nvSpPr>
            <p:spPr>
              <a:xfrm>
                <a:off x="2920501" y="5434954"/>
                <a:ext cx="2892914" cy="431884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y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z</m:t>
                          </m:r>
                        </m:e>
                      </m: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3, 1, 2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FAC36267-B5B7-9CB7-810C-57EDCF4107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0501" y="5434954"/>
                <a:ext cx="2892914" cy="431884"/>
              </a:xfrm>
              <a:prstGeom prst="rect">
                <a:avLst/>
              </a:prstGeom>
              <a:blipFill>
                <a:blip r:embed="rId28"/>
                <a:stretch>
                  <a:fillRect b="-20000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5" name="TextBox 84">
            <a:extLst>
              <a:ext uri="{FF2B5EF4-FFF2-40B4-BE49-F238E27FC236}">
                <a16:creationId xmlns:a16="http://schemas.microsoft.com/office/drawing/2014/main" id="{389AE3F3-D2CE-A5A3-5D35-78B5652176CB}"/>
              </a:ext>
            </a:extLst>
          </p:cNvPr>
          <p:cNvSpPr txBox="1"/>
          <p:nvPr/>
        </p:nvSpPr>
        <p:spPr>
          <a:xfrm>
            <a:off x="1505212" y="5374953"/>
            <a:ext cx="1949307" cy="52322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>
              <a:defRPr sz="2800" b="0" i="0">
                <a:solidFill>
                  <a:srgbClr val="002060"/>
                </a:solidFill>
                <a:latin typeface="Cambria Math" panose="02040503050406030204" pitchFamily="18" charset="0"/>
              </a:defRPr>
            </a:lvl1pPr>
          </a:lstStyle>
          <a:p>
            <a:r>
              <a:rPr lang="en-IN" b="1" dirty="0">
                <a:solidFill>
                  <a:srgbClr val="FF0000"/>
                </a:solidFill>
              </a:rPr>
              <a:t>Solution:</a:t>
            </a:r>
          </a:p>
        </p:txBody>
      </p:sp>
      <p:sp>
        <p:nvSpPr>
          <p:cNvPr id="86" name="Rectangle: Rounded Corners 85">
            <a:extLst>
              <a:ext uri="{FF2B5EF4-FFF2-40B4-BE49-F238E27FC236}">
                <a16:creationId xmlns:a16="http://schemas.microsoft.com/office/drawing/2014/main" id="{9F01DC93-F7E7-9C93-1166-39E637FB2441}"/>
              </a:ext>
            </a:extLst>
          </p:cNvPr>
          <p:cNvSpPr/>
          <p:nvPr/>
        </p:nvSpPr>
        <p:spPr>
          <a:xfrm>
            <a:off x="2193460" y="3004279"/>
            <a:ext cx="360000" cy="360000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7" name="Rectangle: Rounded Corners 86">
            <a:extLst>
              <a:ext uri="{FF2B5EF4-FFF2-40B4-BE49-F238E27FC236}">
                <a16:creationId xmlns:a16="http://schemas.microsoft.com/office/drawing/2014/main" id="{D0A31C48-0372-3C23-0B30-06E6C19978C5}"/>
              </a:ext>
            </a:extLst>
          </p:cNvPr>
          <p:cNvSpPr/>
          <p:nvPr/>
        </p:nvSpPr>
        <p:spPr>
          <a:xfrm>
            <a:off x="4754853" y="2989218"/>
            <a:ext cx="360000" cy="3600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8" name="Rectangle: Rounded Corners 87">
            <a:extLst>
              <a:ext uri="{FF2B5EF4-FFF2-40B4-BE49-F238E27FC236}">
                <a16:creationId xmlns:a16="http://schemas.microsoft.com/office/drawing/2014/main" id="{526ECCCD-E16A-08E0-6178-B737585B56CD}"/>
              </a:ext>
            </a:extLst>
          </p:cNvPr>
          <p:cNvSpPr/>
          <p:nvPr/>
        </p:nvSpPr>
        <p:spPr>
          <a:xfrm>
            <a:off x="3192086" y="3534001"/>
            <a:ext cx="360000" cy="360000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9" name="Rectangle: Rounded Corners 88">
            <a:extLst>
              <a:ext uri="{FF2B5EF4-FFF2-40B4-BE49-F238E27FC236}">
                <a16:creationId xmlns:a16="http://schemas.microsoft.com/office/drawing/2014/main" id="{8A0D2887-7FEF-D5D8-C651-10DD9913126A}"/>
              </a:ext>
            </a:extLst>
          </p:cNvPr>
          <p:cNvSpPr/>
          <p:nvPr/>
        </p:nvSpPr>
        <p:spPr>
          <a:xfrm>
            <a:off x="4765850" y="3537569"/>
            <a:ext cx="360000" cy="3600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90" name="Rectangle: Rounded Corners 89">
            <a:extLst>
              <a:ext uri="{FF2B5EF4-FFF2-40B4-BE49-F238E27FC236}">
                <a16:creationId xmlns:a16="http://schemas.microsoft.com/office/drawing/2014/main" id="{3E838DC2-A018-6D02-B241-290AF77CC7FA}"/>
              </a:ext>
            </a:extLst>
          </p:cNvPr>
          <p:cNvSpPr/>
          <p:nvPr/>
        </p:nvSpPr>
        <p:spPr>
          <a:xfrm>
            <a:off x="4017118" y="4071306"/>
            <a:ext cx="360000" cy="360000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91" name="Rectangle: Rounded Corners 90">
            <a:extLst>
              <a:ext uri="{FF2B5EF4-FFF2-40B4-BE49-F238E27FC236}">
                <a16:creationId xmlns:a16="http://schemas.microsoft.com/office/drawing/2014/main" id="{8287A428-C4C3-01E8-A4EE-A0B9281AC119}"/>
              </a:ext>
            </a:extLst>
          </p:cNvPr>
          <p:cNvSpPr/>
          <p:nvPr/>
        </p:nvSpPr>
        <p:spPr>
          <a:xfrm>
            <a:off x="4765850" y="4071306"/>
            <a:ext cx="360000" cy="3600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283917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22" grpId="0" animBg="1"/>
      <p:bldP spid="22" grpId="1" animBg="1"/>
      <p:bldP spid="24" grpId="0" animBg="1"/>
      <p:bldP spid="24" grpId="1" animBg="1"/>
      <p:bldP spid="32" grpId="0"/>
      <p:bldP spid="33" grpId="0"/>
      <p:bldP spid="79" grpId="0"/>
      <p:bldP spid="84" grpId="0"/>
      <p:bldP spid="85" grpId="0"/>
      <p:bldP spid="86" grpId="0" animBg="1"/>
      <p:bldP spid="86" grpId="1" animBg="1"/>
      <p:bldP spid="87" grpId="0" animBg="1"/>
      <p:bldP spid="87" grpId="1" animBg="1"/>
      <p:bldP spid="88" grpId="0" animBg="1"/>
      <p:bldP spid="88" grpId="1" animBg="1"/>
      <p:bldP spid="89" grpId="0" animBg="1"/>
      <p:bldP spid="89" grpId="1" animBg="1"/>
      <p:bldP spid="90" grpId="0" animBg="1"/>
      <p:bldP spid="90" grpId="1" animBg="1"/>
      <p:bldP spid="91" grpId="0" animBg="1"/>
      <p:bldP spid="91" grpId="1" animBg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>
            <a:extLst>
              <a:ext uri="{FF2B5EF4-FFF2-40B4-BE49-F238E27FC236}">
                <a16:creationId xmlns:a16="http://schemas.microsoft.com/office/drawing/2014/main" id="{CE1241C0-3DDD-4FAE-A786-DA94E79ED9AC}"/>
              </a:ext>
            </a:extLst>
          </p:cNvPr>
          <p:cNvGrpSpPr/>
          <p:nvPr/>
        </p:nvGrpSpPr>
        <p:grpSpPr>
          <a:xfrm>
            <a:off x="1034136" y="3070122"/>
            <a:ext cx="5782126" cy="3003209"/>
            <a:chOff x="184055" y="3094005"/>
            <a:chExt cx="5782126" cy="300320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78A34E8A-E9BB-42BD-85C9-D1D1C59A5124}"/>
                    </a:ext>
                  </a:extLst>
                </p:cNvPr>
                <p:cNvSpPr/>
                <p:nvPr/>
              </p:nvSpPr>
              <p:spPr>
                <a:xfrm>
                  <a:off x="480165" y="3094005"/>
                  <a:ext cx="5486016" cy="3003209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5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chemeClr val="tx1">
                          <a:lumMod val="90000"/>
                          <a:lumOff val="10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78A34E8A-E9BB-42BD-85C9-D1D1C59A51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0165" y="3094005"/>
                  <a:ext cx="5486016" cy="3003209"/>
                </a:xfrm>
                <a:prstGeom prst="rect">
                  <a:avLst/>
                </a:prstGeom>
                <a:blipFill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75D4FDB8-EF0C-480B-9CF7-4453C9350C0F}"/>
                    </a:ext>
                  </a:extLst>
                </p:cNvPr>
                <p:cNvSpPr/>
                <p:nvPr/>
              </p:nvSpPr>
              <p:spPr>
                <a:xfrm>
                  <a:off x="184055" y="4303980"/>
                  <a:ext cx="965836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1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𝐀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75D4FDB8-EF0C-480B-9CF7-4453C9350C0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84055" y="4303980"/>
                  <a:ext cx="965836" cy="711201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440BEE93-38BF-4145-8E30-54B93E7371AA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Method:5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Example:8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440BEE93-38BF-4145-8E30-54B93E7371A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4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ectangle 7">
            <a:extLst>
              <a:ext uri="{FF2B5EF4-FFF2-40B4-BE49-F238E27FC236}">
                <a16:creationId xmlns:a16="http://schemas.microsoft.com/office/drawing/2014/main" id="{7FF56FE0-733F-46DA-A99F-8D7FAEFDF0CD}"/>
              </a:ext>
            </a:extLst>
          </p:cNvPr>
          <p:cNvSpPr/>
          <p:nvPr/>
        </p:nvSpPr>
        <p:spPr>
          <a:xfrm>
            <a:off x="2177502" y="812757"/>
            <a:ext cx="7250372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Solve by using Gauss-Jordan elimination method: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90EAD75A-3B26-45DB-9BEE-1D29F822BAA7}"/>
                  </a:ext>
                </a:extLst>
              </p:cNvPr>
              <p:cNvSpPr/>
              <p:nvPr/>
            </p:nvSpPr>
            <p:spPr>
              <a:xfrm>
                <a:off x="1951331" y="1310098"/>
                <a:ext cx="4527975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+2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90EAD75A-3B26-45DB-9BEE-1D29F822BA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51331" y="1310098"/>
                <a:ext cx="4527975" cy="53985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5DE8FD22-4921-493C-BBC4-1C3A94B68A10}"/>
                  </a:ext>
                </a:extLst>
              </p:cNvPr>
              <p:cNvSpPr/>
              <p:nvPr/>
            </p:nvSpPr>
            <p:spPr>
              <a:xfrm>
                <a:off x="5780210" y="1262317"/>
                <a:ext cx="5779326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+2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5DE8FD22-4921-493C-BBC4-1C3A94B68A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80210" y="1262317"/>
                <a:ext cx="5779326" cy="539851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BA5DC714-E90A-4A6B-A064-F5FEEC333B0B}"/>
                  </a:ext>
                </a:extLst>
              </p:cNvPr>
              <p:cNvSpPr/>
              <p:nvPr/>
            </p:nvSpPr>
            <p:spPr>
              <a:xfrm>
                <a:off x="1884830" y="1774900"/>
                <a:ext cx="4527975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BA5DC714-E90A-4A6B-A064-F5FEEC333B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84830" y="1774900"/>
                <a:ext cx="4527975" cy="539851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5EFC2D8-B6D1-417B-8D11-83AB74FD1BF3}"/>
                  </a:ext>
                </a:extLst>
              </p:cNvPr>
              <p:cNvSpPr/>
              <p:nvPr/>
            </p:nvSpPr>
            <p:spPr>
              <a:xfrm>
                <a:off x="5722124" y="1774901"/>
                <a:ext cx="4004418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5EFC2D8-B6D1-417B-8D11-83AB74FD1B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22124" y="1774901"/>
                <a:ext cx="4004418" cy="539851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821BE698-9FF1-46D5-A89B-3627937ADE33}"/>
                  </a:ext>
                </a:extLst>
              </p:cNvPr>
              <p:cNvSpPr/>
              <p:nvPr/>
            </p:nvSpPr>
            <p:spPr>
              <a:xfrm>
                <a:off x="2203294" y="2390084"/>
                <a:ext cx="9417167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The matrix representation of the above system is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𝐀𝐗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</m:t>
                    </m:r>
                  </m:oMath>
                </a14:m>
                <a:r>
                  <a:rPr lang="en-IN" sz="2800" b="0" i="0" dirty="0">
                    <a:solidFill>
                      <a:srgbClr val="002060"/>
                    </a:solidFill>
                    <a:latin typeface="+mj-lt"/>
                  </a:rPr>
                  <a:t>where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821BE698-9FF1-46D5-A89B-3627937ADE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3294" y="2390084"/>
                <a:ext cx="9417167" cy="468000"/>
              </a:xfrm>
              <a:prstGeom prst="rect">
                <a:avLst/>
              </a:prstGeom>
              <a:blipFill>
                <a:blip r:embed="rId9"/>
                <a:stretch>
                  <a:fillRect l="-1294" t="-12987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B84ED339-0548-43C7-8C96-760C98358242}"/>
                  </a:ext>
                </a:extLst>
              </p:cNvPr>
              <p:cNvSpPr/>
              <p:nvPr/>
            </p:nvSpPr>
            <p:spPr>
              <a:xfrm>
                <a:off x="6383337" y="4290027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𝐗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B84ED339-0548-43C7-8C96-760C983582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3337" y="4290027"/>
                <a:ext cx="965836" cy="711201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FD9CE46C-D2AC-4CDD-9EAE-DB6086501CF2}"/>
                  </a:ext>
                </a:extLst>
              </p:cNvPr>
              <p:cNvSpPr/>
              <p:nvPr/>
            </p:nvSpPr>
            <p:spPr>
              <a:xfrm>
                <a:off x="8977836" y="4280341"/>
                <a:ext cx="965836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𝐁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FD9CE46C-D2AC-4CDD-9EAE-DB6086501C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77836" y="4280341"/>
                <a:ext cx="965836" cy="711201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Rectangle 19">
            <a:extLst>
              <a:ext uri="{FF2B5EF4-FFF2-40B4-BE49-F238E27FC236}">
                <a16:creationId xmlns:a16="http://schemas.microsoft.com/office/drawing/2014/main" id="{2EB8A1C2-6106-4113-B6D0-7F892E118034}"/>
              </a:ext>
            </a:extLst>
          </p:cNvPr>
          <p:cNvSpPr/>
          <p:nvPr/>
        </p:nvSpPr>
        <p:spPr>
          <a:xfrm>
            <a:off x="8062380" y="4279797"/>
            <a:ext cx="965836" cy="7112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IN" sz="2800" b="0" i="0" dirty="0">
                <a:solidFill>
                  <a:srgbClr val="002060"/>
                </a:solidFill>
                <a:latin typeface="+mj-lt"/>
                <a:ea typeface="Cambria Math" panose="02040503050406030204" pitchFamily="18" charset="0"/>
              </a:rPr>
              <a:t>and</a:t>
            </a:r>
            <a:endParaRPr lang="en-IN" sz="2800" dirty="0">
              <a:solidFill>
                <a:srgbClr val="FF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D7C92E67-2491-4680-B9D8-C5E82CBFDF7D}"/>
                  </a:ext>
                </a:extLst>
              </p:cNvPr>
              <p:cNvSpPr/>
              <p:nvPr/>
            </p:nvSpPr>
            <p:spPr>
              <a:xfrm>
                <a:off x="2080934" y="3461962"/>
                <a:ext cx="398812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     2  −1      0     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D7C92E67-2491-4680-B9D8-C5E82CBFDF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0934" y="3461962"/>
                <a:ext cx="3988120" cy="539851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4" name="Group 43">
            <a:extLst>
              <a:ext uri="{FF2B5EF4-FFF2-40B4-BE49-F238E27FC236}">
                <a16:creationId xmlns:a16="http://schemas.microsoft.com/office/drawing/2014/main" id="{6BAC3C3A-51B6-4189-A58E-BBABFF6A08A8}"/>
              </a:ext>
            </a:extLst>
          </p:cNvPr>
          <p:cNvGrpSpPr/>
          <p:nvPr/>
        </p:nvGrpSpPr>
        <p:grpSpPr>
          <a:xfrm>
            <a:off x="6965818" y="2961258"/>
            <a:ext cx="1438267" cy="3003209"/>
            <a:chOff x="6341099" y="2805688"/>
            <a:chExt cx="1438267" cy="300320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E74D48DA-67C0-4F8A-849D-ED96AB4A71D5}"/>
                    </a:ext>
                  </a:extLst>
                </p:cNvPr>
                <p:cNvSpPr/>
                <p:nvPr/>
              </p:nvSpPr>
              <p:spPr>
                <a:xfrm>
                  <a:off x="6341099" y="2805688"/>
                  <a:ext cx="1438267" cy="3003209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eqArr>
                              <m:eqArrPr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eqArrPr>
                              <m:e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30</m:t>
                                      </m:r>
                                    </m:e>
                                  </m:mr>
                                  <m:m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9</m:t>
                                      </m:r>
                                    </m:e>
                                  </m:mr>
                                  <m:mr>
                                    <m:e>
                                      <m:eqArr>
                                        <m:eqArrPr>
                                          <m:ctrlPr>
                                            <a:rPr lang="en-IN" sz="2800" b="0" i="1" smtClean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eqArrPr>
                                        <m:e/>
                                        <m:e/>
                                        <m:e/>
                                        <m:e/>
                                        <m:e/>
                                      </m:eqArr>
                                    </m:e>
                                  </m:mr>
                                </m:m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eqAr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E74D48DA-67C0-4F8A-849D-ED96AB4A71D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1099" y="2805688"/>
                  <a:ext cx="1438267" cy="3003209"/>
                </a:xfrm>
                <a:prstGeom prst="rect">
                  <a:avLst/>
                </a:prstGeom>
                <a:blipFill>
                  <a:blip r:embed="rId1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54C2F07F-3536-4C2B-93AF-69CE514EAE9C}"/>
                    </a:ext>
                  </a:extLst>
                </p:cNvPr>
                <p:cNvSpPr/>
                <p:nvPr/>
              </p:nvSpPr>
              <p:spPr>
                <a:xfrm>
                  <a:off x="6688027" y="2957003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9900"/>
                    </a:solidFill>
                  </a:endParaRPr>
                </a:p>
              </p:txBody>
            </p:sp>
          </mc:Choice>
          <mc:Fallback xmlns="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54C2F07F-3536-4C2B-93AF-69CE514EAE9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88027" y="2957003"/>
                  <a:ext cx="717113" cy="468000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BE9102DE-5625-4FFD-A1AA-2F4C0C9E33C1}"/>
                    </a:ext>
                  </a:extLst>
                </p:cNvPr>
                <p:cNvSpPr/>
                <p:nvPr/>
              </p:nvSpPr>
              <p:spPr>
                <a:xfrm>
                  <a:off x="6679155" y="346010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rgbClr val="0070C0"/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BE9102DE-5625-4FFD-A1AA-2F4C0C9E33C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79155" y="3460108"/>
                  <a:ext cx="717113" cy="468000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F5101BBC-0EDF-4769-A0DC-66460A4D8AEC}"/>
                    </a:ext>
                  </a:extLst>
                </p:cNvPr>
                <p:cNvSpPr/>
                <p:nvPr/>
              </p:nvSpPr>
              <p:spPr>
                <a:xfrm>
                  <a:off x="6679155" y="3984039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F5101BBC-0EDF-4769-A0DC-66460A4D8AE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79155" y="3984039"/>
                  <a:ext cx="717113" cy="468000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5E67BD9D-BA51-4AAB-975B-A39047ABEB1F}"/>
                    </a:ext>
                  </a:extLst>
                </p:cNvPr>
                <p:cNvSpPr/>
                <p:nvPr/>
              </p:nvSpPr>
              <p:spPr>
                <a:xfrm>
                  <a:off x="6660686" y="4544460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5E67BD9D-BA51-4AAB-975B-A39047ABEB1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60686" y="4544460"/>
                  <a:ext cx="717113" cy="468000"/>
                </a:xfrm>
                <a:prstGeom prst="rect">
                  <a:avLst/>
                </a:prstGeom>
                <a:blipFill>
                  <a:blip r:embed="rId1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841F811E-FD7E-4F42-833C-0317FA273D14}"/>
                    </a:ext>
                  </a:extLst>
                </p:cNvPr>
                <p:cNvSpPr/>
                <p:nvPr/>
              </p:nvSpPr>
              <p:spPr>
                <a:xfrm>
                  <a:off x="6679154" y="5086554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x</m:t>
                            </m:r>
                          </m:e>
                          <m:sub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lang="en-IN" sz="2800" dirty="0">
                    <a:solidFill>
                      <a:schemeClr val="accent5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841F811E-FD7E-4F42-833C-0317FA273D1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79154" y="5086554"/>
                  <a:ext cx="717113" cy="468000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17270320-4EB7-45F1-BE42-BCD4BB736519}"/>
              </a:ext>
            </a:extLst>
          </p:cNvPr>
          <p:cNvGrpSpPr/>
          <p:nvPr/>
        </p:nvGrpSpPr>
        <p:grpSpPr>
          <a:xfrm>
            <a:off x="9495033" y="3379444"/>
            <a:ext cx="1438267" cy="2384567"/>
            <a:chOff x="10448621" y="2834301"/>
            <a:chExt cx="1438267" cy="2384567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33B2D6CD-EE06-410B-A7AA-EAAC444BCDE6}"/>
                    </a:ext>
                  </a:extLst>
                </p:cNvPr>
                <p:cNvSpPr/>
                <p:nvPr/>
              </p:nvSpPr>
              <p:spPr>
                <a:xfrm>
                  <a:off x="10448621" y="2834301"/>
                  <a:ext cx="1438267" cy="2384567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eqArr>
                              <m:eqArrPr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eqArrPr>
                              <m:e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IN" sz="2800" b="0" i="1" smtClean="0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30</m:t>
                                      </m:r>
                                    </m:e>
                                  </m:mr>
                                  <m:m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9</m:t>
                                      </m:r>
                                    </m:e>
                                  </m:mr>
                                  <m:mr>
                                    <m:e>
                                      <m:eqArr>
                                        <m:eqArrPr>
                                          <m:ctrlPr>
                                            <a:rPr lang="en-IN" sz="2800" b="0" i="1" smtClean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eqArrPr>
                                        <m:e/>
                                        <m:e/>
                                        <m:e/>
                                      </m:eqArr>
                                    </m:e>
                                  </m:mr>
                                </m:m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eqAr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7030A0"/>
                    </a:solidFill>
                  </a:endParaRPr>
                </a:p>
              </p:txBody>
            </p:sp>
          </mc:Choice>
          <mc:Fallback xmlns="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33B2D6CD-EE06-410B-A7AA-EAAC444BCDE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448621" y="2834301"/>
                  <a:ext cx="1438267" cy="2384567"/>
                </a:xfrm>
                <a:prstGeom prst="rect">
                  <a:avLst/>
                </a:prstGeom>
                <a:blipFill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91FC9493-CD44-4791-A947-E9B71C63641A}"/>
                    </a:ext>
                  </a:extLst>
                </p:cNvPr>
                <p:cNvSpPr/>
                <p:nvPr/>
              </p:nvSpPr>
              <p:spPr>
                <a:xfrm>
                  <a:off x="10786660" y="3126466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91FC9493-CD44-4791-A947-E9B71C63641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786660" y="3126466"/>
                  <a:ext cx="717113" cy="468000"/>
                </a:xfrm>
                <a:prstGeom prst="rect">
                  <a:avLst/>
                </a:prstGeom>
                <a:blipFill>
                  <a:blip r:embed="rId2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B161F9CC-19BA-465F-B9BC-0CF8D06BFDC9}"/>
                    </a:ext>
                  </a:extLst>
                </p:cNvPr>
                <p:cNvSpPr/>
                <p:nvPr/>
              </p:nvSpPr>
              <p:spPr>
                <a:xfrm>
                  <a:off x="10779626" y="3590860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B161F9CC-19BA-465F-B9BC-0CF8D06BFDC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779626" y="3590860"/>
                  <a:ext cx="717113" cy="468000"/>
                </a:xfrm>
                <a:prstGeom prst="rect">
                  <a:avLst/>
                </a:prstGeom>
                <a:blipFill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E55E478A-F679-4228-8529-11AE98CD1917}"/>
                    </a:ext>
                  </a:extLst>
                </p:cNvPr>
                <p:cNvSpPr/>
                <p:nvPr/>
              </p:nvSpPr>
              <p:spPr>
                <a:xfrm>
                  <a:off x="10781403" y="405572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E55E478A-F679-4228-8529-11AE98CD191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781403" y="4055728"/>
                  <a:ext cx="717113" cy="468000"/>
                </a:xfrm>
                <a:prstGeom prst="rect">
                  <a:avLst/>
                </a:prstGeom>
                <a:blipFill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188D090F-8364-4388-A718-24654B630FF8}"/>
                    </a:ext>
                  </a:extLst>
                </p:cNvPr>
                <p:cNvSpPr/>
                <p:nvPr/>
              </p:nvSpPr>
              <p:spPr>
                <a:xfrm>
                  <a:off x="10781402" y="4492571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188D090F-8364-4388-A718-24654B630FF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781402" y="4492571"/>
                  <a:ext cx="717113" cy="468000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C0BC9912-76CB-4252-9C87-B7B14CD86F5A}"/>
                  </a:ext>
                </a:extLst>
              </p:cNvPr>
              <p:cNvSpPr/>
              <p:nvPr/>
            </p:nvSpPr>
            <p:spPr>
              <a:xfrm>
                <a:off x="2005068" y="4010957"/>
                <a:ext cx="398812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−1−1     2 −3     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C0BC9912-76CB-4252-9C87-B7B14CD86F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5068" y="4010957"/>
                <a:ext cx="3988120" cy="539851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543A0828-B10E-4172-868F-EDDDC7E70B62}"/>
                  </a:ext>
                </a:extLst>
              </p:cNvPr>
              <p:cNvSpPr/>
              <p:nvPr/>
            </p:nvSpPr>
            <p:spPr>
              <a:xfrm>
                <a:off x="2080200" y="4595717"/>
                <a:ext cx="398812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     1  −2      0−1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543A0828-B10E-4172-868F-EDDDC7E70B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0200" y="4595717"/>
                <a:ext cx="3988120" cy="539851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063EB0C6-2752-4310-B998-61A64019AA66}"/>
                  </a:ext>
                </a:extLst>
              </p:cNvPr>
              <p:cNvSpPr/>
              <p:nvPr/>
            </p:nvSpPr>
            <p:spPr>
              <a:xfrm>
                <a:off x="2075330" y="5177253"/>
                <a:ext cx="398812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0     0        1      1     1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063EB0C6-2752-4310-B998-61A64019AA6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75330" y="5177253"/>
                <a:ext cx="3988120" cy="539851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BED8CA0A-EEA3-A06A-DCA0-B5AC18403F24}"/>
              </a:ext>
            </a:extLst>
          </p:cNvPr>
          <p:cNvSpPr/>
          <p:nvPr/>
        </p:nvSpPr>
        <p:spPr>
          <a:xfrm>
            <a:off x="185165" y="877452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6A0DD5BE-20B2-3F2D-C501-4BE45129C298}"/>
              </a:ext>
            </a:extLst>
          </p:cNvPr>
          <p:cNvSpPr/>
          <p:nvPr/>
        </p:nvSpPr>
        <p:spPr>
          <a:xfrm>
            <a:off x="185165" y="2385655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</p:spTree>
    <p:extLst>
      <p:ext uri="{BB962C8B-B14F-4D97-AF65-F5344CB8AC3E}">
        <p14:creationId xmlns:p14="http://schemas.microsoft.com/office/powerpoint/2010/main" val="26556401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8" grpId="0"/>
      <p:bldP spid="19" grpId="0"/>
      <p:bldP spid="20" grpId="0"/>
      <p:bldP spid="34" grpId="0"/>
      <p:bldP spid="46" grpId="0"/>
      <p:bldP spid="47" grpId="0"/>
      <p:bldP spid="48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AE752419-D63E-47A4-854B-109E2F73B33B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Method:5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Example:8(Continue)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AE752419-D63E-47A4-854B-109E2F73B33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64D6DD59-F8DF-417A-842C-8F27CDAB6B77}"/>
              </a:ext>
            </a:extLst>
          </p:cNvPr>
          <p:cNvSpPr/>
          <p:nvPr/>
        </p:nvSpPr>
        <p:spPr>
          <a:xfrm>
            <a:off x="986498" y="705374"/>
            <a:ext cx="4646384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Consider the Augmented matrix</a:t>
            </a:r>
            <a:endParaRPr lang="en-IN" sz="2800" b="1" dirty="0">
              <a:solidFill>
                <a:srgbClr val="002060"/>
              </a:solidFill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C8679E22-C3CF-42DC-84F8-0731BD1B2739}"/>
              </a:ext>
            </a:extLst>
          </p:cNvPr>
          <p:cNvGrpSpPr/>
          <p:nvPr/>
        </p:nvGrpSpPr>
        <p:grpSpPr>
          <a:xfrm>
            <a:off x="915326" y="2126697"/>
            <a:ext cx="1905909" cy="471208"/>
            <a:chOff x="2027654" y="5357172"/>
            <a:chExt cx="1905909" cy="47120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FC4C664F-BF0D-4A3B-8C2D-9137FF89362D}"/>
                    </a:ext>
                  </a:extLst>
                </p:cNvPr>
                <p:cNvSpPr/>
                <p:nvPr/>
              </p:nvSpPr>
              <p:spPr>
                <a:xfrm>
                  <a:off x="2027654" y="5357172"/>
                  <a:ext cx="14592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sz="2800" b="0" i="1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 b="0" i="0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FC4C664F-BF0D-4A3B-8C2D-9137FF89362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27654" y="5357172"/>
                  <a:ext cx="1459235" cy="468000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B5D52D45-4879-430F-84D9-B481A1D6E23B}"/>
                    </a:ext>
                  </a:extLst>
                </p:cNvPr>
                <p:cNvSpPr/>
                <p:nvPr/>
              </p:nvSpPr>
              <p:spPr>
                <a:xfrm>
                  <a:off x="3216450" y="5360380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B5D52D45-4879-430F-84D9-B481A1D6E23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6450" y="5360380"/>
                  <a:ext cx="717113" cy="468000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0" name="Right Arrow 3">
            <a:extLst>
              <a:ext uri="{FF2B5EF4-FFF2-40B4-BE49-F238E27FC236}">
                <a16:creationId xmlns:a16="http://schemas.microsoft.com/office/drawing/2014/main" id="{60A7944D-0D2A-475B-82CB-BE43CB247E1B}"/>
              </a:ext>
            </a:extLst>
          </p:cNvPr>
          <p:cNvSpPr/>
          <p:nvPr/>
        </p:nvSpPr>
        <p:spPr>
          <a:xfrm flipV="1">
            <a:off x="271550" y="742199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C75493E-435E-4AC2-A6E9-D025C36257B1}"/>
              </a:ext>
            </a:extLst>
          </p:cNvPr>
          <p:cNvGrpSpPr/>
          <p:nvPr/>
        </p:nvGrpSpPr>
        <p:grpSpPr>
          <a:xfrm>
            <a:off x="1556656" y="956757"/>
            <a:ext cx="6559193" cy="3003209"/>
            <a:chOff x="1556656" y="1106885"/>
            <a:chExt cx="6559193" cy="300320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B8E47A6A-26B9-4151-902E-E41CE7BFD7A6}"/>
                    </a:ext>
                  </a:extLst>
                </p:cNvPr>
                <p:cNvSpPr/>
                <p:nvPr/>
              </p:nvSpPr>
              <p:spPr>
                <a:xfrm>
                  <a:off x="1556656" y="1106885"/>
                  <a:ext cx="6559193" cy="3003209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</a:t>
                  </a:r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B8E47A6A-26B9-4151-902E-E41CE7BFD7A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556656" y="1106885"/>
                  <a:ext cx="6559193" cy="3003209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745601C6-AAAE-4A09-8797-41837F5847DE}"/>
                </a:ext>
              </a:extLst>
            </p:cNvPr>
            <p:cNvCxnSpPr/>
            <p:nvPr/>
          </p:nvCxnSpPr>
          <p:spPr>
            <a:xfrm>
              <a:off x="6322955" y="1566898"/>
              <a:ext cx="0" cy="216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B0E62C0F-665F-41E0-967E-649ECA503FE8}"/>
                    </a:ext>
                  </a:extLst>
                </p:cNvPr>
                <p:cNvSpPr/>
                <p:nvPr/>
              </p:nvSpPr>
              <p:spPr>
                <a:xfrm>
                  <a:off x="2675131" y="1513143"/>
                  <a:ext cx="3988120" cy="53985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2 </m:t>
                        </m:r>
                        <m:r>
                          <a:rPr lang="en-GB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</m:t>
                        </m:r>
                        <m:r>
                          <a:rPr lang="en-GB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  −1      0    </m:t>
                        </m:r>
                        <m:r>
                          <a:rPr lang="en-GB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B0E62C0F-665F-41E0-967E-649ECA503FE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75131" y="1513143"/>
                  <a:ext cx="3988120" cy="539851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A1998F9B-29F9-4BBB-AF92-E10C7A25F013}"/>
                    </a:ext>
                  </a:extLst>
                </p:cNvPr>
                <p:cNvSpPr/>
                <p:nvPr/>
              </p:nvSpPr>
              <p:spPr>
                <a:xfrm>
                  <a:off x="2548465" y="2062138"/>
                  <a:ext cx="3988120" cy="53985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  <m:r>
                          <a:rPr lang="en-GB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−1  </m:t>
                        </m:r>
                        <m:r>
                          <a:rPr lang="en-GB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GB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2 −3     </m:t>
                        </m:r>
                        <m:r>
                          <a:rPr lang="en-GB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A1998F9B-29F9-4BBB-AF92-E10C7A25F01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48465" y="2062138"/>
                  <a:ext cx="3988120" cy="539851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8" name="Rectangle 57">
                  <a:extLst>
                    <a:ext uri="{FF2B5EF4-FFF2-40B4-BE49-F238E27FC236}">
                      <a16:creationId xmlns:a16="http://schemas.microsoft.com/office/drawing/2014/main" id="{299599D9-B6D2-43D7-9073-D8EC839D5BCC}"/>
                    </a:ext>
                  </a:extLst>
                </p:cNvPr>
                <p:cNvSpPr/>
                <p:nvPr/>
              </p:nvSpPr>
              <p:spPr>
                <a:xfrm>
                  <a:off x="2653960" y="2673230"/>
                  <a:ext cx="3988120" cy="53985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</m:t>
                        </m:r>
                        <m:r>
                          <a:rPr lang="en-GB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1  −2      0</m:t>
                        </m:r>
                        <m:r>
                          <a:rPr lang="en-GB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58" name="Rectangle 57">
                  <a:extLst>
                    <a:ext uri="{FF2B5EF4-FFF2-40B4-BE49-F238E27FC236}">
                      <a16:creationId xmlns:a16="http://schemas.microsoft.com/office/drawing/2014/main" id="{299599D9-B6D2-43D7-9073-D8EC839D5BC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53960" y="2673230"/>
                  <a:ext cx="3988120" cy="539851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FBA5BBCA-1BE2-48C2-A136-5A1B12E6A4AC}"/>
                    </a:ext>
                  </a:extLst>
                </p:cNvPr>
                <p:cNvSpPr/>
                <p:nvPr/>
              </p:nvSpPr>
              <p:spPr>
                <a:xfrm>
                  <a:off x="2635657" y="3228434"/>
                  <a:ext cx="3988120" cy="53985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</m:t>
                        </m:r>
                        <m:r>
                          <a:rPr lang="en-GB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0  </m:t>
                        </m:r>
                        <m:r>
                          <a:rPr lang="en-IN" sz="2800" b="0" i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1     </m:t>
                        </m:r>
                        <m:r>
                          <a:rPr lang="en-GB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1    </m:t>
                        </m:r>
                        <m:r>
                          <a:rPr lang="en-GB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FBA5BBCA-1BE2-48C2-A136-5A1B12E6A4A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35657" y="3228434"/>
                  <a:ext cx="3988120" cy="539851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CE5542D6-863D-4471-BB61-82FC2CF1E273}"/>
                </a:ext>
              </a:extLst>
            </p:cNvPr>
            <p:cNvGrpSpPr/>
            <p:nvPr/>
          </p:nvGrpSpPr>
          <p:grpSpPr>
            <a:xfrm>
              <a:off x="6250546" y="1507202"/>
              <a:ext cx="722667" cy="2187249"/>
              <a:chOff x="9675341" y="3687418"/>
              <a:chExt cx="722667" cy="2187249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" name="Rectangle 61">
                    <a:extLst>
                      <a:ext uri="{FF2B5EF4-FFF2-40B4-BE49-F238E27FC236}">
                        <a16:creationId xmlns:a16="http://schemas.microsoft.com/office/drawing/2014/main" id="{12D8F82C-127D-41FC-8038-644AD4FE0A92}"/>
                      </a:ext>
                    </a:extLst>
                  </p:cNvPr>
                  <p:cNvSpPr/>
                  <p:nvPr/>
                </p:nvSpPr>
                <p:spPr>
                  <a:xfrm>
                    <a:off x="9675341" y="3687418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2" name="Rectangle 61">
                    <a:extLst>
                      <a:ext uri="{FF2B5EF4-FFF2-40B4-BE49-F238E27FC236}">
                        <a16:creationId xmlns:a16="http://schemas.microsoft.com/office/drawing/2014/main" id="{12D8F82C-127D-41FC-8038-644AD4FE0A9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675341" y="3687418"/>
                    <a:ext cx="717113" cy="468000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" name="Rectangle 62">
                    <a:extLst>
                      <a:ext uri="{FF2B5EF4-FFF2-40B4-BE49-F238E27FC236}">
                        <a16:creationId xmlns:a16="http://schemas.microsoft.com/office/drawing/2014/main" id="{CEA36882-2FD0-4B76-B3D9-2E76BB1929F2}"/>
                      </a:ext>
                    </a:extLst>
                  </p:cNvPr>
                  <p:cNvSpPr/>
                  <p:nvPr/>
                </p:nvSpPr>
                <p:spPr>
                  <a:xfrm>
                    <a:off x="9675342" y="4244766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3" name="Rectangle 62">
                    <a:extLst>
                      <a:ext uri="{FF2B5EF4-FFF2-40B4-BE49-F238E27FC236}">
                        <a16:creationId xmlns:a16="http://schemas.microsoft.com/office/drawing/2014/main" id="{CEA36882-2FD0-4B76-B3D9-2E76BB1929F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675342" y="4244766"/>
                    <a:ext cx="717113" cy="468000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" name="Rectangle 63">
                    <a:extLst>
                      <a:ext uri="{FF2B5EF4-FFF2-40B4-BE49-F238E27FC236}">
                        <a16:creationId xmlns:a16="http://schemas.microsoft.com/office/drawing/2014/main" id="{CFE99349-12C2-40B9-AEA4-E5DFF4E13C87}"/>
                      </a:ext>
                    </a:extLst>
                  </p:cNvPr>
                  <p:cNvSpPr/>
                  <p:nvPr/>
                </p:nvSpPr>
                <p:spPr>
                  <a:xfrm>
                    <a:off x="9675341" y="4832583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4" name="Rectangle 63">
                    <a:extLst>
                      <a:ext uri="{FF2B5EF4-FFF2-40B4-BE49-F238E27FC236}">
                        <a16:creationId xmlns:a16="http://schemas.microsoft.com/office/drawing/2014/main" id="{CFE99349-12C2-40B9-AEA4-E5DFF4E13C87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675341" y="4832583"/>
                    <a:ext cx="717113" cy="468000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5" name="Rectangle 64">
                    <a:extLst>
                      <a:ext uri="{FF2B5EF4-FFF2-40B4-BE49-F238E27FC236}">
                        <a16:creationId xmlns:a16="http://schemas.microsoft.com/office/drawing/2014/main" id="{8A4D8E8C-9D7C-42B1-82D8-1ECE88C68FDA}"/>
                      </a:ext>
                    </a:extLst>
                  </p:cNvPr>
                  <p:cNvSpPr/>
                  <p:nvPr/>
                </p:nvSpPr>
                <p:spPr>
                  <a:xfrm>
                    <a:off x="9680895" y="5406667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5" name="Rectangle 64">
                    <a:extLst>
                      <a:ext uri="{FF2B5EF4-FFF2-40B4-BE49-F238E27FC236}">
                        <a16:creationId xmlns:a16="http://schemas.microsoft.com/office/drawing/2014/main" id="{8A4D8E8C-9D7C-42B1-82D8-1ECE88C68FD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680895" y="5406667"/>
                    <a:ext cx="717113" cy="468000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57BD66DF-8B0F-4E1C-B8B7-781599582664}"/>
              </a:ext>
            </a:extLst>
          </p:cNvPr>
          <p:cNvGrpSpPr/>
          <p:nvPr/>
        </p:nvGrpSpPr>
        <p:grpSpPr>
          <a:xfrm>
            <a:off x="1556655" y="3854791"/>
            <a:ext cx="6559193" cy="3003209"/>
            <a:chOff x="1561513" y="3555312"/>
            <a:chExt cx="6559193" cy="300320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id="{9D38013F-B017-4502-A1A4-071B8E4015E7}"/>
                    </a:ext>
                  </a:extLst>
                </p:cNvPr>
                <p:cNvSpPr/>
                <p:nvPr/>
              </p:nvSpPr>
              <p:spPr>
                <a:xfrm>
                  <a:off x="2003211" y="4701315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id="{9D38013F-B017-4502-A1A4-071B8E4015E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03211" y="4701315"/>
                  <a:ext cx="856661" cy="711201"/>
                </a:xfrm>
                <a:prstGeom prst="rect">
                  <a:avLst/>
                </a:prstGeom>
                <a:blipFill>
                  <a:blip r:embed="rId1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07A57A40-5D5E-4173-A7EB-B617B8168CD5}"/>
                    </a:ext>
                  </a:extLst>
                </p:cNvPr>
                <p:cNvSpPr/>
                <p:nvPr/>
              </p:nvSpPr>
              <p:spPr>
                <a:xfrm>
                  <a:off x="1561513" y="3555312"/>
                  <a:ext cx="6559193" cy="3003209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</a:t>
                  </a:r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07A57A40-5D5E-4173-A7EB-B617B8168CD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561513" y="3555312"/>
                  <a:ext cx="6559193" cy="3003209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241975EA-E9CA-4B1F-91A6-6D3A9731B859}"/>
                </a:ext>
              </a:extLst>
            </p:cNvPr>
            <p:cNvCxnSpPr/>
            <p:nvPr/>
          </p:nvCxnSpPr>
          <p:spPr>
            <a:xfrm>
              <a:off x="6150005" y="4015325"/>
              <a:ext cx="0" cy="216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" name="Rectangle 72">
                  <a:extLst>
                    <a:ext uri="{FF2B5EF4-FFF2-40B4-BE49-F238E27FC236}">
                      <a16:creationId xmlns:a16="http://schemas.microsoft.com/office/drawing/2014/main" id="{DC62D7CC-690D-4D4E-9B1F-91A44094871D}"/>
                    </a:ext>
                  </a:extLst>
                </p:cNvPr>
                <p:cNvSpPr/>
                <p:nvPr/>
              </p:nvSpPr>
              <p:spPr>
                <a:xfrm>
                  <a:off x="2464393" y="3961570"/>
                  <a:ext cx="3988120" cy="53985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1      1       0      0      1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73" name="Rectangle 72">
                  <a:extLst>
                    <a:ext uri="{FF2B5EF4-FFF2-40B4-BE49-F238E27FC236}">
                      <a16:creationId xmlns:a16="http://schemas.microsoft.com/office/drawing/2014/main" id="{DC62D7CC-690D-4D4E-9B1F-91A44094871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64393" y="3961570"/>
                  <a:ext cx="3988120" cy="539851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2C91C7FA-0DA9-46AB-AD61-57EB4E8744E7}"/>
                </a:ext>
              </a:extLst>
            </p:cNvPr>
            <p:cNvGrpSpPr/>
            <p:nvPr/>
          </p:nvGrpSpPr>
          <p:grpSpPr>
            <a:xfrm>
              <a:off x="6166630" y="3953860"/>
              <a:ext cx="726022" cy="2293158"/>
              <a:chOff x="9586568" y="3685649"/>
              <a:chExt cx="726022" cy="2293158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DF55CE4E-995B-49B7-8B7F-4EEE4844F5AE}"/>
                      </a:ext>
                    </a:extLst>
                  </p:cNvPr>
                  <p:cNvSpPr/>
                  <p:nvPr/>
                </p:nvSpPr>
                <p:spPr>
                  <a:xfrm>
                    <a:off x="9595477" y="3685649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DF55CE4E-995B-49B7-8B7F-4EEE4844F5A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595477" y="3685649"/>
                    <a:ext cx="717113" cy="468000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id="{6E447CCB-539F-4DDE-8AF4-B34A8FDF03D5}"/>
                      </a:ext>
                    </a:extLst>
                  </p:cNvPr>
                  <p:cNvSpPr/>
                  <p:nvPr/>
                </p:nvSpPr>
                <p:spPr>
                  <a:xfrm>
                    <a:off x="9586568" y="4294430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9" name="Rectangle 78">
                    <a:extLst>
                      <a:ext uri="{FF2B5EF4-FFF2-40B4-BE49-F238E27FC236}">
                        <a16:creationId xmlns:a16="http://schemas.microsoft.com/office/drawing/2014/main" id="{6E447CCB-539F-4DDE-8AF4-B34A8FDF03D5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586568" y="4294430"/>
                    <a:ext cx="717113" cy="468000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" name="Rectangle 79">
                    <a:extLst>
                      <a:ext uri="{FF2B5EF4-FFF2-40B4-BE49-F238E27FC236}">
                        <a16:creationId xmlns:a16="http://schemas.microsoft.com/office/drawing/2014/main" id="{284522E5-FA22-4E2A-A89F-5D282B7F0572}"/>
                      </a:ext>
                    </a:extLst>
                  </p:cNvPr>
                  <p:cNvSpPr/>
                  <p:nvPr/>
                </p:nvSpPr>
                <p:spPr>
                  <a:xfrm>
                    <a:off x="9590725" y="4907091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0" name="Rectangle 79">
                    <a:extLst>
                      <a:ext uri="{FF2B5EF4-FFF2-40B4-BE49-F238E27FC236}">
                        <a16:creationId xmlns:a16="http://schemas.microsoft.com/office/drawing/2014/main" id="{284522E5-FA22-4E2A-A89F-5D282B7F057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590725" y="4907091"/>
                    <a:ext cx="717113" cy="468000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1" name="Rectangle 80">
                    <a:extLst>
                      <a:ext uri="{FF2B5EF4-FFF2-40B4-BE49-F238E27FC236}">
                        <a16:creationId xmlns:a16="http://schemas.microsoft.com/office/drawing/2014/main" id="{FCC41568-3C34-4CC8-B25E-5EF41895068B}"/>
                      </a:ext>
                    </a:extLst>
                  </p:cNvPr>
                  <p:cNvSpPr/>
                  <p:nvPr/>
                </p:nvSpPr>
                <p:spPr>
                  <a:xfrm>
                    <a:off x="9590725" y="5510807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1" name="Rectangle 80">
                    <a:extLst>
                      <a:ext uri="{FF2B5EF4-FFF2-40B4-BE49-F238E27FC236}">
                        <a16:creationId xmlns:a16="http://schemas.microsoft.com/office/drawing/2014/main" id="{FCC41568-3C34-4CC8-B25E-5EF41895068B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590725" y="5510807"/>
                    <a:ext cx="717113" cy="468000"/>
                  </a:xfrm>
                  <a:prstGeom prst="rect">
                    <a:avLst/>
                  </a:prstGeom>
                  <a:blipFill>
                    <a:blip r:embed="rId2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" name="Rectangle 81">
                  <a:extLst>
                    <a:ext uri="{FF2B5EF4-FFF2-40B4-BE49-F238E27FC236}">
                      <a16:creationId xmlns:a16="http://schemas.microsoft.com/office/drawing/2014/main" id="{B4546D16-E47F-4DD0-A5D6-81065E337D08}"/>
                    </a:ext>
                  </a:extLst>
                </p:cNvPr>
                <p:cNvSpPr/>
                <p:nvPr/>
              </p:nvSpPr>
              <p:spPr>
                <a:xfrm>
                  <a:off x="2484858" y="4567933"/>
                  <a:ext cx="3988120" cy="53985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0      0       1      0      1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2" name="Rectangle 81">
                  <a:extLst>
                    <a:ext uri="{FF2B5EF4-FFF2-40B4-BE49-F238E27FC236}">
                      <a16:creationId xmlns:a16="http://schemas.microsoft.com/office/drawing/2014/main" id="{B4546D16-E47F-4DD0-A5D6-81065E337D0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84858" y="4567933"/>
                  <a:ext cx="3988120" cy="539851"/>
                </a:xfrm>
                <a:prstGeom prst="rect">
                  <a:avLst/>
                </a:prstGeom>
                <a:blipFill>
                  <a:blip r:embed="rId2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" name="Rectangle 82">
                  <a:extLst>
                    <a:ext uri="{FF2B5EF4-FFF2-40B4-BE49-F238E27FC236}">
                      <a16:creationId xmlns:a16="http://schemas.microsoft.com/office/drawing/2014/main" id="{964537E9-2101-4C5F-A567-4936D8CF1C08}"/>
                    </a:ext>
                  </a:extLst>
                </p:cNvPr>
                <p:cNvSpPr/>
                <p:nvPr/>
              </p:nvSpPr>
              <p:spPr>
                <a:xfrm>
                  <a:off x="2505323" y="5174296"/>
                  <a:ext cx="3988120" cy="53985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0      0       0      1      0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3" name="Rectangle 82">
                  <a:extLst>
                    <a:ext uri="{FF2B5EF4-FFF2-40B4-BE49-F238E27FC236}">
                      <a16:creationId xmlns:a16="http://schemas.microsoft.com/office/drawing/2014/main" id="{964537E9-2101-4C5F-A567-4936D8CF1C0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05323" y="5174296"/>
                  <a:ext cx="3988120" cy="539851"/>
                </a:xfrm>
                <a:prstGeom prst="rect">
                  <a:avLst/>
                </a:prstGeom>
                <a:blipFill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" name="Rectangle 83">
                  <a:extLst>
                    <a:ext uri="{FF2B5EF4-FFF2-40B4-BE49-F238E27FC236}">
                      <a16:creationId xmlns:a16="http://schemas.microsoft.com/office/drawing/2014/main" id="{24B032B3-DE7D-4193-8F6A-116635AAC3E2}"/>
                    </a:ext>
                  </a:extLst>
                </p:cNvPr>
                <p:cNvSpPr/>
                <p:nvPr/>
              </p:nvSpPr>
              <p:spPr>
                <a:xfrm>
                  <a:off x="2525788" y="5780659"/>
                  <a:ext cx="3988120" cy="53985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0      0       0      0      0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4" name="Rectangle 83">
                  <a:extLst>
                    <a:ext uri="{FF2B5EF4-FFF2-40B4-BE49-F238E27FC236}">
                      <a16:creationId xmlns:a16="http://schemas.microsoft.com/office/drawing/2014/main" id="{24B032B3-DE7D-4193-8F6A-116635AAC3E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25788" y="5780659"/>
                  <a:ext cx="3988120" cy="539851"/>
                </a:xfrm>
                <a:prstGeom prst="rect">
                  <a:avLst/>
                </a:prstGeom>
                <a:blipFill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97EB7AEB-5F20-503F-CA06-E726F5295E53}"/>
                  </a:ext>
                </a:extLst>
              </p:cNvPr>
              <p:cNvSpPr/>
              <p:nvPr/>
            </p:nvSpPr>
            <p:spPr>
              <a:xfrm>
                <a:off x="1027442" y="3649980"/>
                <a:ext cx="634940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Reduced row - echelon form of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d>
                          <m:dPr>
                            <m:begChr m:val=""/>
                            <m:endChr m:val="|"/>
                            <m:ctrlPr>
                              <a:rPr lang="en-IN" sz="2800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IN" sz="280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 </a:t>
                </a:r>
                <a:r>
                  <a:rPr lang="en-IN" sz="2800" dirty="0">
                    <a:solidFill>
                      <a:srgbClr val="002060"/>
                    </a:solidFill>
                  </a:rPr>
                  <a:t>is</a:t>
                </a:r>
                <a:r>
                  <a:rPr lang="en-IN" sz="2800" b="1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97EB7AEB-5F20-503F-CA06-E726F5295E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7442" y="3649980"/>
                <a:ext cx="6349403" cy="468000"/>
              </a:xfrm>
              <a:prstGeom prst="rect">
                <a:avLst/>
              </a:prstGeom>
              <a:blipFill>
                <a:blip r:embed="rId25"/>
                <a:stretch>
                  <a:fillRect l="-2017" t="-14286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831799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0" grpId="0" animBg="1"/>
      <p:bldP spid="14" grpId="0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5B7E0F32-ACB5-4544-8CCE-7344EA30244F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Method:5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Example:8(Continue)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5B7E0F32-ACB5-4544-8CCE-7344EA30244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DC69932C-444A-49D0-8B59-C0F1391C6D45}"/>
                  </a:ext>
                </a:extLst>
              </p:cNvPr>
              <p:cNvSpPr/>
              <p:nvPr/>
            </p:nvSpPr>
            <p:spPr>
              <a:xfrm>
                <a:off x="168412" y="2053369"/>
                <a:ext cx="856661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</m:oMath>
                  </m:oMathPara>
                </a14:m>
                <a:endParaRPr lang="en-IN" sz="3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DC69932C-444A-49D0-8B59-C0F1391C6D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412" y="2053369"/>
                <a:ext cx="856661" cy="71120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4C1DCB2E-F8C8-4940-A064-D671E577B54B}"/>
                  </a:ext>
                </a:extLst>
              </p:cNvPr>
              <p:cNvSpPr/>
              <p:nvPr/>
            </p:nvSpPr>
            <p:spPr>
              <a:xfrm>
                <a:off x="-328247" y="842592"/>
                <a:ext cx="6559193" cy="300320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</m:m>
                        <m:r>
                          <a:rPr lang="en-IN" sz="2800" b="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4C1DCB2E-F8C8-4940-A064-D671E577B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28247" y="842592"/>
                <a:ext cx="6559193" cy="3003209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85850231-6EE5-4032-99EE-599778449C7A}"/>
              </a:ext>
            </a:extLst>
          </p:cNvPr>
          <p:cNvCxnSpPr/>
          <p:nvPr/>
        </p:nvCxnSpPr>
        <p:spPr>
          <a:xfrm>
            <a:off x="4286749" y="1329109"/>
            <a:ext cx="0" cy="2160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4E26DCF5-9586-4570-9A44-3DEA98B14078}"/>
                  </a:ext>
                </a:extLst>
              </p:cNvPr>
              <p:cNvSpPr/>
              <p:nvPr/>
            </p:nvSpPr>
            <p:spPr>
              <a:xfrm>
                <a:off x="574633" y="1248850"/>
                <a:ext cx="398812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1      1       0      0      1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4E26DCF5-9586-4570-9A44-3DEA98B1407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633" y="1248850"/>
                <a:ext cx="3988120" cy="53985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9" name="Group 18">
            <a:extLst>
              <a:ext uri="{FF2B5EF4-FFF2-40B4-BE49-F238E27FC236}">
                <a16:creationId xmlns:a16="http://schemas.microsoft.com/office/drawing/2014/main" id="{A85B6C8D-096F-49E4-8014-A1EA836BC73C}"/>
              </a:ext>
            </a:extLst>
          </p:cNvPr>
          <p:cNvGrpSpPr/>
          <p:nvPr/>
        </p:nvGrpSpPr>
        <p:grpSpPr>
          <a:xfrm>
            <a:off x="4271630" y="1276700"/>
            <a:ext cx="731262" cy="2259239"/>
            <a:chOff x="9581328" y="3721209"/>
            <a:chExt cx="731262" cy="225923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0FF40039-BDD2-45F5-8B78-CF97C4BA71D6}"/>
                    </a:ext>
                  </a:extLst>
                </p:cNvPr>
                <p:cNvSpPr/>
                <p:nvPr/>
              </p:nvSpPr>
              <p:spPr>
                <a:xfrm>
                  <a:off x="9595477" y="3721209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0FF40039-BDD2-45F5-8B78-CF97C4BA71D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595477" y="3721209"/>
                  <a:ext cx="717113" cy="468000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5CDFA416-3DCF-4FFA-B3C5-DDF11703020F}"/>
                    </a:ext>
                  </a:extLst>
                </p:cNvPr>
                <p:cNvSpPr/>
                <p:nvPr/>
              </p:nvSpPr>
              <p:spPr>
                <a:xfrm>
                  <a:off x="9586400" y="4321296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5CDFA416-3DCF-4FFA-B3C5-DDF11703020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586400" y="4321296"/>
                  <a:ext cx="717113" cy="468000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F1426931-26C8-4C52-8176-2EF8DA210F8A}"/>
                    </a:ext>
                  </a:extLst>
                </p:cNvPr>
                <p:cNvSpPr/>
                <p:nvPr/>
              </p:nvSpPr>
              <p:spPr>
                <a:xfrm>
                  <a:off x="9581328" y="4922676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F1426931-26C8-4C52-8176-2EF8DA210F8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581328" y="4922676"/>
                  <a:ext cx="717113" cy="468000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5C2BFB50-DC22-42A8-95A7-57FF109C180A}"/>
                    </a:ext>
                  </a:extLst>
                </p:cNvPr>
                <p:cNvSpPr/>
                <p:nvPr/>
              </p:nvSpPr>
              <p:spPr>
                <a:xfrm>
                  <a:off x="9581328" y="551244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5C2BFB50-DC22-42A8-95A7-57FF109C180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581328" y="5512448"/>
                  <a:ext cx="717113" cy="468000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21B6103-0F3F-40DE-B762-4AC6D2775F64}"/>
                  </a:ext>
                </a:extLst>
              </p:cNvPr>
              <p:cNvSpPr/>
              <p:nvPr/>
            </p:nvSpPr>
            <p:spPr>
              <a:xfrm>
                <a:off x="595098" y="1855213"/>
                <a:ext cx="398812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0      0       1      0      1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21B6103-0F3F-40DE-B762-4AC6D2775F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098" y="1855213"/>
                <a:ext cx="3988120" cy="539851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95BC7D3-7FBF-4916-B502-3821045E239E}"/>
                  </a:ext>
                </a:extLst>
              </p:cNvPr>
              <p:cNvSpPr/>
              <p:nvPr/>
            </p:nvSpPr>
            <p:spPr>
              <a:xfrm>
                <a:off x="602311" y="2461576"/>
                <a:ext cx="398812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0      0       0      1      0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95BC7D3-7FBF-4916-B502-3821045E239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311" y="2461576"/>
                <a:ext cx="3988120" cy="539851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C7A54E23-0A0A-45B0-B446-6B74C27A1F17}"/>
                  </a:ext>
                </a:extLst>
              </p:cNvPr>
              <p:cNvSpPr/>
              <p:nvPr/>
            </p:nvSpPr>
            <p:spPr>
              <a:xfrm>
                <a:off x="609524" y="3067939"/>
                <a:ext cx="398812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0      0       0      0      0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C7A54E23-0A0A-45B0-B446-6B74C27A1F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524" y="3067939"/>
                <a:ext cx="3988120" cy="539851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19BF3CC7-2D45-44B2-89C6-5FDA70284A11}"/>
                  </a:ext>
                </a:extLst>
              </p:cNvPr>
              <p:cNvSpPr/>
              <p:nvPr/>
            </p:nvSpPr>
            <p:spPr>
              <a:xfrm>
                <a:off x="970112" y="676211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19BF3CC7-2D45-44B2-89C6-5FDA70284A1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0112" y="676211"/>
                <a:ext cx="484303" cy="492922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D9B9F3B6-1301-4D19-883C-64ABFA8725D4}"/>
                  </a:ext>
                </a:extLst>
              </p:cNvPr>
              <p:cNvSpPr/>
              <p:nvPr/>
            </p:nvSpPr>
            <p:spPr>
              <a:xfrm>
                <a:off x="1592673" y="686731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D9B9F3B6-1301-4D19-883C-64ABFA8725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2673" y="686731"/>
                <a:ext cx="484303" cy="492922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F624BB21-8D34-46B4-BBC6-E48D9DCACAA5}"/>
                  </a:ext>
                </a:extLst>
              </p:cNvPr>
              <p:cNvSpPr/>
              <p:nvPr/>
            </p:nvSpPr>
            <p:spPr>
              <a:xfrm>
                <a:off x="2367471" y="689416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F624BB21-8D34-46B4-BBC6-E48D9DCACA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67471" y="689416"/>
                <a:ext cx="484303" cy="49292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7B483D26-170F-4AB3-9A23-EFE3A5593920}"/>
                  </a:ext>
                </a:extLst>
              </p:cNvPr>
              <p:cNvSpPr/>
              <p:nvPr/>
            </p:nvSpPr>
            <p:spPr>
              <a:xfrm>
                <a:off x="3038832" y="689416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7B483D26-170F-4AB3-9A23-EFE3A559392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38832" y="689416"/>
                <a:ext cx="484303" cy="49292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FF7B59C0-5AEC-4EFB-BF8F-F695BC71832B}"/>
                  </a:ext>
                </a:extLst>
              </p:cNvPr>
              <p:cNvSpPr/>
              <p:nvPr/>
            </p:nvSpPr>
            <p:spPr>
              <a:xfrm>
                <a:off x="3737199" y="689416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FF7B59C0-5AEC-4EFB-BF8F-F695BC7183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37199" y="689416"/>
                <a:ext cx="484303" cy="492922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02CBBA52-B3C9-4126-ACB1-D26A54AC8943}"/>
                  </a:ext>
                </a:extLst>
              </p:cNvPr>
              <p:cNvSpPr/>
              <p:nvPr/>
            </p:nvSpPr>
            <p:spPr>
              <a:xfrm>
                <a:off x="800690" y="4294072"/>
                <a:ext cx="1412785" cy="5870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02CBBA52-B3C9-4126-ACB1-D26A54AC89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0690" y="4294072"/>
                <a:ext cx="1412785" cy="58702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30F553EB-AC74-4D74-B29B-356062EE5566}"/>
                  </a:ext>
                </a:extLst>
              </p:cNvPr>
              <p:cNvSpPr txBox="1"/>
              <p:nvPr/>
            </p:nvSpPr>
            <p:spPr>
              <a:xfrm>
                <a:off x="239971" y="5537652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30F553EB-AC74-4D74-B29B-356062EE55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971" y="5537652"/>
                <a:ext cx="669323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895C71CA-5156-480F-8B93-3F0FFDACA1AC}"/>
                  </a:ext>
                </a:extLst>
              </p:cNvPr>
              <p:cNvSpPr/>
              <p:nvPr/>
            </p:nvSpPr>
            <p:spPr>
              <a:xfrm>
                <a:off x="126641" y="3747057"/>
                <a:ext cx="214879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Let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895C71CA-5156-480F-8B93-3F0FFDACA1A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641" y="3747057"/>
                <a:ext cx="2148794" cy="468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3CCC859B-CDD8-4B59-98BE-30DACD92BEB9}"/>
                  </a:ext>
                </a:extLst>
              </p:cNvPr>
              <p:cNvSpPr/>
              <p:nvPr/>
            </p:nvSpPr>
            <p:spPr>
              <a:xfrm>
                <a:off x="2802498" y="3733172"/>
                <a:ext cx="2271401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; </m:t>
                      </m:r>
                      <m: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&amp;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∈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ℝ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3CCC859B-CDD8-4B59-98BE-30DACD92BE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2498" y="3733172"/>
                <a:ext cx="2271401" cy="468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993DD2F6-D845-423C-8CA8-7CBF9D40CF1A}"/>
                  </a:ext>
                </a:extLst>
              </p:cNvPr>
              <p:cNvSpPr/>
              <p:nvPr/>
            </p:nvSpPr>
            <p:spPr>
              <a:xfrm>
                <a:off x="1675687" y="3733172"/>
                <a:ext cx="1710299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993DD2F6-D845-423C-8CA8-7CBF9D40CF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5687" y="3733172"/>
                <a:ext cx="1710299" cy="468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Rectangle: Rounded Corners 62">
            <a:extLst>
              <a:ext uri="{FF2B5EF4-FFF2-40B4-BE49-F238E27FC236}">
                <a16:creationId xmlns:a16="http://schemas.microsoft.com/office/drawing/2014/main" id="{6B62AE8D-C83E-41F5-8C41-C340FDC077F0}"/>
              </a:ext>
            </a:extLst>
          </p:cNvPr>
          <p:cNvSpPr/>
          <p:nvPr/>
        </p:nvSpPr>
        <p:spPr>
          <a:xfrm rot="16200000">
            <a:off x="793621" y="2237398"/>
            <a:ext cx="2194059" cy="40302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4" name="Rectangle: Rounded Corners 63">
            <a:extLst>
              <a:ext uri="{FF2B5EF4-FFF2-40B4-BE49-F238E27FC236}">
                <a16:creationId xmlns:a16="http://schemas.microsoft.com/office/drawing/2014/main" id="{6573DC49-A86E-4CF2-9F2F-EF6195A071C1}"/>
              </a:ext>
            </a:extLst>
          </p:cNvPr>
          <p:cNvSpPr/>
          <p:nvPr/>
        </p:nvSpPr>
        <p:spPr>
          <a:xfrm>
            <a:off x="987540" y="1352646"/>
            <a:ext cx="424755" cy="346960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5" name="Rectangle: Rounded Corners 64">
            <a:extLst>
              <a:ext uri="{FF2B5EF4-FFF2-40B4-BE49-F238E27FC236}">
                <a16:creationId xmlns:a16="http://schemas.microsoft.com/office/drawing/2014/main" id="{9D28BC69-5819-43FC-BCCA-A940393849EA}"/>
              </a:ext>
            </a:extLst>
          </p:cNvPr>
          <p:cNvSpPr/>
          <p:nvPr/>
        </p:nvSpPr>
        <p:spPr>
          <a:xfrm>
            <a:off x="1624014" y="819633"/>
            <a:ext cx="433976" cy="36352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6" name="Rectangle: Rounded Corners 65">
            <a:extLst>
              <a:ext uri="{FF2B5EF4-FFF2-40B4-BE49-F238E27FC236}">
                <a16:creationId xmlns:a16="http://schemas.microsoft.com/office/drawing/2014/main" id="{7276E509-B88F-40DC-8E09-DF301032A8FC}"/>
              </a:ext>
            </a:extLst>
          </p:cNvPr>
          <p:cNvSpPr/>
          <p:nvPr/>
        </p:nvSpPr>
        <p:spPr>
          <a:xfrm>
            <a:off x="2413987" y="1951441"/>
            <a:ext cx="424755" cy="346960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rgbClr val="616161"/>
              </a:solidFill>
            </a:endParaRPr>
          </a:p>
        </p:txBody>
      </p:sp>
      <p:sp>
        <p:nvSpPr>
          <p:cNvPr id="67" name="Rectangle: Rounded Corners 66">
            <a:extLst>
              <a:ext uri="{FF2B5EF4-FFF2-40B4-BE49-F238E27FC236}">
                <a16:creationId xmlns:a16="http://schemas.microsoft.com/office/drawing/2014/main" id="{7DCAFB87-23E7-474F-AEC1-AA48DC5A7A95}"/>
              </a:ext>
            </a:extLst>
          </p:cNvPr>
          <p:cNvSpPr/>
          <p:nvPr/>
        </p:nvSpPr>
        <p:spPr>
          <a:xfrm>
            <a:off x="3098380" y="2558021"/>
            <a:ext cx="424755" cy="346960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9" name="Rectangle: Rounded Corners 68">
            <a:extLst>
              <a:ext uri="{FF2B5EF4-FFF2-40B4-BE49-F238E27FC236}">
                <a16:creationId xmlns:a16="http://schemas.microsoft.com/office/drawing/2014/main" id="{52B9DA2E-C06A-42C7-860E-34485F785418}"/>
              </a:ext>
            </a:extLst>
          </p:cNvPr>
          <p:cNvSpPr/>
          <p:nvPr/>
        </p:nvSpPr>
        <p:spPr>
          <a:xfrm rot="16200000">
            <a:off x="2855363" y="2231010"/>
            <a:ext cx="2194059" cy="40302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0" name="Rectangle: Rounded Corners 69">
            <a:extLst>
              <a:ext uri="{FF2B5EF4-FFF2-40B4-BE49-F238E27FC236}">
                <a16:creationId xmlns:a16="http://schemas.microsoft.com/office/drawing/2014/main" id="{F0421B27-9FBC-434D-9573-2DADAB50F10A}"/>
              </a:ext>
            </a:extLst>
          </p:cNvPr>
          <p:cNvSpPr/>
          <p:nvPr/>
        </p:nvSpPr>
        <p:spPr>
          <a:xfrm>
            <a:off x="3764625" y="812907"/>
            <a:ext cx="433976" cy="36352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1" name="Rectangle: Rounded Corners 70">
            <a:extLst>
              <a:ext uri="{FF2B5EF4-FFF2-40B4-BE49-F238E27FC236}">
                <a16:creationId xmlns:a16="http://schemas.microsoft.com/office/drawing/2014/main" id="{087EBDA6-F8E8-4F5C-BB6A-3D5622036307}"/>
              </a:ext>
            </a:extLst>
          </p:cNvPr>
          <p:cNvSpPr/>
          <p:nvPr/>
        </p:nvSpPr>
        <p:spPr>
          <a:xfrm flipH="1">
            <a:off x="1040869" y="2525434"/>
            <a:ext cx="3822677" cy="394995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2" name="Right Arrow 3">
            <a:extLst>
              <a:ext uri="{FF2B5EF4-FFF2-40B4-BE49-F238E27FC236}">
                <a16:creationId xmlns:a16="http://schemas.microsoft.com/office/drawing/2014/main" id="{17D986D8-4D2F-4D80-8417-737D22FAC257}"/>
              </a:ext>
            </a:extLst>
          </p:cNvPr>
          <p:cNvSpPr/>
          <p:nvPr/>
        </p:nvSpPr>
        <p:spPr>
          <a:xfrm flipV="1">
            <a:off x="219034" y="4381397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AF93159E-8C6E-4793-BD9F-F9B6AA87E636}"/>
                  </a:ext>
                </a:extLst>
              </p:cNvPr>
              <p:cNvSpPr/>
              <p:nvPr/>
            </p:nvSpPr>
            <p:spPr>
              <a:xfrm>
                <a:off x="795811" y="4881095"/>
                <a:ext cx="2148794" cy="5870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AF93159E-8C6E-4793-BD9F-F9B6AA87E6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811" y="4881095"/>
                <a:ext cx="2148794" cy="58702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" name="Right Arrow 3">
            <a:extLst>
              <a:ext uri="{FF2B5EF4-FFF2-40B4-BE49-F238E27FC236}">
                <a16:creationId xmlns:a16="http://schemas.microsoft.com/office/drawing/2014/main" id="{5562A745-B508-4337-8443-A475B83FC52E}"/>
              </a:ext>
            </a:extLst>
          </p:cNvPr>
          <p:cNvSpPr/>
          <p:nvPr/>
        </p:nvSpPr>
        <p:spPr>
          <a:xfrm flipV="1">
            <a:off x="214155" y="4968420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BE141C8E-7117-46F1-9F76-161361F01740}"/>
                  </a:ext>
                </a:extLst>
              </p:cNvPr>
              <p:cNvSpPr/>
              <p:nvPr/>
            </p:nvSpPr>
            <p:spPr>
              <a:xfrm>
                <a:off x="653704" y="5529109"/>
                <a:ext cx="2148794" cy="5870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BE141C8E-7117-46F1-9F76-161361F017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3704" y="5529109"/>
                <a:ext cx="2148794" cy="587023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6" name="Rectangle: Rounded Corners 75">
            <a:extLst>
              <a:ext uri="{FF2B5EF4-FFF2-40B4-BE49-F238E27FC236}">
                <a16:creationId xmlns:a16="http://schemas.microsoft.com/office/drawing/2014/main" id="{5BBBE187-7C38-4ADF-A196-41C0D07B8668}"/>
              </a:ext>
            </a:extLst>
          </p:cNvPr>
          <p:cNvSpPr/>
          <p:nvPr/>
        </p:nvSpPr>
        <p:spPr>
          <a:xfrm flipH="1">
            <a:off x="1040438" y="1931276"/>
            <a:ext cx="3822677" cy="394995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8" name="Rectangle: Rounded Corners 77">
            <a:extLst>
              <a:ext uri="{FF2B5EF4-FFF2-40B4-BE49-F238E27FC236}">
                <a16:creationId xmlns:a16="http://schemas.microsoft.com/office/drawing/2014/main" id="{047E6606-1508-45FE-BD51-051753CF3871}"/>
              </a:ext>
            </a:extLst>
          </p:cNvPr>
          <p:cNvSpPr/>
          <p:nvPr/>
        </p:nvSpPr>
        <p:spPr>
          <a:xfrm>
            <a:off x="5676814" y="922672"/>
            <a:ext cx="64800" cy="5400659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p:sp>
        <p:nvSpPr>
          <p:cNvPr id="83" name="Rectangle: Rounded Corners 82">
            <a:extLst>
              <a:ext uri="{FF2B5EF4-FFF2-40B4-BE49-F238E27FC236}">
                <a16:creationId xmlns:a16="http://schemas.microsoft.com/office/drawing/2014/main" id="{4A22FF3B-6B0F-457C-B274-26AA2C61D44F}"/>
              </a:ext>
            </a:extLst>
          </p:cNvPr>
          <p:cNvSpPr/>
          <p:nvPr/>
        </p:nvSpPr>
        <p:spPr>
          <a:xfrm flipH="1">
            <a:off x="1040438" y="1336011"/>
            <a:ext cx="3822677" cy="394995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F8DAB17C-2D4C-4C51-8583-7F009686DF3B}"/>
              </a:ext>
            </a:extLst>
          </p:cNvPr>
          <p:cNvSpPr/>
          <p:nvPr/>
        </p:nvSpPr>
        <p:spPr>
          <a:xfrm>
            <a:off x="6090564" y="3262645"/>
            <a:ext cx="2139377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1" dirty="0">
                <a:solidFill>
                  <a:srgbClr val="FF0000"/>
                </a:solidFill>
              </a:rPr>
              <a:t>Solution Set</a:t>
            </a:r>
            <a:r>
              <a:rPr lang="en-IN" sz="2800" b="0" dirty="0">
                <a:solidFill>
                  <a:srgbClr val="FF0000"/>
                </a:solidFill>
              </a:rPr>
              <a:t>:</a:t>
            </a:r>
            <a:endParaRPr lang="en-IN" sz="2800" dirty="0">
              <a:solidFill>
                <a:srgbClr val="FF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F75372FF-6353-4546-94C0-E4A022FC4E62}"/>
                  </a:ext>
                </a:extLst>
              </p:cNvPr>
              <p:cNvSpPr/>
              <p:nvPr/>
            </p:nvSpPr>
            <p:spPr>
              <a:xfrm>
                <a:off x="6059788" y="3832725"/>
                <a:ext cx="4954373" cy="54867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{"/>
                          <m:endChr m:val="}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s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 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s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 −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 0, 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t</m:t>
                              </m:r>
                              <m:r>
                                <a:rPr lang="en-GB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|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s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 </m:t>
                          </m:r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∈ </m:t>
                          </m:r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ℝ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F75372FF-6353-4546-94C0-E4A022FC4E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59788" y="3832725"/>
                <a:ext cx="4954373" cy="548671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2B994F82-FFD7-0FF5-47FD-63BA6D9CD565}"/>
                  </a:ext>
                </a:extLst>
              </p:cNvPr>
              <p:cNvSpPr/>
              <p:nvPr/>
            </p:nvSpPr>
            <p:spPr>
              <a:xfrm>
                <a:off x="2426140" y="5530455"/>
                <a:ext cx="985226" cy="5870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t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2B994F82-FFD7-0FF5-47FD-63BA6D9CD5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6140" y="5530455"/>
                <a:ext cx="985226" cy="58702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DC03A60-0348-AA93-6939-09E66F491CC1}"/>
                  </a:ext>
                </a:extLst>
              </p:cNvPr>
              <p:cNvSpPr txBox="1"/>
              <p:nvPr/>
            </p:nvSpPr>
            <p:spPr>
              <a:xfrm>
                <a:off x="6539203" y="1706803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DC03A60-0348-AA93-6939-09E66F491C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39203" y="1706803"/>
                <a:ext cx="669323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0A45EBC8-1246-84DF-A25A-3B02FB71BABA}"/>
                  </a:ext>
                </a:extLst>
              </p:cNvPr>
              <p:cNvSpPr/>
              <p:nvPr/>
            </p:nvSpPr>
            <p:spPr>
              <a:xfrm>
                <a:off x="7095042" y="1050246"/>
                <a:ext cx="2950657" cy="5870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GB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GB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0A45EBC8-1246-84DF-A25A-3B02FB71BA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95042" y="1050246"/>
                <a:ext cx="2950657" cy="587023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Right Arrow 3">
            <a:extLst>
              <a:ext uri="{FF2B5EF4-FFF2-40B4-BE49-F238E27FC236}">
                <a16:creationId xmlns:a16="http://schemas.microsoft.com/office/drawing/2014/main" id="{918445B8-4D9A-979B-4A32-49A8C585D6AB}"/>
              </a:ext>
            </a:extLst>
          </p:cNvPr>
          <p:cNvSpPr/>
          <p:nvPr/>
        </p:nvSpPr>
        <p:spPr>
          <a:xfrm flipV="1">
            <a:off x="6513387" y="1137571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4961775E-1159-310D-94DF-9697FA87C1E1}"/>
                  </a:ext>
                </a:extLst>
              </p:cNvPr>
              <p:cNvSpPr/>
              <p:nvPr/>
            </p:nvSpPr>
            <p:spPr>
              <a:xfrm>
                <a:off x="7157496" y="1675369"/>
                <a:ext cx="2454258" cy="5870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GB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GB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4961775E-1159-310D-94DF-9697FA87C1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57496" y="1675369"/>
                <a:ext cx="2454258" cy="587023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6782A8D-F3AA-6A38-9686-D6B1A2AB5F23}"/>
                  </a:ext>
                </a:extLst>
              </p:cNvPr>
              <p:cNvSpPr txBox="1"/>
              <p:nvPr/>
            </p:nvSpPr>
            <p:spPr>
              <a:xfrm>
                <a:off x="6523666" y="2331926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6782A8D-F3AA-6A38-9686-D6B1A2AB5F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23666" y="2331926"/>
                <a:ext cx="669323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7BD8E8D2-E568-9895-EC7E-A2E212B00003}"/>
                  </a:ext>
                </a:extLst>
              </p:cNvPr>
              <p:cNvSpPr/>
              <p:nvPr/>
            </p:nvSpPr>
            <p:spPr>
              <a:xfrm>
                <a:off x="7141959" y="2300492"/>
                <a:ext cx="2062994" cy="5870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GB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GB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s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GB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t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7BD8E8D2-E568-9895-EC7E-A2E212B000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41959" y="2300492"/>
                <a:ext cx="2062994" cy="587023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880440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75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7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75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5" grpId="0"/>
      <p:bldP spid="36" grpId="0"/>
      <p:bldP spid="51" grpId="0"/>
      <p:bldP spid="54" grpId="0"/>
      <p:bldP spid="58" grpId="0"/>
      <p:bldP spid="59" grpId="0"/>
      <p:bldP spid="61" grpId="0"/>
      <p:bldP spid="63" grpId="0" animBg="1"/>
      <p:bldP spid="63" grpId="1" animBg="1"/>
      <p:bldP spid="64" grpId="0" animBg="1"/>
      <p:bldP spid="64" grpId="1" animBg="1"/>
      <p:bldP spid="65" grpId="0" animBg="1"/>
      <p:bldP spid="65" grpId="1" animBg="1"/>
      <p:bldP spid="66" grpId="0" animBg="1"/>
      <p:bldP spid="66" grpId="1" animBg="1"/>
      <p:bldP spid="67" grpId="0" animBg="1"/>
      <p:bldP spid="67" grpId="1" animBg="1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3" grpId="0"/>
      <p:bldP spid="74" grpId="0" animBg="1"/>
      <p:bldP spid="75" grpId="0"/>
      <p:bldP spid="76" grpId="0" animBg="1"/>
      <p:bldP spid="76" grpId="1" animBg="1"/>
      <p:bldP spid="78" grpId="0" animBg="1"/>
      <p:bldP spid="83" grpId="0" animBg="1"/>
      <p:bldP spid="83" grpId="1" animBg="1"/>
      <p:bldP spid="88" grpId="0"/>
      <p:bldP spid="89" grpId="0"/>
      <p:bldP spid="4" grpId="0"/>
      <p:bldP spid="5" grpId="0"/>
      <p:bldP spid="6" grpId="0"/>
      <p:bldP spid="7" grpId="0" animBg="1"/>
      <p:bldP spid="8" grpId="0"/>
      <p:bldP spid="10" grpId="0"/>
      <p:bldP spid="11" grpId="0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98286" y="2305640"/>
            <a:ext cx="11360150" cy="2852737"/>
          </a:xfrm>
        </p:spPr>
        <p:txBody>
          <a:bodyPr>
            <a:normAutofit/>
          </a:bodyPr>
          <a:lstStyle/>
          <a:p>
            <a:r>
              <a:rPr lang="en-US" dirty="0"/>
              <a:t>Method – 6</a:t>
            </a:r>
            <a:br>
              <a:rPr lang="en-US" dirty="0"/>
            </a:br>
            <a:r>
              <a:rPr lang="en-US" sz="4800" dirty="0"/>
              <a:t>Inverse of a Matrix by the Gauss - Jordan Method</a:t>
            </a:r>
          </a:p>
        </p:txBody>
      </p:sp>
    </p:spTree>
    <p:extLst>
      <p:ext uri="{BB962C8B-B14F-4D97-AF65-F5344CB8AC3E}">
        <p14:creationId xmlns:p14="http://schemas.microsoft.com/office/powerpoint/2010/main" val="1551105105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Bent-Up Arrow 9">
            <a:extLst>
              <a:ext uri="{FF2B5EF4-FFF2-40B4-BE49-F238E27FC236}">
                <a16:creationId xmlns:a16="http://schemas.microsoft.com/office/drawing/2014/main" id="{82842B9F-378D-C3CE-D90C-60B63D16958E}"/>
              </a:ext>
            </a:extLst>
          </p:cNvPr>
          <p:cNvSpPr/>
          <p:nvPr/>
        </p:nvSpPr>
        <p:spPr>
          <a:xfrm rot="10800000">
            <a:off x="2665021" y="1113838"/>
            <a:ext cx="3042552" cy="1165150"/>
          </a:xfrm>
          <a:prstGeom prst="bentUpArrow">
            <a:avLst>
              <a:gd name="adj1" fmla="val 18802"/>
              <a:gd name="adj2" fmla="val 17754"/>
              <a:gd name="adj3" fmla="val 24893"/>
            </a:avLst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37" name="Bent-Up Arrow 9">
            <a:extLst>
              <a:ext uri="{FF2B5EF4-FFF2-40B4-BE49-F238E27FC236}">
                <a16:creationId xmlns:a16="http://schemas.microsoft.com/office/drawing/2014/main" id="{68DBE35F-2213-E582-4E30-D6D5FB75A73E}"/>
              </a:ext>
            </a:extLst>
          </p:cNvPr>
          <p:cNvSpPr/>
          <p:nvPr/>
        </p:nvSpPr>
        <p:spPr>
          <a:xfrm rot="10800000" flipH="1">
            <a:off x="7503771" y="1113838"/>
            <a:ext cx="3042552" cy="1165150"/>
          </a:xfrm>
          <a:prstGeom prst="bentUpArrow">
            <a:avLst>
              <a:gd name="adj1" fmla="val 18802"/>
              <a:gd name="adj2" fmla="val 17754"/>
              <a:gd name="adj3" fmla="val 24893"/>
            </a:avLst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EE2048E-7E13-451D-B3D3-3D9B45FD7E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Inverse of a Matrix by the Gauss-Jordan Method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Freeform 11">
                <a:extLst>
                  <a:ext uri="{FF2B5EF4-FFF2-40B4-BE49-F238E27FC236}">
                    <a16:creationId xmlns:a16="http://schemas.microsoft.com/office/drawing/2014/main" id="{4F6A722C-A078-088E-C946-EF16CF2569CA}"/>
                  </a:ext>
                </a:extLst>
              </p:cNvPr>
              <p:cNvSpPr/>
              <p:nvPr/>
            </p:nvSpPr>
            <p:spPr>
              <a:xfrm>
                <a:off x="5130887" y="3614489"/>
                <a:ext cx="2949569" cy="655773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28575"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:r>
                  <a:rPr lang="en-US" sz="2800" dirty="0">
                    <a:solidFill>
                      <a:schemeClr val="tx1"/>
                    </a:solidFill>
                  </a:rPr>
                  <a:t>Consider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|"/>
                        <m:ctrlPr>
                          <a:rPr lang="en-IN" sz="28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sz="28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1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IN" sz="2800" b="1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𝐈</m:t>
                    </m:r>
                    <m:r>
                      <a:rPr lang="en-IN" sz="2800" b="1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 ]</m:t>
                    </m:r>
                  </m:oMath>
                </a14:m>
                <a:endParaRPr lang="en-US" sz="28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Freeform 11">
                <a:extLst>
                  <a:ext uri="{FF2B5EF4-FFF2-40B4-BE49-F238E27FC236}">
                    <a16:creationId xmlns:a16="http://schemas.microsoft.com/office/drawing/2014/main" id="{4F6A722C-A078-088E-C946-EF16CF2569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0887" y="3614489"/>
                <a:ext cx="2949569" cy="655773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blipFill>
                <a:blip r:embed="rId2"/>
                <a:stretch>
                  <a:fillRect t="-885" b="-8850"/>
                </a:stretch>
              </a:blipFill>
              <a:ln w="2857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" name="Group 8">
            <a:extLst>
              <a:ext uri="{FF2B5EF4-FFF2-40B4-BE49-F238E27FC236}">
                <a16:creationId xmlns:a16="http://schemas.microsoft.com/office/drawing/2014/main" id="{C4840E69-79C7-43E4-A39B-FE9EE28D9DD9}"/>
              </a:ext>
            </a:extLst>
          </p:cNvPr>
          <p:cNvGrpSpPr/>
          <p:nvPr/>
        </p:nvGrpSpPr>
        <p:grpSpPr>
          <a:xfrm>
            <a:off x="526538" y="2197940"/>
            <a:ext cx="4550933" cy="1245448"/>
            <a:chOff x="281841" y="2279827"/>
            <a:chExt cx="4550933" cy="1245448"/>
          </a:xfrm>
        </p:grpSpPr>
        <p:sp>
          <p:nvSpPr>
            <p:cNvPr id="11" name="Rectangle: Rounded Corners 10">
              <a:extLst>
                <a:ext uri="{FF2B5EF4-FFF2-40B4-BE49-F238E27FC236}">
                  <a16:creationId xmlns:a16="http://schemas.microsoft.com/office/drawing/2014/main" id="{1CDA21B5-A1AD-EF1C-7F99-78E3F514DE98}"/>
                </a:ext>
              </a:extLst>
            </p:cNvPr>
            <p:cNvSpPr/>
            <p:nvPr/>
          </p:nvSpPr>
          <p:spPr>
            <a:xfrm>
              <a:off x="281841" y="2360124"/>
              <a:ext cx="4550933" cy="1165151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IN" sz="2800" dirty="0">
                <a:solidFill>
                  <a:schemeClr val="bg1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Rectangle: Rounded Corners 12">
                  <a:extLst>
                    <a:ext uri="{FF2B5EF4-FFF2-40B4-BE49-F238E27FC236}">
                      <a16:creationId xmlns:a16="http://schemas.microsoft.com/office/drawing/2014/main" id="{54332F99-BCB3-AAE0-D502-28E5B459FC9B}"/>
                    </a:ext>
                  </a:extLst>
                </p:cNvPr>
                <p:cNvSpPr/>
                <p:nvPr/>
              </p:nvSpPr>
              <p:spPr>
                <a:xfrm>
                  <a:off x="1516940" y="2279827"/>
                  <a:ext cx="2196770" cy="711200"/>
                </a:xfrm>
                <a:prstGeom prst="round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nor/>
                          </m:rPr>
                          <a:rPr lang="en-IN" sz="3200" b="0" i="0" smtClean="0">
                            <a:solidFill>
                              <a:srgbClr val="0D04C8"/>
                            </a:solidFill>
                          </a:rPr>
                          <m:t>If</m:t>
                        </m:r>
                        <m:r>
                          <a:rPr lang="en-IN" sz="3200" b="1" i="0" smtClean="0">
                            <a:solidFill>
                              <a:srgbClr val="0D04C8"/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IN" sz="3200" b="1" i="0" smtClean="0">
                            <a:solidFill>
                              <a:srgbClr val="0D04C8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sz="3200" b="1" i="0" smtClean="0">
                            <a:solidFill>
                              <a:srgbClr val="0D04C8"/>
                            </a:solidFill>
                            <a:latin typeface="Cambria Math" panose="02040503050406030204" pitchFamily="18" charset="0"/>
                          </a:rPr>
                          <m:t> |</m:t>
                        </m:r>
                        <m:r>
                          <a:rPr lang="en-IN" sz="3200" b="1" i="1" smtClean="0">
                            <a:solidFill>
                              <a:srgbClr val="0D04C8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=</m:t>
                        </m:r>
                        <m:r>
                          <a:rPr lang="en-IN" sz="3200" b="1" i="1" smtClean="0">
                            <a:solidFill>
                              <a:srgbClr val="0D04C8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3200" b="1" dirty="0">
                    <a:solidFill>
                      <a:srgbClr val="0D04C8"/>
                    </a:solidFill>
                  </a:endParaRPr>
                </a:p>
              </p:txBody>
            </p:sp>
          </mc:Choice>
          <mc:Fallback xmlns="">
            <p:sp>
              <p:nvSpPr>
                <p:cNvPr id="13" name="Rectangle: Rounded Corners 12">
                  <a:extLst>
                    <a:ext uri="{FF2B5EF4-FFF2-40B4-BE49-F238E27FC236}">
                      <a16:creationId xmlns:a16="http://schemas.microsoft.com/office/drawing/2014/main" id="{54332F99-BCB3-AAE0-D502-28E5B459FC9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516940" y="2279827"/>
                  <a:ext cx="2196770" cy="711200"/>
                </a:xfrm>
                <a:prstGeom prst="round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DD7EC03A-6A6E-DAA5-D6B1-EC2C0EDBB525}"/>
                  </a:ext>
                </a:extLst>
              </p:cNvPr>
              <p:cNvSpPr/>
              <p:nvPr/>
            </p:nvSpPr>
            <p:spPr>
              <a:xfrm>
                <a:off x="686011" y="2828843"/>
                <a:ext cx="4122802" cy="56106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2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IN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IN" sz="32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  <m:sup>
                          <m:r>
                            <a:rPr lang="en-IN" sz="32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32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p>
                      </m:sSup>
                      <m:r>
                        <a:rPr lang="en-IN" sz="32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sz="3200" b="1" i="0" smtClean="0">
                          <a:solidFill>
                            <a:srgbClr val="FF0000"/>
                          </a:solidFill>
                        </a:rPr>
                        <m:t>does</m:t>
                      </m:r>
                      <m:r>
                        <m:rPr>
                          <m:nor/>
                        </m:rPr>
                        <a:rPr lang="en-IN" sz="3200" b="1" i="0" smtClean="0">
                          <a:solidFill>
                            <a:srgbClr val="FF000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3200" b="1" i="0" smtClean="0">
                          <a:solidFill>
                            <a:srgbClr val="FF0000"/>
                          </a:solidFill>
                        </a:rPr>
                        <m:t>not</m:t>
                      </m:r>
                      <m:r>
                        <m:rPr>
                          <m:nor/>
                        </m:rPr>
                        <a:rPr lang="en-IN" sz="3200" b="1" i="0" smtClean="0">
                          <a:solidFill>
                            <a:srgbClr val="FF000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IN" sz="3200" b="1" i="0" smtClean="0">
                          <a:solidFill>
                            <a:srgbClr val="FF0000"/>
                          </a:solidFill>
                        </a:rPr>
                        <m:t>exist</m:t>
                      </m:r>
                    </m:oMath>
                  </m:oMathPara>
                </a14:m>
                <a:endParaRPr lang="en-IN" sz="3200" b="1" dirty="0">
                  <a:solidFill>
                    <a:srgbClr val="FFFF0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DD7EC03A-6A6E-DAA5-D6B1-EC2C0EDBB5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6011" y="2828843"/>
                <a:ext cx="4122802" cy="5610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4" name="Group 13">
            <a:extLst>
              <a:ext uri="{FF2B5EF4-FFF2-40B4-BE49-F238E27FC236}">
                <a16:creationId xmlns:a16="http://schemas.microsoft.com/office/drawing/2014/main" id="{84E459C7-3E29-93D6-3244-12283FED12FA}"/>
              </a:ext>
            </a:extLst>
          </p:cNvPr>
          <p:cNvGrpSpPr/>
          <p:nvPr/>
        </p:nvGrpSpPr>
        <p:grpSpPr>
          <a:xfrm>
            <a:off x="8736397" y="2211238"/>
            <a:ext cx="2945722" cy="1226119"/>
            <a:chOff x="8013066" y="2293125"/>
            <a:chExt cx="2945722" cy="1226119"/>
          </a:xfrm>
        </p:grpSpPr>
        <p:sp>
          <p:nvSpPr>
            <p:cNvPr id="15" name="Rectangle: Rounded Corners 14">
              <a:extLst>
                <a:ext uri="{FF2B5EF4-FFF2-40B4-BE49-F238E27FC236}">
                  <a16:creationId xmlns:a16="http://schemas.microsoft.com/office/drawing/2014/main" id="{DF619661-6892-7D1E-EEB1-BA5DE091327F}"/>
                </a:ext>
              </a:extLst>
            </p:cNvPr>
            <p:cNvSpPr/>
            <p:nvPr/>
          </p:nvSpPr>
          <p:spPr>
            <a:xfrm>
              <a:off x="8013066" y="2360124"/>
              <a:ext cx="2945722" cy="1159120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IN" sz="2800" dirty="0">
                <a:solidFill>
                  <a:schemeClr val="bg1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: Rounded Corners 15">
                  <a:extLst>
                    <a:ext uri="{FF2B5EF4-FFF2-40B4-BE49-F238E27FC236}">
                      <a16:creationId xmlns:a16="http://schemas.microsoft.com/office/drawing/2014/main" id="{22CD7751-09C9-D568-7ACC-6428FFD8D207}"/>
                    </a:ext>
                  </a:extLst>
                </p:cNvPr>
                <p:cNvSpPr/>
                <p:nvPr/>
              </p:nvSpPr>
              <p:spPr>
                <a:xfrm>
                  <a:off x="8461550" y="2293125"/>
                  <a:ext cx="2196770" cy="711200"/>
                </a:xfrm>
                <a:prstGeom prst="round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nor/>
                          </m:rPr>
                          <a:rPr lang="en-IN" sz="3200" b="0" i="0" smtClean="0">
                            <a:solidFill>
                              <a:srgbClr val="0D04C8"/>
                            </a:solidFill>
                          </a:rPr>
                          <m:t>If</m:t>
                        </m:r>
                        <m:r>
                          <a:rPr lang="en-IN" sz="3200" b="1" i="0" smtClean="0">
                            <a:solidFill>
                              <a:srgbClr val="0D04C8"/>
                            </a:solidFill>
                            <a:latin typeface="Cambria Math" panose="02040503050406030204" pitchFamily="18" charset="0"/>
                          </a:rPr>
                          <m:t> | </m:t>
                        </m:r>
                        <m:r>
                          <a:rPr lang="en-IN" sz="3200" b="1" i="0" smtClean="0">
                            <a:solidFill>
                              <a:srgbClr val="0D04C8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sz="3200" b="1" i="0" smtClean="0">
                            <a:solidFill>
                              <a:srgbClr val="0D04C8"/>
                            </a:solidFill>
                            <a:latin typeface="Cambria Math" panose="02040503050406030204" pitchFamily="18" charset="0"/>
                          </a:rPr>
                          <m:t> |</m:t>
                        </m:r>
                        <m:r>
                          <a:rPr lang="en-IN" sz="3200" b="1" i="1" smtClean="0">
                            <a:solidFill>
                              <a:srgbClr val="0D04C8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≠</m:t>
                        </m:r>
                        <m:r>
                          <a:rPr lang="en-IN" sz="3200" b="1" i="1" smtClean="0">
                            <a:solidFill>
                              <a:srgbClr val="0D04C8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𝟎</m:t>
                        </m:r>
                      </m:oMath>
                    </m:oMathPara>
                  </a14:m>
                  <a:endParaRPr lang="en-IN" sz="3200" b="1" dirty="0">
                    <a:solidFill>
                      <a:srgbClr val="0D04C8"/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: Rounded Corners 15">
                  <a:extLst>
                    <a:ext uri="{FF2B5EF4-FFF2-40B4-BE49-F238E27FC236}">
                      <a16:creationId xmlns:a16="http://schemas.microsoft.com/office/drawing/2014/main" id="{22CD7751-09C9-D568-7ACC-6428FFD8D20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1550" y="2293125"/>
                  <a:ext cx="2196770" cy="711200"/>
                </a:xfrm>
                <a:prstGeom prst="roundRect">
                  <a:avLst/>
                </a:prstGeom>
                <a:blipFill>
                  <a:blip r:embed="rId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57E2A0FD-3A1E-C088-0853-93C059560737}"/>
                  </a:ext>
                </a:extLst>
              </p:cNvPr>
              <p:cNvSpPr/>
              <p:nvPr/>
            </p:nvSpPr>
            <p:spPr>
              <a:xfrm>
                <a:off x="8864530" y="2835768"/>
                <a:ext cx="2517121" cy="56106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2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IN" sz="32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IN" sz="32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  <m:sup>
                          <m:r>
                            <a:rPr lang="en-IN" sz="32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32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p>
                      </m:sSup>
                      <m:r>
                        <a:rPr lang="en-IN" sz="32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sz="3200" b="1" i="0" smtClean="0">
                          <a:solidFill>
                            <a:srgbClr val="FF0000"/>
                          </a:solidFill>
                        </a:rPr>
                        <m:t>exists</m:t>
                      </m:r>
                    </m:oMath>
                  </m:oMathPara>
                </a14:m>
                <a:endParaRPr lang="en-IN" sz="3200" b="1" dirty="0">
                  <a:solidFill>
                    <a:srgbClr val="FFFF0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57E2A0FD-3A1E-C088-0853-93C0595607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64530" y="2835768"/>
                <a:ext cx="2517121" cy="56106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Right Arrow 3">
            <a:extLst>
              <a:ext uri="{FF2B5EF4-FFF2-40B4-BE49-F238E27FC236}">
                <a16:creationId xmlns:a16="http://schemas.microsoft.com/office/drawing/2014/main" id="{3DAA7D4B-B004-B261-B08E-21EF5748516E}"/>
              </a:ext>
            </a:extLst>
          </p:cNvPr>
          <p:cNvSpPr/>
          <p:nvPr/>
        </p:nvSpPr>
        <p:spPr>
          <a:xfrm rot="5400000" flipV="1">
            <a:off x="6393525" y="4260164"/>
            <a:ext cx="374154" cy="394349"/>
          </a:xfrm>
          <a:prstGeom prst="rightArrow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33" name="Bent-Up Arrow 9">
            <a:extLst>
              <a:ext uri="{FF2B5EF4-FFF2-40B4-BE49-F238E27FC236}">
                <a16:creationId xmlns:a16="http://schemas.microsoft.com/office/drawing/2014/main" id="{D1F541D3-A3D5-8ED2-6E64-33219467C81B}"/>
              </a:ext>
            </a:extLst>
          </p:cNvPr>
          <p:cNvSpPr/>
          <p:nvPr/>
        </p:nvSpPr>
        <p:spPr>
          <a:xfrm rot="10800000">
            <a:off x="6391434" y="2768038"/>
            <a:ext cx="2344963" cy="852227"/>
          </a:xfrm>
          <a:prstGeom prst="bentUpArrow">
            <a:avLst>
              <a:gd name="adj1" fmla="val 22316"/>
              <a:gd name="adj2" fmla="val 20682"/>
              <a:gd name="adj3" fmla="val 24893"/>
            </a:avLst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Freeform 11">
                <a:extLst>
                  <a:ext uri="{FF2B5EF4-FFF2-40B4-BE49-F238E27FC236}">
                    <a16:creationId xmlns:a16="http://schemas.microsoft.com/office/drawing/2014/main" id="{35D22E63-64B3-31FF-635C-96B7E7C14340}"/>
                  </a:ext>
                </a:extLst>
              </p:cNvPr>
              <p:cNvSpPr/>
              <p:nvPr/>
            </p:nvSpPr>
            <p:spPr>
              <a:xfrm>
                <a:off x="2860022" y="4649916"/>
                <a:ext cx="7431379" cy="655773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28575"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:r>
                  <a:rPr lang="en-US" sz="2800" dirty="0">
                    <a:solidFill>
                      <a:schemeClr val="tx1"/>
                    </a:solidFill>
                  </a:rPr>
                  <a:t>Convert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|"/>
                        <m:ctrlPr>
                          <a:rPr lang="en-IN" sz="28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  <m:r>
                          <a:rPr lang="en-IN" sz="28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1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IN" sz="2800" b="1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𝐈</m:t>
                    </m:r>
                    <m:r>
                      <a:rPr lang="en-IN" sz="2800" b="1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 ]</m:t>
                    </m:r>
                  </m:oMath>
                </a14:m>
                <a:r>
                  <a:rPr lang="en-US" sz="2800" b="1" dirty="0">
                    <a:solidFill>
                      <a:schemeClr val="tx1"/>
                    </a:solidFill>
                  </a:rPr>
                  <a:t> </a:t>
                </a:r>
                <a:r>
                  <a:rPr lang="en-US" sz="2800" dirty="0">
                    <a:solidFill>
                      <a:schemeClr val="tx1"/>
                    </a:solidFill>
                  </a:rPr>
                  <a:t>into Reduced Row Echelon form</a:t>
                </a:r>
              </a:p>
            </p:txBody>
          </p:sp>
        </mc:Choice>
        <mc:Fallback xmlns="">
          <p:sp>
            <p:nvSpPr>
              <p:cNvPr id="34" name="Freeform 11">
                <a:extLst>
                  <a:ext uri="{FF2B5EF4-FFF2-40B4-BE49-F238E27FC236}">
                    <a16:creationId xmlns:a16="http://schemas.microsoft.com/office/drawing/2014/main" id="{35D22E63-64B3-31FF-635C-96B7E7C143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0022" y="4649916"/>
                <a:ext cx="7431379" cy="655773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blipFill>
                <a:blip r:embed="rId7"/>
                <a:stretch>
                  <a:fillRect t="-893" b="-9821"/>
                </a:stretch>
              </a:blipFill>
              <a:ln w="2857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ight Arrow 3">
            <a:extLst>
              <a:ext uri="{FF2B5EF4-FFF2-40B4-BE49-F238E27FC236}">
                <a16:creationId xmlns:a16="http://schemas.microsoft.com/office/drawing/2014/main" id="{63E7A525-8919-0EE0-96CA-8D33FDF2F851}"/>
              </a:ext>
            </a:extLst>
          </p:cNvPr>
          <p:cNvSpPr/>
          <p:nvPr/>
        </p:nvSpPr>
        <p:spPr>
          <a:xfrm rot="5400000" flipV="1">
            <a:off x="6391218" y="5297898"/>
            <a:ext cx="378767" cy="394349"/>
          </a:xfrm>
          <a:prstGeom prst="rightArrow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Freeform 11">
                <a:extLst>
                  <a:ext uri="{FF2B5EF4-FFF2-40B4-BE49-F238E27FC236}">
                    <a16:creationId xmlns:a16="http://schemas.microsoft.com/office/drawing/2014/main" id="{F768BE55-D44D-5119-555B-5DFD79632DC2}"/>
                  </a:ext>
                </a:extLst>
              </p:cNvPr>
              <p:cNvSpPr/>
              <p:nvPr/>
            </p:nvSpPr>
            <p:spPr>
              <a:xfrm>
                <a:off x="4104023" y="5679566"/>
                <a:ext cx="4933149" cy="655773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28575"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rtlCol="0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</a:pPr>
                <a:r>
                  <a:rPr lang="en-US" sz="2800" dirty="0">
                    <a:solidFill>
                      <a:schemeClr val="tx1"/>
                    </a:solidFill>
                  </a:rPr>
                  <a:t>We get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|"/>
                        <m:ctrlPr>
                          <a:rPr lang="en-IN" sz="28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sz="28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𝐈</m:t>
                        </m:r>
                        <m:r>
                          <a:rPr lang="en-IN" sz="28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1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en-IN" sz="2800" b="1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IN" sz="2800" b="1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 ]</m:t>
                    </m:r>
                    <m:r>
                      <a:rPr lang="en-IN" sz="2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US" sz="2800" dirty="0">
                    <a:solidFill>
                      <a:schemeClr val="tx1"/>
                    </a:solidFill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IN" sz="2800" b="1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IN" sz="28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IN" sz="28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𝐀</m:t>
                        </m:r>
                      </m:e>
                      <m:sup>
                        <m:r>
                          <a:rPr lang="en-IN" sz="28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sup>
                    </m:sSup>
                  </m:oMath>
                </a14:m>
                <a:endParaRPr lang="en-US" sz="28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6" name="Freeform 11">
                <a:extLst>
                  <a:ext uri="{FF2B5EF4-FFF2-40B4-BE49-F238E27FC236}">
                    <a16:creationId xmlns:a16="http://schemas.microsoft.com/office/drawing/2014/main" id="{F768BE55-D44D-5119-555B-5DFD79632D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04023" y="5679566"/>
                <a:ext cx="4933149" cy="655773"/>
              </a:xfrm>
              <a:custGeom>
                <a:avLst/>
                <a:gdLst>
                  <a:gd name="connsiteX0" fmla="*/ 0 w 2462313"/>
                  <a:gd name="connsiteY0" fmla="*/ 275034 h 1649872"/>
                  <a:gd name="connsiteX1" fmla="*/ 275034 w 2462313"/>
                  <a:gd name="connsiteY1" fmla="*/ 0 h 1649872"/>
                  <a:gd name="connsiteX2" fmla="*/ 2187279 w 2462313"/>
                  <a:gd name="connsiteY2" fmla="*/ 0 h 1649872"/>
                  <a:gd name="connsiteX3" fmla="*/ 2462313 w 2462313"/>
                  <a:gd name="connsiteY3" fmla="*/ 275034 h 1649872"/>
                  <a:gd name="connsiteX4" fmla="*/ 2462313 w 2462313"/>
                  <a:gd name="connsiteY4" fmla="*/ 1374838 h 1649872"/>
                  <a:gd name="connsiteX5" fmla="*/ 2187279 w 2462313"/>
                  <a:gd name="connsiteY5" fmla="*/ 1649872 h 1649872"/>
                  <a:gd name="connsiteX6" fmla="*/ 275034 w 2462313"/>
                  <a:gd name="connsiteY6" fmla="*/ 1649872 h 1649872"/>
                  <a:gd name="connsiteX7" fmla="*/ 0 w 2462313"/>
                  <a:gd name="connsiteY7" fmla="*/ 1374838 h 1649872"/>
                  <a:gd name="connsiteX8" fmla="*/ 0 w 2462313"/>
                  <a:gd name="connsiteY8" fmla="*/ 275034 h 164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2313" h="1649872">
                    <a:moveTo>
                      <a:pt x="0" y="275034"/>
                    </a:moveTo>
                    <a:cubicBezTo>
                      <a:pt x="0" y="123137"/>
                      <a:pt x="123137" y="0"/>
                      <a:pt x="275034" y="0"/>
                    </a:cubicBezTo>
                    <a:lnTo>
                      <a:pt x="2187279" y="0"/>
                    </a:lnTo>
                    <a:cubicBezTo>
                      <a:pt x="2339176" y="0"/>
                      <a:pt x="2462313" y="123137"/>
                      <a:pt x="2462313" y="275034"/>
                    </a:cubicBezTo>
                    <a:lnTo>
                      <a:pt x="2462313" y="1374838"/>
                    </a:lnTo>
                    <a:cubicBezTo>
                      <a:pt x="2462313" y="1526735"/>
                      <a:pt x="2339176" y="1649872"/>
                      <a:pt x="2187279" y="1649872"/>
                    </a:cubicBezTo>
                    <a:lnTo>
                      <a:pt x="275034" y="1649872"/>
                    </a:lnTo>
                    <a:cubicBezTo>
                      <a:pt x="123137" y="1649872"/>
                      <a:pt x="0" y="1526735"/>
                      <a:pt x="0" y="1374838"/>
                    </a:cubicBezTo>
                    <a:lnTo>
                      <a:pt x="0" y="275034"/>
                    </a:lnTo>
                    <a:close/>
                  </a:path>
                </a:pathLst>
              </a:custGeom>
              <a:blipFill>
                <a:blip r:embed="rId8"/>
                <a:stretch>
                  <a:fillRect b="-10714"/>
                </a:stretch>
              </a:blipFill>
              <a:ln w="2857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: Rounded Corners 37">
                <a:extLst>
                  <a:ext uri="{FF2B5EF4-FFF2-40B4-BE49-F238E27FC236}">
                    <a16:creationId xmlns:a16="http://schemas.microsoft.com/office/drawing/2014/main" id="{8338FC96-DCD9-9547-3E9B-3F80C6930E15}"/>
                  </a:ext>
                </a:extLst>
              </p:cNvPr>
              <p:cNvSpPr/>
              <p:nvPr/>
            </p:nvSpPr>
            <p:spPr>
              <a:xfrm>
                <a:off x="5707573" y="855914"/>
                <a:ext cx="1796198" cy="711200"/>
              </a:xfrm>
              <a:prstGeom prst="round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 w="38100">
                <a:solidFill>
                  <a:schemeClr val="tx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32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sz="3200" b="1" i="0" smtClean="0">
                          <a:solidFill>
                            <a:schemeClr val="tx1"/>
                          </a:solidFill>
                        </a:rPr>
                        <m:t>Find</m:t>
                      </m:r>
                      <m:r>
                        <a:rPr lang="en-IN" sz="32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begChr m:val="|"/>
                          <m:endChr m:val="|"/>
                          <m:ctrlPr>
                            <a:rPr lang="en-IN" sz="3200" b="1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3200" b="1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e>
                      </m:d>
                    </m:oMath>
                  </m:oMathPara>
                </a14:m>
                <a:endParaRPr lang="en-IN" sz="32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8" name="Rectangle: Rounded Corners 37">
                <a:extLst>
                  <a:ext uri="{FF2B5EF4-FFF2-40B4-BE49-F238E27FC236}">
                    <a16:creationId xmlns:a16="http://schemas.microsoft.com/office/drawing/2014/main" id="{8338FC96-DCD9-9547-3E9B-3F80C6930E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07573" y="855914"/>
                <a:ext cx="1796198" cy="711200"/>
              </a:xfrm>
              <a:prstGeom prst="roundRect">
                <a:avLst/>
              </a:prstGeom>
              <a:blipFill>
                <a:blip r:embed="rId9"/>
                <a:stretch>
                  <a:fillRect/>
                </a:stretch>
              </a:blipFill>
              <a:ln w="38100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147013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6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60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6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"/>
                            </p:stCondLst>
                            <p:childTnLst>
                              <p:par>
                                <p:cTn id="5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7" grpId="0" animBg="1"/>
      <p:bldP spid="7" grpId="0" animBg="1"/>
      <p:bldP spid="10" grpId="0"/>
      <p:bldP spid="17" grpId="0"/>
      <p:bldP spid="32" grpId="0" animBg="1"/>
      <p:bldP spid="33" grpId="0" animBg="1"/>
      <p:bldP spid="34" grpId="0" animBg="1"/>
      <p:bldP spid="35" grpId="0" animBg="1"/>
      <p:bldP spid="36" grpId="0" animBg="1"/>
      <p:bldP spid="38" grpId="0" animBg="1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F42B871-8395-470F-83E4-38CF5368252E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Method:6</a:t>
                </a:r>
                <a14:m>
                  <m:oMath xmlns:m="http://schemas.openxmlformats.org/officeDocument/2006/math">
                    <m:r>
                      <a:rPr lang="en-IN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/>
                  <a:t>Example:1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F42B871-8395-470F-83E4-38CF5368252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94E3074A-7A83-4296-8904-D0DD46635109}"/>
              </a:ext>
            </a:extLst>
          </p:cNvPr>
          <p:cNvSpPr/>
          <p:nvPr/>
        </p:nvSpPr>
        <p:spPr>
          <a:xfrm>
            <a:off x="1809758" y="889596"/>
            <a:ext cx="10382242" cy="52322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US" sz="280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F</a:t>
            </a:r>
            <a:r>
              <a:rPr lang="en-US" sz="2800" i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ind the inverse of the given matrix by Gauss-Jordan method, if possible.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31E8C5B3-B477-43DE-962E-A6990AC0B4DE}"/>
                  </a:ext>
                </a:extLst>
              </p:cNvPr>
              <p:cNvSpPr txBox="1"/>
              <p:nvPr/>
            </p:nvSpPr>
            <p:spPr>
              <a:xfrm>
                <a:off x="1809758" y="1569025"/>
                <a:ext cx="3229802" cy="123174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 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  <m:mr>
                              <m:e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GB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  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  <m:r>
                            <a:rPr lang="en-IN" sz="2800" b="0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31E8C5B3-B477-43DE-962E-A6990AC0B4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9758" y="1569025"/>
                <a:ext cx="3229802" cy="123174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E492C411-BB74-4578-B4FD-336321C2F647}"/>
                  </a:ext>
                </a:extLst>
              </p:cNvPr>
              <p:cNvSpPr/>
              <p:nvPr/>
            </p:nvSpPr>
            <p:spPr>
              <a:xfrm>
                <a:off x="1789690" y="2956981"/>
                <a:ext cx="1692071" cy="53985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latin typeface="+mj-lt"/>
                  </a:rPr>
                  <a:t>Here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d>
                      <m:dPr>
                        <m:begChr m:val="|"/>
                        <m:endChr m:val="|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E492C411-BB74-4578-B4FD-336321C2F6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9690" y="2956981"/>
                <a:ext cx="1692071" cy="539850"/>
              </a:xfrm>
              <a:prstGeom prst="rect">
                <a:avLst/>
              </a:prstGeom>
              <a:blipFill>
                <a:blip r:embed="rId4"/>
                <a:stretch>
                  <a:fillRect l="-7581" t="-11236" b="-2696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0840A34B-3F2B-4AEF-8983-D545094F269B}"/>
                  </a:ext>
                </a:extLst>
              </p:cNvPr>
              <p:cNvSpPr/>
              <p:nvPr/>
            </p:nvSpPr>
            <p:spPr>
              <a:xfrm>
                <a:off x="3121730" y="2984117"/>
                <a:ext cx="59032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0−</m:t>
                          </m:r>
                          <m:d>
                            <m:d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d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−0+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−1+0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0840A34B-3F2B-4AEF-8983-D545094F26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21730" y="2984117"/>
                <a:ext cx="5903200" cy="468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864BEB22-DF53-43EB-ADF2-BC1C7AD9B1D0}"/>
                  </a:ext>
                </a:extLst>
              </p:cNvPr>
              <p:cNvSpPr/>
              <p:nvPr/>
            </p:nvSpPr>
            <p:spPr>
              <a:xfrm>
                <a:off x="3136478" y="3585320"/>
                <a:ext cx="170019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=1−1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864BEB22-DF53-43EB-ADF2-BC1C7AD9B1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6478" y="3585320"/>
                <a:ext cx="1700193" cy="468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78F0D844-CBB8-4500-A9A6-2DF7D86CCC2B}"/>
                  </a:ext>
                </a:extLst>
              </p:cNvPr>
              <p:cNvSpPr/>
              <p:nvPr/>
            </p:nvSpPr>
            <p:spPr>
              <a:xfrm>
                <a:off x="3197575" y="4186523"/>
                <a:ext cx="94819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78F0D844-CBB8-4500-A9A6-2DF7D86CCC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97575" y="4186523"/>
                <a:ext cx="948194" cy="468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B9AB6B5-BDC2-4F43-A1BE-A18BFD4B6D48}"/>
                  </a:ext>
                </a:extLst>
              </p:cNvPr>
              <p:cNvSpPr/>
              <p:nvPr/>
            </p:nvSpPr>
            <p:spPr>
              <a:xfrm>
                <a:off x="2470808" y="4809378"/>
                <a:ext cx="362519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⇒</m:t>
                    </m:r>
                    <m:sSup>
                      <m:sSup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A</m:t>
                        </m:r>
                      </m:e>
                      <m:sup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−1</m:t>
                        </m:r>
                      </m:sup>
                    </m:sSup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b="0" i="0" dirty="0">
                    <a:solidFill>
                      <a:srgbClr val="002060"/>
                    </a:solidFill>
                    <a:latin typeface="+mj-lt"/>
                    <a:ea typeface="Cambria Math" panose="02040503050406030204" pitchFamily="18" charset="0"/>
                  </a:rPr>
                  <a:t>does not exist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.</m:t>
                    </m:r>
                  </m:oMath>
                </a14:m>
                <a:endParaRPr lang="en-IN" sz="28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B9AB6B5-BDC2-4F43-A1BE-A18BFD4B6D4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0808" y="4809378"/>
                <a:ext cx="3625192" cy="468000"/>
              </a:xfrm>
              <a:prstGeom prst="rect">
                <a:avLst/>
              </a:prstGeom>
              <a:blipFill>
                <a:blip r:embed="rId8"/>
                <a:stretch>
                  <a:fillRect t="-12987" b="-4805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B7A5CA3F-619F-B6B9-ACBC-F5273F7AEDF3}"/>
              </a:ext>
            </a:extLst>
          </p:cNvPr>
          <p:cNvSpPr/>
          <p:nvPr/>
        </p:nvSpPr>
        <p:spPr>
          <a:xfrm>
            <a:off x="185165" y="898973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4C368A94-E74F-7228-1B30-EE11F3B5216D}"/>
              </a:ext>
            </a:extLst>
          </p:cNvPr>
          <p:cNvSpPr/>
          <p:nvPr/>
        </p:nvSpPr>
        <p:spPr>
          <a:xfrm>
            <a:off x="162495" y="2984117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</p:spTree>
    <p:extLst>
      <p:ext uri="{BB962C8B-B14F-4D97-AF65-F5344CB8AC3E}">
        <p14:creationId xmlns:p14="http://schemas.microsoft.com/office/powerpoint/2010/main" val="34821991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5" grpId="0"/>
      <p:bldP spid="16" grpId="0"/>
      <p:bldP spid="17" grpId="0"/>
      <p:bldP spid="18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0C6CEE67-8F33-492B-B1BF-7F1C60144C4F}"/>
              </a:ext>
            </a:extLst>
          </p:cNvPr>
          <p:cNvGrpSpPr/>
          <p:nvPr/>
        </p:nvGrpSpPr>
        <p:grpSpPr>
          <a:xfrm>
            <a:off x="3888202" y="4292709"/>
            <a:ext cx="6454390" cy="1767396"/>
            <a:chOff x="4139662" y="4292709"/>
            <a:chExt cx="6454390" cy="176739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6E7CCA40-44DA-4F56-904E-CDEC8F26C882}"/>
                    </a:ext>
                  </a:extLst>
                </p:cNvPr>
                <p:cNvSpPr/>
                <p:nvPr/>
              </p:nvSpPr>
              <p:spPr>
                <a:xfrm>
                  <a:off x="4139662" y="4292709"/>
                  <a:ext cx="6454390" cy="176739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6E7CCA40-44DA-4F56-904E-CDEC8F26C88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662" y="4292709"/>
                  <a:ext cx="6454390" cy="1767396"/>
                </a:xfrm>
                <a:prstGeom prst="rect">
                  <a:avLst/>
                </a:prstGeom>
                <a:blipFill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27B7288F-DB5F-4A2B-91B1-0A72E8397ACE}"/>
                </a:ext>
              </a:extLst>
            </p:cNvPr>
            <p:cNvCxnSpPr>
              <a:cxnSpLocks/>
            </p:cNvCxnSpPr>
            <p:nvPr/>
          </p:nvCxnSpPr>
          <p:spPr>
            <a:xfrm>
              <a:off x="7365746" y="4434724"/>
              <a:ext cx="0" cy="144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0F299F38-F84F-40BB-AAEA-894873863651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Method:6</a:t>
                </a:r>
                <a14:m>
                  <m:oMath xmlns:m="http://schemas.openxmlformats.org/officeDocument/2006/math">
                    <m:r>
                      <a:rPr lang="en-IN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/>
                  <a:t>Example:6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0F299F38-F84F-40BB-AAEA-89487386365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4DB720FD-C4E4-48A0-9FE8-9F9C01D59084}"/>
                  </a:ext>
                </a:extLst>
              </p:cNvPr>
              <p:cNvSpPr/>
              <p:nvPr/>
            </p:nvSpPr>
            <p:spPr>
              <a:xfrm>
                <a:off x="1682467" y="849749"/>
                <a:ext cx="10684793" cy="181284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US" sz="2800" dirty="0">
                    <a:solidFill>
                      <a:srgbClr val="002060"/>
                    </a:solidFill>
                    <a:uFill>
                      <a:solidFill>
                        <a:srgbClr val="0070C0"/>
                      </a:solidFill>
                    </a:u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F</a:t>
                </a:r>
                <a:r>
                  <a:rPr lang="en-US" sz="2800" dirty="0">
                    <a:solidFill>
                      <a:srgbClr val="002060"/>
                    </a:solidFill>
                    <a:effectLst/>
                    <a:uFill>
                      <a:solidFill>
                        <a:srgbClr val="0070C0"/>
                      </a:solidFill>
                    </a:uFill>
                    <a:latin typeface="+mj-lt"/>
                    <a:ea typeface="Times New Roman" panose="02020603050405020304" pitchFamily="18" charset="0"/>
                    <a:cs typeface="Shruti" panose="020B0502040204020203" pitchFamily="34" charset="0"/>
                  </a:rPr>
                  <a:t>ind the inverse of the matrix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A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effectLst/>
                                <a:uFill>
                                  <a:solidFill>
                                    <a:srgbClr val="0070C0"/>
                                  </a:solidFill>
                                </a:uFill>
                                <a:latin typeface="Cambria Math" panose="02040503050406030204" pitchFamily="18" charset="0"/>
                                <a:cs typeface="Shruti" panose="020B0502040204020203" pitchFamily="34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3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e>
                            <m:e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cs typeface="Shruti" panose="020B0502040204020203" pitchFamily="34" charset="0"/>
                                </a:rPr>
                                <m:t>3</m:t>
                              </m:r>
                            </m:e>
                          </m:mr>
                        </m:m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effectLst/>
                            <a:uFill>
                              <a:solidFill>
                                <a:srgbClr val="0070C0"/>
                              </a:solidFill>
                            </a:uFill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Shruti" panose="020B0502040204020203" pitchFamily="34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r>
                  <a:rPr lang="en-US" sz="2800" dirty="0">
                    <a:solidFill>
                      <a:srgbClr val="002060"/>
                    </a:solidFill>
                    <a:uFill>
                      <a:solidFill>
                        <a:srgbClr val="0070C0"/>
                      </a:solidFill>
                    </a:uFill>
                    <a:ea typeface="Times New Roman" panose="02020603050405020304" pitchFamily="18" charset="0"/>
                    <a:cs typeface="Shruti" panose="020B0502040204020203" pitchFamily="34" charset="0"/>
                  </a:rPr>
                  <a:t>by Gauss - Jordan Method.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4DB720FD-C4E4-48A0-9FE8-9F9C01D5908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2467" y="849749"/>
                <a:ext cx="10684793" cy="1812843"/>
              </a:xfrm>
              <a:prstGeom prst="rect">
                <a:avLst/>
              </a:prstGeom>
              <a:blipFill>
                <a:blip r:embed="rId4"/>
                <a:stretch>
                  <a:fillRect l="-1198" r="-22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3BA319C8-F1D1-4BB1-A97C-37695C36EBBE}"/>
                  </a:ext>
                </a:extLst>
              </p:cNvPr>
              <p:cNvSpPr/>
              <p:nvPr/>
            </p:nvSpPr>
            <p:spPr>
              <a:xfrm>
                <a:off x="1682467" y="2545659"/>
                <a:ext cx="1702923" cy="48413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latin typeface="+mj-lt"/>
                  </a:rPr>
                  <a:t>Here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d>
                      <m:dPr>
                        <m:begChr m:val="|"/>
                        <m:endChr m:val="|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3BA319C8-F1D1-4BB1-A97C-37695C36EB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2467" y="2545659"/>
                <a:ext cx="1702923" cy="484136"/>
              </a:xfrm>
              <a:prstGeom prst="rect">
                <a:avLst/>
              </a:prstGeom>
              <a:blipFill>
                <a:blip r:embed="rId5"/>
                <a:stretch>
                  <a:fillRect l="-7527" t="-13924" b="-4303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C5310DF2-4F23-4A15-B155-8427A01C0613}"/>
                  </a:ext>
                </a:extLst>
              </p:cNvPr>
              <p:cNvSpPr/>
              <p:nvPr/>
            </p:nvSpPr>
            <p:spPr>
              <a:xfrm>
                <a:off x="3187464" y="2561795"/>
                <a:ext cx="6737028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3−4</m:t>
                        </m:r>
                      </m:e>
                    </m:d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−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9−2</m:t>
                        </m:r>
                      </m:e>
                    </m:d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6−1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C5310DF2-4F23-4A15-B155-8427A01C06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7464" y="2561795"/>
                <a:ext cx="6737028" cy="468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879EDE4-F68A-4032-AC1B-89F1BD84AA5E}"/>
                  </a:ext>
                </a:extLst>
              </p:cNvPr>
              <p:cNvSpPr/>
              <p:nvPr/>
            </p:nvSpPr>
            <p:spPr>
              <a:xfrm>
                <a:off x="2937397" y="3129754"/>
                <a:ext cx="293685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=−2−7+15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879EDE4-F68A-4032-AC1B-89F1BD84AA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7397" y="3129754"/>
                <a:ext cx="2936852" cy="468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1F693B08-AB7E-47F3-B3B7-3E290AD0920F}"/>
                  </a:ext>
                </a:extLst>
              </p:cNvPr>
              <p:cNvSpPr/>
              <p:nvPr/>
            </p:nvSpPr>
            <p:spPr>
              <a:xfrm>
                <a:off x="5528835" y="3125420"/>
                <a:ext cx="94819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1F693B08-AB7E-47F3-B3B7-3E290AD092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28835" y="3125420"/>
                <a:ext cx="948194" cy="468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7108FAEB-9CFE-4133-A545-E4B1D9E4C5BD}"/>
                  </a:ext>
                </a:extLst>
              </p:cNvPr>
              <p:cNvSpPr/>
              <p:nvPr/>
            </p:nvSpPr>
            <p:spPr>
              <a:xfrm>
                <a:off x="3113434" y="3627250"/>
                <a:ext cx="209222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sSup>
                        <m:s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A</m:t>
                          </m:r>
                        </m:e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ea typeface="Cambria Math" panose="02040503050406030204" pitchFamily="18" charset="0"/>
                        </a:rPr>
                        <m:t>exist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.</m:t>
                      </m:r>
                    </m:oMath>
                  </m:oMathPara>
                </a14:m>
                <a:endParaRPr lang="en-IN" sz="28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7108FAEB-9CFE-4133-A545-E4B1D9E4C5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3434" y="3627250"/>
                <a:ext cx="2092220" cy="468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B5A10DA-75F6-4644-9A1C-AF6BDF0F2571}"/>
                  </a:ext>
                </a:extLst>
              </p:cNvPr>
              <p:cNvSpPr/>
              <p:nvPr/>
            </p:nvSpPr>
            <p:spPr>
              <a:xfrm>
                <a:off x="6182682" y="3121086"/>
                <a:ext cx="94819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≠0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B5A10DA-75F6-4644-9A1C-AF6BDF0F25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82682" y="3121086"/>
                <a:ext cx="948194" cy="468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66EB5CAE-B568-4F17-9A74-6791E25A4139}"/>
                  </a:ext>
                </a:extLst>
              </p:cNvPr>
              <p:cNvSpPr/>
              <p:nvPr/>
            </p:nvSpPr>
            <p:spPr>
              <a:xfrm>
                <a:off x="1669057" y="4907554"/>
                <a:ext cx="2996327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Consider,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d>
                          <m:dPr>
                            <m:begChr m:val=""/>
                            <m:endChr m:val="|"/>
                            <m:ctrlPr>
                              <a:rPr lang="en-IN" sz="2800" b="0" i="1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66EB5CAE-B568-4F17-9A74-6791E25A413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9057" y="4907554"/>
                <a:ext cx="2996327" cy="468000"/>
              </a:xfrm>
              <a:prstGeom prst="rect">
                <a:avLst/>
              </a:prstGeom>
              <a:blipFill>
                <a:blip r:embed="rId11"/>
                <a:stretch>
                  <a:fillRect l="-4277" t="-12987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" name="Group 3">
            <a:extLst>
              <a:ext uri="{FF2B5EF4-FFF2-40B4-BE49-F238E27FC236}">
                <a16:creationId xmlns:a16="http://schemas.microsoft.com/office/drawing/2014/main" id="{D1AC4C2B-AC0C-4901-A004-4651FC30D526}"/>
              </a:ext>
            </a:extLst>
          </p:cNvPr>
          <p:cNvGrpSpPr/>
          <p:nvPr/>
        </p:nvGrpSpPr>
        <p:grpSpPr>
          <a:xfrm>
            <a:off x="7136398" y="4336953"/>
            <a:ext cx="2276584" cy="1657544"/>
            <a:chOff x="7445008" y="4336953"/>
            <a:chExt cx="2276584" cy="165754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27C7EDC0-0348-4B1F-9486-C1E489D2C7D5}"/>
                    </a:ext>
                  </a:extLst>
                </p:cNvPr>
                <p:cNvSpPr/>
                <p:nvPr/>
              </p:nvSpPr>
              <p:spPr>
                <a:xfrm>
                  <a:off x="7445008" y="4336953"/>
                  <a:ext cx="2276584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1         0   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27C7EDC0-0348-4B1F-9486-C1E489D2C7D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45008" y="4336953"/>
                  <a:ext cx="2276584" cy="523220"/>
                </a:xfrm>
                <a:prstGeom prst="rect">
                  <a:avLst/>
                </a:prstGeom>
                <a:blipFill>
                  <a:blip r:embed="rId1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79116875-0F5E-4C5C-9906-D3405DE38EE6}"/>
                    </a:ext>
                  </a:extLst>
                </p:cNvPr>
                <p:cNvSpPr/>
                <p:nvPr/>
              </p:nvSpPr>
              <p:spPr>
                <a:xfrm>
                  <a:off x="7445008" y="4904115"/>
                  <a:ext cx="2276584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0         1   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79116875-0F5E-4C5C-9906-D3405DE38EE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45008" y="4904115"/>
                  <a:ext cx="2276584" cy="523220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607623DE-419E-4539-911E-069D8980AE56}"/>
                    </a:ext>
                  </a:extLst>
                </p:cNvPr>
                <p:cNvSpPr/>
                <p:nvPr/>
              </p:nvSpPr>
              <p:spPr>
                <a:xfrm>
                  <a:off x="7445008" y="5471277"/>
                  <a:ext cx="2276584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0         0   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607623DE-419E-4539-911E-069D8980AE5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445008" y="5471277"/>
                  <a:ext cx="2276584" cy="523220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9EF0F4BE-B779-4C4D-B971-B421F2E39384}"/>
              </a:ext>
            </a:extLst>
          </p:cNvPr>
          <p:cNvGrpSpPr/>
          <p:nvPr/>
        </p:nvGrpSpPr>
        <p:grpSpPr>
          <a:xfrm>
            <a:off x="4688175" y="4346236"/>
            <a:ext cx="2297772" cy="1655414"/>
            <a:chOff x="4996785" y="4346236"/>
            <a:chExt cx="2297772" cy="165541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9D85B756-CEC5-4AEB-B95E-E906614A9D8E}"/>
                    </a:ext>
                  </a:extLst>
                </p:cNvPr>
                <p:cNvSpPr/>
                <p:nvPr/>
              </p:nvSpPr>
              <p:spPr>
                <a:xfrm>
                  <a:off x="4996785" y="4346236"/>
                  <a:ext cx="2276584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2         1   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3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9D85B756-CEC5-4AEB-B95E-E906614A9D8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96785" y="4346236"/>
                  <a:ext cx="2276584" cy="523220"/>
                </a:xfrm>
                <a:prstGeom prst="rect">
                  <a:avLst/>
                </a:prstGeom>
                <a:blipFill>
                  <a:blip r:embed="rId1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198D19B1-9DF3-432A-9E04-1C3FA60645D7}"/>
                    </a:ext>
                  </a:extLst>
                </p:cNvPr>
                <p:cNvSpPr/>
                <p:nvPr/>
              </p:nvSpPr>
              <p:spPr>
                <a:xfrm>
                  <a:off x="5007379" y="4912333"/>
                  <a:ext cx="2276584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3         1   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2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198D19B1-9DF3-432A-9E04-1C3FA60645D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07379" y="4912333"/>
                  <a:ext cx="2276584" cy="523220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2F237F25-9AC2-4551-99A0-2FE043CD7D7C}"/>
                    </a:ext>
                  </a:extLst>
                </p:cNvPr>
                <p:cNvSpPr/>
                <p:nvPr/>
              </p:nvSpPr>
              <p:spPr>
                <a:xfrm>
                  <a:off x="5017973" y="5478430"/>
                  <a:ext cx="2276584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1         2   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3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2F237F25-9AC2-4551-99A0-2FE043CD7D7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17973" y="5478430"/>
                  <a:ext cx="2276584" cy="523220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5D6F8457-0132-8D71-0930-B242CB0AEA8D}"/>
              </a:ext>
            </a:extLst>
          </p:cNvPr>
          <p:cNvSpPr/>
          <p:nvPr/>
        </p:nvSpPr>
        <p:spPr>
          <a:xfrm>
            <a:off x="185165" y="1202572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chemeClr val="bg1"/>
                </a:solidFill>
              </a:rPr>
              <a:t>Example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51E69C0F-5878-7B6C-B7A3-5349C78CB06C}"/>
              </a:ext>
            </a:extLst>
          </p:cNvPr>
          <p:cNvSpPr/>
          <p:nvPr/>
        </p:nvSpPr>
        <p:spPr>
          <a:xfrm>
            <a:off x="185165" y="2545659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</a:rPr>
              <a:t>Solution</a:t>
            </a:r>
          </a:p>
        </p:txBody>
      </p:sp>
    </p:spTree>
    <p:extLst>
      <p:ext uri="{BB962C8B-B14F-4D97-AF65-F5344CB8AC3E}">
        <p14:creationId xmlns:p14="http://schemas.microsoft.com/office/powerpoint/2010/main" val="41303195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14" grpId="0"/>
      <p:bldP spid="15" grpId="0"/>
      <p:bldP spid="16" grpId="0"/>
      <p:bldP spid="17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91F98C-7030-F5B7-05A6-F140C32F2D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1BAC8FEE-5B01-BEAA-6D6F-4353A1439571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Method:6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Example:6(Continue) 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1BAC8FEE-5B01-BEAA-6D6F-4353A143957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" name="Group 3">
            <a:extLst>
              <a:ext uri="{FF2B5EF4-FFF2-40B4-BE49-F238E27FC236}">
                <a16:creationId xmlns:a16="http://schemas.microsoft.com/office/drawing/2014/main" id="{A0CBE36D-65CD-1741-AA6C-4AA22AA58677}"/>
              </a:ext>
            </a:extLst>
          </p:cNvPr>
          <p:cNvGrpSpPr/>
          <p:nvPr/>
        </p:nvGrpSpPr>
        <p:grpSpPr>
          <a:xfrm>
            <a:off x="2527399" y="828292"/>
            <a:ext cx="6454390" cy="1767396"/>
            <a:chOff x="4139662" y="4292709"/>
            <a:chExt cx="6454390" cy="176739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id="{28C03DDB-37C1-41B3-5D0E-CF5A0F9303A1}"/>
                    </a:ext>
                  </a:extLst>
                </p:cNvPr>
                <p:cNvSpPr/>
                <p:nvPr/>
              </p:nvSpPr>
              <p:spPr>
                <a:xfrm>
                  <a:off x="4139662" y="4292709"/>
                  <a:ext cx="6454390" cy="176739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id="{90FC71C1-B248-4F07-9E52-F7F98507871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9662" y="4292709"/>
                  <a:ext cx="6454390" cy="1767396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0476B40D-B56A-7815-B313-70A98CC3C950}"/>
                </a:ext>
              </a:extLst>
            </p:cNvPr>
            <p:cNvCxnSpPr>
              <a:cxnSpLocks/>
            </p:cNvCxnSpPr>
            <p:nvPr/>
          </p:nvCxnSpPr>
          <p:spPr>
            <a:xfrm>
              <a:off x="7365746" y="4434724"/>
              <a:ext cx="0" cy="144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FBB603DE-C232-F8C6-7CD3-70FDC89367AB}"/>
                  </a:ext>
                </a:extLst>
              </p:cNvPr>
              <p:cNvSpPr/>
              <p:nvPr/>
            </p:nvSpPr>
            <p:spPr>
              <a:xfrm>
                <a:off x="365404" y="1443137"/>
                <a:ext cx="2996327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Consider,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d>
                          <m:dPr>
                            <m:begChr m:val=""/>
                            <m:endChr m:val="|"/>
                            <m:ctrlPr>
                              <a:rPr lang="en-IN" sz="2800" b="0" i="1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IN" sz="2800" b="0" i="0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FBB603DE-C232-F8C6-7CD3-70FDC89367A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404" y="1443137"/>
                <a:ext cx="2996327" cy="468000"/>
              </a:xfrm>
              <a:prstGeom prst="rect">
                <a:avLst/>
              </a:prstGeom>
              <a:blipFill>
                <a:blip r:embed="rId12"/>
                <a:stretch>
                  <a:fillRect l="-4277" t="-14286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8141BDB7-6149-7A89-D374-2BDA97E892A7}"/>
                  </a:ext>
                </a:extLst>
              </p:cNvPr>
              <p:cNvSpPr/>
              <p:nvPr/>
            </p:nvSpPr>
            <p:spPr>
              <a:xfrm>
                <a:off x="5832745" y="872536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1         0   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8141BDB7-6149-7A89-D374-2BDA97E892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2745" y="872536"/>
                <a:ext cx="2276584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C72FEA20-6EE5-B0D3-F28F-A4201EE860FC}"/>
                  </a:ext>
                </a:extLst>
              </p:cNvPr>
              <p:cNvSpPr/>
              <p:nvPr/>
            </p:nvSpPr>
            <p:spPr>
              <a:xfrm>
                <a:off x="5832745" y="1439698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0         1   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C72FEA20-6EE5-B0D3-F28F-A4201EE860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2745" y="1439698"/>
                <a:ext cx="2276584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775F9B4B-4DE6-DF0B-B45F-A8B2EC9FC691}"/>
                  </a:ext>
                </a:extLst>
              </p:cNvPr>
              <p:cNvSpPr/>
              <p:nvPr/>
            </p:nvSpPr>
            <p:spPr>
              <a:xfrm>
                <a:off x="5832745" y="2006860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0         0   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775F9B4B-4DE6-DF0B-B45F-A8B2EC9FC69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2745" y="2006860"/>
                <a:ext cx="2276584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07FBE30-A9C9-569A-A5A6-07A15D4A4A2D}"/>
                  </a:ext>
                </a:extLst>
              </p:cNvPr>
              <p:cNvSpPr/>
              <p:nvPr/>
            </p:nvSpPr>
            <p:spPr>
              <a:xfrm>
                <a:off x="3384522" y="881819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2         1   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07FBE30-A9C9-569A-A5A6-07A15D4A4A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4522" y="881819"/>
                <a:ext cx="2276584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198ED7F-CCBB-0630-73B7-47D00D9710D7}"/>
                  </a:ext>
                </a:extLst>
              </p:cNvPr>
              <p:cNvSpPr/>
              <p:nvPr/>
            </p:nvSpPr>
            <p:spPr>
              <a:xfrm>
                <a:off x="3395116" y="1447916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3         1   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198ED7F-CCBB-0630-73B7-47D00D9710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5116" y="1447916"/>
                <a:ext cx="2276584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9EF4F053-A30C-8FE5-2DC2-3C47369DAB21}"/>
                  </a:ext>
                </a:extLst>
              </p:cNvPr>
              <p:cNvSpPr/>
              <p:nvPr/>
            </p:nvSpPr>
            <p:spPr>
              <a:xfrm>
                <a:off x="3405710" y="2014013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1         2   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9EF4F053-A30C-8FE5-2DC2-3C47369DAB2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5710" y="2014013"/>
                <a:ext cx="2276584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A5BDA9DE-737C-1A6F-BBD1-71E2940DB704}"/>
              </a:ext>
            </a:extLst>
          </p:cNvPr>
          <p:cNvSpPr/>
          <p:nvPr/>
        </p:nvSpPr>
        <p:spPr>
          <a:xfrm>
            <a:off x="3466136" y="985055"/>
            <a:ext cx="330728" cy="363521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8E1F5E15-800A-D238-0845-2C2622524AD0}"/>
              </a:ext>
            </a:extLst>
          </p:cNvPr>
          <p:cNvSpPr/>
          <p:nvPr/>
        </p:nvSpPr>
        <p:spPr>
          <a:xfrm>
            <a:off x="3475661" y="2097081"/>
            <a:ext cx="330728" cy="36352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rgbClr val="FF0000"/>
              </a:solidFill>
            </a:endParaRP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3EDD9F16-D443-45B7-A9DB-CF2AE4C09E06}"/>
              </a:ext>
            </a:extLst>
          </p:cNvPr>
          <p:cNvGrpSpPr/>
          <p:nvPr/>
        </p:nvGrpSpPr>
        <p:grpSpPr>
          <a:xfrm>
            <a:off x="2505444" y="2737703"/>
            <a:ext cx="6454390" cy="1767396"/>
            <a:chOff x="4118818" y="4292709"/>
            <a:chExt cx="6454390" cy="176739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id="{B23BF3C1-B1CC-4A40-034D-4F5006BE7918}"/>
                    </a:ext>
                  </a:extLst>
                </p:cNvPr>
                <p:cNvSpPr/>
                <p:nvPr/>
              </p:nvSpPr>
              <p:spPr>
                <a:xfrm>
                  <a:off x="4118818" y="4292709"/>
                  <a:ext cx="6454390" cy="176739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id="{B23BF3C1-B1CC-4A40-034D-4F5006BE791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18818" y="4292709"/>
                  <a:ext cx="6454390" cy="1767396"/>
                </a:xfrm>
                <a:prstGeom prst="rect">
                  <a:avLst/>
                </a:prstGeom>
                <a:blipFill>
                  <a:blip r:embed="rId1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8EE140EE-6937-82FD-59D8-F837585AB58B}"/>
                </a:ext>
              </a:extLst>
            </p:cNvPr>
            <p:cNvCxnSpPr>
              <a:cxnSpLocks/>
            </p:cNvCxnSpPr>
            <p:nvPr/>
          </p:nvCxnSpPr>
          <p:spPr>
            <a:xfrm>
              <a:off x="7365746" y="4434724"/>
              <a:ext cx="0" cy="144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9B09449-375D-1955-BA29-F53D294F1D1B}"/>
                  </a:ext>
                </a:extLst>
              </p:cNvPr>
              <p:cNvSpPr/>
              <p:nvPr/>
            </p:nvSpPr>
            <p:spPr>
              <a:xfrm>
                <a:off x="5840122" y="3864101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1         0   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9B09449-375D-1955-BA29-F53D294F1D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0122" y="3864101"/>
                <a:ext cx="2276584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78065A39-7AAA-D791-428E-8CAA08FB2606}"/>
                  </a:ext>
                </a:extLst>
              </p:cNvPr>
              <p:cNvSpPr/>
              <p:nvPr/>
            </p:nvSpPr>
            <p:spPr>
              <a:xfrm>
                <a:off x="5831634" y="3349109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0         1   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78065A39-7AAA-D791-428E-8CAA08FB2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1634" y="3349109"/>
                <a:ext cx="2276584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4933DF5E-BC80-9C5D-D497-79F2CE7ED514}"/>
                  </a:ext>
                </a:extLst>
              </p:cNvPr>
              <p:cNvSpPr/>
              <p:nvPr/>
            </p:nvSpPr>
            <p:spPr>
              <a:xfrm>
                <a:off x="5825284" y="2836771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0         0   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4933DF5E-BC80-9C5D-D497-79F2CE7ED5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5284" y="2836771"/>
                <a:ext cx="2276584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B52F2923-1109-B5F3-0732-D79050463E47}"/>
                  </a:ext>
                </a:extLst>
              </p:cNvPr>
              <p:cNvSpPr/>
              <p:nvPr/>
            </p:nvSpPr>
            <p:spPr>
              <a:xfrm>
                <a:off x="3391899" y="3873384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2         1   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B52F2923-1109-B5F3-0732-D79050463E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1899" y="3873384"/>
                <a:ext cx="227658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2E4499F7-D734-C703-3A36-E5455C447031}"/>
                  </a:ext>
                </a:extLst>
              </p:cNvPr>
              <p:cNvSpPr/>
              <p:nvPr/>
            </p:nvSpPr>
            <p:spPr>
              <a:xfrm>
                <a:off x="3394005" y="3357327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3         1   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2E4499F7-D734-C703-3A36-E5455C4470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4005" y="3357327"/>
                <a:ext cx="2276584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30BE958C-C08F-3A67-477F-96356F6BB3BC}"/>
                  </a:ext>
                </a:extLst>
              </p:cNvPr>
              <p:cNvSpPr/>
              <p:nvPr/>
            </p:nvSpPr>
            <p:spPr>
              <a:xfrm>
                <a:off x="3398249" y="2843924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1         2   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30BE958C-C08F-3A67-477F-96356F6BB3B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8249" y="2843924"/>
                <a:ext cx="2276584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Content Placeholder 4">
                <a:extLst>
                  <a:ext uri="{FF2B5EF4-FFF2-40B4-BE49-F238E27FC236}">
                    <a16:creationId xmlns:a16="http://schemas.microsoft.com/office/drawing/2014/main" id="{5E923F3C-0AF7-26DD-8A8D-85A1A0E4606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584569" y="3404329"/>
                <a:ext cx="750529" cy="468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𝟏𝟑</m:t>
                          </m:r>
                        </m:sub>
                      </m:sSub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78" name="Content Placeholder 4">
                <a:extLst>
                  <a:ext uri="{FF2B5EF4-FFF2-40B4-BE49-F238E27FC236}">
                    <a16:creationId xmlns:a16="http://schemas.microsoft.com/office/drawing/2014/main" id="{5E923F3C-0AF7-26DD-8A8D-85A1A0E460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84569" y="3404329"/>
                <a:ext cx="750529" cy="468000"/>
              </a:xfrm>
              <a:prstGeom prst="rect">
                <a:avLst/>
              </a:prstGeom>
              <a:blipFill>
                <a:blip r:embed="rId26"/>
                <a:stretch>
                  <a:fillRect l="-10569" b="-6494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C299D517-AC0A-5311-46DD-6539A51B8243}"/>
                  </a:ext>
                </a:extLst>
              </p:cNvPr>
              <p:cNvSpPr/>
              <p:nvPr/>
            </p:nvSpPr>
            <p:spPr>
              <a:xfrm>
                <a:off x="2635887" y="3241406"/>
                <a:ext cx="856661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</m:oMath>
                  </m:oMathPara>
                </a14:m>
                <a:endParaRPr lang="en-IN" sz="3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C299D517-AC0A-5311-46DD-6539A51B82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35887" y="3241406"/>
                <a:ext cx="856661" cy="711201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2" name="Group 81">
            <a:extLst>
              <a:ext uri="{FF2B5EF4-FFF2-40B4-BE49-F238E27FC236}">
                <a16:creationId xmlns:a16="http://schemas.microsoft.com/office/drawing/2014/main" id="{F944E19D-A928-2ACE-0EFF-95C940DF5D08}"/>
              </a:ext>
            </a:extLst>
          </p:cNvPr>
          <p:cNvGrpSpPr/>
          <p:nvPr/>
        </p:nvGrpSpPr>
        <p:grpSpPr>
          <a:xfrm>
            <a:off x="2505444" y="4547173"/>
            <a:ext cx="6454390" cy="1767396"/>
            <a:chOff x="4118818" y="4292709"/>
            <a:chExt cx="6454390" cy="176739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" name="Rectangle 82">
                  <a:extLst>
                    <a:ext uri="{FF2B5EF4-FFF2-40B4-BE49-F238E27FC236}">
                      <a16:creationId xmlns:a16="http://schemas.microsoft.com/office/drawing/2014/main" id="{AC0B91A3-92BF-C6E2-A954-DD7271E4A905}"/>
                    </a:ext>
                  </a:extLst>
                </p:cNvPr>
                <p:cNvSpPr/>
                <p:nvPr/>
              </p:nvSpPr>
              <p:spPr>
                <a:xfrm>
                  <a:off x="4118818" y="4292709"/>
                  <a:ext cx="6454390" cy="176739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3" name="Rectangle 82">
                  <a:extLst>
                    <a:ext uri="{FF2B5EF4-FFF2-40B4-BE49-F238E27FC236}">
                      <a16:creationId xmlns:a16="http://schemas.microsoft.com/office/drawing/2014/main" id="{AC0B91A3-92BF-C6E2-A954-DD7271E4A90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18818" y="4292709"/>
                  <a:ext cx="6454390" cy="1767396"/>
                </a:xfrm>
                <a:prstGeom prst="rect">
                  <a:avLst/>
                </a:prstGeom>
                <a:blipFill>
                  <a:blip r:embed="rId2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E56D1782-A9F9-70B7-D5BC-A4CA37F80270}"/>
                </a:ext>
              </a:extLst>
            </p:cNvPr>
            <p:cNvCxnSpPr>
              <a:cxnSpLocks/>
            </p:cNvCxnSpPr>
            <p:nvPr/>
          </p:nvCxnSpPr>
          <p:spPr>
            <a:xfrm>
              <a:off x="7365746" y="4434724"/>
              <a:ext cx="0" cy="144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6AF1931-8DC1-C1F2-2D65-39AEBB5F880C}"/>
                  </a:ext>
                </a:extLst>
              </p:cNvPr>
              <p:cNvSpPr/>
              <p:nvPr/>
            </p:nvSpPr>
            <p:spPr>
              <a:xfrm>
                <a:off x="2635887" y="5050876"/>
                <a:ext cx="856661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</m:oMath>
                  </m:oMathPara>
                </a14:m>
                <a:endParaRPr lang="en-IN" sz="3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6AF1931-8DC1-C1F2-2D65-39AEBB5F88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35887" y="5050876"/>
                <a:ext cx="856661" cy="711201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6" name="Rectangle: Rounded Corners 85">
            <a:extLst>
              <a:ext uri="{FF2B5EF4-FFF2-40B4-BE49-F238E27FC236}">
                <a16:creationId xmlns:a16="http://schemas.microsoft.com/office/drawing/2014/main" id="{08D0742C-9FE4-B51A-2C08-86A7F19770FB}"/>
              </a:ext>
            </a:extLst>
          </p:cNvPr>
          <p:cNvSpPr/>
          <p:nvPr/>
        </p:nvSpPr>
        <p:spPr>
          <a:xfrm>
            <a:off x="3458469" y="2922782"/>
            <a:ext cx="330728" cy="363521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7" name="Rectangle: Rounded Corners 86">
            <a:extLst>
              <a:ext uri="{FF2B5EF4-FFF2-40B4-BE49-F238E27FC236}">
                <a16:creationId xmlns:a16="http://schemas.microsoft.com/office/drawing/2014/main" id="{A80D09E3-AA52-B8A1-771C-41AF5B098B3C}"/>
              </a:ext>
            </a:extLst>
          </p:cNvPr>
          <p:cNvSpPr/>
          <p:nvPr/>
        </p:nvSpPr>
        <p:spPr>
          <a:xfrm>
            <a:off x="3475509" y="3439012"/>
            <a:ext cx="330728" cy="36352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rgbClr val="FF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Content Placeholder 4">
                <a:extLst>
                  <a:ext uri="{FF2B5EF4-FFF2-40B4-BE49-F238E27FC236}">
                    <a16:creationId xmlns:a16="http://schemas.microsoft.com/office/drawing/2014/main" id="{9E061296-C1EB-1B41-A079-5310342C020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493128" y="4953266"/>
                <a:ext cx="1750420" cy="6711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𝐑</m:t>
                        </m:r>
                      </m:e>
                      <m:sub>
                        <m:r>
                          <a:rPr lang="en-IN" sz="2800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  <m:d>
                      <m:d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e>
                    </m:d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,</a:t>
                </a:r>
              </a:p>
            </p:txBody>
          </p:sp>
        </mc:Choice>
        <mc:Fallback xmlns="">
          <p:sp>
            <p:nvSpPr>
              <p:cNvPr id="88" name="Content Placeholder 4">
                <a:extLst>
                  <a:ext uri="{FF2B5EF4-FFF2-40B4-BE49-F238E27FC236}">
                    <a16:creationId xmlns:a16="http://schemas.microsoft.com/office/drawing/2014/main" id="{9E061296-C1EB-1B41-A079-5310342C02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3128" y="4953266"/>
                <a:ext cx="1750420" cy="671100"/>
              </a:xfrm>
              <a:prstGeom prst="rect">
                <a:avLst/>
              </a:prstGeom>
              <a:blipFill>
                <a:blip r:embed="rId30"/>
                <a:stretch>
                  <a:fillRect t="-1818" r="-3484" b="-10909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0EBA3148-0A92-399B-E38B-519DB9CC04B9}"/>
                  </a:ext>
                </a:extLst>
              </p:cNvPr>
              <p:cNvSpPr/>
              <p:nvPr/>
            </p:nvSpPr>
            <p:spPr>
              <a:xfrm>
                <a:off x="5788766" y="4660168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0         0   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0EBA3148-0A92-399B-E38B-519DB9CC04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88766" y="4660168"/>
                <a:ext cx="2276584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7A59875D-D6F9-9411-7EF0-D87A65DC2AC6}"/>
                  </a:ext>
                </a:extLst>
              </p:cNvPr>
              <p:cNvSpPr/>
              <p:nvPr/>
            </p:nvSpPr>
            <p:spPr>
              <a:xfrm>
                <a:off x="3361731" y="4667321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1         2   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7A59875D-D6F9-9411-7EF0-D87A65DC2A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61731" y="4667321"/>
                <a:ext cx="2276584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1" name="Group 90">
            <a:extLst>
              <a:ext uri="{FF2B5EF4-FFF2-40B4-BE49-F238E27FC236}">
                <a16:creationId xmlns:a16="http://schemas.microsoft.com/office/drawing/2014/main" id="{6D794026-BAF6-D88F-9EF9-CB348DBEC17B}"/>
              </a:ext>
            </a:extLst>
          </p:cNvPr>
          <p:cNvGrpSpPr/>
          <p:nvPr/>
        </p:nvGrpSpPr>
        <p:grpSpPr>
          <a:xfrm>
            <a:off x="3341870" y="5139026"/>
            <a:ext cx="4748710" cy="531438"/>
            <a:chOff x="4508279" y="5313294"/>
            <a:chExt cx="4748710" cy="5314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2" name="Rectangle 91">
                  <a:extLst>
                    <a:ext uri="{FF2B5EF4-FFF2-40B4-BE49-F238E27FC236}">
                      <a16:creationId xmlns:a16="http://schemas.microsoft.com/office/drawing/2014/main" id="{1995F9BA-C0C4-F68E-0778-F86E35F2F4E5}"/>
                    </a:ext>
                  </a:extLst>
                </p:cNvPr>
                <p:cNvSpPr/>
                <p:nvPr/>
              </p:nvSpPr>
              <p:spPr>
                <a:xfrm>
                  <a:off x="6945908" y="5313294"/>
                  <a:ext cx="2311081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0         1   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−3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FC15FA64-7BA8-4589-B947-FEF8062D71D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45908" y="5313294"/>
                  <a:ext cx="2311081" cy="523220"/>
                </a:xfrm>
                <a:prstGeom prst="rect">
                  <a:avLst/>
                </a:prstGeom>
                <a:blipFill>
                  <a:blip r:embed="rId3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3" name="Rectangle 92">
                  <a:extLst>
                    <a:ext uri="{FF2B5EF4-FFF2-40B4-BE49-F238E27FC236}">
                      <a16:creationId xmlns:a16="http://schemas.microsoft.com/office/drawing/2014/main" id="{D1347134-D12C-04C4-498F-0BE07B61491A}"/>
                    </a:ext>
                  </a:extLst>
                </p:cNvPr>
                <p:cNvSpPr/>
                <p:nvPr/>
              </p:nvSpPr>
              <p:spPr>
                <a:xfrm>
                  <a:off x="4508279" y="5321512"/>
                  <a:ext cx="2267031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−5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−7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AE00D680-B184-4EF0-BA96-22E9480FE7A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08279" y="5321512"/>
                  <a:ext cx="2267031" cy="523220"/>
                </a:xfrm>
                <a:prstGeom prst="rect">
                  <a:avLst/>
                </a:prstGeom>
                <a:blipFill>
                  <a:blip r:embed="rId3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94" name="Rectangle: Rounded Corners 93">
            <a:extLst>
              <a:ext uri="{FF2B5EF4-FFF2-40B4-BE49-F238E27FC236}">
                <a16:creationId xmlns:a16="http://schemas.microsoft.com/office/drawing/2014/main" id="{44C550BF-91DD-4661-D957-CE909CA491E0}"/>
              </a:ext>
            </a:extLst>
          </p:cNvPr>
          <p:cNvSpPr/>
          <p:nvPr/>
        </p:nvSpPr>
        <p:spPr>
          <a:xfrm>
            <a:off x="3467392" y="3957822"/>
            <a:ext cx="330728" cy="36352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rgbClr val="FF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5" name="Content Placeholder 4">
                <a:extLst>
                  <a:ext uri="{FF2B5EF4-FFF2-40B4-BE49-F238E27FC236}">
                    <a16:creationId xmlns:a16="http://schemas.microsoft.com/office/drawing/2014/main" id="{6ACB477B-13F2-FD2B-416A-FA00D16BAEF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033981" y="4953266"/>
                <a:ext cx="1744913" cy="6711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95" name="Content Placeholder 4">
                <a:extLst>
                  <a:ext uri="{FF2B5EF4-FFF2-40B4-BE49-F238E27FC236}">
                    <a16:creationId xmlns:a16="http://schemas.microsoft.com/office/drawing/2014/main" id="{6ACB477B-13F2-FD2B-416A-FA00D16BAE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33981" y="4953266"/>
                <a:ext cx="1744913" cy="6711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6" name="Group 95">
            <a:extLst>
              <a:ext uri="{FF2B5EF4-FFF2-40B4-BE49-F238E27FC236}">
                <a16:creationId xmlns:a16="http://schemas.microsoft.com/office/drawing/2014/main" id="{0B770366-0EF7-7B87-5A50-B15BAA60EA15}"/>
              </a:ext>
            </a:extLst>
          </p:cNvPr>
          <p:cNvGrpSpPr/>
          <p:nvPr/>
        </p:nvGrpSpPr>
        <p:grpSpPr>
          <a:xfrm>
            <a:off x="3359060" y="5606321"/>
            <a:ext cx="4738116" cy="530373"/>
            <a:chOff x="4518873" y="5880456"/>
            <a:chExt cx="4738116" cy="5303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7" name="Rectangle 96">
                  <a:extLst>
                    <a:ext uri="{FF2B5EF4-FFF2-40B4-BE49-F238E27FC236}">
                      <a16:creationId xmlns:a16="http://schemas.microsoft.com/office/drawing/2014/main" id="{165D628E-01D0-7B93-AAA6-B4E733261F1B}"/>
                    </a:ext>
                  </a:extLst>
                </p:cNvPr>
                <p:cNvSpPr/>
                <p:nvPr/>
              </p:nvSpPr>
              <p:spPr>
                <a:xfrm>
                  <a:off x="6945908" y="5880456"/>
                  <a:ext cx="2311081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1         0   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−2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B65C328-C4A1-4760-AA4F-706EBDA795B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45908" y="5880456"/>
                  <a:ext cx="2311081" cy="523220"/>
                </a:xfrm>
                <a:prstGeom prst="rect">
                  <a:avLst/>
                </a:prstGeom>
                <a:blipFill>
                  <a:blip r:embed="rId3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" name="Rectangle 97">
                  <a:extLst>
                    <a:ext uri="{FF2B5EF4-FFF2-40B4-BE49-F238E27FC236}">
                      <a16:creationId xmlns:a16="http://schemas.microsoft.com/office/drawing/2014/main" id="{3F039204-0A6E-770F-517B-7C52ECFD6839}"/>
                    </a:ext>
                  </a:extLst>
                </p:cNvPr>
                <p:cNvSpPr/>
                <p:nvPr/>
              </p:nvSpPr>
              <p:spPr>
                <a:xfrm>
                  <a:off x="4518873" y="5887609"/>
                  <a:ext cx="2267031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−3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−3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73D573AD-4A52-4C64-849B-7E2509072A2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8873" y="5887609"/>
                  <a:ext cx="2267031" cy="523220"/>
                </a:xfrm>
                <a:prstGeom prst="rect">
                  <a:avLst/>
                </a:prstGeom>
                <a:blipFill>
                  <a:blip r:embed="rId3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28729469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1" grpId="1" animBg="1"/>
      <p:bldP spid="32" grpId="0" animBg="1"/>
      <p:bldP spid="32" grpId="1" animBg="1"/>
      <p:bldP spid="63" grpId="0"/>
      <p:bldP spid="64" grpId="0"/>
      <p:bldP spid="65" grpId="0"/>
      <p:bldP spid="66" grpId="0"/>
      <p:bldP spid="67" grpId="0"/>
      <p:bldP spid="68" grpId="0"/>
      <p:bldP spid="78" grpId="0"/>
      <p:bldP spid="81" grpId="0"/>
      <p:bldP spid="85" grpId="0"/>
      <p:bldP spid="86" grpId="0" animBg="1"/>
      <p:bldP spid="86" grpId="1" animBg="1"/>
      <p:bldP spid="87" grpId="0" animBg="1"/>
      <p:bldP spid="87" grpId="1" animBg="1"/>
      <p:bldP spid="88" grpId="0"/>
      <p:bldP spid="89" grpId="0"/>
      <p:bldP spid="90" grpId="0"/>
      <p:bldP spid="94" grpId="0" animBg="1"/>
      <p:bldP spid="94" grpId="1" animBg="1"/>
      <p:bldP spid="95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90AAB4-F7BF-8C61-3660-D14E6319CA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81767B6-A5AE-D5A6-59D9-75CA167C5B6E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Method:6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Example:6(Continue)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81767B6-A5AE-D5A6-59D9-75CA167C5B6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2" name="Group 81">
            <a:extLst>
              <a:ext uri="{FF2B5EF4-FFF2-40B4-BE49-F238E27FC236}">
                <a16:creationId xmlns:a16="http://schemas.microsoft.com/office/drawing/2014/main" id="{735EF4BD-4D26-4EBF-C740-E932766CC92A}"/>
              </a:ext>
            </a:extLst>
          </p:cNvPr>
          <p:cNvGrpSpPr/>
          <p:nvPr/>
        </p:nvGrpSpPr>
        <p:grpSpPr>
          <a:xfrm>
            <a:off x="2505444" y="821325"/>
            <a:ext cx="6454390" cy="1767396"/>
            <a:chOff x="4118818" y="4292709"/>
            <a:chExt cx="6454390" cy="176739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" name="Rectangle 82">
                  <a:extLst>
                    <a:ext uri="{FF2B5EF4-FFF2-40B4-BE49-F238E27FC236}">
                      <a16:creationId xmlns:a16="http://schemas.microsoft.com/office/drawing/2014/main" id="{DF59E755-7276-D05D-9526-3283E34F8345}"/>
                    </a:ext>
                  </a:extLst>
                </p:cNvPr>
                <p:cNvSpPr/>
                <p:nvPr/>
              </p:nvSpPr>
              <p:spPr>
                <a:xfrm>
                  <a:off x="4118818" y="4292709"/>
                  <a:ext cx="6454390" cy="176739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3" name="Rectangle 82">
                  <a:extLst>
                    <a:ext uri="{FF2B5EF4-FFF2-40B4-BE49-F238E27FC236}">
                      <a16:creationId xmlns:a16="http://schemas.microsoft.com/office/drawing/2014/main" id="{DF59E755-7276-D05D-9526-3283E34F834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18818" y="4292709"/>
                  <a:ext cx="6454390" cy="1767396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3AC0E410-6503-1CF4-F614-D1DA6EE4FF76}"/>
                </a:ext>
              </a:extLst>
            </p:cNvPr>
            <p:cNvCxnSpPr>
              <a:cxnSpLocks/>
            </p:cNvCxnSpPr>
            <p:nvPr/>
          </p:nvCxnSpPr>
          <p:spPr>
            <a:xfrm>
              <a:off x="7365746" y="4434724"/>
              <a:ext cx="0" cy="1440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8D13EF7F-0FE8-0AD1-AE02-03098BC95BFD}"/>
                  </a:ext>
                </a:extLst>
              </p:cNvPr>
              <p:cNvSpPr/>
              <p:nvPr/>
            </p:nvSpPr>
            <p:spPr>
              <a:xfrm>
                <a:off x="2635887" y="1325028"/>
                <a:ext cx="856661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</m:oMath>
                  </m:oMathPara>
                </a14:m>
                <a:endParaRPr lang="en-IN" sz="3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8D13EF7F-0FE8-0AD1-AE02-03098BC95B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35887" y="1325028"/>
                <a:ext cx="856661" cy="71120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Content Placeholder 4">
                <a:extLst>
                  <a:ext uri="{FF2B5EF4-FFF2-40B4-BE49-F238E27FC236}">
                    <a16:creationId xmlns:a16="http://schemas.microsoft.com/office/drawing/2014/main" id="{C69B3602-187A-48FA-723A-7CC9A34FA8B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586041" y="3718847"/>
                <a:ext cx="2056788" cy="103836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f>
                            <m:f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𝟓</m:t>
                              </m:r>
                            </m:den>
                          </m:f>
                        </m:e>
                      </m:d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88" name="Content Placeholder 4">
                <a:extLst>
                  <a:ext uri="{FF2B5EF4-FFF2-40B4-BE49-F238E27FC236}">
                    <a16:creationId xmlns:a16="http://schemas.microsoft.com/office/drawing/2014/main" id="{C69B3602-187A-48FA-723A-7CC9A34FA8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86041" y="3718847"/>
                <a:ext cx="2056788" cy="103836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B7FAA09-EB87-D580-E63A-D650F00F3610}"/>
                  </a:ext>
                </a:extLst>
              </p:cNvPr>
              <p:cNvSpPr/>
              <p:nvPr/>
            </p:nvSpPr>
            <p:spPr>
              <a:xfrm>
                <a:off x="5788766" y="934320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0         0   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B7FAA09-EB87-D580-E63A-D650F00F36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88766" y="934320"/>
                <a:ext cx="227658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23361803-CEF1-2AD6-6CBE-FBDCD2841CED}"/>
                  </a:ext>
                </a:extLst>
              </p:cNvPr>
              <p:cNvSpPr/>
              <p:nvPr/>
            </p:nvSpPr>
            <p:spPr>
              <a:xfrm>
                <a:off x="3361731" y="941473"/>
                <a:ext cx="227658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1         2   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23361803-CEF1-2AD6-6CBE-FBDCD2841C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61731" y="941473"/>
                <a:ext cx="227658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1" name="Group 90">
            <a:extLst>
              <a:ext uri="{FF2B5EF4-FFF2-40B4-BE49-F238E27FC236}">
                <a16:creationId xmlns:a16="http://schemas.microsoft.com/office/drawing/2014/main" id="{2F660477-282C-0349-021F-9E42D9479330}"/>
              </a:ext>
            </a:extLst>
          </p:cNvPr>
          <p:cNvGrpSpPr/>
          <p:nvPr/>
        </p:nvGrpSpPr>
        <p:grpSpPr>
          <a:xfrm>
            <a:off x="3341870" y="1413178"/>
            <a:ext cx="4748710" cy="531438"/>
            <a:chOff x="4508279" y="5313294"/>
            <a:chExt cx="4748710" cy="5314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2" name="Rectangle 91">
                  <a:extLst>
                    <a:ext uri="{FF2B5EF4-FFF2-40B4-BE49-F238E27FC236}">
                      <a16:creationId xmlns:a16="http://schemas.microsoft.com/office/drawing/2014/main" id="{0F38CC1B-FAA7-5739-3911-D84502158791}"/>
                    </a:ext>
                  </a:extLst>
                </p:cNvPr>
                <p:cNvSpPr/>
                <p:nvPr/>
              </p:nvSpPr>
              <p:spPr>
                <a:xfrm>
                  <a:off x="6945908" y="5313294"/>
                  <a:ext cx="2311081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0         1   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−3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FC15FA64-7BA8-4589-B947-FEF8062D71D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45908" y="5313294"/>
                  <a:ext cx="2311081" cy="523220"/>
                </a:xfrm>
                <a:prstGeom prst="rect">
                  <a:avLst/>
                </a:prstGeom>
                <a:blipFill>
                  <a:blip r:embed="rId2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3" name="Rectangle 92">
                  <a:extLst>
                    <a:ext uri="{FF2B5EF4-FFF2-40B4-BE49-F238E27FC236}">
                      <a16:creationId xmlns:a16="http://schemas.microsoft.com/office/drawing/2014/main" id="{B42C2817-C126-A392-440D-10E15AA946F1}"/>
                    </a:ext>
                  </a:extLst>
                </p:cNvPr>
                <p:cNvSpPr/>
                <p:nvPr/>
              </p:nvSpPr>
              <p:spPr>
                <a:xfrm>
                  <a:off x="4508279" y="5321512"/>
                  <a:ext cx="2267031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−5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−7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AE00D680-B184-4EF0-BA96-22E9480FE7A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08279" y="5321512"/>
                  <a:ext cx="2267031" cy="523220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1660BE26-7BBC-211D-72AF-B8EFC33A065D}"/>
              </a:ext>
            </a:extLst>
          </p:cNvPr>
          <p:cNvGrpSpPr/>
          <p:nvPr/>
        </p:nvGrpSpPr>
        <p:grpSpPr>
          <a:xfrm>
            <a:off x="3359060" y="1880473"/>
            <a:ext cx="4738116" cy="530373"/>
            <a:chOff x="4518873" y="5880456"/>
            <a:chExt cx="4738116" cy="5303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7" name="Rectangle 96">
                  <a:extLst>
                    <a:ext uri="{FF2B5EF4-FFF2-40B4-BE49-F238E27FC236}">
                      <a16:creationId xmlns:a16="http://schemas.microsoft.com/office/drawing/2014/main" id="{7F5532EE-03E0-C8A7-F434-132AB5288CD6}"/>
                    </a:ext>
                  </a:extLst>
                </p:cNvPr>
                <p:cNvSpPr/>
                <p:nvPr/>
              </p:nvSpPr>
              <p:spPr>
                <a:xfrm>
                  <a:off x="6945908" y="5880456"/>
                  <a:ext cx="2311081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1         0   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−2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B65C328-C4A1-4760-AA4F-706EBDA795B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45908" y="5880456"/>
                  <a:ext cx="2311081" cy="523220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" name="Rectangle 97">
                  <a:extLst>
                    <a:ext uri="{FF2B5EF4-FFF2-40B4-BE49-F238E27FC236}">
                      <a16:creationId xmlns:a16="http://schemas.microsoft.com/office/drawing/2014/main" id="{B3EB7626-72A7-B1A9-BBFD-22DD6F7AF525}"/>
                    </a:ext>
                  </a:extLst>
                </p:cNvPr>
                <p:cNvSpPr/>
                <p:nvPr/>
              </p:nvSpPr>
              <p:spPr>
                <a:xfrm>
                  <a:off x="4518873" y="5887609"/>
                  <a:ext cx="2267031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−3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−3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73D573AD-4A52-4C64-849B-7E2509072A2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8873" y="5887609"/>
                  <a:ext cx="2267031" cy="523220"/>
                </a:xfrm>
                <a:prstGeom prst="rect">
                  <a:avLst/>
                </a:prstGeom>
                <a:blipFill>
                  <a:blip r:embed="rId2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B7C8008E-A023-3770-7EAD-CF328CD1C1FA}"/>
              </a:ext>
            </a:extLst>
          </p:cNvPr>
          <p:cNvSpPr/>
          <p:nvPr/>
        </p:nvSpPr>
        <p:spPr>
          <a:xfrm>
            <a:off x="4048602" y="1492791"/>
            <a:ext cx="644496" cy="36352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rgbClr val="FF0000"/>
              </a:solidFill>
            </a:endParaRP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EE22A839-2DC2-3607-C56E-C871C0BCC405}"/>
              </a:ext>
            </a:extLst>
          </p:cNvPr>
          <p:cNvSpPr/>
          <p:nvPr/>
        </p:nvSpPr>
        <p:spPr>
          <a:xfrm>
            <a:off x="4040485" y="1973101"/>
            <a:ext cx="644496" cy="36352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rgbClr val="FF0000"/>
              </a:solidFill>
            </a:endParaRPr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67F3ACAA-EB83-1D15-3724-418F80ECDF7F}"/>
              </a:ext>
            </a:extLst>
          </p:cNvPr>
          <p:cNvGrpSpPr/>
          <p:nvPr/>
        </p:nvGrpSpPr>
        <p:grpSpPr>
          <a:xfrm>
            <a:off x="2526904" y="3075495"/>
            <a:ext cx="6454390" cy="2393529"/>
            <a:chOff x="3744468" y="3538991"/>
            <a:chExt cx="6454390" cy="239352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" name="Rectangle 100">
                  <a:extLst>
                    <a:ext uri="{FF2B5EF4-FFF2-40B4-BE49-F238E27FC236}">
                      <a16:creationId xmlns:a16="http://schemas.microsoft.com/office/drawing/2014/main" id="{C392EFCA-CF9C-3A13-CB84-929881D0364B}"/>
                    </a:ext>
                  </a:extLst>
                </p:cNvPr>
                <p:cNvSpPr/>
                <p:nvPr/>
              </p:nvSpPr>
              <p:spPr>
                <a:xfrm>
                  <a:off x="3744468" y="3538991"/>
                  <a:ext cx="6454390" cy="239352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GB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01" name="Rectangle 100">
                  <a:extLst>
                    <a:ext uri="{FF2B5EF4-FFF2-40B4-BE49-F238E27FC236}">
                      <a16:creationId xmlns:a16="http://schemas.microsoft.com/office/drawing/2014/main" id="{C392EFCA-CF9C-3A13-CB84-929881D0364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44468" y="3538991"/>
                  <a:ext cx="6454390" cy="2393529"/>
                </a:xfrm>
                <a:prstGeom prst="rect">
                  <a:avLst/>
                </a:prstGeom>
                <a:blipFill>
                  <a:blip r:embed="rId28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" name="Rectangle 101">
                  <a:extLst>
                    <a:ext uri="{FF2B5EF4-FFF2-40B4-BE49-F238E27FC236}">
                      <a16:creationId xmlns:a16="http://schemas.microsoft.com/office/drawing/2014/main" id="{1B238AAA-D06D-C52D-9175-E875134EE55A}"/>
                    </a:ext>
                  </a:extLst>
                </p:cNvPr>
                <p:cNvSpPr/>
                <p:nvPr/>
              </p:nvSpPr>
              <p:spPr>
                <a:xfrm>
                  <a:off x="3847289" y="4305540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9373D8A3-FEEB-455E-AAF9-92E11763BEB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847289" y="4305540"/>
                  <a:ext cx="856661" cy="711201"/>
                </a:xfrm>
                <a:prstGeom prst="rect">
                  <a:avLst/>
                </a:prstGeom>
                <a:blipFill>
                  <a:blip r:embed="rId29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1DE8B734-09CD-6CE7-C651-32DBDA0E2B53}"/>
                </a:ext>
              </a:extLst>
            </p:cNvPr>
            <p:cNvCxnSpPr>
              <a:cxnSpLocks/>
            </p:cNvCxnSpPr>
            <p:nvPr/>
          </p:nvCxnSpPr>
          <p:spPr>
            <a:xfrm>
              <a:off x="6911603" y="3703531"/>
              <a:ext cx="0" cy="1836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39EAB729-8547-2715-D04E-051C73B2AF17}"/>
                </a:ext>
              </a:extLst>
            </p:cNvPr>
            <p:cNvGrpSpPr/>
            <p:nvPr/>
          </p:nvGrpSpPr>
          <p:grpSpPr>
            <a:xfrm>
              <a:off x="4584679" y="3651970"/>
              <a:ext cx="4718367" cy="530373"/>
              <a:chOff x="4700501" y="1087973"/>
              <a:chExt cx="4718367" cy="5303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" name="Rectangle 107">
                    <a:extLst>
                      <a:ext uri="{FF2B5EF4-FFF2-40B4-BE49-F238E27FC236}">
                        <a16:creationId xmlns:a16="http://schemas.microsoft.com/office/drawing/2014/main" id="{6B5F671F-F7ED-486B-38FB-ABB8737BA899}"/>
                      </a:ext>
                    </a:extLst>
                  </p:cNvPr>
                  <p:cNvSpPr/>
                  <p:nvPr/>
                </p:nvSpPr>
                <p:spPr>
                  <a:xfrm>
                    <a:off x="7142284" y="1087973"/>
                    <a:ext cx="2276584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0         0   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 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id="{4DC3BE50-A46E-47F9-B5C4-14EDA366318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142284" y="1087973"/>
                    <a:ext cx="2276584" cy="523220"/>
                  </a:xfrm>
                  <a:prstGeom prst="rect">
                    <a:avLst/>
                  </a:prstGeom>
                  <a:blipFill>
                    <a:blip r:embed="rId3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" name="Rectangle 108">
                    <a:extLst>
                      <a:ext uri="{FF2B5EF4-FFF2-40B4-BE49-F238E27FC236}">
                        <a16:creationId xmlns:a16="http://schemas.microsoft.com/office/drawing/2014/main" id="{15907388-C1B6-6847-8815-8B159557360B}"/>
                      </a:ext>
                    </a:extLst>
                  </p:cNvPr>
                  <p:cNvSpPr/>
                  <p:nvPr/>
                </p:nvSpPr>
                <p:spPr>
                  <a:xfrm>
                    <a:off x="4700501" y="1095126"/>
                    <a:ext cx="2276584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1         2   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 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id="{6CBF180B-1B2D-4DA0-897E-DA4B06B438B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00501" y="1095126"/>
                    <a:ext cx="2276584" cy="523220"/>
                  </a:xfrm>
                  <a:prstGeom prst="rect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72C38356-B216-3C6F-5D96-6E7CDE15F47F}"/>
                </a:ext>
              </a:extLst>
            </p:cNvPr>
            <p:cNvGrpSpPr/>
            <p:nvPr/>
          </p:nvGrpSpPr>
          <p:grpSpPr>
            <a:xfrm>
              <a:off x="4608757" y="5081307"/>
              <a:ext cx="4738116" cy="530373"/>
              <a:chOff x="4715518" y="2211266"/>
              <a:chExt cx="4738116" cy="5303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" name="Rectangle 105">
                    <a:extLst>
                      <a:ext uri="{FF2B5EF4-FFF2-40B4-BE49-F238E27FC236}">
                        <a16:creationId xmlns:a16="http://schemas.microsoft.com/office/drawing/2014/main" id="{65C97747-CDDF-F312-28E4-4B1A84623837}"/>
                      </a:ext>
                    </a:extLst>
                  </p:cNvPr>
                  <p:cNvSpPr/>
                  <p:nvPr/>
                </p:nvSpPr>
                <p:spPr>
                  <a:xfrm>
                    <a:off x="7142553" y="2211266"/>
                    <a:ext cx="2311081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1         0   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−2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0" name="Rectangle 29">
                    <a:extLst>
                      <a:ext uri="{FF2B5EF4-FFF2-40B4-BE49-F238E27FC236}">
                        <a16:creationId xmlns:a16="http://schemas.microsoft.com/office/drawing/2014/main" id="{15D32EF3-0260-4B35-ADE6-387D4990479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142553" y="2211266"/>
                    <a:ext cx="2311081" cy="523220"/>
                  </a:xfrm>
                  <a:prstGeom prst="rect">
                    <a:avLst/>
                  </a:prstGeom>
                  <a:blipFill>
                    <a:blip r:embed="rId32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" name="Rectangle 106">
                    <a:extLst>
                      <a:ext uri="{FF2B5EF4-FFF2-40B4-BE49-F238E27FC236}">
                        <a16:creationId xmlns:a16="http://schemas.microsoft.com/office/drawing/2014/main" id="{E8726C96-15F3-4660-9EA3-3873416C6F1B}"/>
                      </a:ext>
                    </a:extLst>
                  </p:cNvPr>
                  <p:cNvSpPr/>
                  <p:nvPr/>
                </p:nvSpPr>
                <p:spPr>
                  <a:xfrm>
                    <a:off x="4715518" y="2218419"/>
                    <a:ext cx="2267031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   −3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1" name="Rectangle 30">
                    <a:extLst>
                      <a:ext uri="{FF2B5EF4-FFF2-40B4-BE49-F238E27FC236}">
                        <a16:creationId xmlns:a16="http://schemas.microsoft.com/office/drawing/2014/main" id="{464DDAC5-6C93-4341-8FDF-BADDFBE73B8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15518" y="2218419"/>
                    <a:ext cx="2267031" cy="523220"/>
                  </a:xfrm>
                  <a:prstGeom prst="rect">
                    <a:avLst/>
                  </a:prstGeom>
                  <a:blipFill>
                    <a:blip r:embed="rId33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CE2638FC-3CA0-9931-9600-A9684E0501AF}"/>
              </a:ext>
            </a:extLst>
          </p:cNvPr>
          <p:cNvGrpSpPr/>
          <p:nvPr/>
        </p:nvGrpSpPr>
        <p:grpSpPr>
          <a:xfrm>
            <a:off x="3340886" y="3718847"/>
            <a:ext cx="4797906" cy="906117"/>
            <a:chOff x="4558450" y="4182343"/>
            <a:chExt cx="4797906" cy="906117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1" name="Rectangle 110">
                  <a:extLst>
                    <a:ext uri="{FF2B5EF4-FFF2-40B4-BE49-F238E27FC236}">
                      <a16:creationId xmlns:a16="http://schemas.microsoft.com/office/drawing/2014/main" id="{0E659024-76F4-C59F-3B14-1A939597EFCF}"/>
                    </a:ext>
                  </a:extLst>
                </p:cNvPr>
                <p:cNvSpPr/>
                <p:nvPr/>
              </p:nvSpPr>
              <p:spPr>
                <a:xfrm>
                  <a:off x="6985451" y="4186675"/>
                  <a:ext cx="2370905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26B7DA4B-9CE1-466A-8066-F7EA1DC453B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85451" y="4186675"/>
                  <a:ext cx="2370905" cy="901785"/>
                </a:xfrm>
                <a:prstGeom prst="rect">
                  <a:avLst/>
                </a:prstGeom>
                <a:blipFill>
                  <a:blip r:embed="rId1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2" name="Rectangle 111">
                  <a:extLst>
                    <a:ext uri="{FF2B5EF4-FFF2-40B4-BE49-F238E27FC236}">
                      <a16:creationId xmlns:a16="http://schemas.microsoft.com/office/drawing/2014/main" id="{C3B53099-519D-09DF-FBD2-0C32CBF99F67}"/>
                    </a:ext>
                  </a:extLst>
                </p:cNvPr>
                <p:cNvSpPr/>
                <p:nvPr/>
              </p:nvSpPr>
              <p:spPr>
                <a:xfrm>
                  <a:off x="4558450" y="4182343"/>
                  <a:ext cx="2336409" cy="89896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0         1   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D4D54E6E-E51C-471D-8B31-488E3F0694E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58450" y="4182343"/>
                  <a:ext cx="2336409" cy="898964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15362990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/>
      <p:bldP spid="16" grpId="0" animBg="1"/>
      <p:bldP spid="16" grpId="1" animBg="1"/>
      <p:bldP spid="17" grpId="0" animBg="1"/>
      <p:bldP spid="17" grpId="1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769E16-BFFB-3972-0982-070BEDD94B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" name="Group 99">
            <a:extLst>
              <a:ext uri="{FF2B5EF4-FFF2-40B4-BE49-F238E27FC236}">
                <a16:creationId xmlns:a16="http://schemas.microsoft.com/office/drawing/2014/main" id="{2610AA0C-7868-CB01-455A-61F25D12543A}"/>
              </a:ext>
            </a:extLst>
          </p:cNvPr>
          <p:cNvGrpSpPr/>
          <p:nvPr/>
        </p:nvGrpSpPr>
        <p:grpSpPr>
          <a:xfrm>
            <a:off x="2526904" y="789495"/>
            <a:ext cx="6454390" cy="2393529"/>
            <a:chOff x="3744468" y="3538991"/>
            <a:chExt cx="6454390" cy="239352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" name="Rectangle 100">
                  <a:extLst>
                    <a:ext uri="{FF2B5EF4-FFF2-40B4-BE49-F238E27FC236}">
                      <a16:creationId xmlns:a16="http://schemas.microsoft.com/office/drawing/2014/main" id="{2B2F8227-3745-6F08-1796-B8259C3019C4}"/>
                    </a:ext>
                  </a:extLst>
                </p:cNvPr>
                <p:cNvSpPr/>
                <p:nvPr/>
              </p:nvSpPr>
              <p:spPr>
                <a:xfrm>
                  <a:off x="3744468" y="3538991"/>
                  <a:ext cx="6454390" cy="239352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GB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01" name="Rectangle 100">
                  <a:extLst>
                    <a:ext uri="{FF2B5EF4-FFF2-40B4-BE49-F238E27FC236}">
                      <a16:creationId xmlns:a16="http://schemas.microsoft.com/office/drawing/2014/main" id="{2B2F8227-3745-6F08-1796-B8259C3019C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44468" y="3538991"/>
                  <a:ext cx="6454390" cy="2393529"/>
                </a:xfrm>
                <a:prstGeom prst="rect">
                  <a:avLst/>
                </a:prstGeom>
                <a:blipFill>
                  <a:blip r:embed="rId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" name="Rectangle 101">
                  <a:extLst>
                    <a:ext uri="{FF2B5EF4-FFF2-40B4-BE49-F238E27FC236}">
                      <a16:creationId xmlns:a16="http://schemas.microsoft.com/office/drawing/2014/main" id="{D1EC7287-7BA2-E936-85CA-E62D61624511}"/>
                    </a:ext>
                  </a:extLst>
                </p:cNvPr>
                <p:cNvSpPr/>
                <p:nvPr/>
              </p:nvSpPr>
              <p:spPr>
                <a:xfrm>
                  <a:off x="3847289" y="4305540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9373D8A3-FEEB-455E-AAF9-92E11763BEB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847289" y="4305540"/>
                  <a:ext cx="856661" cy="711201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65508071-E294-AAC0-38A2-548F36060205}"/>
                </a:ext>
              </a:extLst>
            </p:cNvPr>
            <p:cNvCxnSpPr>
              <a:cxnSpLocks/>
            </p:cNvCxnSpPr>
            <p:nvPr/>
          </p:nvCxnSpPr>
          <p:spPr>
            <a:xfrm>
              <a:off x="6911603" y="3703531"/>
              <a:ext cx="0" cy="1836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CE4DA11B-E741-F169-5AFE-5DBF3C2FFD4E}"/>
                </a:ext>
              </a:extLst>
            </p:cNvPr>
            <p:cNvGrpSpPr/>
            <p:nvPr/>
          </p:nvGrpSpPr>
          <p:grpSpPr>
            <a:xfrm>
              <a:off x="4584679" y="3651970"/>
              <a:ext cx="4718367" cy="530373"/>
              <a:chOff x="4700501" y="1087973"/>
              <a:chExt cx="4718367" cy="5303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" name="Rectangle 107">
                    <a:extLst>
                      <a:ext uri="{FF2B5EF4-FFF2-40B4-BE49-F238E27FC236}">
                        <a16:creationId xmlns:a16="http://schemas.microsoft.com/office/drawing/2014/main" id="{812DA16B-0B2E-DA59-3522-9849F74C81D9}"/>
                      </a:ext>
                    </a:extLst>
                  </p:cNvPr>
                  <p:cNvSpPr/>
                  <p:nvPr/>
                </p:nvSpPr>
                <p:spPr>
                  <a:xfrm>
                    <a:off x="7142284" y="1087973"/>
                    <a:ext cx="2276584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0         0   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 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id="{4DC3BE50-A46E-47F9-B5C4-14EDA366318E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142284" y="1087973"/>
                    <a:ext cx="2276584" cy="523220"/>
                  </a:xfrm>
                  <a:prstGeom prst="rect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" name="Rectangle 108">
                    <a:extLst>
                      <a:ext uri="{FF2B5EF4-FFF2-40B4-BE49-F238E27FC236}">
                        <a16:creationId xmlns:a16="http://schemas.microsoft.com/office/drawing/2014/main" id="{7FB0B1AF-F0B4-8949-3AF2-AB2D80006A93}"/>
                      </a:ext>
                    </a:extLst>
                  </p:cNvPr>
                  <p:cNvSpPr/>
                  <p:nvPr/>
                </p:nvSpPr>
                <p:spPr>
                  <a:xfrm>
                    <a:off x="4700501" y="1095126"/>
                    <a:ext cx="2276584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1         2   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 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id="{6CBF180B-1B2D-4DA0-897E-DA4B06B438B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00501" y="1095126"/>
                    <a:ext cx="2276584" cy="523220"/>
                  </a:xfrm>
                  <a:prstGeom prst="rect">
                    <a:avLst/>
                  </a:prstGeom>
                  <a:blipFill>
                    <a:blip r:embed="rId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6F90A141-1148-42D3-656C-7082A72D4810}"/>
                </a:ext>
              </a:extLst>
            </p:cNvPr>
            <p:cNvGrpSpPr/>
            <p:nvPr/>
          </p:nvGrpSpPr>
          <p:grpSpPr>
            <a:xfrm>
              <a:off x="4608757" y="5081307"/>
              <a:ext cx="4738116" cy="530373"/>
              <a:chOff x="4715518" y="2211266"/>
              <a:chExt cx="4738116" cy="530373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" name="Rectangle 105">
                    <a:extLst>
                      <a:ext uri="{FF2B5EF4-FFF2-40B4-BE49-F238E27FC236}">
                        <a16:creationId xmlns:a16="http://schemas.microsoft.com/office/drawing/2014/main" id="{1F86EC7D-6989-14A2-8A6F-7DF95E2B41EF}"/>
                      </a:ext>
                    </a:extLst>
                  </p:cNvPr>
                  <p:cNvSpPr/>
                  <p:nvPr/>
                </p:nvSpPr>
                <p:spPr>
                  <a:xfrm>
                    <a:off x="7142553" y="2211266"/>
                    <a:ext cx="2311081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1         0   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−2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0" name="Rectangle 29">
                    <a:extLst>
                      <a:ext uri="{FF2B5EF4-FFF2-40B4-BE49-F238E27FC236}">
                        <a16:creationId xmlns:a16="http://schemas.microsoft.com/office/drawing/2014/main" id="{15D32EF3-0260-4B35-ADE6-387D4990479A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142553" y="2211266"/>
                    <a:ext cx="2311081" cy="523220"/>
                  </a:xfrm>
                  <a:prstGeom prst="rect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" name="Rectangle 106">
                    <a:extLst>
                      <a:ext uri="{FF2B5EF4-FFF2-40B4-BE49-F238E27FC236}">
                        <a16:creationId xmlns:a16="http://schemas.microsoft.com/office/drawing/2014/main" id="{9CA285A0-3A3E-939B-8C5A-F057CDFA3683}"/>
                      </a:ext>
                    </a:extLst>
                  </p:cNvPr>
                  <p:cNvSpPr/>
                  <p:nvPr/>
                </p:nvSpPr>
                <p:spPr>
                  <a:xfrm>
                    <a:off x="4715518" y="2218419"/>
                    <a:ext cx="2267031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   −3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−3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1" name="Rectangle 30">
                    <a:extLst>
                      <a:ext uri="{FF2B5EF4-FFF2-40B4-BE49-F238E27FC236}">
                        <a16:creationId xmlns:a16="http://schemas.microsoft.com/office/drawing/2014/main" id="{464DDAC5-6C93-4341-8FDF-BADDFBE73B8C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15518" y="2218419"/>
                    <a:ext cx="2267031" cy="523220"/>
                  </a:xfrm>
                  <a:prstGeom prst="rect">
                    <a:avLst/>
                  </a:prstGeom>
                  <a:blipFill>
                    <a:blip r:embed="rId7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432A39A8-AE30-87A5-88CB-BED86EAD5B10}"/>
              </a:ext>
            </a:extLst>
          </p:cNvPr>
          <p:cNvGrpSpPr/>
          <p:nvPr/>
        </p:nvGrpSpPr>
        <p:grpSpPr>
          <a:xfrm>
            <a:off x="3340886" y="1432847"/>
            <a:ext cx="4797906" cy="906117"/>
            <a:chOff x="4558450" y="4182343"/>
            <a:chExt cx="4797906" cy="906117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1" name="Rectangle 110">
                  <a:extLst>
                    <a:ext uri="{FF2B5EF4-FFF2-40B4-BE49-F238E27FC236}">
                      <a16:creationId xmlns:a16="http://schemas.microsoft.com/office/drawing/2014/main" id="{38F8FD32-E62C-CE6B-A20A-8D92AF9830AC}"/>
                    </a:ext>
                  </a:extLst>
                </p:cNvPr>
                <p:cNvSpPr/>
                <p:nvPr/>
              </p:nvSpPr>
              <p:spPr>
                <a:xfrm>
                  <a:off x="6985451" y="4186675"/>
                  <a:ext cx="2370905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26B7DA4B-9CE1-466A-8066-F7EA1DC453B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85451" y="4186675"/>
                  <a:ext cx="2370905" cy="901785"/>
                </a:xfrm>
                <a:prstGeom prst="rect">
                  <a:avLst/>
                </a:prstGeom>
                <a:blipFill>
                  <a:blip r:embed="rId1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2" name="Rectangle 111">
                  <a:extLst>
                    <a:ext uri="{FF2B5EF4-FFF2-40B4-BE49-F238E27FC236}">
                      <a16:creationId xmlns:a16="http://schemas.microsoft.com/office/drawing/2014/main" id="{A544FEDD-822E-4A02-9525-19DE701D4D20}"/>
                    </a:ext>
                  </a:extLst>
                </p:cNvPr>
                <p:cNvSpPr/>
                <p:nvPr/>
              </p:nvSpPr>
              <p:spPr>
                <a:xfrm>
                  <a:off x="4558450" y="4182343"/>
                  <a:ext cx="2336409" cy="89896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0         1   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D4D54E6E-E51C-471D-8B31-488E3F0694E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58450" y="4182343"/>
                  <a:ext cx="2336409" cy="898964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itle 3">
                <a:extLst>
                  <a:ext uri="{FF2B5EF4-FFF2-40B4-BE49-F238E27FC236}">
                    <a16:creationId xmlns:a16="http://schemas.microsoft.com/office/drawing/2014/main" id="{FCB9677B-7DE3-FBFA-2238-124AECECBBB8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Method:6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Example:6(Continue) </a:t>
                </a:r>
                <a:endParaRPr lang="en-IN" dirty="0"/>
              </a:p>
            </p:txBody>
          </p:sp>
        </mc:Choice>
        <mc:Fallback xmlns="">
          <p:sp>
            <p:nvSpPr>
              <p:cNvPr id="4" name="Title 3">
                <a:extLst>
                  <a:ext uri="{FF2B5EF4-FFF2-40B4-BE49-F238E27FC236}">
                    <a16:creationId xmlns:a16="http://schemas.microsoft.com/office/drawing/2014/main" id="{FCB9677B-7DE3-FBFA-2238-124AECECBBB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1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12672658-2506-87CD-9439-DC78F5108BC5}"/>
              </a:ext>
            </a:extLst>
          </p:cNvPr>
          <p:cNvSpPr/>
          <p:nvPr/>
        </p:nvSpPr>
        <p:spPr>
          <a:xfrm>
            <a:off x="4325767" y="1729883"/>
            <a:ext cx="360000" cy="360000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E7F1C7F7-B328-3AC9-DA03-16B2714B8A27}"/>
              </a:ext>
            </a:extLst>
          </p:cNvPr>
          <p:cNvSpPr/>
          <p:nvPr/>
        </p:nvSpPr>
        <p:spPr>
          <a:xfrm>
            <a:off x="4034008" y="2419499"/>
            <a:ext cx="653400" cy="3600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DBE344D0-629C-9952-5D36-240892AE1B4E}"/>
              </a:ext>
            </a:extLst>
          </p:cNvPr>
          <p:cNvGrpSpPr/>
          <p:nvPr/>
        </p:nvGrpSpPr>
        <p:grpSpPr>
          <a:xfrm>
            <a:off x="2526904" y="3190177"/>
            <a:ext cx="6454390" cy="2900540"/>
            <a:chOff x="3749734" y="3317110"/>
            <a:chExt cx="6454390" cy="290054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FD093D6A-E09B-EDD8-B726-4B34A1649AA0}"/>
                    </a:ext>
                  </a:extLst>
                </p:cNvPr>
                <p:cNvSpPr/>
                <p:nvPr/>
              </p:nvSpPr>
              <p:spPr>
                <a:xfrm>
                  <a:off x="3749734" y="3317110"/>
                  <a:ext cx="6454390" cy="239352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1E81680A-A04B-454B-BC46-DE606A7BC18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49734" y="3317110"/>
                  <a:ext cx="6454390" cy="2393529"/>
                </a:xfrm>
                <a:prstGeom prst="rect">
                  <a:avLst/>
                </a:prstGeom>
                <a:blipFill>
                  <a:blip r:embed="rId22"/>
                  <a:stretch>
                    <a:fillRect b="-1781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E092C10E-03A6-2674-77EC-9816753FF571}"/>
                    </a:ext>
                  </a:extLst>
                </p:cNvPr>
                <p:cNvSpPr/>
                <p:nvPr/>
              </p:nvSpPr>
              <p:spPr>
                <a:xfrm>
                  <a:off x="3861090" y="4570499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877C6CEC-FD3C-4F96-AA8D-EA5FB6501FB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861090" y="4570499"/>
                  <a:ext cx="856661" cy="711201"/>
                </a:xfrm>
                <a:prstGeom prst="rect">
                  <a:avLst/>
                </a:prstGeom>
                <a:blipFill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480D6107-902D-0FD9-0D65-4B35A7784A5C}"/>
                </a:ext>
              </a:extLst>
            </p:cNvPr>
            <p:cNvCxnSpPr>
              <a:cxnSpLocks/>
            </p:cNvCxnSpPr>
            <p:nvPr/>
          </p:nvCxnSpPr>
          <p:spPr>
            <a:xfrm>
              <a:off x="6925473" y="3481650"/>
              <a:ext cx="0" cy="2736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9C6E7ACA-6C1E-19E9-E2D0-2AAA09472A1B}"/>
                </a:ext>
              </a:extLst>
            </p:cNvPr>
            <p:cNvGrpSpPr/>
            <p:nvPr/>
          </p:nvGrpSpPr>
          <p:grpSpPr>
            <a:xfrm>
              <a:off x="4568220" y="4373890"/>
              <a:ext cx="4812708" cy="913144"/>
              <a:chOff x="4514152" y="4097775"/>
              <a:chExt cx="4812708" cy="913144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" name="Rectangle 30">
                    <a:extLst>
                      <a:ext uri="{FF2B5EF4-FFF2-40B4-BE49-F238E27FC236}">
                        <a16:creationId xmlns:a16="http://schemas.microsoft.com/office/drawing/2014/main" id="{92D66C12-E584-94E4-2788-8185DD50234D}"/>
                      </a:ext>
                    </a:extLst>
                  </p:cNvPr>
                  <p:cNvSpPr/>
                  <p:nvPr/>
                </p:nvSpPr>
                <p:spPr>
                  <a:xfrm>
                    <a:off x="6955955" y="4097775"/>
                    <a:ext cx="2370905" cy="90178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   −</m:t>
                          </m:r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den>
                          </m:f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num>
                            <m:den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den>
                          </m:f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1" name="Rectangle 30">
                    <a:extLst>
                      <a:ext uri="{FF2B5EF4-FFF2-40B4-BE49-F238E27FC236}">
                        <a16:creationId xmlns:a16="http://schemas.microsoft.com/office/drawing/2014/main" id="{92D66C12-E584-94E4-2788-8185DD50234D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955955" y="4097775"/>
                    <a:ext cx="2370905" cy="901785"/>
                  </a:xfrm>
                  <a:prstGeom prst="rect">
                    <a:avLst/>
                  </a:prstGeom>
                  <a:blipFill>
                    <a:blip r:embed="rId2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2" name="Rectangle 31">
                    <a:extLst>
                      <a:ext uri="{FF2B5EF4-FFF2-40B4-BE49-F238E27FC236}">
                        <a16:creationId xmlns:a16="http://schemas.microsoft.com/office/drawing/2014/main" id="{57D0626E-C912-B3AC-446F-A744B8A665D1}"/>
                      </a:ext>
                    </a:extLst>
                  </p:cNvPr>
                  <p:cNvSpPr/>
                  <p:nvPr/>
                </p:nvSpPr>
                <p:spPr>
                  <a:xfrm>
                    <a:off x="4514152" y="4111955"/>
                    <a:ext cx="2336409" cy="89896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0         1   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</m:t>
                          </m:r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num>
                            <m:den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den>
                          </m:f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2" name="Rectangle 31">
                    <a:extLst>
                      <a:ext uri="{FF2B5EF4-FFF2-40B4-BE49-F238E27FC236}">
                        <a16:creationId xmlns:a16="http://schemas.microsoft.com/office/drawing/2014/main" id="{57D0626E-C912-B3AC-446F-A744B8A665D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514152" y="4111955"/>
                    <a:ext cx="2336409" cy="898964"/>
                  </a:xfrm>
                  <a:prstGeom prst="rect">
                    <a:avLst/>
                  </a:prstGeom>
                  <a:blipFill>
                    <a:blip r:embed="rId2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23B54841-4E10-E81B-A580-A32DCC083DF1}"/>
              </a:ext>
            </a:extLst>
          </p:cNvPr>
          <p:cNvGrpSpPr/>
          <p:nvPr/>
        </p:nvGrpSpPr>
        <p:grpSpPr>
          <a:xfrm>
            <a:off x="3377390" y="3208541"/>
            <a:ext cx="4796462" cy="946459"/>
            <a:chOff x="4671530" y="773272"/>
            <a:chExt cx="4796462" cy="94645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A43AFF77-89EE-E7CC-53B8-364F13F21EE1}"/>
                    </a:ext>
                  </a:extLst>
                </p:cNvPr>
                <p:cNvSpPr/>
                <p:nvPr/>
              </p:nvSpPr>
              <p:spPr>
                <a:xfrm>
                  <a:off x="7097087" y="817946"/>
                  <a:ext cx="2370905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8745DE06-8CB1-4093-ABB3-EC89EB4991C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97087" y="817946"/>
                  <a:ext cx="2370905" cy="901785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06B40E63-FA17-D577-8D91-B447193E79B5}"/>
                    </a:ext>
                  </a:extLst>
                </p:cNvPr>
                <p:cNvSpPr/>
                <p:nvPr/>
              </p:nvSpPr>
              <p:spPr>
                <a:xfrm>
                  <a:off x="4671530" y="773272"/>
                  <a:ext cx="2257862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1         0   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FEC9070D-615D-4EAD-A421-D63049D978F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71530" y="773272"/>
                  <a:ext cx="2257862" cy="901785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1638F408-BCA7-85AF-973C-3749A1349FF1}"/>
              </a:ext>
            </a:extLst>
          </p:cNvPr>
          <p:cNvGrpSpPr/>
          <p:nvPr/>
        </p:nvGrpSpPr>
        <p:grpSpPr>
          <a:xfrm>
            <a:off x="3367750" y="5223315"/>
            <a:ext cx="4828489" cy="908905"/>
            <a:chOff x="4663990" y="2104437"/>
            <a:chExt cx="4828489" cy="90890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CF9784BE-AAB4-C035-26AF-B45045B3772A}"/>
                    </a:ext>
                  </a:extLst>
                </p:cNvPr>
                <p:cNvSpPr/>
                <p:nvPr/>
              </p:nvSpPr>
              <p:spPr>
                <a:xfrm>
                  <a:off x="7068354" y="2111557"/>
                  <a:ext cx="2424125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A84E04F5-307D-4CB5-9082-8F71C4AD3BA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68354" y="2111557"/>
                  <a:ext cx="2424125" cy="901785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9EA901-4762-1EE8-B78A-0E676E6B8D02}"/>
                    </a:ext>
                  </a:extLst>
                </p:cNvPr>
                <p:cNvSpPr/>
                <p:nvPr/>
              </p:nvSpPr>
              <p:spPr>
                <a:xfrm>
                  <a:off x="4663990" y="2104437"/>
                  <a:ext cx="2257861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0         0   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C43F0759-B32E-4A63-BD4C-3A5A5666A59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63990" y="2104437"/>
                  <a:ext cx="2257861" cy="901785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Content Placeholder 4">
                <a:extLst>
                  <a:ext uri="{FF2B5EF4-FFF2-40B4-BE49-F238E27FC236}">
                    <a16:creationId xmlns:a16="http://schemas.microsoft.com/office/drawing/2014/main" id="{84DF70DB-D8C4-159E-DEE9-D7E286B17B2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797339" y="4463616"/>
                <a:ext cx="1512802" cy="6711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𝐑</m:t>
                        </m:r>
                      </m:e>
                      <m:sub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𝟐𝟑</m:t>
                        </m:r>
                      </m:sub>
                    </m:sSub>
                    <m:d>
                      <m:dPr>
                        <m:ctrlP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e>
                    </m:d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,</a:t>
                </a:r>
              </a:p>
            </p:txBody>
          </p:sp>
        </mc:Choice>
        <mc:Fallback xmlns="">
          <p:sp>
            <p:nvSpPr>
              <p:cNvPr id="39" name="Content Placeholder 4">
                <a:extLst>
                  <a:ext uri="{FF2B5EF4-FFF2-40B4-BE49-F238E27FC236}">
                    <a16:creationId xmlns:a16="http://schemas.microsoft.com/office/drawing/2014/main" id="{84DF70DB-D8C4-159E-DEE9-D7E286B17B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97339" y="4463616"/>
                <a:ext cx="1512802" cy="671100"/>
              </a:xfrm>
              <a:prstGeom prst="rect">
                <a:avLst/>
              </a:prstGeom>
              <a:blipFill>
                <a:blip r:embed="rId27"/>
                <a:stretch>
                  <a:fillRect t="-909" r="-3226" b="-10909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27DDAE8C-2FC8-7329-72EE-D4D88942871C}"/>
              </a:ext>
            </a:extLst>
          </p:cNvPr>
          <p:cNvSpPr/>
          <p:nvPr/>
        </p:nvSpPr>
        <p:spPr>
          <a:xfrm>
            <a:off x="4324025" y="994570"/>
            <a:ext cx="360000" cy="3600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Content Placeholder 4">
                <a:extLst>
                  <a:ext uri="{FF2B5EF4-FFF2-40B4-BE49-F238E27FC236}">
                    <a16:creationId xmlns:a16="http://schemas.microsoft.com/office/drawing/2014/main" id="{23F564E0-53C9-B1BE-6695-D7F9846E5DA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108192" y="4456463"/>
                <a:ext cx="1744913" cy="6711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indent="0" algn="ctr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None/>
                  <a:defRPr sz="2800" b="1" i="1">
                    <a:solidFill>
                      <a:srgbClr val="FF0000"/>
                    </a:solidFill>
                    <a:latin typeface="Cambria Math" panose="02040503050406030204" pitchFamily="18" charset="0"/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>
                    <a:solidFill>
                      <a:schemeClr val="tx1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>
                    <a:solidFill>
                      <a:schemeClr val="tx1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𝟐𝟏</m:t>
                          </m:r>
                        </m:sub>
                      </m:sSub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>
                              <a:latin typeface="Cambria Math" panose="02040503050406030204" pitchFamily="18" charset="0"/>
                            </a:rPr>
                            <m:t>𝟐</m:t>
                          </m:r>
                        </m:e>
                      </m:d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1" name="Content Placeholder 4">
                <a:extLst>
                  <a:ext uri="{FF2B5EF4-FFF2-40B4-BE49-F238E27FC236}">
                    <a16:creationId xmlns:a16="http://schemas.microsoft.com/office/drawing/2014/main" id="{23F564E0-53C9-B1BE-6695-D7F9846E5D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08192" y="4456463"/>
                <a:ext cx="1744913" cy="6711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93776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39" grpId="0"/>
      <p:bldP spid="40" grpId="0" animBg="1"/>
      <p:bldP spid="40" grpId="1" animBg="1"/>
      <p:bldP spid="41" grpId="0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A8EC89-932E-F07B-B89F-0C2D60CC34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Title 3">
                <a:extLst>
                  <a:ext uri="{FF2B5EF4-FFF2-40B4-BE49-F238E27FC236}">
                    <a16:creationId xmlns:a16="http://schemas.microsoft.com/office/drawing/2014/main" id="{0E80483F-B01E-86DD-6CF3-CE0B08E3353A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Method:6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Example:6(Continue) </a:t>
                </a:r>
                <a:endParaRPr lang="en-IN" dirty="0"/>
              </a:p>
            </p:txBody>
          </p:sp>
        </mc:Choice>
        <mc:Fallback xmlns="">
          <p:sp>
            <p:nvSpPr>
              <p:cNvPr id="4" name="Title 3">
                <a:extLst>
                  <a:ext uri="{FF2B5EF4-FFF2-40B4-BE49-F238E27FC236}">
                    <a16:creationId xmlns:a16="http://schemas.microsoft.com/office/drawing/2014/main" id="{0E80483F-B01E-86DD-6CF3-CE0B08E3353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6" name="Group 25">
            <a:extLst>
              <a:ext uri="{FF2B5EF4-FFF2-40B4-BE49-F238E27FC236}">
                <a16:creationId xmlns:a16="http://schemas.microsoft.com/office/drawing/2014/main" id="{58BF0B5D-D3A4-AE8F-6923-B3198C7BCFAF}"/>
              </a:ext>
            </a:extLst>
          </p:cNvPr>
          <p:cNvGrpSpPr/>
          <p:nvPr/>
        </p:nvGrpSpPr>
        <p:grpSpPr>
          <a:xfrm>
            <a:off x="2526904" y="684926"/>
            <a:ext cx="6454390" cy="2900540"/>
            <a:chOff x="3749734" y="3317110"/>
            <a:chExt cx="6454390" cy="290054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9E21868F-5E92-2FD3-C687-E6ED1C1CD19E}"/>
                    </a:ext>
                  </a:extLst>
                </p:cNvPr>
                <p:cNvSpPr/>
                <p:nvPr/>
              </p:nvSpPr>
              <p:spPr>
                <a:xfrm>
                  <a:off x="3749734" y="3317110"/>
                  <a:ext cx="6454390" cy="239352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GB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9E21868F-5E92-2FD3-C687-E6ED1C1CD19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49734" y="3317110"/>
                  <a:ext cx="6454390" cy="2393529"/>
                </a:xfrm>
                <a:prstGeom prst="rect">
                  <a:avLst/>
                </a:prstGeom>
                <a:blipFill>
                  <a:blip r:embed="rId3"/>
                  <a:stretch>
                    <a:fillRect b="-18575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F9B2CC5D-616D-0A45-D117-DB55DA0F58D9}"/>
                    </a:ext>
                  </a:extLst>
                </p:cNvPr>
                <p:cNvSpPr/>
                <p:nvPr/>
              </p:nvSpPr>
              <p:spPr>
                <a:xfrm>
                  <a:off x="3861090" y="4570499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877C6CEC-FD3C-4F96-AA8D-EA5FB6501FB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861090" y="4570499"/>
                  <a:ext cx="856661" cy="711201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EFD56847-7FB3-9D21-54B4-B73678D0D7A9}"/>
                </a:ext>
              </a:extLst>
            </p:cNvPr>
            <p:cNvCxnSpPr>
              <a:cxnSpLocks/>
            </p:cNvCxnSpPr>
            <p:nvPr/>
          </p:nvCxnSpPr>
          <p:spPr>
            <a:xfrm>
              <a:off x="6925473" y="3481650"/>
              <a:ext cx="0" cy="2736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FEF15794-AE5F-1739-406E-2091C5B6827B}"/>
                </a:ext>
              </a:extLst>
            </p:cNvPr>
            <p:cNvGrpSpPr/>
            <p:nvPr/>
          </p:nvGrpSpPr>
          <p:grpSpPr>
            <a:xfrm>
              <a:off x="4568220" y="4373890"/>
              <a:ext cx="4812708" cy="913144"/>
              <a:chOff x="4514152" y="4097775"/>
              <a:chExt cx="4812708" cy="913144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" name="Rectangle 30">
                    <a:extLst>
                      <a:ext uri="{FF2B5EF4-FFF2-40B4-BE49-F238E27FC236}">
                        <a16:creationId xmlns:a16="http://schemas.microsoft.com/office/drawing/2014/main" id="{5AD06D8E-ADA3-D2EF-AB35-B68ACF54BD13}"/>
                      </a:ext>
                    </a:extLst>
                  </p:cNvPr>
                  <p:cNvSpPr/>
                  <p:nvPr/>
                </p:nvSpPr>
                <p:spPr>
                  <a:xfrm>
                    <a:off x="6955955" y="4097775"/>
                    <a:ext cx="2370905" cy="90178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   −</m:t>
                          </m:r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den>
                          </m:f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 </m:t>
                          </m:r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num>
                            <m:den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den>
                          </m:f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1" name="Rectangle 30">
                    <a:extLst>
                      <a:ext uri="{FF2B5EF4-FFF2-40B4-BE49-F238E27FC236}">
                        <a16:creationId xmlns:a16="http://schemas.microsoft.com/office/drawing/2014/main" id="{5AD06D8E-ADA3-D2EF-AB35-B68ACF54BD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955955" y="4097775"/>
                    <a:ext cx="2370905" cy="901785"/>
                  </a:xfrm>
                  <a:prstGeom prst="rect">
                    <a:avLst/>
                  </a:prstGeom>
                  <a:blipFill>
                    <a:blip r:embed="rId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2" name="Rectangle 31">
                    <a:extLst>
                      <a:ext uri="{FF2B5EF4-FFF2-40B4-BE49-F238E27FC236}">
                        <a16:creationId xmlns:a16="http://schemas.microsoft.com/office/drawing/2014/main" id="{B581DDB5-4D66-A1FA-265B-398DD3C003B9}"/>
                      </a:ext>
                    </a:extLst>
                  </p:cNvPr>
                  <p:cNvSpPr/>
                  <p:nvPr/>
                </p:nvSpPr>
                <p:spPr>
                  <a:xfrm>
                    <a:off x="4514152" y="4111955"/>
                    <a:ext cx="2336409" cy="89896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0         1   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</m:t>
                          </m:r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7</m:t>
                              </m:r>
                            </m:num>
                            <m:den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den>
                          </m:f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2" name="Rectangle 31">
                    <a:extLst>
                      <a:ext uri="{FF2B5EF4-FFF2-40B4-BE49-F238E27FC236}">
                        <a16:creationId xmlns:a16="http://schemas.microsoft.com/office/drawing/2014/main" id="{B581DDB5-4D66-A1FA-265B-398DD3C003B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514152" y="4111955"/>
                    <a:ext cx="2336409" cy="898964"/>
                  </a:xfrm>
                  <a:prstGeom prst="rect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02B6D2BF-DACD-C7DD-1F2A-8708169FF151}"/>
              </a:ext>
            </a:extLst>
          </p:cNvPr>
          <p:cNvGrpSpPr/>
          <p:nvPr/>
        </p:nvGrpSpPr>
        <p:grpSpPr>
          <a:xfrm>
            <a:off x="3377390" y="703290"/>
            <a:ext cx="4796462" cy="946459"/>
            <a:chOff x="4671530" y="773272"/>
            <a:chExt cx="4796462" cy="94645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790D42E6-EF18-0288-A542-F88D3EF67428}"/>
                    </a:ext>
                  </a:extLst>
                </p:cNvPr>
                <p:cNvSpPr/>
                <p:nvPr/>
              </p:nvSpPr>
              <p:spPr>
                <a:xfrm>
                  <a:off x="7097087" y="817946"/>
                  <a:ext cx="2370905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8745DE06-8CB1-4093-ABB3-EC89EB4991C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97087" y="817946"/>
                  <a:ext cx="2370905" cy="901785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967E5D7A-42A8-C8A7-DC3C-C2C85D6BB51E}"/>
                    </a:ext>
                  </a:extLst>
                </p:cNvPr>
                <p:cNvSpPr/>
                <p:nvPr/>
              </p:nvSpPr>
              <p:spPr>
                <a:xfrm>
                  <a:off x="4671530" y="773272"/>
                  <a:ext cx="2257862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1         0   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FEC9070D-615D-4EAD-A421-D63049D978F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71530" y="773272"/>
                  <a:ext cx="2257862" cy="901785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27B2A308-E96B-79E3-465B-99E24E64AB81}"/>
              </a:ext>
            </a:extLst>
          </p:cNvPr>
          <p:cNvGrpSpPr/>
          <p:nvPr/>
        </p:nvGrpSpPr>
        <p:grpSpPr>
          <a:xfrm>
            <a:off x="3367750" y="2718064"/>
            <a:ext cx="4828489" cy="908905"/>
            <a:chOff x="4663990" y="2104437"/>
            <a:chExt cx="4828489" cy="90890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EF7429D0-FB7D-A414-3B92-00409D060CF2}"/>
                    </a:ext>
                  </a:extLst>
                </p:cNvPr>
                <p:cNvSpPr/>
                <p:nvPr/>
              </p:nvSpPr>
              <p:spPr>
                <a:xfrm>
                  <a:off x="7068354" y="2111557"/>
                  <a:ext cx="2424125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A84E04F5-307D-4CB5-9082-8F71C4AD3BA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68354" y="2111557"/>
                  <a:ext cx="2424125" cy="901785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C64748D7-55CE-F2E9-96F3-E4B01B2993CA}"/>
                    </a:ext>
                  </a:extLst>
                </p:cNvPr>
                <p:cNvSpPr/>
                <p:nvPr/>
              </p:nvSpPr>
              <p:spPr>
                <a:xfrm>
                  <a:off x="4663990" y="2104437"/>
                  <a:ext cx="2257861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0         0   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C43F0759-B32E-4A63-BD4C-3A5A5666A59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63990" y="2104437"/>
                  <a:ext cx="2257861" cy="901785"/>
                </a:xfrm>
                <a:prstGeom prst="rect">
                  <a:avLst/>
                </a:prstGeom>
                <a:blipFill>
                  <a:blip r:embed="rId1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Content Placeholder 4">
                <a:extLst>
                  <a:ext uri="{FF2B5EF4-FFF2-40B4-BE49-F238E27FC236}">
                    <a16:creationId xmlns:a16="http://schemas.microsoft.com/office/drawing/2014/main" id="{CC1109E1-B4DF-B9EB-1279-5F97B48C380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870558" y="4680497"/>
                <a:ext cx="1597145" cy="101325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𝟓</m:t>
                              </m:r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𝟔</m:t>
                              </m:r>
                            </m:den>
                          </m:f>
                        </m:e>
                      </m:d>
                      <m:sSub>
                        <m:sSub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9" name="Content Placeholder 4">
                <a:extLst>
                  <a:ext uri="{FF2B5EF4-FFF2-40B4-BE49-F238E27FC236}">
                    <a16:creationId xmlns:a16="http://schemas.microsoft.com/office/drawing/2014/main" id="{CC1109E1-B4DF-B9EB-1279-5F97B48C38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70558" y="4680497"/>
                <a:ext cx="1597145" cy="1013255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E184BE39-9827-1F6A-44EE-A81602E18D05}"/>
              </a:ext>
            </a:extLst>
          </p:cNvPr>
          <p:cNvSpPr/>
          <p:nvPr/>
        </p:nvSpPr>
        <p:spPr>
          <a:xfrm>
            <a:off x="5186188" y="2773935"/>
            <a:ext cx="368827" cy="84886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E0955E0F-929B-FE7E-FC35-6CA145A5D460}"/>
                  </a:ext>
                </a:extLst>
              </p:cNvPr>
              <p:cNvSpPr/>
              <p:nvPr/>
            </p:nvSpPr>
            <p:spPr>
              <a:xfrm>
                <a:off x="2522869" y="3697243"/>
                <a:ext cx="6454390" cy="23935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7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E0955E0F-929B-FE7E-FC35-6CA145A5D46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22869" y="3697243"/>
                <a:ext cx="6454390" cy="2393529"/>
              </a:xfrm>
              <a:prstGeom prst="rect">
                <a:avLst/>
              </a:prstGeom>
              <a:blipFill>
                <a:blip r:embed="rId21"/>
                <a:stretch>
                  <a:fillRect b="-1887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0674698E-E4D7-2536-5FE6-D0F04A647E84}"/>
                  </a:ext>
                </a:extLst>
              </p:cNvPr>
              <p:cNvSpPr/>
              <p:nvPr/>
            </p:nvSpPr>
            <p:spPr>
              <a:xfrm>
                <a:off x="2655547" y="4837970"/>
                <a:ext cx="856661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</m:oMath>
                  </m:oMathPara>
                </a14:m>
                <a:endParaRPr lang="en-IN" sz="3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0674698E-E4D7-2536-5FE6-D0F04A647E8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55547" y="4837970"/>
                <a:ext cx="856661" cy="711201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5344A819-A9EB-5B05-2E46-15DBDC4F06CF}"/>
              </a:ext>
            </a:extLst>
          </p:cNvPr>
          <p:cNvCxnSpPr>
            <a:cxnSpLocks/>
          </p:cNvCxnSpPr>
          <p:nvPr/>
        </p:nvCxnSpPr>
        <p:spPr>
          <a:xfrm>
            <a:off x="5733148" y="3748769"/>
            <a:ext cx="0" cy="2736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A2A901DE-A015-CBE0-0452-D2434EA35866}"/>
              </a:ext>
            </a:extLst>
          </p:cNvPr>
          <p:cNvGrpSpPr/>
          <p:nvPr/>
        </p:nvGrpSpPr>
        <p:grpSpPr>
          <a:xfrm>
            <a:off x="3382740" y="3715675"/>
            <a:ext cx="4796462" cy="946459"/>
            <a:chOff x="4671530" y="773272"/>
            <a:chExt cx="4796462" cy="94645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595B4F28-3673-0E6C-07C3-5AA67CD52A7B}"/>
                    </a:ext>
                  </a:extLst>
                </p:cNvPr>
                <p:cNvSpPr/>
                <p:nvPr/>
              </p:nvSpPr>
              <p:spPr>
                <a:xfrm>
                  <a:off x="7097087" y="817946"/>
                  <a:ext cx="2370905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F5172D16-194D-4293-82C0-B55F7ED6A83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97087" y="817946"/>
                  <a:ext cx="2370905" cy="901785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84E95450-1267-2B82-8AE1-10795697AD34}"/>
                    </a:ext>
                  </a:extLst>
                </p:cNvPr>
                <p:cNvSpPr/>
                <p:nvPr/>
              </p:nvSpPr>
              <p:spPr>
                <a:xfrm>
                  <a:off x="4671530" y="773272"/>
                  <a:ext cx="2257862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1         0   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3399B09A-9928-4E63-9196-300CC754FC3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71530" y="773272"/>
                  <a:ext cx="2257862" cy="901785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2F2A75F-B008-AC3A-6C29-19141F88E2F1}"/>
              </a:ext>
            </a:extLst>
          </p:cNvPr>
          <p:cNvGrpSpPr/>
          <p:nvPr/>
        </p:nvGrpSpPr>
        <p:grpSpPr>
          <a:xfrm>
            <a:off x="3399195" y="5699469"/>
            <a:ext cx="4737085" cy="910570"/>
            <a:chOff x="4715485" y="2111557"/>
            <a:chExt cx="4737085" cy="91057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191D15DF-F841-3753-E91D-0CBA52DF6B23}"/>
                    </a:ext>
                  </a:extLst>
                </p:cNvPr>
                <p:cNvSpPr/>
                <p:nvPr/>
              </p:nvSpPr>
              <p:spPr>
                <a:xfrm>
                  <a:off x="7106991" y="2111557"/>
                  <a:ext cx="2345579" cy="91057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25FF0BBA-2249-4717-A0EB-5FAAE9793B9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06991" y="2111557"/>
                  <a:ext cx="2345579" cy="910570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0AE7A6EE-484C-DFC2-90B5-B233A9BC3347}"/>
                    </a:ext>
                  </a:extLst>
                </p:cNvPr>
                <p:cNvSpPr/>
                <p:nvPr/>
              </p:nvSpPr>
              <p:spPr>
                <a:xfrm>
                  <a:off x="4715485" y="2319369"/>
                  <a:ext cx="2198038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0         0   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0B2523DE-ED33-42AD-A5C9-BC2EDBD6FF3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15485" y="2319369"/>
                  <a:ext cx="2198038" cy="523220"/>
                </a:xfrm>
                <a:prstGeom prst="rect">
                  <a:avLst/>
                </a:prstGeom>
                <a:blipFill>
                  <a:blip r:embed="rId1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1A4EA41-B6BB-668D-9EB2-8D039E55A056}"/>
              </a:ext>
            </a:extLst>
          </p:cNvPr>
          <p:cNvGrpSpPr/>
          <p:nvPr/>
        </p:nvGrpSpPr>
        <p:grpSpPr>
          <a:xfrm>
            <a:off x="3347700" y="4729909"/>
            <a:ext cx="4812708" cy="913144"/>
            <a:chOff x="4514152" y="4186675"/>
            <a:chExt cx="4812708" cy="91314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B5803BBE-54CE-E805-7812-3B610514A3AC}"/>
                    </a:ext>
                  </a:extLst>
                </p:cNvPr>
                <p:cNvSpPr/>
                <p:nvPr/>
              </p:nvSpPr>
              <p:spPr>
                <a:xfrm>
                  <a:off x="6955955" y="4186675"/>
                  <a:ext cx="2370905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E7BD5CFC-5DDC-4ED4-B4A5-21826788B91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55955" y="4186675"/>
                  <a:ext cx="2370905" cy="901785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1BBDE9F1-E7A5-BE5D-3992-5BD1921CED39}"/>
                    </a:ext>
                  </a:extLst>
                </p:cNvPr>
                <p:cNvSpPr/>
                <p:nvPr/>
              </p:nvSpPr>
              <p:spPr>
                <a:xfrm>
                  <a:off x="4514152" y="4200855"/>
                  <a:ext cx="2336409" cy="89896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0         1   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B82E0583-46DF-453B-AF81-540C82C1537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4152" y="4200855"/>
                  <a:ext cx="2336409" cy="898964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15339494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3" grpId="0" animBg="1"/>
      <p:bldP spid="3" grpId="1" animBg="1"/>
      <p:bldP spid="5" grpId="0"/>
      <p:bldP spid="8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E2C39E-E7F6-41A9-C0AF-33E8F91CED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Title 3">
                <a:extLst>
                  <a:ext uri="{FF2B5EF4-FFF2-40B4-BE49-F238E27FC236}">
                    <a16:creationId xmlns:a16="http://schemas.microsoft.com/office/drawing/2014/main" id="{8FC3FD43-FC10-8458-1AC8-6DDF784F474A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Method:6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Example:6(Continue) </a:t>
                </a:r>
                <a:endParaRPr lang="en-IN" dirty="0"/>
              </a:p>
            </p:txBody>
          </p:sp>
        </mc:Choice>
        <mc:Fallback xmlns="">
          <p:sp>
            <p:nvSpPr>
              <p:cNvPr id="4" name="Title 3">
                <a:extLst>
                  <a:ext uri="{FF2B5EF4-FFF2-40B4-BE49-F238E27FC236}">
                    <a16:creationId xmlns:a16="http://schemas.microsoft.com/office/drawing/2014/main" id="{8FC3FD43-FC10-8458-1AC8-6DDF784F474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89BC158C-49EA-5D56-C927-018AE4BE1158}"/>
                  </a:ext>
                </a:extLst>
              </p:cNvPr>
              <p:cNvSpPr/>
              <p:nvPr/>
            </p:nvSpPr>
            <p:spPr>
              <a:xfrm>
                <a:off x="2522869" y="722023"/>
                <a:ext cx="6454390" cy="23935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7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89BC158C-49EA-5D56-C927-018AE4BE11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22869" y="722023"/>
                <a:ext cx="6454390" cy="2393529"/>
              </a:xfrm>
              <a:prstGeom prst="rect">
                <a:avLst/>
              </a:prstGeom>
              <a:blipFill>
                <a:blip r:embed="rId3"/>
                <a:stretch>
                  <a:fillRect b="-185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6AF62FC0-5710-95F9-A5DC-892B792B32CE}"/>
                  </a:ext>
                </a:extLst>
              </p:cNvPr>
              <p:cNvSpPr/>
              <p:nvPr/>
            </p:nvSpPr>
            <p:spPr>
              <a:xfrm>
                <a:off x="2655547" y="1862750"/>
                <a:ext cx="856661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</m:oMath>
                  </m:oMathPara>
                </a14:m>
                <a:endParaRPr lang="en-IN" sz="3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6AF62FC0-5710-95F9-A5DC-892B792B32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55547" y="1862750"/>
                <a:ext cx="856661" cy="71120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7E5FA21B-D304-7A33-D513-6CB72A3C7F3B}"/>
              </a:ext>
            </a:extLst>
          </p:cNvPr>
          <p:cNvCxnSpPr>
            <a:cxnSpLocks/>
          </p:cNvCxnSpPr>
          <p:nvPr/>
        </p:nvCxnSpPr>
        <p:spPr>
          <a:xfrm>
            <a:off x="5733148" y="773549"/>
            <a:ext cx="0" cy="2736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E9907001-9CED-CABA-692F-BA2B00BA0A13}"/>
              </a:ext>
            </a:extLst>
          </p:cNvPr>
          <p:cNvGrpSpPr/>
          <p:nvPr/>
        </p:nvGrpSpPr>
        <p:grpSpPr>
          <a:xfrm>
            <a:off x="3382740" y="740455"/>
            <a:ext cx="4796462" cy="946459"/>
            <a:chOff x="4671530" y="773272"/>
            <a:chExt cx="4796462" cy="94645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BEF776EC-61BA-76A7-0A8D-CE1A06B04F7E}"/>
                    </a:ext>
                  </a:extLst>
                </p:cNvPr>
                <p:cNvSpPr/>
                <p:nvPr/>
              </p:nvSpPr>
              <p:spPr>
                <a:xfrm>
                  <a:off x="7097087" y="817946"/>
                  <a:ext cx="2370905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F5172D16-194D-4293-82C0-B55F7ED6A83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97087" y="817946"/>
                  <a:ext cx="2370905" cy="901785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7C35E237-C41A-560A-BE7E-71C2AF406191}"/>
                    </a:ext>
                  </a:extLst>
                </p:cNvPr>
                <p:cNvSpPr/>
                <p:nvPr/>
              </p:nvSpPr>
              <p:spPr>
                <a:xfrm>
                  <a:off x="4671530" y="773272"/>
                  <a:ext cx="2257862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1         0   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3399B09A-9928-4E63-9196-300CC754FC3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71530" y="773272"/>
                  <a:ext cx="2257862" cy="901785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3AC503AF-6E2A-AED3-EFC9-F8338407B9EC}"/>
              </a:ext>
            </a:extLst>
          </p:cNvPr>
          <p:cNvGrpSpPr/>
          <p:nvPr/>
        </p:nvGrpSpPr>
        <p:grpSpPr>
          <a:xfrm>
            <a:off x="3399195" y="2724249"/>
            <a:ext cx="4737085" cy="910570"/>
            <a:chOff x="4715485" y="2111557"/>
            <a:chExt cx="4737085" cy="91057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728E467B-BB50-34AF-3CC3-3A1C25065503}"/>
                    </a:ext>
                  </a:extLst>
                </p:cNvPr>
                <p:cNvSpPr/>
                <p:nvPr/>
              </p:nvSpPr>
              <p:spPr>
                <a:xfrm>
                  <a:off x="7106991" y="2111557"/>
                  <a:ext cx="2345579" cy="91057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25FF0BBA-2249-4717-A0EB-5FAAE9793B9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06991" y="2111557"/>
                  <a:ext cx="2345579" cy="910570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7A16543E-3656-668A-B4F0-84F4DB667CCA}"/>
                    </a:ext>
                  </a:extLst>
                </p:cNvPr>
                <p:cNvSpPr/>
                <p:nvPr/>
              </p:nvSpPr>
              <p:spPr>
                <a:xfrm>
                  <a:off x="4715485" y="2319369"/>
                  <a:ext cx="2198038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0         0   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0B2523DE-ED33-42AD-A5C9-BC2EDBD6FF3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15485" y="2319369"/>
                  <a:ext cx="2198038" cy="523220"/>
                </a:xfrm>
                <a:prstGeom prst="rect">
                  <a:avLst/>
                </a:prstGeom>
                <a:blipFill>
                  <a:blip r:embed="rId1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2F6089D-9BCC-6932-3DCC-37AB703270FD}"/>
              </a:ext>
            </a:extLst>
          </p:cNvPr>
          <p:cNvGrpSpPr/>
          <p:nvPr/>
        </p:nvGrpSpPr>
        <p:grpSpPr>
          <a:xfrm>
            <a:off x="3347700" y="1754689"/>
            <a:ext cx="4812708" cy="913144"/>
            <a:chOff x="4514152" y="4186675"/>
            <a:chExt cx="4812708" cy="91314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552D6BF9-328D-49DC-9518-6371BD704E4C}"/>
                    </a:ext>
                  </a:extLst>
                </p:cNvPr>
                <p:cNvSpPr/>
                <p:nvPr/>
              </p:nvSpPr>
              <p:spPr>
                <a:xfrm>
                  <a:off x="6955955" y="4186675"/>
                  <a:ext cx="2370905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E7BD5CFC-5DDC-4ED4-B4A5-21826788B91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55955" y="4186675"/>
                  <a:ext cx="2370905" cy="901785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6CF1F2E0-EA6C-D11F-05E8-661D94E5F7CD}"/>
                    </a:ext>
                  </a:extLst>
                </p:cNvPr>
                <p:cNvSpPr/>
                <p:nvPr/>
              </p:nvSpPr>
              <p:spPr>
                <a:xfrm>
                  <a:off x="4514152" y="4200855"/>
                  <a:ext cx="2336409" cy="89896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0         1   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B82E0583-46DF-453B-AF81-540C82C1537B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4152" y="4200855"/>
                  <a:ext cx="2336409" cy="898964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8CFA93CE-AB28-D572-5382-1E341F0B821A}"/>
              </a:ext>
            </a:extLst>
          </p:cNvPr>
          <p:cNvSpPr/>
          <p:nvPr/>
        </p:nvSpPr>
        <p:spPr>
          <a:xfrm>
            <a:off x="5177578" y="3015538"/>
            <a:ext cx="360000" cy="360000"/>
          </a:xfrm>
          <a:prstGeom prst="round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297ACF6-8EF4-8DE2-9E83-5A5149ED0918}"/>
              </a:ext>
            </a:extLst>
          </p:cNvPr>
          <p:cNvSpPr/>
          <p:nvPr/>
        </p:nvSpPr>
        <p:spPr>
          <a:xfrm>
            <a:off x="5211673" y="1797024"/>
            <a:ext cx="360000" cy="8640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C1F8FB9-1EA8-E6F9-94CE-0155E6F4D189}"/>
              </a:ext>
            </a:extLst>
          </p:cNvPr>
          <p:cNvGrpSpPr/>
          <p:nvPr/>
        </p:nvGrpSpPr>
        <p:grpSpPr>
          <a:xfrm>
            <a:off x="2478657" y="3674209"/>
            <a:ext cx="6454390" cy="2902522"/>
            <a:chOff x="4311791" y="3654770"/>
            <a:chExt cx="6454390" cy="290252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832491D3-3947-7B58-D866-4C6D9FB39C5E}"/>
                    </a:ext>
                  </a:extLst>
                </p:cNvPr>
                <p:cNvSpPr/>
                <p:nvPr/>
              </p:nvSpPr>
              <p:spPr>
                <a:xfrm>
                  <a:off x="4311791" y="3654770"/>
                  <a:ext cx="6454390" cy="239352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GB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832491D3-3947-7B58-D866-4C6D9FB39C5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311791" y="3654770"/>
                  <a:ext cx="6454390" cy="2393529"/>
                </a:xfrm>
                <a:prstGeom prst="rect">
                  <a:avLst/>
                </a:prstGeom>
                <a:blipFill>
                  <a:blip r:embed="rId15"/>
                  <a:stretch>
                    <a:fillRect b="-1887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D7C6FD96-FF18-7C5C-8AE7-9E74F6FE8282}"/>
                    </a:ext>
                  </a:extLst>
                </p:cNvPr>
                <p:cNvSpPr/>
                <p:nvPr/>
              </p:nvSpPr>
              <p:spPr>
                <a:xfrm>
                  <a:off x="4438124" y="4785223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C1CC3C40-49EA-4554-BA4E-6850359DD83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38124" y="4785223"/>
                  <a:ext cx="856661" cy="711201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9747872-D90A-A098-3A6C-BFE649BB8C0B}"/>
                </a:ext>
              </a:extLst>
            </p:cNvPr>
            <p:cNvCxnSpPr>
              <a:cxnSpLocks/>
            </p:cNvCxnSpPr>
            <p:nvPr/>
          </p:nvCxnSpPr>
          <p:spPr>
            <a:xfrm>
              <a:off x="7502278" y="3696022"/>
              <a:ext cx="0" cy="2736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782948B-503C-A881-C004-3224EA3A33CF}"/>
                </a:ext>
              </a:extLst>
            </p:cNvPr>
            <p:cNvGrpSpPr/>
            <p:nvPr/>
          </p:nvGrpSpPr>
          <p:grpSpPr>
            <a:xfrm>
              <a:off x="5181772" y="5646722"/>
              <a:ext cx="4737085" cy="910570"/>
              <a:chOff x="4715485" y="2111557"/>
              <a:chExt cx="4737085" cy="91057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3" name="Rectangle 22">
                    <a:extLst>
                      <a:ext uri="{FF2B5EF4-FFF2-40B4-BE49-F238E27FC236}">
                        <a16:creationId xmlns:a16="http://schemas.microsoft.com/office/drawing/2014/main" id="{E391595E-978D-E3A9-CE22-9A39DD2BE68C}"/>
                      </a:ext>
                    </a:extLst>
                  </p:cNvPr>
                  <p:cNvSpPr/>
                  <p:nvPr/>
                </p:nvSpPr>
                <p:spPr>
                  <a:xfrm>
                    <a:off x="7106991" y="2111557"/>
                    <a:ext cx="2345579" cy="91057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den>
                          </m:f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−</m:t>
                          </m:r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den>
                          </m:f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−</m:t>
                          </m:r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den>
                          </m:f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id="{1E076811-2704-4F8F-AF65-9FC2771091D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106991" y="2111557"/>
                    <a:ext cx="2345579" cy="910570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id="{90C14D7F-B887-AF25-F8F3-F63E85FDFC40}"/>
                      </a:ext>
                    </a:extLst>
                  </p:cNvPr>
                  <p:cNvSpPr/>
                  <p:nvPr/>
                </p:nvSpPr>
                <p:spPr>
                  <a:xfrm>
                    <a:off x="4715485" y="2319369"/>
                    <a:ext cx="2198038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0         0   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id="{1FBC1AC5-50CA-4AA6-B642-7409FD7FE2D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15485" y="2319369"/>
                    <a:ext cx="2198038" cy="523220"/>
                  </a:xfrm>
                  <a:prstGeom prst="rect">
                    <a:avLst/>
                  </a:prstGeom>
                  <a:blipFill>
                    <a:blip r:embed="rId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DCFF8F7-FC47-765E-4D10-E386EA85C863}"/>
              </a:ext>
            </a:extLst>
          </p:cNvPr>
          <p:cNvGrpSpPr/>
          <p:nvPr/>
        </p:nvGrpSpPr>
        <p:grpSpPr>
          <a:xfrm>
            <a:off x="3365671" y="3727041"/>
            <a:ext cx="4773218" cy="901785"/>
            <a:chOff x="4705018" y="817946"/>
            <a:chExt cx="4773218" cy="90178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" name="Rectangle 39">
                  <a:extLst>
                    <a:ext uri="{FF2B5EF4-FFF2-40B4-BE49-F238E27FC236}">
                      <a16:creationId xmlns:a16="http://schemas.microsoft.com/office/drawing/2014/main" id="{6AD49F90-45D7-1919-7E98-2814C92CB3E2}"/>
                    </a:ext>
                  </a:extLst>
                </p:cNvPr>
                <p:cNvSpPr/>
                <p:nvPr/>
              </p:nvSpPr>
              <p:spPr>
                <a:xfrm>
                  <a:off x="6936899" y="817946"/>
                  <a:ext cx="2541337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48F2B948-1CAC-43C3-AFA2-4ADC2508692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36899" y="817946"/>
                  <a:ext cx="2541337" cy="901785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C476A45F-BB84-D39C-8655-07CFE44A8F5F}"/>
                    </a:ext>
                  </a:extLst>
                </p:cNvPr>
                <p:cNvSpPr/>
                <p:nvPr/>
              </p:nvSpPr>
              <p:spPr>
                <a:xfrm>
                  <a:off x="4705018" y="1057204"/>
                  <a:ext cx="2198038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1         0   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DF63EB7E-82EE-4507-8AD9-BA02A309E17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05018" y="1057204"/>
                  <a:ext cx="2198038" cy="523220"/>
                </a:xfrm>
                <a:prstGeom prst="rect">
                  <a:avLst/>
                </a:prstGeom>
                <a:blipFill>
                  <a:blip r:embed="rId1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8985FCB2-D28B-5406-566D-3A9CFF15878E}"/>
              </a:ext>
            </a:extLst>
          </p:cNvPr>
          <p:cNvGrpSpPr/>
          <p:nvPr/>
        </p:nvGrpSpPr>
        <p:grpSpPr>
          <a:xfrm>
            <a:off x="3369904" y="4696601"/>
            <a:ext cx="4755341" cy="910570"/>
            <a:chOff x="4586913" y="4186675"/>
            <a:chExt cx="4755341" cy="91057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2E3553CA-4D3E-BAFA-7FB0-02B9C361BF12}"/>
                    </a:ext>
                  </a:extLst>
                </p:cNvPr>
                <p:cNvSpPr/>
                <p:nvPr/>
              </p:nvSpPr>
              <p:spPr>
                <a:xfrm>
                  <a:off x="6854137" y="4186675"/>
                  <a:ext cx="2488117" cy="91057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71DCAED1-FB47-463F-9587-8A29E7FE9B0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54137" y="4186675"/>
                  <a:ext cx="2488117" cy="910570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C8D56B09-A9A6-6AE2-7AA3-2D48F1B879E9}"/>
                    </a:ext>
                  </a:extLst>
                </p:cNvPr>
                <p:cNvSpPr/>
                <p:nvPr/>
              </p:nvSpPr>
              <p:spPr>
                <a:xfrm>
                  <a:off x="4586913" y="4432336"/>
                  <a:ext cx="2198038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0         1   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341089CC-8248-453F-869B-AB350BADB7A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86913" y="4432336"/>
                  <a:ext cx="2198038" cy="523220"/>
                </a:xfrm>
                <a:prstGeom prst="rect">
                  <a:avLst/>
                </a:prstGeom>
                <a:blipFill>
                  <a:blip r:embed="rId2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Content Placeholder 4">
                <a:extLst>
                  <a:ext uri="{FF2B5EF4-FFF2-40B4-BE49-F238E27FC236}">
                    <a16:creationId xmlns:a16="http://schemas.microsoft.com/office/drawing/2014/main" id="{EE0ED876-A068-9778-9808-BF8EF6B5000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299472" y="4594699"/>
                <a:ext cx="2033510" cy="101247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𝟑𝟐</m:t>
                          </m:r>
                        </m:sub>
                      </m:sSub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f>
                            <m:f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𝟕</m:t>
                              </m:r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𝟓</m:t>
                              </m:r>
                            </m:den>
                          </m:f>
                        </m:e>
                      </m:d>
                      <m:r>
                        <a:rPr lang="en-IN" sz="28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45" name="Content Placeholder 4">
                <a:extLst>
                  <a:ext uri="{FF2B5EF4-FFF2-40B4-BE49-F238E27FC236}">
                    <a16:creationId xmlns:a16="http://schemas.microsoft.com/office/drawing/2014/main" id="{EE0ED876-A068-9778-9808-BF8EF6B500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99472" y="4594699"/>
                <a:ext cx="2033510" cy="1012472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Rectangle: Rounded Corners 45">
            <a:extLst>
              <a:ext uri="{FF2B5EF4-FFF2-40B4-BE49-F238E27FC236}">
                <a16:creationId xmlns:a16="http://schemas.microsoft.com/office/drawing/2014/main" id="{EEE2A352-DCAC-9A65-CC86-C0AA9E7C5106}"/>
              </a:ext>
            </a:extLst>
          </p:cNvPr>
          <p:cNvSpPr/>
          <p:nvPr/>
        </p:nvSpPr>
        <p:spPr>
          <a:xfrm>
            <a:off x="5218023" y="781645"/>
            <a:ext cx="360000" cy="8640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Content Placeholder 4">
                <a:extLst>
                  <a:ext uri="{FF2B5EF4-FFF2-40B4-BE49-F238E27FC236}">
                    <a16:creationId xmlns:a16="http://schemas.microsoft.com/office/drawing/2014/main" id="{69F66E48-42AB-EB7A-29FF-B04B70CDEA5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299577" y="4536291"/>
                <a:ext cx="1744913" cy="112163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𝟑𝟏</m:t>
                          </m:r>
                        </m:sub>
                      </m:sSub>
                      <m:d>
                        <m:d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f>
                            <m:fPr>
                              <m:ctrlP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𝟓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47" name="Content Placeholder 4">
                <a:extLst>
                  <a:ext uri="{FF2B5EF4-FFF2-40B4-BE49-F238E27FC236}">
                    <a16:creationId xmlns:a16="http://schemas.microsoft.com/office/drawing/2014/main" id="{69F66E48-42AB-EB7A-29FF-B04B70CDEA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99577" y="4536291"/>
                <a:ext cx="1744913" cy="1121635"/>
              </a:xfrm>
              <a:prstGeom prst="rect">
                <a:avLst/>
              </a:prstGeom>
              <a:blipFill>
                <a:blip r:embed="rId23"/>
                <a:stretch>
                  <a:fillRect l="-1399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41368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6" grpId="0" animBg="1"/>
      <p:bldP spid="6" grpId="1" animBg="1"/>
      <p:bldP spid="45" grpId="0"/>
      <p:bldP spid="46" grpId="0" animBg="1"/>
      <p:bldP spid="46" grpId="1" animBg="1"/>
      <p:bldP spid="47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1ECA45BB-DA61-4FDA-BE2C-4F8A72520756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Method:6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Example:6(Continue)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1ECA45BB-DA61-4FDA-BE2C-4F8A7252075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9" name="Group 28">
            <a:extLst>
              <a:ext uri="{FF2B5EF4-FFF2-40B4-BE49-F238E27FC236}">
                <a16:creationId xmlns:a16="http://schemas.microsoft.com/office/drawing/2014/main" id="{F6AE79BF-86D9-8135-B322-60E2DF1BE232}"/>
              </a:ext>
            </a:extLst>
          </p:cNvPr>
          <p:cNvGrpSpPr/>
          <p:nvPr/>
        </p:nvGrpSpPr>
        <p:grpSpPr>
          <a:xfrm>
            <a:off x="2478657" y="767208"/>
            <a:ext cx="6454390" cy="2902522"/>
            <a:chOff x="4311791" y="3654770"/>
            <a:chExt cx="6454390" cy="290252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7301FA50-5DBB-09ED-4264-BA10AB6EEA88}"/>
                    </a:ext>
                  </a:extLst>
                </p:cNvPr>
                <p:cNvSpPr/>
                <p:nvPr/>
              </p:nvSpPr>
              <p:spPr>
                <a:xfrm>
                  <a:off x="4311791" y="3654770"/>
                  <a:ext cx="6454390" cy="239352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7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  <m:mr>
                                <m:e/>
                                <m:e/>
                                <m:e/>
                                <m:e/>
                                <m:e/>
                                <m:e/>
                                <m:e/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GB" sz="2800" b="0" i="1" smtClean="0">
                                <a:solidFill>
                                  <a:srgbClr val="7030A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7301FA50-5DBB-09ED-4264-BA10AB6EEA8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311791" y="3654770"/>
                  <a:ext cx="6454390" cy="2393529"/>
                </a:xfrm>
                <a:prstGeom prst="rect">
                  <a:avLst/>
                </a:prstGeom>
                <a:blipFill>
                  <a:blip r:embed="rId3"/>
                  <a:stretch>
                    <a:fillRect b="-1887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FEAABCDB-5D9B-E06E-E6C1-B2DC649F4686}"/>
                    </a:ext>
                  </a:extLst>
                </p:cNvPr>
                <p:cNvSpPr/>
                <p:nvPr/>
              </p:nvSpPr>
              <p:spPr>
                <a:xfrm>
                  <a:off x="4438124" y="4785223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C1CC3C40-49EA-4554-BA4E-6850359DD83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38124" y="4785223"/>
                  <a:ext cx="856661" cy="711201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857A3AB-BF47-18E8-9EAC-BE2E0AD5D079}"/>
                </a:ext>
              </a:extLst>
            </p:cNvPr>
            <p:cNvCxnSpPr>
              <a:cxnSpLocks/>
            </p:cNvCxnSpPr>
            <p:nvPr/>
          </p:nvCxnSpPr>
          <p:spPr>
            <a:xfrm>
              <a:off x="7502278" y="3696022"/>
              <a:ext cx="0" cy="2736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82DBE853-0E96-884E-17A5-4EE6BC375EB5}"/>
                </a:ext>
              </a:extLst>
            </p:cNvPr>
            <p:cNvGrpSpPr/>
            <p:nvPr/>
          </p:nvGrpSpPr>
          <p:grpSpPr>
            <a:xfrm>
              <a:off x="5181772" y="5646722"/>
              <a:ext cx="4737085" cy="910570"/>
              <a:chOff x="4715485" y="2111557"/>
              <a:chExt cx="4737085" cy="91057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2" name="Rectangle 41">
                    <a:extLst>
                      <a:ext uri="{FF2B5EF4-FFF2-40B4-BE49-F238E27FC236}">
                        <a16:creationId xmlns:a16="http://schemas.microsoft.com/office/drawing/2014/main" id="{56A7A6CA-25A6-D3D5-D5FE-226A8AE1F6D2}"/>
                      </a:ext>
                    </a:extLst>
                  </p:cNvPr>
                  <p:cNvSpPr/>
                  <p:nvPr/>
                </p:nvSpPr>
                <p:spPr>
                  <a:xfrm>
                    <a:off x="7106991" y="2111557"/>
                    <a:ext cx="2345579" cy="91057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den>
                          </m:f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−</m:t>
                          </m:r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den>
                          </m:f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−</m:t>
                          </m:r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den>
                          </m:f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7" name="Rectangle 26">
                    <a:extLst>
                      <a:ext uri="{FF2B5EF4-FFF2-40B4-BE49-F238E27FC236}">
                        <a16:creationId xmlns:a16="http://schemas.microsoft.com/office/drawing/2014/main" id="{1E076811-2704-4F8F-AF65-9FC2771091D2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106991" y="2111557"/>
                    <a:ext cx="2345579" cy="910570"/>
                  </a:xfrm>
                  <a:prstGeom prst="rect">
                    <a:avLst/>
                  </a:prstGeom>
                  <a:blipFill>
                    <a:blip r:embed="rId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3" name="Rectangle 42">
                    <a:extLst>
                      <a:ext uri="{FF2B5EF4-FFF2-40B4-BE49-F238E27FC236}">
                        <a16:creationId xmlns:a16="http://schemas.microsoft.com/office/drawing/2014/main" id="{21A6EE6A-78E9-8839-584E-C93B48A2DDD8}"/>
                      </a:ext>
                    </a:extLst>
                  </p:cNvPr>
                  <p:cNvSpPr/>
                  <p:nvPr/>
                </p:nvSpPr>
                <p:spPr>
                  <a:xfrm>
                    <a:off x="4715485" y="2319369"/>
                    <a:ext cx="2198038" cy="523220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0         0   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   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8" name="Rectangle 27">
                    <a:extLst>
                      <a:ext uri="{FF2B5EF4-FFF2-40B4-BE49-F238E27FC236}">
                        <a16:creationId xmlns:a16="http://schemas.microsoft.com/office/drawing/2014/main" id="{1FBC1AC5-50CA-4AA6-B642-7409FD7FE2D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15485" y="2319369"/>
                    <a:ext cx="2198038" cy="523220"/>
                  </a:xfrm>
                  <a:prstGeom prst="rect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E6FFF379-1415-0285-73E7-5B4D1C933117}"/>
              </a:ext>
            </a:extLst>
          </p:cNvPr>
          <p:cNvGrpSpPr/>
          <p:nvPr/>
        </p:nvGrpSpPr>
        <p:grpSpPr>
          <a:xfrm>
            <a:off x="3365671" y="820040"/>
            <a:ext cx="4773218" cy="901785"/>
            <a:chOff x="4705018" y="817946"/>
            <a:chExt cx="4773218" cy="90178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BA667DF4-9110-66F0-2518-560BDB9248F4}"/>
                    </a:ext>
                  </a:extLst>
                </p:cNvPr>
                <p:cNvSpPr/>
                <p:nvPr/>
              </p:nvSpPr>
              <p:spPr>
                <a:xfrm>
                  <a:off x="6936899" y="817946"/>
                  <a:ext cx="2541337" cy="90178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48F2B948-1CAC-43C3-AFA2-4ADC2508692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36899" y="817946"/>
                  <a:ext cx="2541337" cy="901785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E22EA5D1-8AC6-1E1F-C051-F33A9B6D53AA}"/>
                    </a:ext>
                  </a:extLst>
                </p:cNvPr>
                <p:cNvSpPr/>
                <p:nvPr/>
              </p:nvSpPr>
              <p:spPr>
                <a:xfrm>
                  <a:off x="4705018" y="1057204"/>
                  <a:ext cx="2198038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1         0   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DF63EB7E-82EE-4507-8AD9-BA02A309E17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05018" y="1057204"/>
                  <a:ext cx="2198038" cy="523220"/>
                </a:xfrm>
                <a:prstGeom prst="rect">
                  <a:avLst/>
                </a:prstGeom>
                <a:blipFill>
                  <a:blip r:embed="rId1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94BFD2BC-1C3F-3AC0-7E71-16241BE5C595}"/>
              </a:ext>
            </a:extLst>
          </p:cNvPr>
          <p:cNvGrpSpPr/>
          <p:nvPr/>
        </p:nvGrpSpPr>
        <p:grpSpPr>
          <a:xfrm>
            <a:off x="3369904" y="1789600"/>
            <a:ext cx="4755341" cy="910570"/>
            <a:chOff x="4586913" y="4186675"/>
            <a:chExt cx="4755341" cy="91057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1FE0442D-0B4C-4F71-0E63-5A1F61240FDB}"/>
                    </a:ext>
                  </a:extLst>
                </p:cNvPr>
                <p:cNvSpPr/>
                <p:nvPr/>
              </p:nvSpPr>
              <p:spPr>
                <a:xfrm>
                  <a:off x="6854137" y="4186675"/>
                  <a:ext cx="2488117" cy="91057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f>
                          <m:f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71DCAED1-FB47-463F-9587-8A29E7FE9B0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54137" y="4186675"/>
                  <a:ext cx="2488117" cy="910570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C6ADAA89-8130-9417-36F2-FCB506E5861B}"/>
                    </a:ext>
                  </a:extLst>
                </p:cNvPr>
                <p:cNvSpPr/>
                <p:nvPr/>
              </p:nvSpPr>
              <p:spPr>
                <a:xfrm>
                  <a:off x="4586913" y="4432336"/>
                  <a:ext cx="2198038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0         1   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    </m:t>
                        </m:r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341089CC-8248-453F-869B-AB350BADB7A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86913" y="4432336"/>
                  <a:ext cx="2198038" cy="523220"/>
                </a:xfrm>
                <a:prstGeom prst="rect">
                  <a:avLst/>
                </a:prstGeom>
                <a:blipFill>
                  <a:blip r:embed="rId1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Content Placeholder 4">
                <a:extLst>
                  <a:ext uri="{FF2B5EF4-FFF2-40B4-BE49-F238E27FC236}">
                    <a16:creationId xmlns:a16="http://schemas.microsoft.com/office/drawing/2014/main" id="{980D4AF2-DDE1-FCE0-C15F-3CCFA251BBD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433971" y="1897661"/>
                <a:ext cx="1586814" cy="74281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|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]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Content Placeholder 4">
                <a:extLst>
                  <a:ext uri="{FF2B5EF4-FFF2-40B4-BE49-F238E27FC236}">
                    <a16:creationId xmlns:a16="http://schemas.microsoft.com/office/drawing/2014/main" id="{980D4AF2-DDE1-FCE0-C15F-3CCFA251BB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33971" y="1897661"/>
                <a:ext cx="1586814" cy="742812"/>
              </a:xfrm>
              <a:prstGeom prst="rect">
                <a:avLst/>
              </a:prstGeom>
              <a:blipFill>
                <a:blip r:embed="rId20"/>
                <a:stretch>
                  <a:fillRect l="-3462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Content Placeholder 4">
                <a:extLst>
                  <a:ext uri="{FF2B5EF4-FFF2-40B4-BE49-F238E27FC236}">
                    <a16:creationId xmlns:a16="http://schemas.microsoft.com/office/drawing/2014/main" id="{B9C6B767-945A-CCFB-E3B1-72D4ADFB6AA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12144" y="4694482"/>
                <a:ext cx="2230187" cy="74281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Content Placeholder 4">
                <a:extLst>
                  <a:ext uri="{FF2B5EF4-FFF2-40B4-BE49-F238E27FC236}">
                    <a16:creationId xmlns:a16="http://schemas.microsoft.com/office/drawing/2014/main" id="{B9C6B767-945A-CCFB-E3B1-72D4ADFB6A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2144" y="4694482"/>
                <a:ext cx="2230187" cy="742812"/>
              </a:xfrm>
              <a:prstGeom prst="rect">
                <a:avLst/>
              </a:prstGeom>
              <a:blipFill>
                <a:blip r:embed="rId21"/>
                <a:stretch>
                  <a:fillRect l="-1644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9C03FF8F-6F3C-FCB8-9BD9-752B7066B063}"/>
                  </a:ext>
                </a:extLst>
              </p:cNvPr>
              <p:cNvSpPr/>
              <p:nvPr/>
            </p:nvSpPr>
            <p:spPr>
              <a:xfrm>
                <a:off x="2604147" y="3639531"/>
                <a:ext cx="3288654" cy="325913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</m:mr>
                          </m:m>
                          <m:r>
                            <a:rPr lang="en-IN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GB" sz="28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 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9C03FF8F-6F3C-FCB8-9BD9-752B7066B0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4147" y="3639531"/>
                <a:ext cx="3288654" cy="3259136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E10A6F8C-648D-04A4-ECE8-68147432452F}"/>
                  </a:ext>
                </a:extLst>
              </p:cNvPr>
              <p:cNvSpPr/>
              <p:nvPr/>
            </p:nvSpPr>
            <p:spPr>
              <a:xfrm>
                <a:off x="2842979" y="3739315"/>
                <a:ext cx="2698431" cy="9017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   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E10A6F8C-648D-04A4-ECE8-68147432452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42979" y="3739315"/>
                <a:ext cx="2698431" cy="90178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72D5434-2FC4-5A86-6720-5B0E80323722}"/>
                  </a:ext>
                </a:extLst>
              </p:cNvPr>
              <p:cNvSpPr/>
              <p:nvPr/>
            </p:nvSpPr>
            <p:spPr>
              <a:xfrm>
                <a:off x="2804879" y="4710865"/>
                <a:ext cx="2723758" cy="91057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</m:t>
                      </m:r>
                      <m:r>
                        <a:rPr lang="en-GB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 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72D5434-2FC4-5A86-6720-5B0E803237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4879" y="4710865"/>
                <a:ext cx="2723758" cy="91057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765F9AA2-ECC6-DB36-5C82-576F99B5FFA8}"/>
                  </a:ext>
                </a:extLst>
              </p:cNvPr>
              <p:cNvSpPr/>
              <p:nvPr/>
            </p:nvSpPr>
            <p:spPr>
              <a:xfrm>
                <a:off x="3160153" y="5688716"/>
                <a:ext cx="2345579" cy="91057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 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  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−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765F9AA2-ECC6-DB36-5C82-576F99B5FF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60153" y="5688716"/>
                <a:ext cx="2345579" cy="91057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053361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51" grpId="0"/>
      <p:bldP spid="52" grpId="0"/>
      <p:bldP spid="53" grpId="0"/>
      <p:bldP spid="54" grpId="0"/>
      <p:bldP spid="55" grpId="0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Method – 7</a:t>
            </a:r>
            <a:br>
              <a:rPr lang="en-US" dirty="0"/>
            </a:br>
            <a:r>
              <a:rPr lang="en-US" sz="4800" dirty="0"/>
              <a:t>Applications of Linear Systems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N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37587619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AC0F51-9E9E-A3B1-287C-B20D458155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8896A5B-EA20-2725-73C9-7F3476ABF80E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/>
                  <a:t>Method:7</a:t>
                </a:r>
                <a14:m>
                  <m:oMath xmlns:m="http://schemas.openxmlformats.org/officeDocument/2006/math">
                    <m:r>
                      <a:rPr lang="en-IN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/>
                  <a:t>Example:1</a:t>
                </a:r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8896A5B-EA20-2725-73C9-7F3476ABF80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1" name="Right Arrow 3">
            <a:extLst>
              <a:ext uri="{FF2B5EF4-FFF2-40B4-BE49-F238E27FC236}">
                <a16:creationId xmlns:a16="http://schemas.microsoft.com/office/drawing/2014/main" id="{A757FD26-E20E-570E-24F6-29A99E98C4EC}"/>
              </a:ext>
            </a:extLst>
          </p:cNvPr>
          <p:cNvSpPr/>
          <p:nvPr/>
        </p:nvSpPr>
        <p:spPr>
          <a:xfrm rot="5400000" flipV="1">
            <a:off x="3319196" y="2479146"/>
            <a:ext cx="601777" cy="302119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82" name="Right Arrow 3">
            <a:extLst>
              <a:ext uri="{FF2B5EF4-FFF2-40B4-BE49-F238E27FC236}">
                <a16:creationId xmlns:a16="http://schemas.microsoft.com/office/drawing/2014/main" id="{C7DC2EA6-622F-4FEC-0264-DD38B8ECDB8A}"/>
              </a:ext>
            </a:extLst>
          </p:cNvPr>
          <p:cNvSpPr/>
          <p:nvPr/>
        </p:nvSpPr>
        <p:spPr>
          <a:xfrm rot="5400000" flipV="1">
            <a:off x="3346712" y="5446928"/>
            <a:ext cx="546777" cy="302149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83" name="Right Arrow 3">
            <a:extLst>
              <a:ext uri="{FF2B5EF4-FFF2-40B4-BE49-F238E27FC236}">
                <a16:creationId xmlns:a16="http://schemas.microsoft.com/office/drawing/2014/main" id="{A70B2176-EBB9-2C46-70C9-25F15A11BD24}"/>
              </a:ext>
            </a:extLst>
          </p:cNvPr>
          <p:cNvSpPr/>
          <p:nvPr/>
        </p:nvSpPr>
        <p:spPr>
          <a:xfrm rot="9155301" flipV="1">
            <a:off x="2608797" y="3368626"/>
            <a:ext cx="671460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84" name="Right Arrow 3">
            <a:extLst>
              <a:ext uri="{FF2B5EF4-FFF2-40B4-BE49-F238E27FC236}">
                <a16:creationId xmlns:a16="http://schemas.microsoft.com/office/drawing/2014/main" id="{98FEECA8-0DCF-7334-07EC-14552FDE9C39}"/>
              </a:ext>
            </a:extLst>
          </p:cNvPr>
          <p:cNvSpPr/>
          <p:nvPr/>
        </p:nvSpPr>
        <p:spPr>
          <a:xfrm rot="12567996" flipH="1" flipV="1">
            <a:off x="4125826" y="3468443"/>
            <a:ext cx="671460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85" name="Right Arrow 3">
            <a:extLst>
              <a:ext uri="{FF2B5EF4-FFF2-40B4-BE49-F238E27FC236}">
                <a16:creationId xmlns:a16="http://schemas.microsoft.com/office/drawing/2014/main" id="{7B6A446A-C773-F42F-8C52-5F631C18BB36}"/>
              </a:ext>
            </a:extLst>
          </p:cNvPr>
          <p:cNvSpPr/>
          <p:nvPr/>
        </p:nvSpPr>
        <p:spPr>
          <a:xfrm rot="10800000" flipH="1" flipV="1">
            <a:off x="778107" y="3908750"/>
            <a:ext cx="671460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86" name="Right Arrow 3">
            <a:extLst>
              <a:ext uri="{FF2B5EF4-FFF2-40B4-BE49-F238E27FC236}">
                <a16:creationId xmlns:a16="http://schemas.microsoft.com/office/drawing/2014/main" id="{4E53DC1D-63B8-EB03-B5E5-2316EE6CC635}"/>
              </a:ext>
            </a:extLst>
          </p:cNvPr>
          <p:cNvSpPr/>
          <p:nvPr/>
        </p:nvSpPr>
        <p:spPr>
          <a:xfrm rot="10800000" flipH="1" flipV="1">
            <a:off x="3305345" y="3880918"/>
            <a:ext cx="671460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87" name="Right Arrow 3">
            <a:extLst>
              <a:ext uri="{FF2B5EF4-FFF2-40B4-BE49-F238E27FC236}">
                <a16:creationId xmlns:a16="http://schemas.microsoft.com/office/drawing/2014/main" id="{6BD764D4-0071-2D13-4192-3DB68571E686}"/>
              </a:ext>
            </a:extLst>
          </p:cNvPr>
          <p:cNvSpPr/>
          <p:nvPr/>
        </p:nvSpPr>
        <p:spPr>
          <a:xfrm rot="10800000" flipH="1" flipV="1">
            <a:off x="5741981" y="3929848"/>
            <a:ext cx="671460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88" name="Right Arrow 3">
            <a:extLst>
              <a:ext uri="{FF2B5EF4-FFF2-40B4-BE49-F238E27FC236}">
                <a16:creationId xmlns:a16="http://schemas.microsoft.com/office/drawing/2014/main" id="{E4BC942D-C92E-0172-F026-3E92BDFDA63E}"/>
              </a:ext>
            </a:extLst>
          </p:cNvPr>
          <p:cNvSpPr/>
          <p:nvPr/>
        </p:nvSpPr>
        <p:spPr>
          <a:xfrm rot="12503466" flipH="1" flipV="1">
            <a:off x="2524710" y="4451062"/>
            <a:ext cx="671460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89" name="Right Arrow 3">
            <a:extLst>
              <a:ext uri="{FF2B5EF4-FFF2-40B4-BE49-F238E27FC236}">
                <a16:creationId xmlns:a16="http://schemas.microsoft.com/office/drawing/2014/main" id="{B9891985-9932-E25D-7E4F-C28111B44ADA}"/>
              </a:ext>
            </a:extLst>
          </p:cNvPr>
          <p:cNvSpPr/>
          <p:nvPr/>
        </p:nvSpPr>
        <p:spPr>
          <a:xfrm rot="9047419" flipH="1" flipV="1">
            <a:off x="4085504" y="4433064"/>
            <a:ext cx="671460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90" name="Rectangle: Rounded Corners 89">
            <a:extLst>
              <a:ext uri="{FF2B5EF4-FFF2-40B4-BE49-F238E27FC236}">
                <a16:creationId xmlns:a16="http://schemas.microsoft.com/office/drawing/2014/main" id="{A0FDDF61-5026-E234-A48C-EE026B32F576}"/>
              </a:ext>
            </a:extLst>
          </p:cNvPr>
          <p:cNvSpPr/>
          <p:nvPr/>
        </p:nvSpPr>
        <p:spPr>
          <a:xfrm>
            <a:off x="3406799" y="1767056"/>
            <a:ext cx="426609" cy="424405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N</a:t>
            </a:r>
          </a:p>
        </p:txBody>
      </p:sp>
      <p:sp>
        <p:nvSpPr>
          <p:cNvPr id="91" name="Rectangle: Rounded Corners 90">
            <a:extLst>
              <a:ext uri="{FF2B5EF4-FFF2-40B4-BE49-F238E27FC236}">
                <a16:creationId xmlns:a16="http://schemas.microsoft.com/office/drawing/2014/main" id="{57EECB09-63C1-FC67-B675-94200D30350C}"/>
              </a:ext>
            </a:extLst>
          </p:cNvPr>
          <p:cNvSpPr/>
          <p:nvPr/>
        </p:nvSpPr>
        <p:spPr>
          <a:xfrm>
            <a:off x="166997" y="3829777"/>
            <a:ext cx="489703" cy="424405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W</a:t>
            </a:r>
          </a:p>
        </p:txBody>
      </p:sp>
      <p:sp>
        <p:nvSpPr>
          <p:cNvPr id="92" name="Rectangle: Rounded Corners 91">
            <a:extLst>
              <a:ext uri="{FF2B5EF4-FFF2-40B4-BE49-F238E27FC236}">
                <a16:creationId xmlns:a16="http://schemas.microsoft.com/office/drawing/2014/main" id="{1910B674-1042-C45F-9C03-E83B898E865F}"/>
              </a:ext>
            </a:extLst>
          </p:cNvPr>
          <p:cNvSpPr/>
          <p:nvPr/>
        </p:nvSpPr>
        <p:spPr>
          <a:xfrm>
            <a:off x="3423903" y="6043646"/>
            <a:ext cx="409500" cy="424405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S</a:t>
            </a:r>
          </a:p>
        </p:txBody>
      </p:sp>
      <p:sp>
        <p:nvSpPr>
          <p:cNvPr id="93" name="Rectangle: Rounded Corners 92">
            <a:extLst>
              <a:ext uri="{FF2B5EF4-FFF2-40B4-BE49-F238E27FC236}">
                <a16:creationId xmlns:a16="http://schemas.microsoft.com/office/drawing/2014/main" id="{F70C7589-CAA3-233E-B432-9C83965485A9}"/>
              </a:ext>
            </a:extLst>
          </p:cNvPr>
          <p:cNvSpPr/>
          <p:nvPr/>
        </p:nvSpPr>
        <p:spPr>
          <a:xfrm>
            <a:off x="6663720" y="3854285"/>
            <a:ext cx="372340" cy="424405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E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7B123CD5-0D58-2EBE-8342-6C5CEBF659A1}"/>
              </a:ext>
            </a:extLst>
          </p:cNvPr>
          <p:cNvCxnSpPr>
            <a:cxnSpLocks/>
          </p:cNvCxnSpPr>
          <p:nvPr/>
        </p:nvCxnSpPr>
        <p:spPr>
          <a:xfrm flipV="1">
            <a:off x="3035381" y="3782006"/>
            <a:ext cx="1129292" cy="7592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7AB205C-0CAF-CF1E-DDCE-3F3DFBDBAFCE}"/>
              </a:ext>
            </a:extLst>
          </p:cNvPr>
          <p:cNvCxnSpPr/>
          <p:nvPr/>
        </p:nvCxnSpPr>
        <p:spPr>
          <a:xfrm>
            <a:off x="3235441" y="1888339"/>
            <a:ext cx="0" cy="1171203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E8A6962-C264-73C4-1A9E-B21901ECB207}"/>
              </a:ext>
            </a:extLst>
          </p:cNvPr>
          <p:cNvCxnSpPr>
            <a:cxnSpLocks/>
          </p:cNvCxnSpPr>
          <p:nvPr/>
        </p:nvCxnSpPr>
        <p:spPr>
          <a:xfrm flipH="1">
            <a:off x="1873658" y="3059542"/>
            <a:ext cx="1367964" cy="661134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A48F211-E66D-409C-E9FD-982E5E55B004}"/>
              </a:ext>
            </a:extLst>
          </p:cNvPr>
          <p:cNvCxnSpPr>
            <a:cxnSpLocks/>
          </p:cNvCxnSpPr>
          <p:nvPr/>
        </p:nvCxnSpPr>
        <p:spPr>
          <a:xfrm rot="16200000">
            <a:off x="1113837" y="2948497"/>
            <a:ext cx="0" cy="1544358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019E2B6-314C-64CB-8025-3D551728C084}"/>
              </a:ext>
            </a:extLst>
          </p:cNvPr>
          <p:cNvCxnSpPr/>
          <p:nvPr/>
        </p:nvCxnSpPr>
        <p:spPr>
          <a:xfrm>
            <a:off x="3970787" y="1888339"/>
            <a:ext cx="0" cy="1171203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46A87AED-464E-BBD2-14F1-CCE4C377FC40}"/>
              </a:ext>
            </a:extLst>
          </p:cNvPr>
          <p:cNvCxnSpPr>
            <a:cxnSpLocks/>
          </p:cNvCxnSpPr>
          <p:nvPr/>
        </p:nvCxnSpPr>
        <p:spPr>
          <a:xfrm flipH="1" flipV="1">
            <a:off x="3958430" y="3065770"/>
            <a:ext cx="1334743" cy="654906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E7A0FEBF-8A1E-7A48-C1B2-90CF7D9BFA78}"/>
              </a:ext>
            </a:extLst>
          </p:cNvPr>
          <p:cNvCxnSpPr>
            <a:cxnSpLocks/>
          </p:cNvCxnSpPr>
          <p:nvPr/>
        </p:nvCxnSpPr>
        <p:spPr>
          <a:xfrm rot="16200000">
            <a:off x="6065352" y="2942266"/>
            <a:ext cx="0" cy="1544358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62E1B962-C96B-E19E-BB13-26092662B32C}"/>
              </a:ext>
            </a:extLst>
          </p:cNvPr>
          <p:cNvCxnSpPr>
            <a:cxnSpLocks/>
          </p:cNvCxnSpPr>
          <p:nvPr/>
        </p:nvCxnSpPr>
        <p:spPr>
          <a:xfrm flipH="1">
            <a:off x="3035381" y="3520937"/>
            <a:ext cx="564646" cy="268661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B43B0B4E-99CF-8016-53D0-5B5609943B46}"/>
              </a:ext>
            </a:extLst>
          </p:cNvPr>
          <p:cNvCxnSpPr>
            <a:cxnSpLocks/>
          </p:cNvCxnSpPr>
          <p:nvPr/>
        </p:nvCxnSpPr>
        <p:spPr>
          <a:xfrm rot="16200000">
            <a:off x="1113836" y="3576363"/>
            <a:ext cx="0" cy="1544358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DB08AC0F-195E-E817-A94D-712E91119521}"/>
              </a:ext>
            </a:extLst>
          </p:cNvPr>
          <p:cNvCxnSpPr>
            <a:cxnSpLocks/>
          </p:cNvCxnSpPr>
          <p:nvPr/>
        </p:nvCxnSpPr>
        <p:spPr>
          <a:xfrm flipH="1" flipV="1">
            <a:off x="3587274" y="3520937"/>
            <a:ext cx="577399" cy="252882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Group 53">
            <a:extLst>
              <a:ext uri="{FF2B5EF4-FFF2-40B4-BE49-F238E27FC236}">
                <a16:creationId xmlns:a16="http://schemas.microsoft.com/office/drawing/2014/main" id="{D5E9BAC3-BAB8-05D3-9CBD-3DDDE983EF6E}"/>
              </a:ext>
            </a:extLst>
          </p:cNvPr>
          <p:cNvGrpSpPr/>
          <p:nvPr/>
        </p:nvGrpSpPr>
        <p:grpSpPr>
          <a:xfrm flipV="1">
            <a:off x="3035381" y="4411845"/>
            <a:ext cx="1129292" cy="274503"/>
            <a:chOff x="4920696" y="3359840"/>
            <a:chExt cx="1210928" cy="291964"/>
          </a:xfrm>
        </p:grpSpPr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31BF51FC-3854-15AD-908F-71E96012A1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20696" y="3359840"/>
              <a:ext cx="605464" cy="285751"/>
            </a:xfrm>
            <a:prstGeom prst="line">
              <a:avLst/>
            </a:prstGeom>
            <a:ln w="38100">
              <a:solidFill>
                <a:schemeClr val="tx1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E1B3A128-7EA6-4FC0-8F35-FFF7AF0FBCF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20696" y="3637516"/>
              <a:ext cx="1210928" cy="8075"/>
            </a:xfrm>
            <a:prstGeom prst="line">
              <a:avLst/>
            </a:prstGeom>
            <a:ln w="38100">
              <a:solidFill>
                <a:schemeClr val="tx1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45546650-5715-D6CF-AE18-278C842E0DD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526160" y="3359840"/>
              <a:ext cx="605464" cy="291964"/>
            </a:xfrm>
            <a:prstGeom prst="line">
              <a:avLst/>
            </a:prstGeom>
            <a:ln w="38100">
              <a:solidFill>
                <a:schemeClr val="tx1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95AF40E2-3FB5-D8D4-0AD8-5B53089C8815}"/>
              </a:ext>
            </a:extLst>
          </p:cNvPr>
          <p:cNvCxnSpPr>
            <a:cxnSpLocks/>
          </p:cNvCxnSpPr>
          <p:nvPr/>
        </p:nvCxnSpPr>
        <p:spPr>
          <a:xfrm flipH="1" flipV="1">
            <a:off x="1873658" y="4339200"/>
            <a:ext cx="1361783" cy="745445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57B27FCA-976C-EA8B-2EBF-4599FC21B323}"/>
              </a:ext>
            </a:extLst>
          </p:cNvPr>
          <p:cNvCxnSpPr/>
          <p:nvPr/>
        </p:nvCxnSpPr>
        <p:spPr>
          <a:xfrm>
            <a:off x="3241622" y="5072186"/>
            <a:ext cx="0" cy="1171203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AA1C02D4-C279-4AD6-ED89-ACDA3212A4AB}"/>
              </a:ext>
            </a:extLst>
          </p:cNvPr>
          <p:cNvCxnSpPr>
            <a:cxnSpLocks/>
          </p:cNvCxnSpPr>
          <p:nvPr/>
        </p:nvCxnSpPr>
        <p:spPr>
          <a:xfrm flipH="1">
            <a:off x="3970787" y="4378590"/>
            <a:ext cx="1334744" cy="706055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1ED234DD-13DA-EA73-8EB6-4A15C9E085FB}"/>
              </a:ext>
            </a:extLst>
          </p:cNvPr>
          <p:cNvCxnSpPr/>
          <p:nvPr/>
        </p:nvCxnSpPr>
        <p:spPr>
          <a:xfrm>
            <a:off x="3983146" y="5072186"/>
            <a:ext cx="0" cy="1171203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81B0E173-F445-9351-BC43-81045461133E}"/>
              </a:ext>
            </a:extLst>
          </p:cNvPr>
          <p:cNvCxnSpPr>
            <a:cxnSpLocks/>
          </p:cNvCxnSpPr>
          <p:nvPr/>
        </p:nvCxnSpPr>
        <p:spPr>
          <a:xfrm rot="16200000">
            <a:off x="6061086" y="3606411"/>
            <a:ext cx="0" cy="1544358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368645DF-1DD3-4EA0-CE47-EA145C6DF3C4}"/>
                  </a:ext>
                </a:extLst>
              </p:cNvPr>
              <p:cNvSpPr/>
              <p:nvPr/>
            </p:nvSpPr>
            <p:spPr>
              <a:xfrm>
                <a:off x="3889309" y="2266793"/>
                <a:ext cx="816168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𝟖𝟓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368645DF-1DD3-4EA0-CE47-EA145C6DF3C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89309" y="2266793"/>
                <a:ext cx="816168" cy="44001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C3F6C3BD-F0AB-2D5D-0BE3-FF37B133AD01}"/>
                  </a:ext>
                </a:extLst>
              </p:cNvPr>
              <p:cNvSpPr/>
              <p:nvPr/>
            </p:nvSpPr>
            <p:spPr>
              <a:xfrm>
                <a:off x="5887730" y="3258882"/>
                <a:ext cx="104982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𝟏𝟐𝟎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C3F6C3BD-F0AB-2D5D-0BE3-FF37B133AD0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87730" y="3258882"/>
                <a:ext cx="1049825" cy="44001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8319330E-7EBA-CCA0-49EA-2DAE172B5BE6}"/>
                  </a:ext>
                </a:extLst>
              </p:cNvPr>
              <p:cNvSpPr/>
              <p:nvPr/>
            </p:nvSpPr>
            <p:spPr>
              <a:xfrm>
                <a:off x="4294743" y="4672986"/>
                <a:ext cx="104982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𝟒𝟓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8319330E-7EBA-CCA0-49EA-2DAE172B5BE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94743" y="4672986"/>
                <a:ext cx="1049825" cy="44001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883954EB-8898-0E86-1F83-61BE21C4FB32}"/>
                  </a:ext>
                </a:extLst>
              </p:cNvPr>
              <p:cNvSpPr/>
              <p:nvPr/>
            </p:nvSpPr>
            <p:spPr>
              <a:xfrm>
                <a:off x="1754227" y="4671874"/>
                <a:ext cx="104982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𝟕𝟎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883954EB-8898-0E86-1F83-61BE21C4FB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4227" y="4671874"/>
                <a:ext cx="1049825" cy="440011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010E12D4-2647-6697-1BEF-71A3A3915D09}"/>
                  </a:ext>
                </a:extLst>
              </p:cNvPr>
              <p:cNvSpPr/>
              <p:nvPr/>
            </p:nvSpPr>
            <p:spPr>
              <a:xfrm>
                <a:off x="4421235" y="2980038"/>
                <a:ext cx="104982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010E12D4-2647-6697-1BEF-71A3A3915D0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21235" y="2980038"/>
                <a:ext cx="1049825" cy="440011"/>
              </a:xfrm>
              <a:prstGeom prst="rect">
                <a:avLst/>
              </a:prstGeom>
              <a:blipFill>
                <a:blip r:embed="rId7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468BE90A-51CA-104A-2D09-4DEECA5AD7B3}"/>
                  </a:ext>
                </a:extLst>
              </p:cNvPr>
              <p:cNvSpPr/>
              <p:nvPr/>
            </p:nvSpPr>
            <p:spPr>
              <a:xfrm>
                <a:off x="1663794" y="2957334"/>
                <a:ext cx="104982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468BE90A-51CA-104A-2D09-4DEECA5AD7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3794" y="2957334"/>
                <a:ext cx="1049825" cy="440011"/>
              </a:xfrm>
              <a:prstGeom prst="rect">
                <a:avLst/>
              </a:prstGeom>
              <a:blipFill>
                <a:blip r:embed="rId8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C353A318-29D6-8394-C2F5-209332B3A32D}"/>
                  </a:ext>
                </a:extLst>
              </p:cNvPr>
              <p:cNvSpPr/>
              <p:nvPr/>
            </p:nvSpPr>
            <p:spPr>
              <a:xfrm>
                <a:off x="3155761" y="3963363"/>
                <a:ext cx="104982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C353A318-29D6-8394-C2F5-209332B3A3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55761" y="3963363"/>
                <a:ext cx="1049825" cy="440011"/>
              </a:xfrm>
              <a:prstGeom prst="rect">
                <a:avLst/>
              </a:prstGeom>
              <a:blipFill>
                <a:blip r:embed="rId9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46881613-3038-367C-E6DF-7956A3D1A1E9}"/>
                  </a:ext>
                </a:extLst>
              </p:cNvPr>
              <p:cNvSpPr/>
              <p:nvPr/>
            </p:nvSpPr>
            <p:spPr>
              <a:xfrm>
                <a:off x="493135" y="3177339"/>
                <a:ext cx="104982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46881613-3038-367C-E6DF-7956A3D1A1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3135" y="3177339"/>
                <a:ext cx="1049825" cy="440011"/>
              </a:xfrm>
              <a:prstGeom prst="rect">
                <a:avLst/>
              </a:prstGeom>
              <a:blipFill>
                <a:blip r:embed="rId10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40696CB2-FBD0-83FE-688E-6459E15F24CF}"/>
                  </a:ext>
                </a:extLst>
              </p:cNvPr>
              <p:cNvSpPr/>
              <p:nvPr/>
            </p:nvSpPr>
            <p:spPr>
              <a:xfrm>
                <a:off x="3776420" y="5585685"/>
                <a:ext cx="104982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40696CB2-FBD0-83FE-688E-6459E15F24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76420" y="5585685"/>
                <a:ext cx="1049825" cy="440011"/>
              </a:xfrm>
              <a:prstGeom prst="rect">
                <a:avLst/>
              </a:prstGeom>
              <a:blipFill>
                <a:blip r:embed="rId11"/>
                <a:stretch>
                  <a:fillRect b="-555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E5C8B661-8486-DD1A-382E-CC554D9D9DE6}"/>
              </a:ext>
            </a:extLst>
          </p:cNvPr>
          <p:cNvSpPr/>
          <p:nvPr/>
        </p:nvSpPr>
        <p:spPr>
          <a:xfrm>
            <a:off x="9109587" y="1937823"/>
            <a:ext cx="1379890" cy="590565"/>
          </a:xfrm>
          <a:prstGeom prst="roundRect">
            <a:avLst/>
          </a:prstGeom>
          <a:solidFill>
            <a:srgbClr val="FFC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2800" b="1" dirty="0">
                <a:solidFill>
                  <a:srgbClr val="002060"/>
                </a:solidFill>
              </a:rPr>
              <a:t>Notes</a:t>
            </a:r>
            <a:endParaRPr lang="en-IN" b="1" dirty="0">
              <a:solidFill>
                <a:srgbClr val="002060"/>
              </a:solidFill>
            </a:endParaRPr>
          </a:p>
        </p:txBody>
      </p:sp>
      <p:sp>
        <p:nvSpPr>
          <p:cNvPr id="62" name="Content Placeholder 4">
            <a:extLst>
              <a:ext uri="{FF2B5EF4-FFF2-40B4-BE49-F238E27FC236}">
                <a16:creationId xmlns:a16="http://schemas.microsoft.com/office/drawing/2014/main" id="{233BC41C-BE1D-A53F-A911-FB281638B8EF}"/>
              </a:ext>
            </a:extLst>
          </p:cNvPr>
          <p:cNvSpPr txBox="1">
            <a:spLocks/>
          </p:cNvSpPr>
          <p:nvPr/>
        </p:nvSpPr>
        <p:spPr>
          <a:xfrm>
            <a:off x="7500969" y="2737249"/>
            <a:ext cx="3941395" cy="593564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t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IN" sz="2800" dirty="0">
                <a:solidFill>
                  <a:srgbClr val="002060"/>
                </a:solidFill>
              </a:rPr>
              <a:t>  The total traffic flow in </a:t>
            </a:r>
            <a:endParaRPr lang="en-IN" sz="2800" i="1" dirty="0">
              <a:solidFill>
                <a:srgbClr val="002060"/>
              </a:solidFill>
              <a:latin typeface="Cambria Math" panose="02040503050406030204" pitchFamily="18" charset="0"/>
            </a:endParaRPr>
          </a:p>
          <a:p>
            <a:pPr marL="0" indent="0" algn="ctr">
              <a:buNone/>
            </a:pP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Content Placeholder 4">
                <a:extLst>
                  <a:ext uri="{FF2B5EF4-FFF2-40B4-BE49-F238E27FC236}">
                    <a16:creationId xmlns:a16="http://schemas.microsoft.com/office/drawing/2014/main" id="{5F59B79D-A06B-27DA-3719-6137F01C752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573314" y="3665743"/>
                <a:ext cx="4452436" cy="593562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IN" sz="2800" dirty="0">
                    <a:solidFill>
                      <a:srgbClr val="002060"/>
                    </a:solidFill>
                  </a:rPr>
                  <a:t> Flow into an intersection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Content Placeholder 4">
                <a:extLst>
                  <a:ext uri="{FF2B5EF4-FFF2-40B4-BE49-F238E27FC236}">
                    <a16:creationId xmlns:a16="http://schemas.microsoft.com/office/drawing/2014/main" id="{5F59B79D-A06B-27DA-3719-6137F01C75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73314" y="3665743"/>
                <a:ext cx="4452436" cy="593562"/>
              </a:xfrm>
              <a:prstGeom prst="rect">
                <a:avLst/>
              </a:prstGeom>
              <a:blipFill>
                <a:blip r:embed="rId12"/>
                <a:stretch>
                  <a:fillRect l="-2462" t="-17347" b="-816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Content Placeholder 4">
                <a:extLst>
                  <a:ext uri="{FF2B5EF4-FFF2-40B4-BE49-F238E27FC236}">
                    <a16:creationId xmlns:a16="http://schemas.microsoft.com/office/drawing/2014/main" id="{2A88600E-8854-A09B-8508-9B1510D79A4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833064" y="3137049"/>
                <a:ext cx="4137240" cy="593564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:r>
                  <a:rPr lang="en-IN" sz="2800" dirty="0">
                    <a:solidFill>
                      <a:srgbClr val="002060"/>
                    </a:solidFill>
                  </a:rPr>
                  <a:t>  </a:t>
                </a:r>
                <a14:m>
                  <m:oMath xmlns:m="http://schemas.openxmlformats.org/officeDocument/2006/math"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the total traffic flow out </a:t>
                </a:r>
                <a:endParaRPr lang="en-IN" sz="2800" i="1" dirty="0">
                  <a:solidFill>
                    <a:srgbClr val="002060"/>
                  </a:solidFill>
                  <a:latin typeface="Cambria Math" panose="02040503050406030204" pitchFamily="18" charset="0"/>
                </a:endParaRPr>
              </a:p>
              <a:p>
                <a:pPr marL="0" indent="0" algn="l">
                  <a:buNone/>
                </a:pP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Content Placeholder 4">
                <a:extLst>
                  <a:ext uri="{FF2B5EF4-FFF2-40B4-BE49-F238E27FC236}">
                    <a16:creationId xmlns:a16="http://schemas.microsoft.com/office/drawing/2014/main" id="{2A88600E-8854-A09B-8508-9B1510D79A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33064" y="3137049"/>
                <a:ext cx="4137240" cy="593564"/>
              </a:xfrm>
              <a:prstGeom prst="rect">
                <a:avLst/>
              </a:prstGeom>
              <a:blipFill>
                <a:blip r:embed="rId13"/>
                <a:stretch>
                  <a:fillRect t="-17526" r="-1620" b="-10309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5" name="Content Placeholder 4">
            <a:extLst>
              <a:ext uri="{FF2B5EF4-FFF2-40B4-BE49-F238E27FC236}">
                <a16:creationId xmlns:a16="http://schemas.microsoft.com/office/drawing/2014/main" id="{EF49BCAE-2388-C1CA-309F-C8BA4F00381F}"/>
              </a:ext>
            </a:extLst>
          </p:cNvPr>
          <p:cNvSpPr txBox="1">
            <a:spLocks/>
          </p:cNvSpPr>
          <p:nvPr/>
        </p:nvSpPr>
        <p:spPr>
          <a:xfrm>
            <a:off x="7908275" y="4148335"/>
            <a:ext cx="4452436" cy="56889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vert="horz" lIns="91440" tIns="45720" rIns="91440" bIns="45720" rtlCol="0" anchor="t">
            <a:noAutofit/>
          </a:bodyPr>
          <a:lstStyle>
            <a:lvl1pPr marL="265113" indent="-265113" algn="just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809625" indent="-352425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just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buNone/>
            </a:pPr>
            <a:r>
              <a:rPr lang="en-IN" sz="2800" dirty="0">
                <a:solidFill>
                  <a:srgbClr val="002060"/>
                </a:solidFill>
              </a:rPr>
              <a:t>Flow out of that intersection</a:t>
            </a:r>
          </a:p>
          <a:p>
            <a:pPr marL="0" indent="0" algn="l">
              <a:buNone/>
            </a:pP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4FDE983E-0EA0-2259-3BB2-2ED9AD1DB48F}"/>
              </a:ext>
            </a:extLst>
          </p:cNvPr>
          <p:cNvSpPr/>
          <p:nvPr/>
        </p:nvSpPr>
        <p:spPr>
          <a:xfrm>
            <a:off x="223794" y="846370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0FEBC056-9EE3-2CB1-C528-6D735487EE54}"/>
                  </a:ext>
                </a:extLst>
              </p:cNvPr>
              <p:cNvSpPr txBox="1"/>
              <p:nvPr/>
            </p:nvSpPr>
            <p:spPr>
              <a:xfrm>
                <a:off x="1873658" y="834333"/>
                <a:ext cx="10294832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dirty="0">
                    <a:solidFill>
                      <a:srgbClr val="002060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Predicting the flow of traffic at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x</m:t>
                        </m:r>
                      </m:e>
                      <m:sub>
                        <m: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1</m:t>
                        </m:r>
                      </m:sub>
                    </m:sSub>
                    <m:r>
                      <a:rPr lang="en-US" sz="280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 </m:t>
                    </m:r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x</m:t>
                        </m:r>
                      </m:e>
                      <m:sub>
                        <m: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2</m:t>
                        </m:r>
                      </m:sub>
                    </m:sSub>
                    <m:r>
                      <a:rPr lang="en-US" sz="280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, ……</m:t>
                    </m:r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x</m:t>
                        </m:r>
                      </m:e>
                      <m:sub>
                        <m:r>
                          <a:rPr lang="en-US" sz="2800">
                            <a:solidFill>
                              <a:srgbClr val="002060"/>
                            </a:solidFill>
                            <a:effectLst/>
                            <a:latin typeface="Cambria Math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lang="en-US" sz="2800" dirty="0">
                    <a:solidFill>
                      <a:srgbClr val="002060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for the following network of streets and solve the system of linear equations.</a:t>
                </a:r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0FEBC056-9EE3-2CB1-C528-6D735487EE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73658" y="834333"/>
                <a:ext cx="10294832" cy="954107"/>
              </a:xfrm>
              <a:prstGeom prst="rect">
                <a:avLst/>
              </a:prstGeom>
              <a:blipFill>
                <a:blip r:embed="rId14"/>
                <a:stretch>
                  <a:fillRect l="-1184" t="-7051" b="-1730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784904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0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5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0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6" grpId="0" animBg="1"/>
      <p:bldP spid="62" grpId="0"/>
      <p:bldP spid="63" grpId="0"/>
      <p:bldP spid="64" grpId="0"/>
      <p:bldP spid="65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C2878A71-A95A-4804-A787-6780598E5A5E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Method:7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Example:1(Continue)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C2878A71-A95A-4804-A787-6780598E5A5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1" name="Right Arrow 3">
            <a:extLst>
              <a:ext uri="{FF2B5EF4-FFF2-40B4-BE49-F238E27FC236}">
                <a16:creationId xmlns:a16="http://schemas.microsoft.com/office/drawing/2014/main" id="{7B2AC2FE-4A95-4812-87D0-030101DF60DA}"/>
              </a:ext>
            </a:extLst>
          </p:cNvPr>
          <p:cNvSpPr/>
          <p:nvPr/>
        </p:nvSpPr>
        <p:spPr>
          <a:xfrm rot="5400000" flipV="1">
            <a:off x="3005894" y="1852090"/>
            <a:ext cx="601777" cy="278084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82" name="Right Arrow 3">
            <a:extLst>
              <a:ext uri="{FF2B5EF4-FFF2-40B4-BE49-F238E27FC236}">
                <a16:creationId xmlns:a16="http://schemas.microsoft.com/office/drawing/2014/main" id="{CD556CE0-A1F8-4CB9-B6D1-4BB9A62C95AE}"/>
              </a:ext>
            </a:extLst>
          </p:cNvPr>
          <p:cNvSpPr/>
          <p:nvPr/>
        </p:nvSpPr>
        <p:spPr>
          <a:xfrm rot="5400000" flipV="1">
            <a:off x="3032658" y="6018654"/>
            <a:ext cx="546777" cy="278111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83" name="Right Arrow 3">
            <a:extLst>
              <a:ext uri="{FF2B5EF4-FFF2-40B4-BE49-F238E27FC236}">
                <a16:creationId xmlns:a16="http://schemas.microsoft.com/office/drawing/2014/main" id="{24FEF752-D76F-4D48-828E-5AFE43814337}"/>
              </a:ext>
            </a:extLst>
          </p:cNvPr>
          <p:cNvSpPr/>
          <p:nvPr/>
        </p:nvSpPr>
        <p:spPr>
          <a:xfrm rot="9155301" flipV="1">
            <a:off x="2375627" y="3261618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84" name="Right Arrow 3">
            <a:extLst>
              <a:ext uri="{FF2B5EF4-FFF2-40B4-BE49-F238E27FC236}">
                <a16:creationId xmlns:a16="http://schemas.microsoft.com/office/drawing/2014/main" id="{0DA83710-8F59-4634-B46B-8553975D90F9}"/>
              </a:ext>
            </a:extLst>
          </p:cNvPr>
          <p:cNvSpPr/>
          <p:nvPr/>
        </p:nvSpPr>
        <p:spPr>
          <a:xfrm rot="12432820" flipH="1" flipV="1">
            <a:off x="3771968" y="3361435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85" name="Right Arrow 3">
            <a:extLst>
              <a:ext uri="{FF2B5EF4-FFF2-40B4-BE49-F238E27FC236}">
                <a16:creationId xmlns:a16="http://schemas.microsoft.com/office/drawing/2014/main" id="{E16697E6-BE6F-4C7F-B3CB-71BAF2DE866E}"/>
              </a:ext>
            </a:extLst>
          </p:cNvPr>
          <p:cNvSpPr/>
          <p:nvPr/>
        </p:nvSpPr>
        <p:spPr>
          <a:xfrm rot="10800000" flipH="1" flipV="1">
            <a:off x="198536" y="3790117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86" name="Right Arrow 3">
            <a:extLst>
              <a:ext uri="{FF2B5EF4-FFF2-40B4-BE49-F238E27FC236}">
                <a16:creationId xmlns:a16="http://schemas.microsoft.com/office/drawing/2014/main" id="{8300C646-EFAC-420C-8018-33E00B0B81CC}"/>
              </a:ext>
            </a:extLst>
          </p:cNvPr>
          <p:cNvSpPr/>
          <p:nvPr/>
        </p:nvSpPr>
        <p:spPr>
          <a:xfrm rot="10800000" flipH="1" flipV="1">
            <a:off x="3016761" y="3773910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87" name="Right Arrow 3">
            <a:extLst>
              <a:ext uri="{FF2B5EF4-FFF2-40B4-BE49-F238E27FC236}">
                <a16:creationId xmlns:a16="http://schemas.microsoft.com/office/drawing/2014/main" id="{D698FB68-603F-43BE-BED9-6C88ECC1E0B4}"/>
              </a:ext>
            </a:extLst>
          </p:cNvPr>
          <p:cNvSpPr/>
          <p:nvPr/>
        </p:nvSpPr>
        <p:spPr>
          <a:xfrm rot="10800000" flipH="1" flipV="1">
            <a:off x="5832685" y="3809701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88" name="Right Arrow 3">
            <a:extLst>
              <a:ext uri="{FF2B5EF4-FFF2-40B4-BE49-F238E27FC236}">
                <a16:creationId xmlns:a16="http://schemas.microsoft.com/office/drawing/2014/main" id="{EE126305-A40D-4F9C-A1C7-B772AC2CC480}"/>
              </a:ext>
            </a:extLst>
          </p:cNvPr>
          <p:cNvSpPr/>
          <p:nvPr/>
        </p:nvSpPr>
        <p:spPr>
          <a:xfrm rot="12503466" flipH="1" flipV="1">
            <a:off x="2298229" y="4344054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89" name="Right Arrow 3">
            <a:extLst>
              <a:ext uri="{FF2B5EF4-FFF2-40B4-BE49-F238E27FC236}">
                <a16:creationId xmlns:a16="http://schemas.microsoft.com/office/drawing/2014/main" id="{504888D2-87C0-4466-8201-884BAE4D3CDF}"/>
              </a:ext>
            </a:extLst>
          </p:cNvPr>
          <p:cNvSpPr/>
          <p:nvPr/>
        </p:nvSpPr>
        <p:spPr>
          <a:xfrm rot="9047419" flipH="1" flipV="1">
            <a:off x="3734853" y="4326056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90" name="Rectangle: Rounded Corners 89">
            <a:extLst>
              <a:ext uri="{FF2B5EF4-FFF2-40B4-BE49-F238E27FC236}">
                <a16:creationId xmlns:a16="http://schemas.microsoft.com/office/drawing/2014/main" id="{EDDF025A-914B-4ECF-974F-6D3AA0733A5D}"/>
              </a:ext>
            </a:extLst>
          </p:cNvPr>
          <p:cNvSpPr/>
          <p:nvPr/>
        </p:nvSpPr>
        <p:spPr>
          <a:xfrm>
            <a:off x="3062989" y="2493037"/>
            <a:ext cx="478889" cy="424405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</a:rPr>
              <a:t>N</a:t>
            </a:r>
          </a:p>
        </p:txBody>
      </p:sp>
      <p:sp>
        <p:nvSpPr>
          <p:cNvPr id="91" name="Rectangle: Rounded Corners 90">
            <a:extLst>
              <a:ext uri="{FF2B5EF4-FFF2-40B4-BE49-F238E27FC236}">
                <a16:creationId xmlns:a16="http://schemas.microsoft.com/office/drawing/2014/main" id="{E62D8772-9D7B-4085-8AE5-CDF32B5E59D1}"/>
              </a:ext>
            </a:extLst>
          </p:cNvPr>
          <p:cNvSpPr/>
          <p:nvPr/>
        </p:nvSpPr>
        <p:spPr>
          <a:xfrm>
            <a:off x="1065859" y="3698368"/>
            <a:ext cx="471555" cy="477263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W</a:t>
            </a:r>
          </a:p>
        </p:txBody>
      </p:sp>
      <p:sp>
        <p:nvSpPr>
          <p:cNvPr id="92" name="Rectangle: Rounded Corners 91">
            <a:extLst>
              <a:ext uri="{FF2B5EF4-FFF2-40B4-BE49-F238E27FC236}">
                <a16:creationId xmlns:a16="http://schemas.microsoft.com/office/drawing/2014/main" id="{E97849AD-3D95-47E1-A6AD-BC1B44374B0E}"/>
              </a:ext>
            </a:extLst>
          </p:cNvPr>
          <p:cNvSpPr/>
          <p:nvPr/>
        </p:nvSpPr>
        <p:spPr>
          <a:xfrm>
            <a:off x="3090133" y="5138057"/>
            <a:ext cx="414321" cy="431214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S</a:t>
            </a:r>
          </a:p>
        </p:txBody>
      </p:sp>
      <p:sp>
        <p:nvSpPr>
          <p:cNvPr id="93" name="Rectangle: Rounded Corners 92">
            <a:extLst>
              <a:ext uri="{FF2B5EF4-FFF2-40B4-BE49-F238E27FC236}">
                <a16:creationId xmlns:a16="http://schemas.microsoft.com/office/drawing/2014/main" id="{CFFA584D-B924-4638-BBF4-362A8E546B4C}"/>
              </a:ext>
            </a:extLst>
          </p:cNvPr>
          <p:cNvSpPr/>
          <p:nvPr/>
        </p:nvSpPr>
        <p:spPr>
          <a:xfrm>
            <a:off x="5156889" y="3718002"/>
            <a:ext cx="392595" cy="424405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E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9284DFB9-9C0F-4E5C-A050-A9334FB83213}"/>
              </a:ext>
            </a:extLst>
          </p:cNvPr>
          <p:cNvCxnSpPr>
            <a:cxnSpLocks/>
          </p:cNvCxnSpPr>
          <p:nvPr/>
        </p:nvCxnSpPr>
        <p:spPr>
          <a:xfrm flipV="1">
            <a:off x="2768274" y="3674998"/>
            <a:ext cx="1039450" cy="7592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D69BBAE-595B-44F7-996C-3431FCA9FC6E}"/>
              </a:ext>
            </a:extLst>
          </p:cNvPr>
          <p:cNvCxnSpPr>
            <a:cxnSpLocks/>
          </p:cNvCxnSpPr>
          <p:nvPr/>
        </p:nvCxnSpPr>
        <p:spPr>
          <a:xfrm>
            <a:off x="2952418" y="1781331"/>
            <a:ext cx="0" cy="1171203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E3EBAE3-253C-4FFE-BCBE-E9F4C1AE1BAB}"/>
              </a:ext>
            </a:extLst>
          </p:cNvPr>
          <p:cNvCxnSpPr>
            <a:cxnSpLocks/>
          </p:cNvCxnSpPr>
          <p:nvPr/>
        </p:nvCxnSpPr>
        <p:spPr>
          <a:xfrm flipH="1">
            <a:off x="1698972" y="2952534"/>
            <a:ext cx="1259135" cy="661134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F1B8C278-F8CD-4086-B201-E97CDF6B70B1}"/>
              </a:ext>
            </a:extLst>
          </p:cNvPr>
          <p:cNvCxnSpPr>
            <a:cxnSpLocks/>
          </p:cNvCxnSpPr>
          <p:nvPr/>
        </p:nvCxnSpPr>
        <p:spPr>
          <a:xfrm rot="16200000">
            <a:off x="999599" y="2902920"/>
            <a:ext cx="0" cy="1421496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2CA161E8-5C7C-4996-828C-CBFDF5CD8E69}"/>
              </a:ext>
            </a:extLst>
          </p:cNvPr>
          <p:cNvCxnSpPr>
            <a:cxnSpLocks/>
          </p:cNvCxnSpPr>
          <p:nvPr/>
        </p:nvCxnSpPr>
        <p:spPr>
          <a:xfrm>
            <a:off x="3629263" y="1781331"/>
            <a:ext cx="0" cy="1171203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403DDD8A-2D65-4CE1-842E-D18D191C1503}"/>
              </a:ext>
            </a:extLst>
          </p:cNvPr>
          <p:cNvCxnSpPr>
            <a:cxnSpLocks/>
          </p:cNvCxnSpPr>
          <p:nvPr/>
        </p:nvCxnSpPr>
        <p:spPr>
          <a:xfrm flipH="1" flipV="1">
            <a:off x="3617889" y="2958762"/>
            <a:ext cx="1228557" cy="654906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96C61233-FC89-4985-907B-446D7F8D99BB}"/>
              </a:ext>
            </a:extLst>
          </p:cNvPr>
          <p:cNvCxnSpPr>
            <a:cxnSpLocks/>
          </p:cNvCxnSpPr>
          <p:nvPr/>
        </p:nvCxnSpPr>
        <p:spPr>
          <a:xfrm rot="16200000">
            <a:off x="5540568" y="2896689"/>
            <a:ext cx="0" cy="1421496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2DE3230F-F1B6-41E9-9730-1EBEAB0298E6}"/>
              </a:ext>
            </a:extLst>
          </p:cNvPr>
          <p:cNvCxnSpPr>
            <a:cxnSpLocks/>
          </p:cNvCxnSpPr>
          <p:nvPr/>
        </p:nvCxnSpPr>
        <p:spPr>
          <a:xfrm flipH="1">
            <a:off x="2768274" y="3413929"/>
            <a:ext cx="519725" cy="268661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F14AF4C0-1C73-4B30-9F2E-D7DB3D9AB2DE}"/>
              </a:ext>
            </a:extLst>
          </p:cNvPr>
          <p:cNvCxnSpPr>
            <a:cxnSpLocks/>
          </p:cNvCxnSpPr>
          <p:nvPr/>
        </p:nvCxnSpPr>
        <p:spPr>
          <a:xfrm rot="16200000">
            <a:off x="999599" y="3530786"/>
            <a:ext cx="0" cy="1421496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D5CF1C2B-15CD-4CB8-9BAD-A42DDB2639EA}"/>
              </a:ext>
            </a:extLst>
          </p:cNvPr>
          <p:cNvCxnSpPr>
            <a:cxnSpLocks/>
          </p:cNvCxnSpPr>
          <p:nvPr/>
        </p:nvCxnSpPr>
        <p:spPr>
          <a:xfrm flipH="1" flipV="1">
            <a:off x="3276260" y="3413929"/>
            <a:ext cx="531464" cy="252882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9231A2F-EF4E-4F1F-A96D-E01CD57FB6E7}"/>
              </a:ext>
            </a:extLst>
          </p:cNvPr>
          <p:cNvGrpSpPr/>
          <p:nvPr/>
        </p:nvGrpSpPr>
        <p:grpSpPr>
          <a:xfrm flipV="1">
            <a:off x="2768274" y="4304836"/>
            <a:ext cx="1039450" cy="274504"/>
            <a:chOff x="4920696" y="3359839"/>
            <a:chExt cx="1210928" cy="291965"/>
          </a:xfrm>
        </p:grpSpPr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12C0B719-6EF2-4600-8C27-7CED2D6523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20696" y="3359840"/>
              <a:ext cx="605464" cy="285751"/>
            </a:xfrm>
            <a:prstGeom prst="line">
              <a:avLst/>
            </a:prstGeom>
            <a:ln w="38100">
              <a:solidFill>
                <a:schemeClr val="tx1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D3A99398-AEC2-47D0-9D6D-B646F8680FD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20696" y="3637516"/>
              <a:ext cx="1210928" cy="8075"/>
            </a:xfrm>
            <a:prstGeom prst="line">
              <a:avLst/>
            </a:prstGeom>
            <a:ln w="38100">
              <a:solidFill>
                <a:schemeClr val="tx1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FE737D8E-06C1-4BF2-98E4-5D8D4A7E8E4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526160" y="3359839"/>
              <a:ext cx="605464" cy="291965"/>
            </a:xfrm>
            <a:prstGeom prst="line">
              <a:avLst/>
            </a:prstGeom>
            <a:ln w="38100">
              <a:solidFill>
                <a:schemeClr val="tx1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8016E7FE-25F6-4B05-BCD2-27C54706B117}"/>
              </a:ext>
            </a:extLst>
          </p:cNvPr>
          <p:cNvCxnSpPr>
            <a:cxnSpLocks/>
          </p:cNvCxnSpPr>
          <p:nvPr/>
        </p:nvCxnSpPr>
        <p:spPr>
          <a:xfrm flipH="1" flipV="1">
            <a:off x="1698972" y="4232192"/>
            <a:ext cx="1253445" cy="745445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C3007909-F4D6-479E-8325-FB9B6EDC4362}"/>
              </a:ext>
            </a:extLst>
          </p:cNvPr>
          <p:cNvCxnSpPr>
            <a:cxnSpLocks/>
          </p:cNvCxnSpPr>
          <p:nvPr/>
        </p:nvCxnSpPr>
        <p:spPr>
          <a:xfrm>
            <a:off x="2958107" y="4965178"/>
            <a:ext cx="0" cy="1171203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AD0CAEA1-3A15-4A84-93FE-DF25505C5A2D}"/>
              </a:ext>
            </a:extLst>
          </p:cNvPr>
          <p:cNvCxnSpPr>
            <a:cxnSpLocks/>
          </p:cNvCxnSpPr>
          <p:nvPr/>
        </p:nvCxnSpPr>
        <p:spPr>
          <a:xfrm flipH="1">
            <a:off x="3629263" y="4271582"/>
            <a:ext cx="1228558" cy="706055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B2305ACE-78C4-403F-9C42-3B15321BBD2C}"/>
              </a:ext>
            </a:extLst>
          </p:cNvPr>
          <p:cNvCxnSpPr>
            <a:cxnSpLocks/>
          </p:cNvCxnSpPr>
          <p:nvPr/>
        </p:nvCxnSpPr>
        <p:spPr>
          <a:xfrm>
            <a:off x="3640639" y="4965178"/>
            <a:ext cx="0" cy="1171203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557DE6A7-6837-497E-98E0-5874F7F7D2B2}"/>
              </a:ext>
            </a:extLst>
          </p:cNvPr>
          <p:cNvCxnSpPr>
            <a:cxnSpLocks/>
          </p:cNvCxnSpPr>
          <p:nvPr/>
        </p:nvCxnSpPr>
        <p:spPr>
          <a:xfrm rot="16200000">
            <a:off x="5551944" y="3560834"/>
            <a:ext cx="0" cy="1421496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E8543515-41A2-40FE-959E-8BC17360A645}"/>
                  </a:ext>
                </a:extLst>
              </p:cNvPr>
              <p:cNvSpPr/>
              <p:nvPr/>
            </p:nvSpPr>
            <p:spPr>
              <a:xfrm>
                <a:off x="3554267" y="2159785"/>
                <a:ext cx="751237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𝟖𝟓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E8543515-41A2-40FE-959E-8BC17360A6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54267" y="2159785"/>
                <a:ext cx="751237" cy="44001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C05D659F-1AB4-4E3F-92AC-A3AECBDA2BB4}"/>
                  </a:ext>
                </a:extLst>
              </p:cNvPr>
              <p:cNvSpPr/>
              <p:nvPr/>
            </p:nvSpPr>
            <p:spPr>
              <a:xfrm>
                <a:off x="5393702" y="3151874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𝟏𝟐𝟎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C05D659F-1AB4-4E3F-92AC-A3AECBDA2B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93702" y="3151874"/>
                <a:ext cx="966305" cy="44001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B092D71E-403D-43E4-BAE3-E50ABEFA53D6}"/>
                  </a:ext>
                </a:extLst>
              </p:cNvPr>
              <p:cNvSpPr/>
              <p:nvPr/>
            </p:nvSpPr>
            <p:spPr>
              <a:xfrm>
                <a:off x="3927446" y="4565978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𝟒𝟓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B092D71E-403D-43E4-BAE3-E50ABEFA53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27446" y="4565978"/>
                <a:ext cx="966305" cy="44001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B1BF92A1-C7CC-477C-950D-31C2C707FD07}"/>
                  </a:ext>
                </a:extLst>
              </p:cNvPr>
              <p:cNvSpPr/>
              <p:nvPr/>
            </p:nvSpPr>
            <p:spPr>
              <a:xfrm>
                <a:off x="1589043" y="4564866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𝟕𝟎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B1BF92A1-C7CC-477C-950D-31C2C707FD0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9043" y="4564866"/>
                <a:ext cx="966305" cy="440011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1DCAE29E-4443-4C32-BADD-193FFBCF01FF}"/>
                  </a:ext>
                </a:extLst>
              </p:cNvPr>
              <p:cNvSpPr/>
              <p:nvPr/>
            </p:nvSpPr>
            <p:spPr>
              <a:xfrm>
                <a:off x="4043875" y="2873030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1DCAE29E-4443-4C32-BADD-193FFBCF01F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3875" y="2873030"/>
                <a:ext cx="966305" cy="440011"/>
              </a:xfrm>
              <a:prstGeom prst="rect">
                <a:avLst/>
              </a:prstGeom>
              <a:blipFill>
                <a:blip r:embed="rId7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1AA9699D-C6BD-4F80-8063-DBB88C968705}"/>
                  </a:ext>
                </a:extLst>
              </p:cNvPr>
              <p:cNvSpPr/>
              <p:nvPr/>
            </p:nvSpPr>
            <p:spPr>
              <a:xfrm>
                <a:off x="1505804" y="2850326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1AA9699D-C6BD-4F80-8063-DBB88C9687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5804" y="2850326"/>
                <a:ext cx="966305" cy="440011"/>
              </a:xfrm>
              <a:prstGeom prst="rect">
                <a:avLst/>
              </a:prstGeom>
              <a:blipFill>
                <a:blip r:embed="rId8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F765D3A6-EE0A-442B-871A-F67E79DEF8DA}"/>
                  </a:ext>
                </a:extLst>
              </p:cNvPr>
              <p:cNvSpPr/>
              <p:nvPr/>
            </p:nvSpPr>
            <p:spPr>
              <a:xfrm>
                <a:off x="2879077" y="3856355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F765D3A6-EE0A-442B-871A-F67E79DEF8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9077" y="3856355"/>
                <a:ext cx="966305" cy="440011"/>
              </a:xfrm>
              <a:prstGeom prst="rect">
                <a:avLst/>
              </a:prstGeom>
              <a:blipFill>
                <a:blip r:embed="rId9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1EBA95EB-BBC0-436B-9FA8-8301DF1982C4}"/>
                  </a:ext>
                </a:extLst>
              </p:cNvPr>
              <p:cNvSpPr/>
              <p:nvPr/>
            </p:nvSpPr>
            <p:spPr>
              <a:xfrm>
                <a:off x="428278" y="3070331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1EBA95EB-BBC0-436B-9FA8-8301DF1982C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278" y="3070331"/>
                <a:ext cx="966305" cy="440011"/>
              </a:xfrm>
              <a:prstGeom prst="rect">
                <a:avLst/>
              </a:prstGeom>
              <a:blipFill>
                <a:blip r:embed="rId10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52643C65-1343-4548-87D0-A50097A88907}"/>
                  </a:ext>
                </a:extLst>
              </p:cNvPr>
              <p:cNvSpPr/>
              <p:nvPr/>
            </p:nvSpPr>
            <p:spPr>
              <a:xfrm>
                <a:off x="3450359" y="5478677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52643C65-1343-4548-87D0-A50097A8890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0359" y="5478677"/>
                <a:ext cx="966305" cy="440011"/>
              </a:xfrm>
              <a:prstGeom prst="rect">
                <a:avLst/>
              </a:prstGeom>
              <a:blipFill>
                <a:blip r:embed="rId11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0" name="Right Arrow 3">
            <a:extLst>
              <a:ext uri="{FF2B5EF4-FFF2-40B4-BE49-F238E27FC236}">
                <a16:creationId xmlns:a16="http://schemas.microsoft.com/office/drawing/2014/main" id="{DF4DCD44-73E8-4D3F-8594-667AEB7DB69D}"/>
              </a:ext>
            </a:extLst>
          </p:cNvPr>
          <p:cNvSpPr/>
          <p:nvPr/>
        </p:nvSpPr>
        <p:spPr>
          <a:xfrm rot="5400000" flipV="1">
            <a:off x="3001968" y="1853252"/>
            <a:ext cx="601777" cy="278084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95" name="Right Arrow 3">
            <a:extLst>
              <a:ext uri="{FF2B5EF4-FFF2-40B4-BE49-F238E27FC236}">
                <a16:creationId xmlns:a16="http://schemas.microsoft.com/office/drawing/2014/main" id="{54EB6E45-6F54-47D9-8BC0-1DD2AADD148E}"/>
              </a:ext>
            </a:extLst>
          </p:cNvPr>
          <p:cNvSpPr/>
          <p:nvPr/>
        </p:nvSpPr>
        <p:spPr>
          <a:xfrm rot="10800000" flipH="1" flipV="1">
            <a:off x="188551" y="3784989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1BBFD4CD-ABCA-4326-9B7E-C2EE43637C16}"/>
              </a:ext>
            </a:extLst>
          </p:cNvPr>
          <p:cNvSpPr/>
          <p:nvPr/>
        </p:nvSpPr>
        <p:spPr>
          <a:xfrm>
            <a:off x="9138888" y="1798873"/>
            <a:ext cx="682182" cy="590565"/>
          </a:xfrm>
          <a:prstGeom prst="roundRect">
            <a:avLst/>
          </a:prstGeom>
          <a:solidFill>
            <a:srgbClr val="FFC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i="0" dirty="0">
                <a:solidFill>
                  <a:srgbClr val="002060"/>
                </a:solidFill>
                <a:latin typeface="+mj-lt"/>
              </a:rPr>
              <a:t>In</a:t>
            </a:r>
            <a:endParaRPr lang="en-IN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21572A2E-B502-4E38-A195-76FBCCDA43C1}"/>
                  </a:ext>
                </a:extLst>
              </p:cNvPr>
              <p:cNvSpPr txBox="1"/>
              <p:nvPr/>
            </p:nvSpPr>
            <p:spPr>
              <a:xfrm>
                <a:off x="9948308" y="1798873"/>
                <a:ext cx="518216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3600" dirty="0"/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21572A2E-B502-4E38-A195-76FBCCDA43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48308" y="1798873"/>
                <a:ext cx="518216" cy="646331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7" name="Rectangle: Rounded Corners 76">
            <a:extLst>
              <a:ext uri="{FF2B5EF4-FFF2-40B4-BE49-F238E27FC236}">
                <a16:creationId xmlns:a16="http://schemas.microsoft.com/office/drawing/2014/main" id="{E1310B3F-2F4D-441B-B291-02311711DF08}"/>
              </a:ext>
            </a:extLst>
          </p:cNvPr>
          <p:cNvSpPr/>
          <p:nvPr/>
        </p:nvSpPr>
        <p:spPr>
          <a:xfrm>
            <a:off x="10619264" y="1798873"/>
            <a:ext cx="1010657" cy="605135"/>
          </a:xfrm>
          <a:prstGeom prst="roundRect">
            <a:avLst/>
          </a:prstGeom>
          <a:solidFill>
            <a:srgbClr val="FFC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3200" b="1" dirty="0">
                <a:solidFill>
                  <a:srgbClr val="002060"/>
                </a:solidFill>
                <a:latin typeface="+mj-lt"/>
              </a:rPr>
              <a:t>Out</a:t>
            </a:r>
            <a:endParaRPr lang="en-IN" b="1" dirty="0">
              <a:solidFill>
                <a:srgbClr val="002060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02023314-031D-472C-B614-EA3D93915368}"/>
              </a:ext>
            </a:extLst>
          </p:cNvPr>
          <p:cNvSpPr/>
          <p:nvPr/>
        </p:nvSpPr>
        <p:spPr>
          <a:xfrm>
            <a:off x="6743553" y="2572947"/>
            <a:ext cx="1114521" cy="590565"/>
          </a:xfrm>
          <a:prstGeom prst="roundRect">
            <a:avLst/>
          </a:prstGeom>
          <a:solidFill>
            <a:schemeClr val="accent3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2800" b="1" dirty="0">
                <a:solidFill>
                  <a:srgbClr val="002060"/>
                </a:solidFill>
              </a:rPr>
              <a:t>Total</a:t>
            </a:r>
            <a:endParaRPr lang="en-IN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093B9BFD-D1B5-4505-9F22-DC8B830A2CB3}"/>
                  </a:ext>
                </a:extLst>
              </p:cNvPr>
              <p:cNvSpPr/>
              <p:nvPr/>
            </p:nvSpPr>
            <p:spPr>
              <a:xfrm>
                <a:off x="3562155" y="2167593"/>
                <a:ext cx="751237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𝟖𝟓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093B9BFD-D1B5-4505-9F22-DC8B830A2C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62155" y="2167593"/>
                <a:ext cx="751237" cy="440011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B3968DB7-C874-446D-B7D2-626789022AB5}"/>
                  </a:ext>
                </a:extLst>
              </p:cNvPr>
              <p:cNvSpPr/>
              <p:nvPr/>
            </p:nvSpPr>
            <p:spPr>
              <a:xfrm>
                <a:off x="423074" y="3073735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B3968DB7-C874-446D-B7D2-626789022A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3074" y="3073735"/>
                <a:ext cx="966305" cy="440011"/>
              </a:xfrm>
              <a:prstGeom prst="rect">
                <a:avLst/>
              </a:prstGeom>
              <a:blipFill>
                <a:blip r:embed="rId14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B7BC96A1-7C75-4EB4-86DF-E6680B50E4F3}"/>
                  </a:ext>
                </a:extLst>
              </p:cNvPr>
              <p:cNvSpPr/>
              <p:nvPr/>
            </p:nvSpPr>
            <p:spPr>
              <a:xfrm>
                <a:off x="9024810" y="2594171"/>
                <a:ext cx="553655" cy="5905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B7BC96A1-7C75-4EB4-86DF-E6680B50E4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4810" y="2594171"/>
                <a:ext cx="553655" cy="590565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72BF9AB9-692F-473B-9DE7-72B818223897}"/>
                  </a:ext>
                </a:extLst>
              </p:cNvPr>
              <p:cNvSpPr txBox="1"/>
              <p:nvPr/>
            </p:nvSpPr>
            <p:spPr>
              <a:xfrm>
                <a:off x="9948917" y="2545063"/>
                <a:ext cx="518216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3600" dirty="0"/>
              </a:p>
            </p:txBody>
          </p:sp>
        </mc:Choice>
        <mc:Fallback xmlns="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72BF9AB9-692F-473B-9DE7-72B8182238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48917" y="2545063"/>
                <a:ext cx="518216" cy="646331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0" name="Right Arrow 3">
            <a:extLst>
              <a:ext uri="{FF2B5EF4-FFF2-40B4-BE49-F238E27FC236}">
                <a16:creationId xmlns:a16="http://schemas.microsoft.com/office/drawing/2014/main" id="{6A495E71-8804-47BB-984C-27D88999ADB9}"/>
              </a:ext>
            </a:extLst>
          </p:cNvPr>
          <p:cNvSpPr/>
          <p:nvPr/>
        </p:nvSpPr>
        <p:spPr>
          <a:xfrm rot="5400000" flipV="1">
            <a:off x="3031674" y="6022586"/>
            <a:ext cx="546777" cy="278111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111" name="Right Arrow 3">
            <a:extLst>
              <a:ext uri="{FF2B5EF4-FFF2-40B4-BE49-F238E27FC236}">
                <a16:creationId xmlns:a16="http://schemas.microsoft.com/office/drawing/2014/main" id="{B3467D1D-5CDF-4349-B824-9302CD5956E0}"/>
              </a:ext>
            </a:extLst>
          </p:cNvPr>
          <p:cNvSpPr/>
          <p:nvPr/>
        </p:nvSpPr>
        <p:spPr>
          <a:xfrm rot="10800000" flipH="1" flipV="1">
            <a:off x="5829525" y="3806230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A562A167-1C34-4AA6-BDD3-3B19217E5863}"/>
                  </a:ext>
                </a:extLst>
              </p:cNvPr>
              <p:cNvSpPr/>
              <p:nvPr/>
            </p:nvSpPr>
            <p:spPr>
              <a:xfrm>
                <a:off x="5400206" y="3138460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𝟏𝟐𝟎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A562A167-1C34-4AA6-BDD3-3B19217E58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0206" y="3138460"/>
                <a:ext cx="966305" cy="440011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AA688264-BF04-4BC5-BF7E-CE694D57CC2A}"/>
                  </a:ext>
                </a:extLst>
              </p:cNvPr>
              <p:cNvSpPr/>
              <p:nvPr/>
            </p:nvSpPr>
            <p:spPr>
              <a:xfrm>
                <a:off x="3460567" y="5481461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AA688264-BF04-4BC5-BF7E-CE694D57CC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0567" y="5481461"/>
                <a:ext cx="966305" cy="440011"/>
              </a:xfrm>
              <a:prstGeom prst="rect">
                <a:avLst/>
              </a:prstGeom>
              <a:blipFill>
                <a:blip r:embed="rId18"/>
                <a:stretch>
                  <a:fillRect b="-555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C8BB84FA-98C7-4193-A471-EA75584330AF}"/>
                  </a:ext>
                </a:extLst>
              </p:cNvPr>
              <p:cNvSpPr/>
              <p:nvPr/>
            </p:nvSpPr>
            <p:spPr>
              <a:xfrm>
                <a:off x="10795894" y="2605898"/>
                <a:ext cx="553655" cy="5905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C8BB84FA-98C7-4193-A471-EA75584330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95894" y="2605898"/>
                <a:ext cx="553655" cy="590565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2" name="Rectangle: Rounded Corners 61">
            <a:extLst>
              <a:ext uri="{FF2B5EF4-FFF2-40B4-BE49-F238E27FC236}">
                <a16:creationId xmlns:a16="http://schemas.microsoft.com/office/drawing/2014/main" id="{7F8F76EE-EFC8-4CBC-9941-3130D212597A}"/>
              </a:ext>
            </a:extLst>
          </p:cNvPr>
          <p:cNvSpPr/>
          <p:nvPr/>
        </p:nvSpPr>
        <p:spPr>
          <a:xfrm>
            <a:off x="6743553" y="3222109"/>
            <a:ext cx="1114521" cy="590565"/>
          </a:xfrm>
          <a:prstGeom prst="roundRect">
            <a:avLst/>
          </a:prstGeom>
          <a:solidFill>
            <a:schemeClr val="accent3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2800" b="1" dirty="0">
                <a:solidFill>
                  <a:srgbClr val="002060"/>
                </a:solidFill>
              </a:rPr>
              <a:t>At 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9ED44837-3ABF-4C69-B11C-4A7BAB7277AD}"/>
                  </a:ext>
                </a:extLst>
              </p:cNvPr>
              <p:cNvSpPr txBox="1"/>
              <p:nvPr/>
            </p:nvSpPr>
            <p:spPr>
              <a:xfrm>
                <a:off x="9950567" y="3180137"/>
                <a:ext cx="518216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3600" dirty="0"/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9ED44837-3ABF-4C69-B11C-4A7BAB7277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50567" y="3180137"/>
                <a:ext cx="518216" cy="646331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4" name="Right Arrow 3">
            <a:extLst>
              <a:ext uri="{FF2B5EF4-FFF2-40B4-BE49-F238E27FC236}">
                <a16:creationId xmlns:a16="http://schemas.microsoft.com/office/drawing/2014/main" id="{0D1B7BC8-B05F-43A2-ABAA-66DCBDD961F0}"/>
              </a:ext>
            </a:extLst>
          </p:cNvPr>
          <p:cNvSpPr/>
          <p:nvPr/>
        </p:nvSpPr>
        <p:spPr>
          <a:xfrm rot="9155301" flipV="1">
            <a:off x="2378328" y="3265502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65" name="Right Arrow 3">
            <a:extLst>
              <a:ext uri="{FF2B5EF4-FFF2-40B4-BE49-F238E27FC236}">
                <a16:creationId xmlns:a16="http://schemas.microsoft.com/office/drawing/2014/main" id="{99E2CE30-C127-469A-B5A4-64F6385E946B}"/>
              </a:ext>
            </a:extLst>
          </p:cNvPr>
          <p:cNvSpPr/>
          <p:nvPr/>
        </p:nvSpPr>
        <p:spPr>
          <a:xfrm rot="12432820" flipH="1" flipV="1">
            <a:off x="3777060" y="3364219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41F070B-20EF-447E-A00D-D3E4DA16BB55}"/>
                  </a:ext>
                </a:extLst>
              </p:cNvPr>
              <p:cNvSpPr/>
              <p:nvPr/>
            </p:nvSpPr>
            <p:spPr>
              <a:xfrm>
                <a:off x="1510896" y="2850325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41F070B-20EF-447E-A00D-D3E4DA16BB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0896" y="2850325"/>
                <a:ext cx="966305" cy="440011"/>
              </a:xfrm>
              <a:prstGeom prst="rect">
                <a:avLst/>
              </a:prstGeom>
              <a:blipFill>
                <a:blip r:embed="rId21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61A98290-D9D2-48A6-8A40-AE8E7267F3F1}"/>
                  </a:ext>
                </a:extLst>
              </p:cNvPr>
              <p:cNvSpPr/>
              <p:nvPr/>
            </p:nvSpPr>
            <p:spPr>
              <a:xfrm>
                <a:off x="4047594" y="2892924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61A98290-D9D2-48A6-8A40-AE8E7267F3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7594" y="2892924"/>
                <a:ext cx="966305" cy="440011"/>
              </a:xfrm>
              <a:prstGeom prst="rect">
                <a:avLst/>
              </a:prstGeom>
              <a:blipFill>
                <a:blip r:embed="rId22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0168458A-1E6C-4BB4-9A0A-FFE543FB2A97}"/>
                  </a:ext>
                </a:extLst>
              </p:cNvPr>
              <p:cNvSpPr/>
              <p:nvPr/>
            </p:nvSpPr>
            <p:spPr>
              <a:xfrm>
                <a:off x="10804290" y="3213088"/>
                <a:ext cx="553655" cy="5905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0168458A-1E6C-4BB4-9A0A-FFE543FB2A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4290" y="3213088"/>
                <a:ext cx="553655" cy="59056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7A06AD6C-96F9-48A9-9355-0844FA99AFEF}"/>
                  </a:ext>
                </a:extLst>
              </p:cNvPr>
              <p:cNvSpPr/>
              <p:nvPr/>
            </p:nvSpPr>
            <p:spPr>
              <a:xfrm>
                <a:off x="3554267" y="2172180"/>
                <a:ext cx="751237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𝟖𝟓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7A06AD6C-96F9-48A9-9355-0844FA99AF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54267" y="2172180"/>
                <a:ext cx="751237" cy="440011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0" name="Rectangle: Rounded Corners 69">
            <a:extLst>
              <a:ext uri="{FF2B5EF4-FFF2-40B4-BE49-F238E27FC236}">
                <a16:creationId xmlns:a16="http://schemas.microsoft.com/office/drawing/2014/main" id="{118747B2-F89D-4BFE-9D20-B50D59A204EA}"/>
              </a:ext>
            </a:extLst>
          </p:cNvPr>
          <p:cNvSpPr/>
          <p:nvPr/>
        </p:nvSpPr>
        <p:spPr>
          <a:xfrm>
            <a:off x="6743553" y="3871177"/>
            <a:ext cx="1114521" cy="590565"/>
          </a:xfrm>
          <a:prstGeom prst="roundRect">
            <a:avLst/>
          </a:prstGeom>
          <a:solidFill>
            <a:schemeClr val="accent3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2800" b="1" dirty="0">
                <a:solidFill>
                  <a:srgbClr val="002060"/>
                </a:solidFill>
              </a:rPr>
              <a:t>At S</a:t>
            </a:r>
          </a:p>
        </p:txBody>
      </p:sp>
      <p:sp>
        <p:nvSpPr>
          <p:cNvPr id="71" name="Right Arrow 3">
            <a:extLst>
              <a:ext uri="{FF2B5EF4-FFF2-40B4-BE49-F238E27FC236}">
                <a16:creationId xmlns:a16="http://schemas.microsoft.com/office/drawing/2014/main" id="{24632048-973D-4806-9CE2-1588F64BCECB}"/>
              </a:ext>
            </a:extLst>
          </p:cNvPr>
          <p:cNvSpPr/>
          <p:nvPr/>
        </p:nvSpPr>
        <p:spPr>
          <a:xfrm rot="12503466" flipH="1" flipV="1">
            <a:off x="2303106" y="4346836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</a:pPr>
            <a:endParaRPr lang="en-IN" sz="2800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E87DD3AA-21F0-4089-BAEA-2FB7284EF3E0}"/>
                  </a:ext>
                </a:extLst>
              </p:cNvPr>
              <p:cNvSpPr/>
              <p:nvPr/>
            </p:nvSpPr>
            <p:spPr>
              <a:xfrm>
                <a:off x="1591820" y="4568090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𝟕𝟎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E87DD3AA-21F0-4089-BAEA-2FB7284EF3E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1820" y="4568090"/>
                <a:ext cx="966305" cy="440011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FCCF2470-A387-443E-9A90-F1518CC06D20}"/>
                  </a:ext>
                </a:extLst>
              </p:cNvPr>
              <p:cNvSpPr txBox="1"/>
              <p:nvPr/>
            </p:nvSpPr>
            <p:spPr>
              <a:xfrm>
                <a:off x="9948917" y="3848661"/>
                <a:ext cx="518216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3600" dirty="0"/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FCCF2470-A387-443E-9A90-F1518CC06D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48917" y="3848661"/>
                <a:ext cx="518216" cy="646331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8" name="Right Arrow 3">
            <a:extLst>
              <a:ext uri="{FF2B5EF4-FFF2-40B4-BE49-F238E27FC236}">
                <a16:creationId xmlns:a16="http://schemas.microsoft.com/office/drawing/2014/main" id="{B0954863-63F1-4BD3-8153-FFE9B7A49651}"/>
              </a:ext>
            </a:extLst>
          </p:cNvPr>
          <p:cNvSpPr/>
          <p:nvPr/>
        </p:nvSpPr>
        <p:spPr>
          <a:xfrm rot="9047419" flipH="1" flipV="1">
            <a:off x="3738546" y="4326484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1232C380-9747-4264-BE26-0590E1E18B49}"/>
                  </a:ext>
                </a:extLst>
              </p:cNvPr>
              <p:cNvSpPr/>
              <p:nvPr/>
            </p:nvSpPr>
            <p:spPr>
              <a:xfrm>
                <a:off x="3470775" y="5486260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1232C380-9747-4264-BE26-0590E1E18B4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70775" y="5486260"/>
                <a:ext cx="966305" cy="440011"/>
              </a:xfrm>
              <a:prstGeom prst="rect">
                <a:avLst/>
              </a:prstGeom>
              <a:blipFill>
                <a:blip r:embed="rId27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A78FD86A-4B7B-4D89-854C-362FE1364981}"/>
                  </a:ext>
                </a:extLst>
              </p:cNvPr>
              <p:cNvSpPr/>
              <p:nvPr/>
            </p:nvSpPr>
            <p:spPr>
              <a:xfrm>
                <a:off x="10773407" y="3886997"/>
                <a:ext cx="553655" cy="5905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A78FD86A-4B7B-4D89-854C-362FE13649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73407" y="3886997"/>
                <a:ext cx="553655" cy="590565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Rectangle 96">
                <a:extLst>
                  <a:ext uri="{FF2B5EF4-FFF2-40B4-BE49-F238E27FC236}">
                    <a16:creationId xmlns:a16="http://schemas.microsoft.com/office/drawing/2014/main" id="{72D0F889-8392-48E8-9606-A422FB85736A}"/>
                  </a:ext>
                </a:extLst>
              </p:cNvPr>
              <p:cNvSpPr/>
              <p:nvPr/>
            </p:nvSpPr>
            <p:spPr>
              <a:xfrm>
                <a:off x="3930634" y="4552101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𝟒𝟓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Rectangle 96">
                <a:extLst>
                  <a:ext uri="{FF2B5EF4-FFF2-40B4-BE49-F238E27FC236}">
                    <a16:creationId xmlns:a16="http://schemas.microsoft.com/office/drawing/2014/main" id="{72D0F889-8392-48E8-9606-A422FB8573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0634" y="4552101"/>
                <a:ext cx="966305" cy="440011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51283441-9FB2-49AA-90D6-6FE8F212F867}"/>
              </a:ext>
            </a:extLst>
          </p:cNvPr>
          <p:cNvSpPr/>
          <p:nvPr/>
        </p:nvSpPr>
        <p:spPr>
          <a:xfrm>
            <a:off x="6743553" y="4520245"/>
            <a:ext cx="1114521" cy="590565"/>
          </a:xfrm>
          <a:prstGeom prst="roundRect">
            <a:avLst/>
          </a:prstGeom>
          <a:solidFill>
            <a:schemeClr val="accent3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2800" b="1" dirty="0">
                <a:solidFill>
                  <a:srgbClr val="002060"/>
                </a:solidFill>
              </a:rPr>
              <a:t>At E</a:t>
            </a:r>
          </a:p>
        </p:txBody>
      </p:sp>
      <p:sp>
        <p:nvSpPr>
          <p:cNvPr id="117" name="Right Arrow 3">
            <a:extLst>
              <a:ext uri="{FF2B5EF4-FFF2-40B4-BE49-F238E27FC236}">
                <a16:creationId xmlns:a16="http://schemas.microsoft.com/office/drawing/2014/main" id="{AE5CD61A-407F-47D5-92DB-BB8E088836F0}"/>
              </a:ext>
            </a:extLst>
          </p:cNvPr>
          <p:cNvSpPr/>
          <p:nvPr/>
        </p:nvSpPr>
        <p:spPr>
          <a:xfrm rot="10800000" flipH="1" flipV="1">
            <a:off x="3019920" y="3775621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21DB8325-B1DE-4131-9FA3-EE51DB01048F}"/>
                  </a:ext>
                </a:extLst>
              </p:cNvPr>
              <p:cNvSpPr/>
              <p:nvPr/>
            </p:nvSpPr>
            <p:spPr>
              <a:xfrm>
                <a:off x="4050355" y="2879676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21DB8325-B1DE-4131-9FA3-EE51DB0104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50355" y="2879676"/>
                <a:ext cx="966305" cy="440011"/>
              </a:xfrm>
              <a:prstGeom prst="rect">
                <a:avLst/>
              </a:prstGeom>
              <a:blipFill>
                <a:blip r:embed="rId30"/>
                <a:stretch>
                  <a:fillRect b="-274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8D72ABB6-4AC7-41B6-9B68-776E8034EF51}"/>
                  </a:ext>
                </a:extLst>
              </p:cNvPr>
              <p:cNvSpPr/>
              <p:nvPr/>
            </p:nvSpPr>
            <p:spPr>
              <a:xfrm>
                <a:off x="8284698" y="4584006"/>
                <a:ext cx="553655" cy="5905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8D72ABB6-4AC7-41B6-9B68-776E8034EF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84698" y="4584006"/>
                <a:ext cx="553655" cy="590565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38D8035A-37FD-4DEA-BE2E-5C9225476A85}"/>
                  </a:ext>
                </a:extLst>
              </p:cNvPr>
              <p:cNvSpPr/>
              <p:nvPr/>
            </p:nvSpPr>
            <p:spPr>
              <a:xfrm>
                <a:off x="2879076" y="3857999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38D8035A-37FD-4DEA-BE2E-5C9225476A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9076" y="3857999"/>
                <a:ext cx="966305" cy="440011"/>
              </a:xfrm>
              <a:prstGeom prst="rect">
                <a:avLst/>
              </a:prstGeom>
              <a:blipFill>
                <a:blip r:embed="rId32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FED5B277-0E42-4918-B65C-E1F4B0D4E3A1}"/>
                  </a:ext>
                </a:extLst>
              </p:cNvPr>
              <p:cNvSpPr/>
              <p:nvPr/>
            </p:nvSpPr>
            <p:spPr>
              <a:xfrm>
                <a:off x="9064996" y="4591857"/>
                <a:ext cx="553655" cy="5905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FED5B277-0E42-4918-B65C-E1F4B0D4E3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4996" y="4591857"/>
                <a:ext cx="553655" cy="590565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781D27F4-8A90-4452-A1B9-2987F24A9864}"/>
                  </a:ext>
                </a:extLst>
              </p:cNvPr>
              <p:cNvSpPr/>
              <p:nvPr/>
            </p:nvSpPr>
            <p:spPr>
              <a:xfrm>
                <a:off x="3933511" y="4572624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𝟒𝟓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781D27F4-8A90-4452-A1B9-2987F24A98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3511" y="4572624"/>
                <a:ext cx="966305" cy="440011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A7E8D4BA-020D-43C4-A2A6-F6140EA54E54}"/>
                  </a:ext>
                </a:extLst>
              </p:cNvPr>
              <p:cNvSpPr txBox="1"/>
              <p:nvPr/>
            </p:nvSpPr>
            <p:spPr>
              <a:xfrm>
                <a:off x="9957837" y="4518946"/>
                <a:ext cx="518216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3600" dirty="0"/>
              </a:p>
            </p:txBody>
          </p:sp>
        </mc:Choice>
        <mc:Fallback xmlns=""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A7E8D4BA-020D-43C4-A2A6-F6140EA54E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57837" y="4518946"/>
                <a:ext cx="518216" cy="646331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67DA3A54-24D7-4C17-8A92-B7BB57CECD69}"/>
                  </a:ext>
                </a:extLst>
              </p:cNvPr>
              <p:cNvSpPr/>
              <p:nvPr/>
            </p:nvSpPr>
            <p:spPr>
              <a:xfrm>
                <a:off x="5404793" y="3170541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𝟏𝟐𝟎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67DA3A54-24D7-4C17-8A92-B7BB57CECD6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4793" y="3170541"/>
                <a:ext cx="966305" cy="440011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6" name="Rectangle: Rounded Corners 125">
            <a:extLst>
              <a:ext uri="{FF2B5EF4-FFF2-40B4-BE49-F238E27FC236}">
                <a16:creationId xmlns:a16="http://schemas.microsoft.com/office/drawing/2014/main" id="{AA349DC2-AEC8-4486-8C2A-817241EF1540}"/>
              </a:ext>
            </a:extLst>
          </p:cNvPr>
          <p:cNvSpPr/>
          <p:nvPr/>
        </p:nvSpPr>
        <p:spPr>
          <a:xfrm>
            <a:off x="6743553" y="5169313"/>
            <a:ext cx="1114521" cy="590565"/>
          </a:xfrm>
          <a:prstGeom prst="roundRect">
            <a:avLst/>
          </a:prstGeom>
          <a:solidFill>
            <a:schemeClr val="accent3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2800" b="1" dirty="0">
                <a:solidFill>
                  <a:srgbClr val="002060"/>
                </a:solidFill>
              </a:rPr>
              <a:t>At W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01276DA9-9866-405D-9772-D21DACFDF66A}"/>
                  </a:ext>
                </a:extLst>
              </p:cNvPr>
              <p:cNvSpPr/>
              <p:nvPr/>
            </p:nvSpPr>
            <p:spPr>
              <a:xfrm>
                <a:off x="425775" y="3077139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01276DA9-9866-405D-9772-D21DACFDF6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5775" y="3077139"/>
                <a:ext cx="966305" cy="440011"/>
              </a:xfrm>
              <a:prstGeom prst="rect">
                <a:avLst/>
              </a:prstGeom>
              <a:blipFill>
                <a:blip r:embed="rId37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53644F0B-EC66-45C3-BA39-B7CDC6594AE5}"/>
                  </a:ext>
                </a:extLst>
              </p:cNvPr>
              <p:cNvSpPr/>
              <p:nvPr/>
            </p:nvSpPr>
            <p:spPr>
              <a:xfrm>
                <a:off x="9001962" y="5190977"/>
                <a:ext cx="553655" cy="5905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53644F0B-EC66-45C3-BA39-B7CDC6594AE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01962" y="5190977"/>
                <a:ext cx="553655" cy="590565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658B9E21-696D-4E1B-B0FD-9E40A96B9655}"/>
                  </a:ext>
                </a:extLst>
              </p:cNvPr>
              <p:cNvSpPr/>
              <p:nvPr/>
            </p:nvSpPr>
            <p:spPr>
              <a:xfrm>
                <a:off x="1495846" y="2836116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658B9E21-696D-4E1B-B0FD-9E40A96B96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95846" y="2836116"/>
                <a:ext cx="966305" cy="440011"/>
              </a:xfrm>
              <a:prstGeom prst="rect">
                <a:avLst/>
              </a:prstGeom>
              <a:blipFill>
                <a:blip r:embed="rId39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B3C714CC-9F23-4593-9A29-634B10FDC273}"/>
                  </a:ext>
                </a:extLst>
              </p:cNvPr>
              <p:cNvSpPr txBox="1"/>
              <p:nvPr/>
            </p:nvSpPr>
            <p:spPr>
              <a:xfrm>
                <a:off x="9959854" y="5110810"/>
                <a:ext cx="518216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3600" dirty="0"/>
              </a:p>
            </p:txBody>
          </p:sp>
        </mc:Choice>
        <mc:Fallback xmlns=""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B3C714CC-9F23-4593-9A29-634B10FDC2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59854" y="5110810"/>
                <a:ext cx="518216" cy="646331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0A906191-916F-4F1F-A471-2085580DE2FC}"/>
                  </a:ext>
                </a:extLst>
              </p:cNvPr>
              <p:cNvSpPr/>
              <p:nvPr/>
            </p:nvSpPr>
            <p:spPr>
              <a:xfrm>
                <a:off x="1593045" y="4571314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𝟕𝟎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0A906191-916F-4F1F-A471-2085580DE2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3045" y="4571314"/>
                <a:ext cx="966305" cy="440011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7E320CEF-F24E-4B2D-98A9-8B5EAF0B6894}"/>
                  </a:ext>
                </a:extLst>
              </p:cNvPr>
              <p:cNvSpPr/>
              <p:nvPr/>
            </p:nvSpPr>
            <p:spPr>
              <a:xfrm>
                <a:off x="10833161" y="5138057"/>
                <a:ext cx="553655" cy="5905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890E4F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7E320CEF-F24E-4B2D-98A9-8B5EAF0B68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33161" y="5138057"/>
                <a:ext cx="553655" cy="590565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25200EE7-AB6C-4D35-9420-E5851261EDED}"/>
                  </a:ext>
                </a:extLst>
              </p:cNvPr>
              <p:cNvSpPr/>
              <p:nvPr/>
            </p:nvSpPr>
            <p:spPr>
              <a:xfrm>
                <a:off x="2881937" y="3845015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25200EE7-AB6C-4D35-9420-E5851261ED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1937" y="3845015"/>
                <a:ext cx="966305" cy="440011"/>
              </a:xfrm>
              <a:prstGeom prst="rect">
                <a:avLst/>
              </a:prstGeom>
              <a:blipFill>
                <a:blip r:embed="rId43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040979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77 1.85185E-6 L 0.40364 0.06666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987" y="3333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445 -2.59259E-6 L 0.72552 -0.07083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547" y="-3542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612 0.00232 L 0.46589 -0.07546 " pathEditMode="relative" rAng="0" ptsTypes="AA">
                                      <p:cBhvr>
                                        <p:cTn id="64" dur="2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594" y="-3889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17 0.00231 L 0.55416 -0.42292 " pathEditMode="relative" rAng="0" ptsTypes="AA">
                                      <p:cBhvr>
                                        <p:cTn id="68" dur="2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643" y="-21273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1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1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38 -1.11111E-6 L 0.475 0.15695 " pathEditMode="relative" rAng="0" ptsTypes="AA">
                                      <p:cBhvr>
                                        <p:cTn id="89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060" y="784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04 4.81481E-6 L 0.71432 0.05162 " pathEditMode="relative" rAng="0" ptsTypes="AA">
                                      <p:cBhvr>
                                        <p:cTn id="109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508" y="2569"/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5 0.00463 L 0.56993 0.04769 " pathEditMode="relative" rAng="0" ptsTypes="AA">
                                      <p:cBhvr>
                                        <p:cTn id="113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438" y="2153"/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1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357 -0.00232 L 0.6263 -0.09421 " pathEditMode="relative" rAng="0" ptsTypes="AA">
                                      <p:cBhvr>
                                        <p:cTn id="134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130" y="-4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22" presetClass="entr" presetSubtype="1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755 -0.00231 L 0.55273 -0.2324 " pathEditMode="relative" rAng="0" ptsTypes="AA">
                                      <p:cBhvr>
                                        <p:cTn id="156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253" y="-11505"/>
                                    </p:animMotion>
                                  </p:childTnLst>
                                </p:cTn>
                              </p:par>
                              <p:par>
                                <p:cTn id="1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37 0.00463 L 0.57721 -0.09004 " pathEditMode="relative" rAng="0" ptsTypes="AA">
                                      <p:cBhvr>
                                        <p:cTn id="160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385" y="-4745"/>
                                    </p:animMotion>
                                  </p:childTnLst>
                                </p:cTn>
                              </p:par>
                              <p:par>
                                <p:cTn id="161" presetID="1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22" presetClass="entr" presetSubtype="8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22" presetClass="entr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1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1.11111E-6 L 0.30014 0.2456 " pathEditMode="relative" rAng="0" ptsTypes="AA">
                                      <p:cBhvr>
                                        <p:cTn id="187" dur="2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026" y="12431"/>
                                    </p:animMotion>
                                  </p:childTnLst>
                                </p:cTn>
                              </p:par>
                              <p:par>
                                <p:cTn id="18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0.01482 L 0.45938 0.10463 " pathEditMode="relative" rAng="0" ptsTypes="AA">
                                      <p:cBhvr>
                                        <p:cTn id="191" dur="2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982" y="4491"/>
                                    </p:animMotion>
                                  </p:childTnLst>
                                </p:cTn>
                              </p:par>
                              <p:par>
                                <p:cTn id="19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4 0.00787 L 0.4375 0.00533 " pathEditMode="relative" rAng="0" ptsTypes="AA">
                                      <p:cBhvr>
                                        <p:cTn id="195" dur="2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992" y="-139"/>
                                    </p:animMotion>
                                  </p:childTnLst>
                                </p:cTn>
                              </p:par>
                              <p:par>
                                <p:cTn id="196" presetID="1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" presetID="1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1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1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22" presetClass="entr" presetSubtype="8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612 0.00926 L 0.40339 0.20926 " pathEditMode="relative" rAng="0" ptsTypes="AA">
                                      <p:cBhvr>
                                        <p:cTn id="222" dur="2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469" y="10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22" presetClass="entr" presetSubtype="8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22" presetClass="entr" presetSubtype="2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034 -0.00648 L 0.65573 0.30972 " pathEditMode="relative" rAng="0" ptsTypes="AA">
                                      <p:cBhvr>
                                        <p:cTn id="244" dur="2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4297" y="15810"/>
                                    </p:animMotion>
                                  </p:childTnLst>
                                </p:cTn>
                              </p:par>
                              <p:par>
                                <p:cTn id="2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341 0.00949 L 0.63672 0.34236 " pathEditMode="relative" rAng="0" ptsTypes="AA">
                                      <p:cBhvr>
                                        <p:cTn id="248" dur="2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1159" y="16644"/>
                                    </p:animMotion>
                                  </p:childTnLst>
                                </p:cTn>
                              </p:par>
                              <p:par>
                                <p:cTn id="249" presetID="1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1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22" presetClass="entr" presetSubtype="8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4" fill="hold">
                      <p:stCondLst>
                        <p:cond delay="indefinite"/>
                      </p:stCondLst>
                      <p:childTnLst>
                        <p:par>
                          <p:cTn id="265" fill="hold">
                            <p:stCondLst>
                              <p:cond delay="0"/>
                            </p:stCondLst>
                            <p:childTnLst>
                              <p:par>
                                <p:cTn id="266" presetID="22" presetClass="entr" presetSubtype="8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8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8 -0.00231 L 0.70808 0.09144 " pathEditMode="relative" rAng="0" ptsTypes="AA">
                                      <p:cBhvr>
                                        <p:cTn id="274" dur="2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4557" y="4676"/>
                                    </p:animMotion>
                                  </p:childTnLst>
                                </p:cTn>
                              </p:par>
                              <p:par>
                                <p:cTn id="27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95 0.01713 L 0.66888 0.19144 " pathEditMode="relative" rAng="0" ptsTypes="AA">
                                      <p:cBhvr>
                                        <p:cTn id="278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3190" y="8704"/>
                                    </p:animMotion>
                                  </p:childTnLst>
                                </p:cTn>
                              </p:par>
                              <p:par>
                                <p:cTn id="279" presetID="1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  <p:bldP spid="80" grpId="1" animBg="1"/>
      <p:bldP spid="80" grpId="2" animBg="1"/>
      <p:bldP spid="80" grpId="3" animBg="1"/>
      <p:bldP spid="95" grpId="0" animBg="1"/>
      <p:bldP spid="95" grpId="1" animBg="1"/>
      <p:bldP spid="95" grpId="2" animBg="1"/>
      <p:bldP spid="95" grpId="3" animBg="1"/>
      <p:bldP spid="95" grpId="4" animBg="1"/>
      <p:bldP spid="32" grpId="0" animBg="1"/>
      <p:bldP spid="76" grpId="0"/>
      <p:bldP spid="77" grpId="0" animBg="1"/>
      <p:bldP spid="35" grpId="0" animBg="1"/>
      <p:bldP spid="96" grpId="0"/>
      <p:bldP spid="96" grpId="1"/>
      <p:bldP spid="107" grpId="0"/>
      <p:bldP spid="107" grpId="1"/>
      <p:bldP spid="108" grpId="0"/>
      <p:bldP spid="109" grpId="0"/>
      <p:bldP spid="110" grpId="0" animBg="1"/>
      <p:bldP spid="110" grpId="1" animBg="1"/>
      <p:bldP spid="110" grpId="2" animBg="1"/>
      <p:bldP spid="110" grpId="3" animBg="1"/>
      <p:bldP spid="111" grpId="0" animBg="1"/>
      <p:bldP spid="111" grpId="1" animBg="1"/>
      <p:bldP spid="111" grpId="2" animBg="1"/>
      <p:bldP spid="111" grpId="3" animBg="1"/>
      <p:bldP spid="112" grpId="0"/>
      <p:bldP spid="112" grpId="1"/>
      <p:bldP spid="113" grpId="0"/>
      <p:bldP spid="113" grpId="1"/>
      <p:bldP spid="114" grpId="0"/>
      <p:bldP spid="62" grpId="0" animBg="1"/>
      <p:bldP spid="63" grpId="0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/>
      <p:bldP spid="66" grpId="1"/>
      <p:bldP spid="67" grpId="0"/>
      <p:bldP spid="67" grpId="1"/>
      <p:bldP spid="68" grpId="0"/>
      <p:bldP spid="69" grpId="0"/>
      <p:bldP spid="69" grpId="1"/>
      <p:bldP spid="70" grpId="0" animBg="1"/>
      <p:bldP spid="71" grpId="0" animBg="1"/>
      <p:bldP spid="71" grpId="1" animBg="1"/>
      <p:bldP spid="71" grpId="2" animBg="1"/>
      <p:bldP spid="72" grpId="0"/>
      <p:bldP spid="72" grpId="1"/>
      <p:bldP spid="73" grpId="0"/>
      <p:bldP spid="78" grpId="0" animBg="1"/>
      <p:bldP spid="78" grpId="1" animBg="1"/>
      <p:bldP spid="78" grpId="2" animBg="1"/>
      <p:bldP spid="78" grpId="3" animBg="1"/>
      <p:bldP spid="79" grpId="0"/>
      <p:bldP spid="79" grpId="1"/>
      <p:bldP spid="94" grpId="0"/>
      <p:bldP spid="97" grpId="0"/>
      <p:bldP spid="97" grpId="1"/>
      <p:bldP spid="116" grpId="0" animBg="1"/>
      <p:bldP spid="117" grpId="0" animBg="1"/>
      <p:bldP spid="117" grpId="1" animBg="1"/>
      <p:bldP spid="117" grpId="2" animBg="1"/>
      <p:bldP spid="118" grpId="0"/>
      <p:bldP spid="118" grpId="1"/>
      <p:bldP spid="119" grpId="0"/>
      <p:bldP spid="120" grpId="0"/>
      <p:bldP spid="120" grpId="1"/>
      <p:bldP spid="121" grpId="0"/>
      <p:bldP spid="122" grpId="0"/>
      <p:bldP spid="122" grpId="1"/>
      <p:bldP spid="123" grpId="0"/>
      <p:bldP spid="125" grpId="0"/>
      <p:bldP spid="125" grpId="1"/>
      <p:bldP spid="126" grpId="0" animBg="1"/>
      <p:bldP spid="127" grpId="0"/>
      <p:bldP spid="127" grpId="1"/>
      <p:bldP spid="128" grpId="0"/>
      <p:bldP spid="129" grpId="0"/>
      <p:bldP spid="129" grpId="1"/>
      <p:bldP spid="130" grpId="0"/>
      <p:bldP spid="131" grpId="0"/>
      <p:bldP spid="131" grpId="1"/>
      <p:bldP spid="132" grpId="0"/>
      <p:bldP spid="133" grpId="0"/>
      <p:bldP spid="133" grpId="1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95C1450F-62F6-41EA-BC39-75E94FF2C541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Method:7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Example:1(Continue)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95C1450F-62F6-41EA-BC39-75E94FF2C54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720A7F89-1847-4029-A9E8-EAF91B5D0A2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87894" y="885670"/>
                <a:ext cx="3246783" cy="50317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=120+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720A7F89-1847-4029-A9E8-EAF91B5D0A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7894" y="885670"/>
                <a:ext cx="3246783" cy="50317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1D692B34-A492-4E10-8E63-E7F6DF48A59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46312" y="1365581"/>
                <a:ext cx="3246783" cy="50317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85=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1D692B34-A492-4E10-8E63-E7F6DF48A5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6312" y="1365581"/>
                <a:ext cx="3246783" cy="50317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C04735A0-8AD4-46C6-A18E-5A080C75F6D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2521" y="1853079"/>
                <a:ext cx="3246783" cy="50317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+45=120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Content Placeholder 4">
                <a:extLst>
                  <a:ext uri="{FF2B5EF4-FFF2-40B4-BE49-F238E27FC236}">
                    <a16:creationId xmlns:a16="http://schemas.microsoft.com/office/drawing/2014/main" id="{C04735A0-8AD4-46C6-A18E-5A080C75F6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2521" y="1853079"/>
                <a:ext cx="3246783" cy="50317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16CBF9E1-6BD2-4A38-9F49-B3209B13984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21634" y="2341994"/>
                <a:ext cx="3246783" cy="50317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=70+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16CBF9E1-6BD2-4A38-9F49-B3209B1398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1634" y="2341994"/>
                <a:ext cx="3246783" cy="50317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DB27352E-C668-4D45-A8D7-3A7A6C075D0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86069" y="2842340"/>
                <a:ext cx="3246783" cy="50317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70=</m:t>
                      </m:r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DB27352E-C668-4D45-A8D7-3A7A6C075D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6069" y="2842340"/>
                <a:ext cx="3246783" cy="50317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ADBC762D-FBDA-4B81-9B92-84529B8C7A7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65040" y="3512482"/>
                <a:ext cx="3544958" cy="50317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ADBC762D-FBDA-4B81-9B92-84529B8C7A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5040" y="3512482"/>
                <a:ext cx="3544958" cy="50317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06E49AAE-31E4-437B-960D-37E5F0025A0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74032" y="3931035"/>
                <a:ext cx="3246783" cy="50317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i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sz="2800" i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85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06E49AAE-31E4-437B-960D-37E5F0025A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4032" y="3931035"/>
                <a:ext cx="3246783" cy="50317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083C9017-4436-4AD8-852E-0FAAF48C3E1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27379" y="4380457"/>
                <a:ext cx="3246783" cy="50317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Content Placeholder 4">
                <a:extLst>
                  <a:ext uri="{FF2B5EF4-FFF2-40B4-BE49-F238E27FC236}">
                    <a16:creationId xmlns:a16="http://schemas.microsoft.com/office/drawing/2014/main" id="{083C9017-4436-4AD8-852E-0FAAF48C3E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7379" y="4380457"/>
                <a:ext cx="3246783" cy="503178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AFC7F4B5-A2CC-4711-B821-9C9B371C6F9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754" y="4852766"/>
                <a:ext cx="3246783" cy="50317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AFC7F4B5-A2CC-4711-B821-9C9B371C6F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754" y="4852766"/>
                <a:ext cx="3246783" cy="503178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D0E9E068-1019-49FA-8865-BAFF51BF67F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15006" y="5353112"/>
                <a:ext cx="3246783" cy="503178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Content Placeholder 4">
                <a:extLst>
                  <a:ext uri="{FF2B5EF4-FFF2-40B4-BE49-F238E27FC236}">
                    <a16:creationId xmlns:a16="http://schemas.microsoft.com/office/drawing/2014/main" id="{D0E9E068-1019-49FA-8865-BAFF51BF67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006" y="5353112"/>
                <a:ext cx="3246783" cy="503178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Rectangle 17">
            <a:extLst>
              <a:ext uri="{FF2B5EF4-FFF2-40B4-BE49-F238E27FC236}">
                <a16:creationId xmlns:a16="http://schemas.microsoft.com/office/drawing/2014/main" id="{D76A05A1-0719-4E50-BF4C-F728785B1BCA}"/>
              </a:ext>
            </a:extLst>
          </p:cNvPr>
          <p:cNvSpPr/>
          <p:nvPr/>
        </p:nvSpPr>
        <p:spPr>
          <a:xfrm>
            <a:off x="5553739" y="1141870"/>
            <a:ext cx="4646384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Consider the Augmented matrix</a:t>
            </a:r>
            <a:endParaRPr lang="en-IN" sz="2800" b="1" dirty="0">
              <a:solidFill>
                <a:srgbClr val="002060"/>
              </a:solidFill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691ED8F8-BA37-454C-A6A8-B34A4E3A40BF}"/>
              </a:ext>
            </a:extLst>
          </p:cNvPr>
          <p:cNvGrpSpPr/>
          <p:nvPr/>
        </p:nvGrpSpPr>
        <p:grpSpPr>
          <a:xfrm>
            <a:off x="5207243" y="2873507"/>
            <a:ext cx="1944546" cy="471208"/>
            <a:chOff x="2027654" y="5357172"/>
            <a:chExt cx="1944546" cy="47120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CC888D4A-572A-4F3E-9048-DD8AF7CFF673}"/>
                    </a:ext>
                  </a:extLst>
                </p:cNvPr>
                <p:cNvSpPr/>
                <p:nvPr/>
              </p:nvSpPr>
              <p:spPr>
                <a:xfrm>
                  <a:off x="2027654" y="5357172"/>
                  <a:ext cx="1459235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d>
                              <m:dPr>
                                <m:begChr m:val=""/>
                                <m:endChr m:val="|"/>
                                <m:ctrlPr>
                                  <a:rPr lang="en-IN" sz="2800" b="0" i="1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A</m:t>
                                </m:r>
                                <m:r>
                                  <a:rPr lang="en-IN" sz="2800" b="0" i="0" smtClean="0">
                                    <a:solidFill>
                                      <a:srgbClr val="FF000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</m:e>
                            </m:d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B</m:t>
                            </m:r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CC888D4A-572A-4F3E-9048-DD8AF7CFF67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27654" y="5357172"/>
                  <a:ext cx="1459235" cy="468000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CD85A837-F851-45E5-ACED-0DB9DA66515F}"/>
                    </a:ext>
                  </a:extLst>
                </p:cNvPr>
                <p:cNvSpPr/>
                <p:nvPr/>
              </p:nvSpPr>
              <p:spPr>
                <a:xfrm>
                  <a:off x="3255087" y="5360380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CD85A837-F851-45E5-ACED-0DB9DA66515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55087" y="5360380"/>
                  <a:ext cx="717113" cy="468000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2" name="Right Arrow 3">
            <a:extLst>
              <a:ext uri="{FF2B5EF4-FFF2-40B4-BE49-F238E27FC236}">
                <a16:creationId xmlns:a16="http://schemas.microsoft.com/office/drawing/2014/main" id="{FF91321D-0DBB-43B1-81D1-E174DED4E0D9}"/>
              </a:ext>
            </a:extLst>
          </p:cNvPr>
          <p:cNvSpPr/>
          <p:nvPr/>
        </p:nvSpPr>
        <p:spPr>
          <a:xfrm flipV="1">
            <a:off x="4931555" y="1178695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833F9327-DC8F-4826-A011-2D13AC624086}"/>
                  </a:ext>
                </a:extLst>
              </p:cNvPr>
              <p:cNvSpPr/>
              <p:nvPr/>
            </p:nvSpPr>
            <p:spPr>
              <a:xfrm>
                <a:off x="5896357" y="1785635"/>
                <a:ext cx="6559193" cy="300320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lang="en-IN" sz="2800" b="0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  <m:mr>
                            <m:e/>
                            <m:e/>
                            <m:e/>
                            <m:e/>
                            <m:e/>
                            <m:e/>
                          </m:mr>
                        </m:m>
                        <m:r>
                          <a:rPr lang="en-IN" sz="2800" b="0" i="0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chemeClr val="tx1">
                      <a:lumMod val="90000"/>
                      <a:lumOff val="1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833F9327-DC8F-4826-A011-2D13AC62408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6357" y="1785635"/>
                <a:ext cx="6559193" cy="300320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3663BC2-9BA4-4859-9571-1BCF9E1142A3}"/>
                  </a:ext>
                </a:extLst>
              </p:cNvPr>
              <p:cNvSpPr/>
              <p:nvPr/>
            </p:nvSpPr>
            <p:spPr>
              <a:xfrm>
                <a:off x="6826716" y="2555417"/>
                <a:ext cx="398812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1     1 </m:t>
                      </m:r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0      0       0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3663BC2-9BA4-4859-9571-1BCF9E1142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6716" y="2555417"/>
                <a:ext cx="3988120" cy="539851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938D8424-6DB8-4C22-9D1D-74D51EA605B5}"/>
                  </a:ext>
                </a:extLst>
              </p:cNvPr>
              <p:cNvSpPr/>
              <p:nvPr/>
            </p:nvSpPr>
            <p:spPr>
              <a:xfrm>
                <a:off x="6992305" y="2054821"/>
                <a:ext cx="3660373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0     0 </m:t>
                      </m:r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 1  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938D8424-6DB8-4C22-9D1D-74D51EA605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92305" y="2054821"/>
                <a:ext cx="3660373" cy="539851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DC576420-9DEE-466D-9D37-80F076413298}"/>
                  </a:ext>
                </a:extLst>
              </p:cNvPr>
              <p:cNvSpPr/>
              <p:nvPr/>
            </p:nvSpPr>
            <p:spPr>
              <a:xfrm>
                <a:off x="7177140" y="3601309"/>
                <a:ext cx="3285934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1 −1      1       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DC576420-9DEE-466D-9D37-80F0764132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77140" y="3601309"/>
                <a:ext cx="3285934" cy="539851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7E18CC33-1EA5-4051-AE3C-8B9830862AA9}"/>
                  </a:ext>
                </a:extLst>
              </p:cNvPr>
              <p:cNvSpPr/>
              <p:nvPr/>
            </p:nvSpPr>
            <p:spPr>
              <a:xfrm>
                <a:off x="6826047" y="3062402"/>
                <a:ext cx="398812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1     0 </m:t>
                      </m:r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1      0       0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7E18CC33-1EA5-4051-AE3C-8B9830862A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6047" y="3062402"/>
                <a:ext cx="3988120" cy="539851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Right Arrow 3">
            <a:extLst>
              <a:ext uri="{FF2B5EF4-FFF2-40B4-BE49-F238E27FC236}">
                <a16:creationId xmlns:a16="http://schemas.microsoft.com/office/drawing/2014/main" id="{FB882D6E-F2E2-4C1A-AC4A-B75AF99DF4CD}"/>
              </a:ext>
            </a:extLst>
          </p:cNvPr>
          <p:cNvSpPr/>
          <p:nvPr/>
        </p:nvSpPr>
        <p:spPr>
          <a:xfrm flipV="1">
            <a:off x="311318" y="3565571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30" name="Right Arrow 3">
            <a:extLst>
              <a:ext uri="{FF2B5EF4-FFF2-40B4-BE49-F238E27FC236}">
                <a16:creationId xmlns:a16="http://schemas.microsoft.com/office/drawing/2014/main" id="{3BAE543C-644B-4CA7-B06C-E841A71EF746}"/>
              </a:ext>
            </a:extLst>
          </p:cNvPr>
          <p:cNvSpPr/>
          <p:nvPr/>
        </p:nvSpPr>
        <p:spPr>
          <a:xfrm flipV="1">
            <a:off x="254796" y="900742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A8D972F-ADEE-4D31-8210-6E00F2594822}"/>
              </a:ext>
            </a:extLst>
          </p:cNvPr>
          <p:cNvCxnSpPr/>
          <p:nvPr/>
        </p:nvCxnSpPr>
        <p:spPr>
          <a:xfrm>
            <a:off x="10467207" y="2203390"/>
            <a:ext cx="0" cy="2304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Group 32">
            <a:extLst>
              <a:ext uri="{FF2B5EF4-FFF2-40B4-BE49-F238E27FC236}">
                <a16:creationId xmlns:a16="http://schemas.microsoft.com/office/drawing/2014/main" id="{74D382E4-3B3B-423B-9BC3-3A5B37E245DC}"/>
              </a:ext>
            </a:extLst>
          </p:cNvPr>
          <p:cNvGrpSpPr/>
          <p:nvPr/>
        </p:nvGrpSpPr>
        <p:grpSpPr>
          <a:xfrm>
            <a:off x="10460840" y="2086592"/>
            <a:ext cx="730365" cy="2624922"/>
            <a:chOff x="9624062" y="3706145"/>
            <a:chExt cx="730365" cy="204475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021672E9-4B25-4051-8FE7-07C41309C060}"/>
                    </a:ext>
                  </a:extLst>
                </p:cNvPr>
                <p:cNvSpPr/>
                <p:nvPr/>
              </p:nvSpPr>
              <p:spPr>
                <a:xfrm>
                  <a:off x="9624062" y="3706145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021672E9-4B25-4051-8FE7-07C41309C06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624062" y="3706145"/>
                  <a:ext cx="717113" cy="468000"/>
                </a:xfrm>
                <a:prstGeom prst="rect">
                  <a:avLst/>
                </a:prstGeom>
                <a:blipFill>
                  <a:blip r:embed="rId20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AE380A9F-7591-438A-9030-D4B2FE0BC00E}"/>
                    </a:ext>
                  </a:extLst>
                </p:cNvPr>
                <p:cNvSpPr/>
                <p:nvPr/>
              </p:nvSpPr>
              <p:spPr>
                <a:xfrm>
                  <a:off x="9626481" y="4091589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85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AE380A9F-7591-438A-9030-D4B2FE0BC00E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626481" y="4091589"/>
                  <a:ext cx="717113" cy="468000"/>
                </a:xfrm>
                <a:prstGeom prst="rect">
                  <a:avLst/>
                </a:prstGeom>
                <a:blipFill>
                  <a:blip r:embed="rId21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B5FCB11A-603F-4926-B183-11A4A414ACC7}"/>
                    </a:ext>
                  </a:extLst>
                </p:cNvPr>
                <p:cNvSpPr/>
                <p:nvPr/>
              </p:nvSpPr>
              <p:spPr>
                <a:xfrm>
                  <a:off x="9624249" y="4472845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75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B5FCB11A-603F-4926-B183-11A4A414ACC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624249" y="4472845"/>
                  <a:ext cx="717113" cy="468000"/>
                </a:xfrm>
                <a:prstGeom prst="rect">
                  <a:avLst/>
                </a:prstGeom>
                <a:blipFill>
                  <a:blip r:embed="rId22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2483572D-338B-4446-86D2-4D53F8AA340A}"/>
                    </a:ext>
                  </a:extLst>
                </p:cNvPr>
                <p:cNvSpPr/>
                <p:nvPr/>
              </p:nvSpPr>
              <p:spPr>
                <a:xfrm>
                  <a:off x="9624249" y="4897888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70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2483572D-338B-4446-86D2-4D53F8AA340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624249" y="4897888"/>
                  <a:ext cx="717113" cy="468000"/>
                </a:xfrm>
                <a:prstGeom prst="rect">
                  <a:avLst/>
                </a:prstGeom>
                <a:blipFill>
                  <a:blip r:embed="rId2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41B8CF69-DC92-4DCA-8B1D-513255226E22}"/>
                    </a:ext>
                  </a:extLst>
                </p:cNvPr>
                <p:cNvSpPr/>
                <p:nvPr/>
              </p:nvSpPr>
              <p:spPr>
                <a:xfrm>
                  <a:off x="9637314" y="5282897"/>
                  <a:ext cx="717113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41B8CF69-DC92-4DCA-8B1D-513255226E22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637314" y="5282897"/>
                  <a:ext cx="717113" cy="468000"/>
                </a:xfrm>
                <a:prstGeom prst="rect">
                  <a:avLst/>
                </a:prstGeom>
                <a:blipFill>
                  <a:blip r:embed="rId2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FEB301A-C68D-4F4E-826A-663B72CA3624}"/>
                  </a:ext>
                </a:extLst>
              </p:cNvPr>
              <p:cNvSpPr/>
              <p:nvPr/>
            </p:nvSpPr>
            <p:spPr>
              <a:xfrm>
                <a:off x="6826047" y="4109163"/>
                <a:ext cx="3988120" cy="5398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0     0 </m:t>
                      </m:r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0      0       1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FEB301A-C68D-4F4E-826A-663B72CA36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6047" y="4109163"/>
                <a:ext cx="3988120" cy="539851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A34E2883-CB75-4463-86B3-183747443D31}"/>
              </a:ext>
            </a:extLst>
          </p:cNvPr>
          <p:cNvSpPr/>
          <p:nvPr/>
        </p:nvSpPr>
        <p:spPr>
          <a:xfrm>
            <a:off x="4344534" y="900742"/>
            <a:ext cx="64800" cy="5400659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060514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1" grpId="0"/>
      <p:bldP spid="12" grpId="0"/>
      <p:bldP spid="13" grpId="0"/>
      <p:bldP spid="18" grpId="0"/>
      <p:bldP spid="22" grpId="0" animBg="1"/>
      <p:bldP spid="23" grpId="0"/>
      <p:bldP spid="26" grpId="0"/>
      <p:bldP spid="27" grpId="0"/>
      <p:bldP spid="28" grpId="0"/>
      <p:bldP spid="31" grpId="0"/>
      <p:bldP spid="29" grpId="0" animBg="1"/>
      <p:bldP spid="38" grpId="0"/>
      <p:bldP spid="39" grpId="0" animBg="1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758A87D-9C26-4AB8-8D8A-724DE5E9FFC0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Method:7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Example:1(Continue)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758A87D-9C26-4AB8-8D8A-724DE5E9FFC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1" name="Group 80">
            <a:extLst>
              <a:ext uri="{FF2B5EF4-FFF2-40B4-BE49-F238E27FC236}">
                <a16:creationId xmlns:a16="http://schemas.microsoft.com/office/drawing/2014/main" id="{EA0A3B28-3291-4ADC-AE7B-7304633CACD2}"/>
              </a:ext>
            </a:extLst>
          </p:cNvPr>
          <p:cNvGrpSpPr/>
          <p:nvPr/>
        </p:nvGrpSpPr>
        <p:grpSpPr>
          <a:xfrm>
            <a:off x="-411925" y="1405333"/>
            <a:ext cx="6559193" cy="3003209"/>
            <a:chOff x="-396693" y="927332"/>
            <a:chExt cx="6559193" cy="300320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" name="Rectangle 3">
                  <a:extLst>
                    <a:ext uri="{FF2B5EF4-FFF2-40B4-BE49-F238E27FC236}">
                      <a16:creationId xmlns:a16="http://schemas.microsoft.com/office/drawing/2014/main" id="{188DAC8C-A843-4B6C-A7F7-BA42AD68D339}"/>
                    </a:ext>
                  </a:extLst>
                </p:cNvPr>
                <p:cNvSpPr/>
                <p:nvPr/>
              </p:nvSpPr>
              <p:spPr>
                <a:xfrm>
                  <a:off x="-396693" y="927332"/>
                  <a:ext cx="6559193" cy="3003209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IN" sz="280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  <m:mr>
                              <m:e/>
                              <m:e/>
                              <m:e/>
                              <m:e/>
                              <m:e/>
                              <m:e/>
                            </m:mr>
                          </m:m>
                          <m:r>
                            <a:rPr lang="en-IN" sz="2800" b="0" i="0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a14:m>
                  <a:r>
                    <a:rPr lang="en-IN" sz="2800" dirty="0">
                      <a:solidFill>
                        <a:srgbClr val="002060"/>
                      </a:solidFill>
                    </a:rPr>
                    <a:t> </a:t>
                  </a:r>
                  <a:endParaRPr lang="en-IN" sz="2800" dirty="0">
                    <a:solidFill>
                      <a:schemeClr val="tx1">
                        <a:lumMod val="90000"/>
                        <a:lumOff val="10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4" name="Rectangle 3">
                  <a:extLst>
                    <a:ext uri="{FF2B5EF4-FFF2-40B4-BE49-F238E27FC236}">
                      <a16:creationId xmlns:a16="http://schemas.microsoft.com/office/drawing/2014/main" id="{188DAC8C-A843-4B6C-A7F7-BA42AD68D33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6693" y="927332"/>
                  <a:ext cx="6559193" cy="3003209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id="{953E47CC-D358-49DF-AA9B-A716AD7744CD}"/>
                    </a:ext>
                  </a:extLst>
                </p:cNvPr>
                <p:cNvSpPr/>
                <p:nvPr/>
              </p:nvSpPr>
              <p:spPr>
                <a:xfrm>
                  <a:off x="533666" y="1697114"/>
                  <a:ext cx="3988120" cy="53985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1 −1      0       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5" name="Rectangle 4">
                  <a:extLst>
                    <a:ext uri="{FF2B5EF4-FFF2-40B4-BE49-F238E27FC236}">
                      <a16:creationId xmlns:a16="http://schemas.microsoft.com/office/drawing/2014/main" id="{953E47CC-D358-49DF-AA9B-A716AD7744C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33666" y="1697114"/>
                  <a:ext cx="3988120" cy="539851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id="{4FAEC46C-73D7-4C3E-8A86-3A237EB3A777}"/>
                    </a:ext>
                  </a:extLst>
                </p:cNvPr>
                <p:cNvSpPr/>
                <p:nvPr/>
              </p:nvSpPr>
              <p:spPr>
                <a:xfrm>
                  <a:off x="699255" y="1196518"/>
                  <a:ext cx="3660373" cy="53985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1     1 </m:t>
                        </m:r>
                        <m:r>
                          <a:rPr lang="en-IN" sz="2800" b="0" i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0      0  </m:t>
                        </m:r>
                        <m:r>
                          <a:rPr lang="en-IN" sz="2800" b="0" i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6" name="Rectangle 5">
                  <a:extLst>
                    <a:ext uri="{FF2B5EF4-FFF2-40B4-BE49-F238E27FC236}">
                      <a16:creationId xmlns:a16="http://schemas.microsoft.com/office/drawing/2014/main" id="{4FAEC46C-73D7-4C3E-8A86-3A237EB3A77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9255" y="1196518"/>
                  <a:ext cx="3660373" cy="539851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7B028DFB-EB24-4844-9F71-7552F8A0F601}"/>
                    </a:ext>
                  </a:extLst>
                </p:cNvPr>
                <p:cNvSpPr/>
                <p:nvPr/>
              </p:nvSpPr>
              <p:spPr>
                <a:xfrm>
                  <a:off x="884090" y="2743006"/>
                  <a:ext cx="3285934" cy="53985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0     0 </m:t>
                        </m:r>
                        <m:r>
                          <a:rPr lang="en-IN" sz="2800" b="0" i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0      0       1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7B028DFB-EB24-4844-9F71-7552F8A0F601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4090" y="2743006"/>
                  <a:ext cx="3285934" cy="539851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DCEB551E-DC6F-470E-A2EE-9853D72BA49A}"/>
                    </a:ext>
                  </a:extLst>
                </p:cNvPr>
                <p:cNvSpPr/>
                <p:nvPr/>
              </p:nvSpPr>
              <p:spPr>
                <a:xfrm>
                  <a:off x="532997" y="2204099"/>
                  <a:ext cx="3988120" cy="53985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0     0 </m:t>
                        </m:r>
                        <m:r>
                          <a:rPr lang="en-IN" sz="2800" b="0" i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0      1       0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DCEB551E-DC6F-470E-A2EE-9853D72BA49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32997" y="2204099"/>
                  <a:ext cx="3988120" cy="539851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1CC085FD-8A0C-4B35-B7E7-7D13BBA6E805}"/>
                </a:ext>
              </a:extLst>
            </p:cNvPr>
            <p:cNvCxnSpPr/>
            <p:nvPr/>
          </p:nvCxnSpPr>
          <p:spPr>
            <a:xfrm>
              <a:off x="4187036" y="1345087"/>
              <a:ext cx="0" cy="2304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33E914ED-B0FE-4B68-937D-1607AA9C0C0A}"/>
                </a:ext>
              </a:extLst>
            </p:cNvPr>
            <p:cNvGrpSpPr/>
            <p:nvPr/>
          </p:nvGrpSpPr>
          <p:grpSpPr>
            <a:xfrm>
              <a:off x="4207546" y="1228289"/>
              <a:ext cx="730365" cy="2624922"/>
              <a:chOff x="9624062" y="3706145"/>
              <a:chExt cx="730365" cy="2044752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" name="Rectangle 10">
                    <a:extLst>
                      <a:ext uri="{FF2B5EF4-FFF2-40B4-BE49-F238E27FC236}">
                        <a16:creationId xmlns:a16="http://schemas.microsoft.com/office/drawing/2014/main" id="{DCD285DC-D790-4EE9-9320-CB3B6E351DF1}"/>
                      </a:ext>
                    </a:extLst>
                  </p:cNvPr>
                  <p:cNvSpPr/>
                  <p:nvPr/>
                </p:nvSpPr>
                <p:spPr>
                  <a:xfrm>
                    <a:off x="9624062" y="3706145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85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1" name="Rectangle 10">
                    <a:extLst>
                      <a:ext uri="{FF2B5EF4-FFF2-40B4-BE49-F238E27FC236}">
                        <a16:creationId xmlns:a16="http://schemas.microsoft.com/office/drawing/2014/main" id="{DCD285DC-D790-4EE9-9320-CB3B6E351D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624062" y="3706145"/>
                    <a:ext cx="717113" cy="468000"/>
                  </a:xfrm>
                  <a:prstGeom prst="rect">
                    <a:avLst/>
                  </a:prstGeom>
                  <a:blipFill>
                    <a:blip r:embed="rId8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id="{3E38DC55-3B00-4145-83D1-7F8134DD67B4}"/>
                      </a:ext>
                    </a:extLst>
                  </p:cNvPr>
                  <p:cNvSpPr/>
                  <p:nvPr/>
                </p:nvSpPr>
                <p:spPr>
                  <a:xfrm>
                    <a:off x="9626481" y="4091589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id="{3E38DC55-3B00-4145-83D1-7F8134DD67B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626481" y="4091589"/>
                    <a:ext cx="717113" cy="468000"/>
                  </a:xfrm>
                  <a:prstGeom prst="rect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" name="Rectangle 12">
                    <a:extLst>
                      <a:ext uri="{FF2B5EF4-FFF2-40B4-BE49-F238E27FC236}">
                        <a16:creationId xmlns:a16="http://schemas.microsoft.com/office/drawing/2014/main" id="{430DB1CF-7813-4C80-BCEB-8E6965F7B36F}"/>
                      </a:ext>
                    </a:extLst>
                  </p:cNvPr>
                  <p:cNvSpPr/>
                  <p:nvPr/>
                </p:nvSpPr>
                <p:spPr>
                  <a:xfrm>
                    <a:off x="9624249" y="4472845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" name="Rectangle 12">
                    <a:extLst>
                      <a:ext uri="{FF2B5EF4-FFF2-40B4-BE49-F238E27FC236}">
                        <a16:creationId xmlns:a16="http://schemas.microsoft.com/office/drawing/2014/main" id="{430DB1CF-7813-4C80-BCEB-8E6965F7B36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624249" y="4472845"/>
                    <a:ext cx="717113" cy="468000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" name="Rectangle 13">
                    <a:extLst>
                      <a:ext uri="{FF2B5EF4-FFF2-40B4-BE49-F238E27FC236}">
                        <a16:creationId xmlns:a16="http://schemas.microsoft.com/office/drawing/2014/main" id="{B0D8E6D4-732D-4FB4-8C12-2750FCA166D9}"/>
                      </a:ext>
                    </a:extLst>
                  </p:cNvPr>
                  <p:cNvSpPr/>
                  <p:nvPr/>
                </p:nvSpPr>
                <p:spPr>
                  <a:xfrm>
                    <a:off x="9624249" y="4897888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" name="Rectangle 13">
                    <a:extLst>
                      <a:ext uri="{FF2B5EF4-FFF2-40B4-BE49-F238E27FC236}">
                        <a16:creationId xmlns:a16="http://schemas.microsoft.com/office/drawing/2014/main" id="{B0D8E6D4-732D-4FB4-8C12-2750FCA166D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624249" y="4897888"/>
                    <a:ext cx="717113" cy="468000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id="{CCC1582E-3F5A-4478-9AB7-A47D3B985F78}"/>
                      </a:ext>
                    </a:extLst>
                  </p:cNvPr>
                  <p:cNvSpPr/>
                  <p:nvPr/>
                </p:nvSpPr>
                <p:spPr>
                  <a:xfrm>
                    <a:off x="9637314" y="5282897"/>
                    <a:ext cx="717113" cy="46800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oMath>
                      </m:oMathPara>
                    </a14:m>
                    <a:endParaRPr lang="en-IN" sz="2800" dirty="0">
                      <a:solidFill>
                        <a:srgbClr val="00206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5" name="Rectangle 14">
                    <a:extLst>
                      <a:ext uri="{FF2B5EF4-FFF2-40B4-BE49-F238E27FC236}">
                        <a16:creationId xmlns:a16="http://schemas.microsoft.com/office/drawing/2014/main" id="{CCC1582E-3F5A-4478-9AB7-A47D3B985F78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637314" y="5282897"/>
                    <a:ext cx="717113" cy="468000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/>
                    </a:stretch>
                  </a:blipFill>
                  <a:ln>
                    <a:noFill/>
                  </a:ln>
                </p:spPr>
                <p:txBody>
                  <a:bodyPr/>
                  <a:lstStyle/>
                  <a:p>
                    <a:r>
                      <a:rPr lang="en-IN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6863B321-07E2-4463-9600-ECF55E27A324}"/>
                    </a:ext>
                  </a:extLst>
                </p:cNvPr>
                <p:cNvSpPr/>
                <p:nvPr/>
              </p:nvSpPr>
              <p:spPr>
                <a:xfrm>
                  <a:off x="532997" y="3250860"/>
                  <a:ext cx="3988120" cy="53985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0     0 </m:t>
                        </m:r>
                        <m:r>
                          <a:rPr lang="en-IN" sz="2800" b="0" i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0      0       0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6863B321-07E2-4463-9600-ECF55E27A3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32997" y="3250860"/>
                  <a:ext cx="3988120" cy="539851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68AD3ADC-4FCD-4738-AA64-DAD8715C6EDD}"/>
                    </a:ext>
                  </a:extLst>
                </p:cNvPr>
                <p:cNvSpPr/>
                <p:nvPr/>
              </p:nvSpPr>
              <p:spPr>
                <a:xfrm>
                  <a:off x="104332" y="2131392"/>
                  <a:ext cx="856661" cy="711201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IN" sz="360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en-IN" sz="3600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68AD3ADC-4FCD-4738-AA64-DAD8715C6ED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4332" y="2131392"/>
                  <a:ext cx="856661" cy="711201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A27AB924-E9EA-4B17-AB1F-16D95DCDD31B}"/>
                  </a:ext>
                </a:extLst>
              </p:cNvPr>
              <p:cNvSpPr/>
              <p:nvPr/>
            </p:nvSpPr>
            <p:spPr>
              <a:xfrm>
                <a:off x="903751" y="1137034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A27AB924-E9EA-4B17-AB1F-16D95DCDD3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751" y="1137034"/>
                <a:ext cx="484303" cy="49292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ECB7BBC-00E1-4F4B-86D4-385C48CC9117}"/>
                  </a:ext>
                </a:extLst>
              </p:cNvPr>
              <p:cNvSpPr/>
              <p:nvPr/>
            </p:nvSpPr>
            <p:spPr>
              <a:xfrm>
                <a:off x="1473235" y="1137034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ECB7BBC-00E1-4F4B-86D4-385C48CC91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3235" y="1137034"/>
                <a:ext cx="484303" cy="49292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6D26A30-2A28-4C3B-B69B-7AC83CB48D36}"/>
                  </a:ext>
                </a:extLst>
              </p:cNvPr>
              <p:cNvSpPr/>
              <p:nvPr/>
            </p:nvSpPr>
            <p:spPr>
              <a:xfrm>
                <a:off x="2183382" y="1140999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6D26A30-2A28-4C3B-B69B-7AC83CB48D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3382" y="1140999"/>
                <a:ext cx="484303" cy="492922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C781858-FB9C-40B1-A8AF-DD6686B0577E}"/>
                  </a:ext>
                </a:extLst>
              </p:cNvPr>
              <p:cNvSpPr/>
              <p:nvPr/>
            </p:nvSpPr>
            <p:spPr>
              <a:xfrm>
                <a:off x="2842188" y="1153604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C781858-FB9C-40B1-A8AF-DD6686B057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42188" y="1153604"/>
                <a:ext cx="484303" cy="492922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57A5A7C9-6A01-47AC-A8CC-20381438A39F}"/>
                  </a:ext>
                </a:extLst>
              </p:cNvPr>
              <p:cNvSpPr/>
              <p:nvPr/>
            </p:nvSpPr>
            <p:spPr>
              <a:xfrm>
                <a:off x="3637516" y="1153604"/>
                <a:ext cx="484303" cy="4929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57A5A7C9-6A01-47AC-A8CC-20381438A3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37516" y="1153604"/>
                <a:ext cx="484303" cy="492922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F30FEF83-4F39-4BC9-BDC6-21ED46E7F469}"/>
              </a:ext>
            </a:extLst>
          </p:cNvPr>
          <p:cNvSpPr/>
          <p:nvPr/>
        </p:nvSpPr>
        <p:spPr>
          <a:xfrm rot="16200000">
            <a:off x="1034728" y="2635751"/>
            <a:ext cx="2555770" cy="71014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016BE3BF-E155-480C-B57E-768D17DF2E7C}"/>
              </a:ext>
            </a:extLst>
          </p:cNvPr>
          <p:cNvSpPr/>
          <p:nvPr/>
        </p:nvSpPr>
        <p:spPr>
          <a:xfrm>
            <a:off x="932509" y="1770964"/>
            <a:ext cx="424755" cy="346960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6EFF3E32-2548-46FF-9B0C-48298D16B1C7}"/>
              </a:ext>
            </a:extLst>
          </p:cNvPr>
          <p:cNvSpPr/>
          <p:nvPr/>
        </p:nvSpPr>
        <p:spPr>
          <a:xfrm>
            <a:off x="1534571" y="2275616"/>
            <a:ext cx="424755" cy="346960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A34FDFBC-19DA-42EC-9161-9AF3DE4AB54E}"/>
              </a:ext>
            </a:extLst>
          </p:cNvPr>
          <p:cNvSpPr/>
          <p:nvPr/>
        </p:nvSpPr>
        <p:spPr>
          <a:xfrm>
            <a:off x="2886816" y="2770281"/>
            <a:ext cx="424755" cy="346960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3" name="Rectangle: Rounded Corners 42">
            <a:extLst>
              <a:ext uri="{FF2B5EF4-FFF2-40B4-BE49-F238E27FC236}">
                <a16:creationId xmlns:a16="http://schemas.microsoft.com/office/drawing/2014/main" id="{6FD4E026-4131-42B1-8484-C8ABE62F2455}"/>
              </a:ext>
            </a:extLst>
          </p:cNvPr>
          <p:cNvSpPr/>
          <p:nvPr/>
        </p:nvSpPr>
        <p:spPr>
          <a:xfrm>
            <a:off x="3637516" y="3308786"/>
            <a:ext cx="424755" cy="346960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3F73CEAD-BE6A-4226-A192-A54C76D8EA41}"/>
              </a:ext>
            </a:extLst>
          </p:cNvPr>
          <p:cNvSpPr/>
          <p:nvPr/>
        </p:nvSpPr>
        <p:spPr>
          <a:xfrm>
            <a:off x="2197959" y="1282847"/>
            <a:ext cx="424755" cy="34696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91D78FF7-D7B6-41E8-B060-E01516B87070}"/>
                  </a:ext>
                </a:extLst>
              </p:cNvPr>
              <p:cNvSpPr/>
              <p:nvPr/>
            </p:nvSpPr>
            <p:spPr>
              <a:xfrm>
                <a:off x="760184" y="4292356"/>
                <a:ext cx="214879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latin typeface="+mj-lt"/>
                  </a:rPr>
                  <a:t>Let,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t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91D78FF7-D7B6-41E8-B060-E01516B870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0184" y="4292356"/>
                <a:ext cx="2148794" cy="468000"/>
              </a:xfrm>
              <a:prstGeom prst="rect">
                <a:avLst/>
              </a:prstGeom>
              <a:blipFill>
                <a:blip r:embed="rId20"/>
                <a:stretch>
                  <a:fillRect l="-5966" t="-12987" b="-467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1" name="Right Arrow 3">
            <a:extLst>
              <a:ext uri="{FF2B5EF4-FFF2-40B4-BE49-F238E27FC236}">
                <a16:creationId xmlns:a16="http://schemas.microsoft.com/office/drawing/2014/main" id="{1BB6A82D-0EBB-4D83-A1B3-B6BDCAFEEF37}"/>
              </a:ext>
            </a:extLst>
          </p:cNvPr>
          <p:cNvSpPr/>
          <p:nvPr/>
        </p:nvSpPr>
        <p:spPr>
          <a:xfrm flipV="1">
            <a:off x="249679" y="4377426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B470F115-8189-4133-B800-E39A81552CF4}"/>
              </a:ext>
            </a:extLst>
          </p:cNvPr>
          <p:cNvSpPr/>
          <p:nvPr/>
        </p:nvSpPr>
        <p:spPr>
          <a:xfrm>
            <a:off x="903751" y="4797188"/>
            <a:ext cx="4708584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Apply the Back Substitution,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63" name="Right Arrow 3">
            <a:extLst>
              <a:ext uri="{FF2B5EF4-FFF2-40B4-BE49-F238E27FC236}">
                <a16:creationId xmlns:a16="http://schemas.microsoft.com/office/drawing/2014/main" id="{9292EEEC-4DF4-47F2-86D7-89AF603294A5}"/>
              </a:ext>
            </a:extLst>
          </p:cNvPr>
          <p:cNvSpPr/>
          <p:nvPr/>
        </p:nvSpPr>
        <p:spPr>
          <a:xfrm flipV="1">
            <a:off x="251667" y="5415427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0171C230-D410-43C3-A3A3-2BA5D8A81EB3}"/>
                  </a:ext>
                </a:extLst>
              </p:cNvPr>
              <p:cNvSpPr/>
              <p:nvPr/>
            </p:nvSpPr>
            <p:spPr>
              <a:xfrm>
                <a:off x="932509" y="5341776"/>
                <a:ext cx="144961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0171C230-D410-43C3-A3A3-2BA5D8A81E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509" y="5341776"/>
                <a:ext cx="1449614" cy="468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6" name="Rectangle: Rounded Corners 65">
            <a:extLst>
              <a:ext uri="{FF2B5EF4-FFF2-40B4-BE49-F238E27FC236}">
                <a16:creationId xmlns:a16="http://schemas.microsoft.com/office/drawing/2014/main" id="{4EB2DD59-42CA-4008-A5D6-CFF7832D775F}"/>
              </a:ext>
            </a:extLst>
          </p:cNvPr>
          <p:cNvSpPr/>
          <p:nvPr/>
        </p:nvSpPr>
        <p:spPr>
          <a:xfrm>
            <a:off x="1010794" y="3275421"/>
            <a:ext cx="3799507" cy="409457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7" name="Right Arrow 3">
            <a:extLst>
              <a:ext uri="{FF2B5EF4-FFF2-40B4-BE49-F238E27FC236}">
                <a16:creationId xmlns:a16="http://schemas.microsoft.com/office/drawing/2014/main" id="{46B5D453-4F84-49AF-AE5D-5EC9543BC64D}"/>
              </a:ext>
            </a:extLst>
          </p:cNvPr>
          <p:cNvSpPr/>
          <p:nvPr/>
        </p:nvSpPr>
        <p:spPr>
          <a:xfrm flipV="1">
            <a:off x="251667" y="6059079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D4E8197B-DBD6-4981-98AB-5BF410AE8ED8}"/>
                  </a:ext>
                </a:extLst>
              </p:cNvPr>
              <p:cNvSpPr/>
              <p:nvPr/>
            </p:nvSpPr>
            <p:spPr>
              <a:xfrm>
                <a:off x="932509" y="5985428"/>
                <a:ext cx="144961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D4E8197B-DBD6-4981-98AB-5BF410AE8ED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509" y="5985428"/>
                <a:ext cx="1449614" cy="468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5" name="Right Arrow 3">
            <a:extLst>
              <a:ext uri="{FF2B5EF4-FFF2-40B4-BE49-F238E27FC236}">
                <a16:creationId xmlns:a16="http://schemas.microsoft.com/office/drawing/2014/main" id="{557F3E89-AAF5-426A-991B-7D60A11B4039}"/>
              </a:ext>
            </a:extLst>
          </p:cNvPr>
          <p:cNvSpPr/>
          <p:nvPr/>
        </p:nvSpPr>
        <p:spPr>
          <a:xfrm flipV="1">
            <a:off x="6225204" y="2619911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DC375FB6-29C1-4258-BF18-9670D0DD108B}"/>
                  </a:ext>
                </a:extLst>
              </p:cNvPr>
              <p:cNvSpPr/>
              <p:nvPr/>
            </p:nvSpPr>
            <p:spPr>
              <a:xfrm>
                <a:off x="6843974" y="2543422"/>
                <a:ext cx="226398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DC375FB6-29C1-4258-BF18-9670D0DD10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3974" y="2543422"/>
                <a:ext cx="2263983" cy="468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E3F0EB0B-FEF6-45F6-9DFF-78B4356B6799}"/>
                  </a:ext>
                </a:extLst>
              </p:cNvPr>
              <p:cNvSpPr txBox="1"/>
              <p:nvPr/>
            </p:nvSpPr>
            <p:spPr>
              <a:xfrm>
                <a:off x="6373278" y="3119970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E3F0EB0B-FEF6-45F6-9DFF-78B4356B67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73278" y="3119970"/>
                <a:ext cx="669323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5E4F1F62-C425-4C46-9786-60DDEFD7ED88}"/>
                  </a:ext>
                </a:extLst>
              </p:cNvPr>
              <p:cNvSpPr/>
              <p:nvPr/>
            </p:nvSpPr>
            <p:spPr>
              <a:xfrm>
                <a:off x="6986096" y="3097252"/>
                <a:ext cx="300870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=85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 </m:t>
                    </m:r>
                    <m:sSub>
                      <m:sSubPr>
                        <m:ctrlP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5E4F1F62-C425-4C46-9786-60DDEFD7ED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86096" y="3097252"/>
                <a:ext cx="3008702" cy="468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9E5C28AE-762A-451E-824F-85E1DC0D0B0A}"/>
                  </a:ext>
                </a:extLst>
              </p:cNvPr>
              <p:cNvSpPr txBox="1"/>
              <p:nvPr/>
            </p:nvSpPr>
            <p:spPr>
              <a:xfrm>
                <a:off x="6389903" y="3697224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9E5C28AE-762A-451E-824F-85E1DC0D0B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9903" y="3697224"/>
                <a:ext cx="669323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B9B6096C-D350-4C16-B7EA-DB53551D4818}"/>
                  </a:ext>
                </a:extLst>
              </p:cNvPr>
              <p:cNvSpPr/>
              <p:nvPr/>
            </p:nvSpPr>
            <p:spPr>
              <a:xfrm>
                <a:off x="7002721" y="3674506"/>
                <a:ext cx="316040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=85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 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(10+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t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B9B6096C-D350-4C16-B7EA-DB53551D481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2721" y="3674506"/>
                <a:ext cx="3160404" cy="468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2" name="Rectangle: Rounded Corners 81">
            <a:extLst>
              <a:ext uri="{FF2B5EF4-FFF2-40B4-BE49-F238E27FC236}">
                <a16:creationId xmlns:a16="http://schemas.microsoft.com/office/drawing/2014/main" id="{04426F6F-F320-4BDB-9413-17CE13F283A3}"/>
              </a:ext>
            </a:extLst>
          </p:cNvPr>
          <p:cNvSpPr/>
          <p:nvPr/>
        </p:nvSpPr>
        <p:spPr>
          <a:xfrm>
            <a:off x="1010794" y="2745727"/>
            <a:ext cx="3799507" cy="409457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3" name="Rectangle: Rounded Corners 82">
            <a:extLst>
              <a:ext uri="{FF2B5EF4-FFF2-40B4-BE49-F238E27FC236}">
                <a16:creationId xmlns:a16="http://schemas.microsoft.com/office/drawing/2014/main" id="{2C83FD23-15B4-421B-A305-F0B891C8E3F5}"/>
              </a:ext>
            </a:extLst>
          </p:cNvPr>
          <p:cNvSpPr/>
          <p:nvPr/>
        </p:nvSpPr>
        <p:spPr>
          <a:xfrm>
            <a:off x="1010794" y="2234700"/>
            <a:ext cx="3799507" cy="409457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4" name="Rectangle: Rounded Corners 83">
            <a:extLst>
              <a:ext uri="{FF2B5EF4-FFF2-40B4-BE49-F238E27FC236}">
                <a16:creationId xmlns:a16="http://schemas.microsoft.com/office/drawing/2014/main" id="{8C917347-252B-4561-B468-E0DF06CFA94F}"/>
              </a:ext>
            </a:extLst>
          </p:cNvPr>
          <p:cNvSpPr/>
          <p:nvPr/>
        </p:nvSpPr>
        <p:spPr>
          <a:xfrm>
            <a:off x="1010794" y="1754679"/>
            <a:ext cx="3799507" cy="409457"/>
          </a:xfrm>
          <a:prstGeom prst="roundRect">
            <a:avLst/>
          </a:prstGeom>
          <a:noFill/>
          <a:ln w="28575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C1492EA5-FB06-4DC0-A955-F5F5CF4D4549}"/>
                  </a:ext>
                </a:extLst>
              </p:cNvPr>
              <p:cNvSpPr txBox="1"/>
              <p:nvPr/>
            </p:nvSpPr>
            <p:spPr>
              <a:xfrm>
                <a:off x="6389903" y="4315778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C1492EA5-FB06-4DC0-A955-F5F5CF4D45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9903" y="4315778"/>
                <a:ext cx="669323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533BBE08-AC30-4D92-9C6A-609516A5D0E1}"/>
                  </a:ext>
                </a:extLst>
              </p:cNvPr>
              <p:cNvSpPr/>
              <p:nvPr/>
            </p:nvSpPr>
            <p:spPr>
              <a:xfrm>
                <a:off x="7002721" y="4293060"/>
                <a:ext cx="316040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=85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 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t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533BBE08-AC30-4D92-9C6A-609516A5D0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2721" y="4293060"/>
                <a:ext cx="3160404" cy="468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5B825A90-0C95-4B04-8E0E-095684F40737}"/>
                  </a:ext>
                </a:extLst>
              </p:cNvPr>
              <p:cNvSpPr txBox="1"/>
              <p:nvPr/>
            </p:nvSpPr>
            <p:spPr>
              <a:xfrm>
                <a:off x="6378945" y="4957050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5B825A90-0C95-4B04-8E0E-095684F407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78945" y="4957050"/>
                <a:ext cx="669323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DC756965-475F-47D0-A524-7119554F8D41}"/>
                  </a:ext>
                </a:extLst>
              </p:cNvPr>
              <p:cNvSpPr/>
              <p:nvPr/>
            </p:nvSpPr>
            <p:spPr>
              <a:xfrm>
                <a:off x="6991763" y="4934332"/>
                <a:ext cx="1926409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t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DC756965-475F-47D0-A524-7119554F8D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91763" y="4934332"/>
                <a:ext cx="1926409" cy="468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9" name="Rectangle: Rounded Corners 88">
            <a:extLst>
              <a:ext uri="{FF2B5EF4-FFF2-40B4-BE49-F238E27FC236}">
                <a16:creationId xmlns:a16="http://schemas.microsoft.com/office/drawing/2014/main" id="{6553417F-1D17-4324-859B-0999BBD8D056}"/>
              </a:ext>
            </a:extLst>
          </p:cNvPr>
          <p:cNvSpPr/>
          <p:nvPr/>
        </p:nvSpPr>
        <p:spPr>
          <a:xfrm>
            <a:off x="5818374" y="852485"/>
            <a:ext cx="64800" cy="5616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chemeClr val="bg1"/>
                </a:solidFill>
              </a:rPr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11487F1-E79E-2B15-5ED4-0514ABC30EB3}"/>
                  </a:ext>
                </a:extLst>
              </p:cNvPr>
              <p:cNvSpPr/>
              <p:nvPr/>
            </p:nvSpPr>
            <p:spPr>
              <a:xfrm>
                <a:off x="98282" y="802796"/>
                <a:ext cx="5030773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Row - echelon form of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d>
                          <m:dPr>
                            <m:begChr m:val=""/>
                            <m:endChr m:val="|"/>
                            <m:ctrlPr>
                              <a:rPr lang="en-IN" sz="2800" i="1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IN" sz="280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IN" sz="2800" b="1" dirty="0">
                    <a:solidFill>
                      <a:srgbClr val="002060"/>
                    </a:solidFill>
                  </a:rPr>
                  <a:t> </a:t>
                </a:r>
                <a:r>
                  <a:rPr lang="en-IN" sz="2800" dirty="0">
                    <a:solidFill>
                      <a:srgbClr val="002060"/>
                    </a:solidFill>
                  </a:rPr>
                  <a:t>is</a:t>
                </a:r>
                <a:r>
                  <a:rPr lang="en-IN" sz="2800" b="1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11487F1-E79E-2B15-5ED4-0514ABC30E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282" y="802796"/>
                <a:ext cx="5030773" cy="468000"/>
              </a:xfrm>
              <a:prstGeom prst="rect">
                <a:avLst/>
              </a:prstGeom>
              <a:blipFill>
                <a:blip r:embed="rId41"/>
                <a:stretch>
                  <a:fillRect l="-2424" t="-14474" b="-4868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Right Arrow 3">
            <a:extLst>
              <a:ext uri="{FF2B5EF4-FFF2-40B4-BE49-F238E27FC236}">
                <a16:creationId xmlns:a16="http://schemas.microsoft.com/office/drawing/2014/main" id="{3502B254-8D34-4390-98D9-51FF27D01251}"/>
              </a:ext>
            </a:extLst>
          </p:cNvPr>
          <p:cNvSpPr/>
          <p:nvPr/>
        </p:nvSpPr>
        <p:spPr>
          <a:xfrm flipV="1">
            <a:off x="6228143" y="938177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60A1E4DE-1116-40E8-8485-66A9FE604844}"/>
                  </a:ext>
                </a:extLst>
              </p:cNvPr>
              <p:cNvSpPr/>
              <p:nvPr/>
            </p:nvSpPr>
            <p:spPr>
              <a:xfrm>
                <a:off x="6829473" y="864526"/>
                <a:ext cx="300870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e>
                      </m:d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60A1E4DE-1116-40E8-8485-66A9FE6048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9473" y="864526"/>
                <a:ext cx="3008702" cy="46800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2253C8F-0F2F-4428-9833-7711B1D0D07F}"/>
                  </a:ext>
                </a:extLst>
              </p:cNvPr>
              <p:cNvSpPr txBox="1"/>
              <p:nvPr/>
            </p:nvSpPr>
            <p:spPr>
              <a:xfrm>
                <a:off x="6328615" y="1456437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2253C8F-0F2F-4428-9833-7711B1D0D0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8615" y="1456437"/>
                <a:ext cx="669323" cy="52322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6F66F87-2960-4700-8E91-93AF6A2BD04D}"/>
                  </a:ext>
                </a:extLst>
              </p:cNvPr>
              <p:cNvSpPr/>
              <p:nvPr/>
            </p:nvSpPr>
            <p:spPr>
              <a:xfrm>
                <a:off x="6941433" y="1433719"/>
                <a:ext cx="300870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=10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sz="280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6F66F87-2960-4700-8E91-93AF6A2BD0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41433" y="1433719"/>
                <a:ext cx="3008702" cy="46800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DBB1E594-6ADD-4F2B-B454-5E0130108199}"/>
                  </a:ext>
                </a:extLst>
              </p:cNvPr>
              <p:cNvSpPr txBox="1"/>
              <p:nvPr/>
            </p:nvSpPr>
            <p:spPr>
              <a:xfrm>
                <a:off x="6335051" y="1949619"/>
                <a:ext cx="6693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DBB1E594-6ADD-4F2B-B454-5E01301081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5051" y="1949619"/>
                <a:ext cx="669323" cy="523220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E767EF1F-D636-4127-BD41-72171C2418D3}"/>
                  </a:ext>
                </a:extLst>
              </p:cNvPr>
              <p:cNvSpPr/>
              <p:nvPr/>
            </p:nvSpPr>
            <p:spPr>
              <a:xfrm>
                <a:off x="6941433" y="1956664"/>
                <a:ext cx="3008702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=10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sz="280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t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E767EF1F-D636-4127-BD41-72171C2418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41433" y="1956664"/>
                <a:ext cx="3008702" cy="468000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13174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8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35" grpId="0"/>
      <p:bldP spid="36" grpId="0"/>
      <p:bldP spid="37" grpId="0"/>
      <p:bldP spid="38" grpId="0" animBg="1"/>
      <p:bldP spid="38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59" grpId="0"/>
      <p:bldP spid="61" grpId="0" animBg="1"/>
      <p:bldP spid="62" grpId="0"/>
      <p:bldP spid="63" grpId="0" animBg="1"/>
      <p:bldP spid="65" grpId="0"/>
      <p:bldP spid="66" grpId="0" animBg="1"/>
      <p:bldP spid="66" grpId="1" animBg="1"/>
      <p:bldP spid="67" grpId="0" animBg="1"/>
      <p:bldP spid="68" grpId="0"/>
      <p:bldP spid="75" grpId="0" animBg="1"/>
      <p:bldP spid="76" grpId="0"/>
      <p:bldP spid="77" grpId="0"/>
      <p:bldP spid="78" grpId="0"/>
      <p:bldP spid="79" grpId="0"/>
      <p:bldP spid="80" grpId="0"/>
      <p:bldP spid="82" grpId="0" animBg="1"/>
      <p:bldP spid="82" grpId="1" animBg="1"/>
      <p:bldP spid="83" grpId="0" animBg="1"/>
      <p:bldP spid="83" grpId="1" animBg="1"/>
      <p:bldP spid="84" grpId="0" animBg="1"/>
      <p:bldP spid="84" grpId="1" animBg="1"/>
      <p:bldP spid="85" grpId="0"/>
      <p:bldP spid="86" grpId="0"/>
      <p:bldP spid="87" grpId="0"/>
      <p:bldP spid="88" grpId="0"/>
      <p:bldP spid="89" grpId="0" animBg="1"/>
      <p:bldP spid="3" grpId="0"/>
      <p:bldP spid="17" grpId="0" animBg="1"/>
      <p:bldP spid="19" grpId="0"/>
      <p:bldP spid="20" grpId="0"/>
      <p:bldP spid="21" grpId="0"/>
      <p:bldP spid="22" grpId="0"/>
      <p:bldP spid="23" grpId="0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44C2C3D-EF08-4BEA-9E16-091CC379E933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Method:7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Example:1(Continue)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644C2C3D-EF08-4BEA-9E16-091CC379E93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0" name="Right Arrow 3">
            <a:extLst>
              <a:ext uri="{FF2B5EF4-FFF2-40B4-BE49-F238E27FC236}">
                <a16:creationId xmlns:a16="http://schemas.microsoft.com/office/drawing/2014/main" id="{4318220A-F846-4801-9498-53D4EBBC220E}"/>
              </a:ext>
            </a:extLst>
          </p:cNvPr>
          <p:cNvSpPr/>
          <p:nvPr/>
        </p:nvSpPr>
        <p:spPr>
          <a:xfrm rot="5400000" flipV="1">
            <a:off x="2956018" y="1350885"/>
            <a:ext cx="601777" cy="278084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141" name="Right Arrow 3">
            <a:extLst>
              <a:ext uri="{FF2B5EF4-FFF2-40B4-BE49-F238E27FC236}">
                <a16:creationId xmlns:a16="http://schemas.microsoft.com/office/drawing/2014/main" id="{12A7ED6B-EEE1-4572-A236-45D62CD1679C}"/>
              </a:ext>
            </a:extLst>
          </p:cNvPr>
          <p:cNvSpPr/>
          <p:nvPr/>
        </p:nvSpPr>
        <p:spPr>
          <a:xfrm rot="5400000" flipV="1">
            <a:off x="2982782" y="5517449"/>
            <a:ext cx="546777" cy="278111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142" name="Right Arrow 3">
            <a:extLst>
              <a:ext uri="{FF2B5EF4-FFF2-40B4-BE49-F238E27FC236}">
                <a16:creationId xmlns:a16="http://schemas.microsoft.com/office/drawing/2014/main" id="{1D2E5C9C-E82D-466D-A97D-B0CCACB7A635}"/>
              </a:ext>
            </a:extLst>
          </p:cNvPr>
          <p:cNvSpPr/>
          <p:nvPr/>
        </p:nvSpPr>
        <p:spPr>
          <a:xfrm rot="9155301" flipV="1">
            <a:off x="2325751" y="2760413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143" name="Right Arrow 3">
            <a:extLst>
              <a:ext uri="{FF2B5EF4-FFF2-40B4-BE49-F238E27FC236}">
                <a16:creationId xmlns:a16="http://schemas.microsoft.com/office/drawing/2014/main" id="{4DB68E4D-0035-4A0F-8AF2-F9D9F9458BB9}"/>
              </a:ext>
            </a:extLst>
          </p:cNvPr>
          <p:cNvSpPr/>
          <p:nvPr/>
        </p:nvSpPr>
        <p:spPr>
          <a:xfrm rot="12432820" flipH="1" flipV="1">
            <a:off x="3722092" y="2860230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144" name="Right Arrow 3">
            <a:extLst>
              <a:ext uri="{FF2B5EF4-FFF2-40B4-BE49-F238E27FC236}">
                <a16:creationId xmlns:a16="http://schemas.microsoft.com/office/drawing/2014/main" id="{30551402-488E-40DE-B919-8A2B8E77457A}"/>
              </a:ext>
            </a:extLst>
          </p:cNvPr>
          <p:cNvSpPr/>
          <p:nvPr/>
        </p:nvSpPr>
        <p:spPr>
          <a:xfrm rot="10800000" flipH="1" flipV="1">
            <a:off x="148660" y="3288912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145" name="Right Arrow 3">
            <a:extLst>
              <a:ext uri="{FF2B5EF4-FFF2-40B4-BE49-F238E27FC236}">
                <a16:creationId xmlns:a16="http://schemas.microsoft.com/office/drawing/2014/main" id="{5FDAA6D3-3C74-482F-9584-2022554C648C}"/>
              </a:ext>
            </a:extLst>
          </p:cNvPr>
          <p:cNvSpPr/>
          <p:nvPr/>
        </p:nvSpPr>
        <p:spPr>
          <a:xfrm rot="10800000" flipH="1" flipV="1">
            <a:off x="2966885" y="3272705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146" name="Right Arrow 3">
            <a:extLst>
              <a:ext uri="{FF2B5EF4-FFF2-40B4-BE49-F238E27FC236}">
                <a16:creationId xmlns:a16="http://schemas.microsoft.com/office/drawing/2014/main" id="{EE5980D4-51E2-4E80-B227-E097F92CFAEA}"/>
              </a:ext>
            </a:extLst>
          </p:cNvPr>
          <p:cNvSpPr/>
          <p:nvPr/>
        </p:nvSpPr>
        <p:spPr>
          <a:xfrm rot="10800000" flipH="1" flipV="1">
            <a:off x="5782809" y="3308496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147" name="Right Arrow 3">
            <a:extLst>
              <a:ext uri="{FF2B5EF4-FFF2-40B4-BE49-F238E27FC236}">
                <a16:creationId xmlns:a16="http://schemas.microsoft.com/office/drawing/2014/main" id="{7FFA6DEE-C1BC-4091-9B43-DE2BC16790EA}"/>
              </a:ext>
            </a:extLst>
          </p:cNvPr>
          <p:cNvSpPr/>
          <p:nvPr/>
        </p:nvSpPr>
        <p:spPr>
          <a:xfrm rot="12503466" flipH="1" flipV="1">
            <a:off x="2248353" y="3842849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</a:pPr>
            <a:endParaRPr lang="en-IN" sz="2800" dirty="0">
              <a:solidFill>
                <a:schemeClr val="bg1"/>
              </a:solidFill>
            </a:endParaRPr>
          </a:p>
        </p:txBody>
      </p:sp>
      <p:sp>
        <p:nvSpPr>
          <p:cNvPr id="148" name="Right Arrow 3">
            <a:extLst>
              <a:ext uri="{FF2B5EF4-FFF2-40B4-BE49-F238E27FC236}">
                <a16:creationId xmlns:a16="http://schemas.microsoft.com/office/drawing/2014/main" id="{DF7D1F36-8825-4739-BBBA-FEF4E227E4A7}"/>
              </a:ext>
            </a:extLst>
          </p:cNvPr>
          <p:cNvSpPr/>
          <p:nvPr/>
        </p:nvSpPr>
        <p:spPr>
          <a:xfrm rot="9047419" flipH="1" flipV="1">
            <a:off x="3684977" y="3824851"/>
            <a:ext cx="618042" cy="304623"/>
          </a:xfrm>
          <a:prstGeom prst="rightArrow">
            <a:avLst>
              <a:gd name="adj1" fmla="val 50000"/>
              <a:gd name="adj2" fmla="val 50000"/>
            </a:avLst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p:sp>
        <p:nvSpPr>
          <p:cNvPr id="149" name="Rectangle: Rounded Corners 148">
            <a:extLst>
              <a:ext uri="{FF2B5EF4-FFF2-40B4-BE49-F238E27FC236}">
                <a16:creationId xmlns:a16="http://schemas.microsoft.com/office/drawing/2014/main" id="{FF171B59-E24A-4269-BC34-F592C56D2978}"/>
              </a:ext>
            </a:extLst>
          </p:cNvPr>
          <p:cNvSpPr/>
          <p:nvPr/>
        </p:nvSpPr>
        <p:spPr>
          <a:xfrm>
            <a:off x="3013113" y="1991832"/>
            <a:ext cx="478889" cy="424405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</a:rPr>
              <a:t>N</a:t>
            </a:r>
          </a:p>
        </p:txBody>
      </p:sp>
      <p:sp>
        <p:nvSpPr>
          <p:cNvPr id="150" name="Rectangle: Rounded Corners 149">
            <a:extLst>
              <a:ext uri="{FF2B5EF4-FFF2-40B4-BE49-F238E27FC236}">
                <a16:creationId xmlns:a16="http://schemas.microsoft.com/office/drawing/2014/main" id="{D0A43C39-FD51-4C29-A835-4591567CB1C5}"/>
              </a:ext>
            </a:extLst>
          </p:cNvPr>
          <p:cNvSpPr/>
          <p:nvPr/>
        </p:nvSpPr>
        <p:spPr>
          <a:xfrm>
            <a:off x="1015983" y="3197163"/>
            <a:ext cx="471555" cy="477263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W</a:t>
            </a:r>
          </a:p>
        </p:txBody>
      </p:sp>
      <p:sp>
        <p:nvSpPr>
          <p:cNvPr id="151" name="Rectangle: Rounded Corners 150">
            <a:extLst>
              <a:ext uri="{FF2B5EF4-FFF2-40B4-BE49-F238E27FC236}">
                <a16:creationId xmlns:a16="http://schemas.microsoft.com/office/drawing/2014/main" id="{811E388D-1274-4D4B-90D2-8CE2FF0B2FC6}"/>
              </a:ext>
            </a:extLst>
          </p:cNvPr>
          <p:cNvSpPr/>
          <p:nvPr/>
        </p:nvSpPr>
        <p:spPr>
          <a:xfrm>
            <a:off x="3040257" y="4636852"/>
            <a:ext cx="414321" cy="431214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S</a:t>
            </a:r>
          </a:p>
        </p:txBody>
      </p:sp>
      <p:sp>
        <p:nvSpPr>
          <p:cNvPr id="152" name="Rectangle: Rounded Corners 151">
            <a:extLst>
              <a:ext uri="{FF2B5EF4-FFF2-40B4-BE49-F238E27FC236}">
                <a16:creationId xmlns:a16="http://schemas.microsoft.com/office/drawing/2014/main" id="{12E73EA0-BCA1-4776-8774-CA053D6F97C1}"/>
              </a:ext>
            </a:extLst>
          </p:cNvPr>
          <p:cNvSpPr/>
          <p:nvPr/>
        </p:nvSpPr>
        <p:spPr>
          <a:xfrm>
            <a:off x="5107013" y="3216797"/>
            <a:ext cx="392595" cy="424405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E</a:t>
            </a:r>
          </a:p>
        </p:txBody>
      </p: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E4D436FB-64A4-4C2D-9171-05842156F438}"/>
              </a:ext>
            </a:extLst>
          </p:cNvPr>
          <p:cNvCxnSpPr>
            <a:cxnSpLocks/>
          </p:cNvCxnSpPr>
          <p:nvPr/>
        </p:nvCxnSpPr>
        <p:spPr>
          <a:xfrm flipV="1">
            <a:off x="2718398" y="3173793"/>
            <a:ext cx="1039450" cy="7592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Straight Connector 153">
            <a:extLst>
              <a:ext uri="{FF2B5EF4-FFF2-40B4-BE49-F238E27FC236}">
                <a16:creationId xmlns:a16="http://schemas.microsoft.com/office/drawing/2014/main" id="{0AC0DF3A-16F5-45E9-8503-7DB651A43843}"/>
              </a:ext>
            </a:extLst>
          </p:cNvPr>
          <p:cNvCxnSpPr>
            <a:cxnSpLocks/>
          </p:cNvCxnSpPr>
          <p:nvPr/>
        </p:nvCxnSpPr>
        <p:spPr>
          <a:xfrm>
            <a:off x="2902542" y="1280126"/>
            <a:ext cx="0" cy="1171203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Straight Connector 154">
            <a:extLst>
              <a:ext uri="{FF2B5EF4-FFF2-40B4-BE49-F238E27FC236}">
                <a16:creationId xmlns:a16="http://schemas.microsoft.com/office/drawing/2014/main" id="{8778EBB1-EB95-45BE-A9E2-D8406111B1C8}"/>
              </a:ext>
            </a:extLst>
          </p:cNvPr>
          <p:cNvCxnSpPr>
            <a:cxnSpLocks/>
          </p:cNvCxnSpPr>
          <p:nvPr/>
        </p:nvCxnSpPr>
        <p:spPr>
          <a:xfrm flipH="1">
            <a:off x="1649096" y="2451329"/>
            <a:ext cx="1259135" cy="661134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Connector 155">
            <a:extLst>
              <a:ext uri="{FF2B5EF4-FFF2-40B4-BE49-F238E27FC236}">
                <a16:creationId xmlns:a16="http://schemas.microsoft.com/office/drawing/2014/main" id="{7FB6965C-A9B5-491A-BF97-2D729B9AC8ED}"/>
              </a:ext>
            </a:extLst>
          </p:cNvPr>
          <p:cNvCxnSpPr>
            <a:cxnSpLocks/>
          </p:cNvCxnSpPr>
          <p:nvPr/>
        </p:nvCxnSpPr>
        <p:spPr>
          <a:xfrm rot="16200000">
            <a:off x="949723" y="2401715"/>
            <a:ext cx="0" cy="1421496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7" name="Straight Connector 156">
            <a:extLst>
              <a:ext uri="{FF2B5EF4-FFF2-40B4-BE49-F238E27FC236}">
                <a16:creationId xmlns:a16="http://schemas.microsoft.com/office/drawing/2014/main" id="{9FC0D77B-7627-4E31-BCE1-831DAC0DCA7C}"/>
              </a:ext>
            </a:extLst>
          </p:cNvPr>
          <p:cNvCxnSpPr>
            <a:cxnSpLocks/>
          </p:cNvCxnSpPr>
          <p:nvPr/>
        </p:nvCxnSpPr>
        <p:spPr>
          <a:xfrm>
            <a:off x="3579387" y="1280126"/>
            <a:ext cx="0" cy="1171203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Straight Connector 157">
            <a:extLst>
              <a:ext uri="{FF2B5EF4-FFF2-40B4-BE49-F238E27FC236}">
                <a16:creationId xmlns:a16="http://schemas.microsoft.com/office/drawing/2014/main" id="{01A483E6-9CC4-4BB6-9276-781A4E76CDEC}"/>
              </a:ext>
            </a:extLst>
          </p:cNvPr>
          <p:cNvCxnSpPr>
            <a:cxnSpLocks/>
          </p:cNvCxnSpPr>
          <p:nvPr/>
        </p:nvCxnSpPr>
        <p:spPr>
          <a:xfrm flipH="1" flipV="1">
            <a:off x="3568013" y="2457557"/>
            <a:ext cx="1228557" cy="654906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C98685F0-8D39-4335-B27C-8DE57EF0453E}"/>
              </a:ext>
            </a:extLst>
          </p:cNvPr>
          <p:cNvCxnSpPr>
            <a:cxnSpLocks/>
          </p:cNvCxnSpPr>
          <p:nvPr/>
        </p:nvCxnSpPr>
        <p:spPr>
          <a:xfrm rot="16200000">
            <a:off x="5490692" y="2395484"/>
            <a:ext cx="0" cy="1421496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Straight Connector 159">
            <a:extLst>
              <a:ext uri="{FF2B5EF4-FFF2-40B4-BE49-F238E27FC236}">
                <a16:creationId xmlns:a16="http://schemas.microsoft.com/office/drawing/2014/main" id="{DD51A40C-E82D-4207-9B05-DAFEDD0022C5}"/>
              </a:ext>
            </a:extLst>
          </p:cNvPr>
          <p:cNvCxnSpPr>
            <a:cxnSpLocks/>
          </p:cNvCxnSpPr>
          <p:nvPr/>
        </p:nvCxnSpPr>
        <p:spPr>
          <a:xfrm flipH="1">
            <a:off x="2718398" y="2912724"/>
            <a:ext cx="519725" cy="268661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FC99BE75-2B3F-4025-BA2B-D430409989AD}"/>
              </a:ext>
            </a:extLst>
          </p:cNvPr>
          <p:cNvCxnSpPr>
            <a:cxnSpLocks/>
          </p:cNvCxnSpPr>
          <p:nvPr/>
        </p:nvCxnSpPr>
        <p:spPr>
          <a:xfrm rot="16200000">
            <a:off x="949723" y="3029581"/>
            <a:ext cx="0" cy="1421496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Straight Connector 161">
            <a:extLst>
              <a:ext uri="{FF2B5EF4-FFF2-40B4-BE49-F238E27FC236}">
                <a16:creationId xmlns:a16="http://schemas.microsoft.com/office/drawing/2014/main" id="{26D24017-B7CB-4F0A-A628-D91C82F72182}"/>
              </a:ext>
            </a:extLst>
          </p:cNvPr>
          <p:cNvCxnSpPr>
            <a:cxnSpLocks/>
          </p:cNvCxnSpPr>
          <p:nvPr/>
        </p:nvCxnSpPr>
        <p:spPr>
          <a:xfrm flipH="1" flipV="1">
            <a:off x="3226384" y="2912724"/>
            <a:ext cx="531464" cy="252882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23F2AE4D-4A1B-49EA-83AF-DF651C019266}"/>
              </a:ext>
            </a:extLst>
          </p:cNvPr>
          <p:cNvGrpSpPr/>
          <p:nvPr/>
        </p:nvGrpSpPr>
        <p:grpSpPr>
          <a:xfrm flipV="1">
            <a:off x="2718398" y="3803631"/>
            <a:ext cx="1039450" cy="274504"/>
            <a:chOff x="4920696" y="3359839"/>
            <a:chExt cx="1210928" cy="291965"/>
          </a:xfrm>
        </p:grpSpPr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9B76CBF2-71B9-48F0-8E83-1969270102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20696" y="3359840"/>
              <a:ext cx="605464" cy="285751"/>
            </a:xfrm>
            <a:prstGeom prst="line">
              <a:avLst/>
            </a:prstGeom>
            <a:ln w="38100">
              <a:solidFill>
                <a:schemeClr val="tx1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8B11ABBF-FA17-4337-975E-B3B0AE4E13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20696" y="3637516"/>
              <a:ext cx="1210928" cy="8075"/>
            </a:xfrm>
            <a:prstGeom prst="line">
              <a:avLst/>
            </a:prstGeom>
            <a:ln w="38100">
              <a:solidFill>
                <a:schemeClr val="tx1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8832C611-0F14-458B-B16A-933445A0F84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526160" y="3359839"/>
              <a:ext cx="605464" cy="291965"/>
            </a:xfrm>
            <a:prstGeom prst="line">
              <a:avLst/>
            </a:prstGeom>
            <a:ln w="38100">
              <a:solidFill>
                <a:schemeClr val="tx1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7" name="Straight Connector 166">
            <a:extLst>
              <a:ext uri="{FF2B5EF4-FFF2-40B4-BE49-F238E27FC236}">
                <a16:creationId xmlns:a16="http://schemas.microsoft.com/office/drawing/2014/main" id="{DE324160-C226-4BC8-B191-1AC60F348810}"/>
              </a:ext>
            </a:extLst>
          </p:cNvPr>
          <p:cNvCxnSpPr>
            <a:cxnSpLocks/>
          </p:cNvCxnSpPr>
          <p:nvPr/>
        </p:nvCxnSpPr>
        <p:spPr>
          <a:xfrm flipH="1" flipV="1">
            <a:off x="1649096" y="3730987"/>
            <a:ext cx="1253445" cy="745445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8EEA8305-A787-4959-BCCE-C5AC80480AAE}"/>
              </a:ext>
            </a:extLst>
          </p:cNvPr>
          <p:cNvCxnSpPr>
            <a:cxnSpLocks/>
          </p:cNvCxnSpPr>
          <p:nvPr/>
        </p:nvCxnSpPr>
        <p:spPr>
          <a:xfrm>
            <a:off x="2908231" y="4463973"/>
            <a:ext cx="0" cy="1171203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Straight Connector 168">
            <a:extLst>
              <a:ext uri="{FF2B5EF4-FFF2-40B4-BE49-F238E27FC236}">
                <a16:creationId xmlns:a16="http://schemas.microsoft.com/office/drawing/2014/main" id="{9B749281-0D37-493D-9C4A-A5C3070FB7E4}"/>
              </a:ext>
            </a:extLst>
          </p:cNvPr>
          <p:cNvCxnSpPr>
            <a:cxnSpLocks/>
          </p:cNvCxnSpPr>
          <p:nvPr/>
        </p:nvCxnSpPr>
        <p:spPr>
          <a:xfrm flipH="1">
            <a:off x="3579387" y="3770377"/>
            <a:ext cx="1228558" cy="706055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Straight Connector 169">
            <a:extLst>
              <a:ext uri="{FF2B5EF4-FFF2-40B4-BE49-F238E27FC236}">
                <a16:creationId xmlns:a16="http://schemas.microsoft.com/office/drawing/2014/main" id="{D1E28179-06B6-4246-A972-5E0676249719}"/>
              </a:ext>
            </a:extLst>
          </p:cNvPr>
          <p:cNvCxnSpPr>
            <a:cxnSpLocks/>
          </p:cNvCxnSpPr>
          <p:nvPr/>
        </p:nvCxnSpPr>
        <p:spPr>
          <a:xfrm>
            <a:off x="3590763" y="4463973"/>
            <a:ext cx="0" cy="1171203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1" name="Straight Connector 170">
            <a:extLst>
              <a:ext uri="{FF2B5EF4-FFF2-40B4-BE49-F238E27FC236}">
                <a16:creationId xmlns:a16="http://schemas.microsoft.com/office/drawing/2014/main" id="{2B16A044-A14D-4193-AF4A-9CF1629188A8}"/>
              </a:ext>
            </a:extLst>
          </p:cNvPr>
          <p:cNvCxnSpPr>
            <a:cxnSpLocks/>
          </p:cNvCxnSpPr>
          <p:nvPr/>
        </p:nvCxnSpPr>
        <p:spPr>
          <a:xfrm rot="16200000">
            <a:off x="5502068" y="3059629"/>
            <a:ext cx="0" cy="1421496"/>
          </a:xfrm>
          <a:prstGeom prst="line">
            <a:avLst/>
          </a:prstGeom>
          <a:ln w="38100">
            <a:solidFill>
              <a:schemeClr val="tx1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2" name="Rectangle 171">
                <a:extLst>
                  <a:ext uri="{FF2B5EF4-FFF2-40B4-BE49-F238E27FC236}">
                    <a16:creationId xmlns:a16="http://schemas.microsoft.com/office/drawing/2014/main" id="{9FBB1366-E3A7-472A-BA62-B7F63DD023FE}"/>
                  </a:ext>
                </a:extLst>
              </p:cNvPr>
              <p:cNvSpPr/>
              <p:nvPr/>
            </p:nvSpPr>
            <p:spPr>
              <a:xfrm>
                <a:off x="3504391" y="1658580"/>
                <a:ext cx="751237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𝟖𝟓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2" name="Rectangle 171">
                <a:extLst>
                  <a:ext uri="{FF2B5EF4-FFF2-40B4-BE49-F238E27FC236}">
                    <a16:creationId xmlns:a16="http://schemas.microsoft.com/office/drawing/2014/main" id="{9FBB1366-E3A7-472A-BA62-B7F63DD023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04391" y="1658580"/>
                <a:ext cx="751237" cy="44001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3" name="Rectangle 172">
                <a:extLst>
                  <a:ext uri="{FF2B5EF4-FFF2-40B4-BE49-F238E27FC236}">
                    <a16:creationId xmlns:a16="http://schemas.microsoft.com/office/drawing/2014/main" id="{0C2E6D9F-2489-4452-879E-7B1B29F4246E}"/>
                  </a:ext>
                </a:extLst>
              </p:cNvPr>
              <p:cNvSpPr/>
              <p:nvPr/>
            </p:nvSpPr>
            <p:spPr>
              <a:xfrm>
                <a:off x="5343826" y="2650669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𝟏𝟐𝟎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3" name="Rectangle 172">
                <a:extLst>
                  <a:ext uri="{FF2B5EF4-FFF2-40B4-BE49-F238E27FC236}">
                    <a16:creationId xmlns:a16="http://schemas.microsoft.com/office/drawing/2014/main" id="{0C2E6D9F-2489-4452-879E-7B1B29F424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826" y="2650669"/>
                <a:ext cx="966305" cy="44001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4" name="Rectangle 173">
                <a:extLst>
                  <a:ext uri="{FF2B5EF4-FFF2-40B4-BE49-F238E27FC236}">
                    <a16:creationId xmlns:a16="http://schemas.microsoft.com/office/drawing/2014/main" id="{BE454394-D731-4599-B4B8-68ABE5334371}"/>
                  </a:ext>
                </a:extLst>
              </p:cNvPr>
              <p:cNvSpPr/>
              <p:nvPr/>
            </p:nvSpPr>
            <p:spPr>
              <a:xfrm>
                <a:off x="3877570" y="4064773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𝟒𝟓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4" name="Rectangle 173">
                <a:extLst>
                  <a:ext uri="{FF2B5EF4-FFF2-40B4-BE49-F238E27FC236}">
                    <a16:creationId xmlns:a16="http://schemas.microsoft.com/office/drawing/2014/main" id="{BE454394-D731-4599-B4B8-68ABE53343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77570" y="4064773"/>
                <a:ext cx="966305" cy="44001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5" name="Rectangle 174">
                <a:extLst>
                  <a:ext uri="{FF2B5EF4-FFF2-40B4-BE49-F238E27FC236}">
                    <a16:creationId xmlns:a16="http://schemas.microsoft.com/office/drawing/2014/main" id="{C104262E-51C8-425E-A3B9-94A9BA3D508F}"/>
                  </a:ext>
                </a:extLst>
              </p:cNvPr>
              <p:cNvSpPr/>
              <p:nvPr/>
            </p:nvSpPr>
            <p:spPr>
              <a:xfrm>
                <a:off x="1539167" y="4063661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𝟕𝟎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5" name="Rectangle 174">
                <a:extLst>
                  <a:ext uri="{FF2B5EF4-FFF2-40B4-BE49-F238E27FC236}">
                    <a16:creationId xmlns:a16="http://schemas.microsoft.com/office/drawing/2014/main" id="{C104262E-51C8-425E-A3B9-94A9BA3D50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9167" y="4063661"/>
                <a:ext cx="966305" cy="440011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6" name="Rectangle 175">
                <a:extLst>
                  <a:ext uri="{FF2B5EF4-FFF2-40B4-BE49-F238E27FC236}">
                    <a16:creationId xmlns:a16="http://schemas.microsoft.com/office/drawing/2014/main" id="{33EA4741-2C9E-4240-940D-58DE41828D2E}"/>
                  </a:ext>
                </a:extLst>
              </p:cNvPr>
              <p:cNvSpPr/>
              <p:nvPr/>
            </p:nvSpPr>
            <p:spPr>
              <a:xfrm>
                <a:off x="3993999" y="2371825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6" name="Rectangle 175">
                <a:extLst>
                  <a:ext uri="{FF2B5EF4-FFF2-40B4-BE49-F238E27FC236}">
                    <a16:creationId xmlns:a16="http://schemas.microsoft.com/office/drawing/2014/main" id="{33EA4741-2C9E-4240-940D-58DE41828D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93999" y="2371825"/>
                <a:ext cx="966305" cy="440011"/>
              </a:xfrm>
              <a:prstGeom prst="rect">
                <a:avLst/>
              </a:prstGeom>
              <a:blipFill>
                <a:blip r:embed="rId7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FA1150FA-E0AA-4B00-B0AE-0344FB7644DD}"/>
                  </a:ext>
                </a:extLst>
              </p:cNvPr>
              <p:cNvSpPr/>
              <p:nvPr/>
            </p:nvSpPr>
            <p:spPr>
              <a:xfrm>
                <a:off x="1455928" y="2349121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FA1150FA-E0AA-4B00-B0AE-0344FB7644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5928" y="2349121"/>
                <a:ext cx="966305" cy="440011"/>
              </a:xfrm>
              <a:prstGeom prst="rect">
                <a:avLst/>
              </a:prstGeom>
              <a:blipFill>
                <a:blip r:embed="rId8"/>
                <a:stretch>
                  <a:fillRect b="-274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C224605F-A04E-46A5-95FB-B718A8FCBDE7}"/>
                  </a:ext>
                </a:extLst>
              </p:cNvPr>
              <p:cNvSpPr/>
              <p:nvPr/>
            </p:nvSpPr>
            <p:spPr>
              <a:xfrm>
                <a:off x="2829201" y="3355150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C224605F-A04E-46A5-95FB-B718A8FCBD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29201" y="3355150"/>
                <a:ext cx="966305" cy="440011"/>
              </a:xfrm>
              <a:prstGeom prst="rect">
                <a:avLst/>
              </a:prstGeom>
              <a:blipFill>
                <a:blip r:embed="rId9"/>
                <a:stretch>
                  <a:fillRect b="-411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9" name="Rectangle 178">
                <a:extLst>
                  <a:ext uri="{FF2B5EF4-FFF2-40B4-BE49-F238E27FC236}">
                    <a16:creationId xmlns:a16="http://schemas.microsoft.com/office/drawing/2014/main" id="{C97A6C38-0492-45CA-9644-BFF3CA0AE32E}"/>
                  </a:ext>
                </a:extLst>
              </p:cNvPr>
              <p:cNvSpPr/>
              <p:nvPr/>
            </p:nvSpPr>
            <p:spPr>
              <a:xfrm>
                <a:off x="378402" y="2569126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9" name="Rectangle 178">
                <a:extLst>
                  <a:ext uri="{FF2B5EF4-FFF2-40B4-BE49-F238E27FC236}">
                    <a16:creationId xmlns:a16="http://schemas.microsoft.com/office/drawing/2014/main" id="{C97A6C38-0492-45CA-9644-BFF3CA0AE3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8402" y="2569126"/>
                <a:ext cx="966305" cy="440011"/>
              </a:xfrm>
              <a:prstGeom prst="rect">
                <a:avLst/>
              </a:prstGeom>
              <a:blipFill>
                <a:blip r:embed="rId10"/>
                <a:stretch>
                  <a:fillRect b="-274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0" name="Rectangle 179">
                <a:extLst>
                  <a:ext uri="{FF2B5EF4-FFF2-40B4-BE49-F238E27FC236}">
                    <a16:creationId xmlns:a16="http://schemas.microsoft.com/office/drawing/2014/main" id="{30AF8D26-9593-4F82-B6E7-175835BF1AC5}"/>
                  </a:ext>
                </a:extLst>
              </p:cNvPr>
              <p:cNvSpPr/>
              <p:nvPr/>
            </p:nvSpPr>
            <p:spPr>
              <a:xfrm>
                <a:off x="3400483" y="4977472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𝟓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0" name="Rectangle 179">
                <a:extLst>
                  <a:ext uri="{FF2B5EF4-FFF2-40B4-BE49-F238E27FC236}">
                    <a16:creationId xmlns:a16="http://schemas.microsoft.com/office/drawing/2014/main" id="{30AF8D26-9593-4F82-B6E7-175835BF1A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0483" y="4977472"/>
                <a:ext cx="966305" cy="440011"/>
              </a:xfrm>
              <a:prstGeom prst="rect">
                <a:avLst/>
              </a:prstGeom>
              <a:blipFill>
                <a:blip r:embed="rId11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4" name="Rectangle 183">
                <a:extLst>
                  <a:ext uri="{FF2B5EF4-FFF2-40B4-BE49-F238E27FC236}">
                    <a16:creationId xmlns:a16="http://schemas.microsoft.com/office/drawing/2014/main" id="{49183C1D-91C9-4F4F-A837-3914A94F888B}"/>
                  </a:ext>
                </a:extLst>
              </p:cNvPr>
              <p:cNvSpPr/>
              <p:nvPr/>
            </p:nvSpPr>
            <p:spPr>
              <a:xfrm>
                <a:off x="373198" y="2572530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4" name="Rectangle 183">
                <a:extLst>
                  <a:ext uri="{FF2B5EF4-FFF2-40B4-BE49-F238E27FC236}">
                    <a16:creationId xmlns:a16="http://schemas.microsoft.com/office/drawing/2014/main" id="{49183C1D-91C9-4F4F-A837-3914A94F88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3198" y="2572530"/>
                <a:ext cx="966305" cy="440011"/>
              </a:xfrm>
              <a:prstGeom prst="rect">
                <a:avLst/>
              </a:prstGeom>
              <a:blipFill>
                <a:blip r:embed="rId12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1" name="Rectangle 190">
                <a:extLst>
                  <a:ext uri="{FF2B5EF4-FFF2-40B4-BE49-F238E27FC236}">
                    <a16:creationId xmlns:a16="http://schemas.microsoft.com/office/drawing/2014/main" id="{FFC10BE7-1320-4366-AB93-240D79B4F492}"/>
                  </a:ext>
                </a:extLst>
              </p:cNvPr>
              <p:cNvSpPr/>
              <p:nvPr/>
            </p:nvSpPr>
            <p:spPr>
              <a:xfrm>
                <a:off x="1461020" y="2349120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1" name="Rectangle 190">
                <a:extLst>
                  <a:ext uri="{FF2B5EF4-FFF2-40B4-BE49-F238E27FC236}">
                    <a16:creationId xmlns:a16="http://schemas.microsoft.com/office/drawing/2014/main" id="{FFC10BE7-1320-4366-AB93-240D79B4F4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1020" y="2349120"/>
                <a:ext cx="966305" cy="440011"/>
              </a:xfrm>
              <a:prstGeom prst="rect">
                <a:avLst/>
              </a:prstGeom>
              <a:blipFill>
                <a:blip r:embed="rId13"/>
                <a:stretch>
                  <a:fillRect b="-274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Rectangle 200">
                <a:extLst>
                  <a:ext uri="{FF2B5EF4-FFF2-40B4-BE49-F238E27FC236}">
                    <a16:creationId xmlns:a16="http://schemas.microsoft.com/office/drawing/2014/main" id="{7D6279D4-E45A-4F80-982D-D6E876462C01}"/>
                  </a:ext>
                </a:extLst>
              </p:cNvPr>
              <p:cNvSpPr/>
              <p:nvPr/>
            </p:nvSpPr>
            <p:spPr>
              <a:xfrm>
                <a:off x="2829200" y="3356794"/>
                <a:ext cx="966305" cy="4400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IN" sz="2800" b="1" i="0" smtClean="0">
                              <a:solidFill>
                                <a:srgbClr val="890E4F"/>
                              </a:solidFill>
                              <a:latin typeface="Cambria Math" panose="02040503050406030204" pitchFamily="18" charset="0"/>
                            </a:rPr>
                            <m:t>𝟑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1" name="Rectangle 200">
                <a:extLst>
                  <a:ext uri="{FF2B5EF4-FFF2-40B4-BE49-F238E27FC236}">
                    <a16:creationId xmlns:a16="http://schemas.microsoft.com/office/drawing/2014/main" id="{7D6279D4-E45A-4F80-982D-D6E876462C0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29200" y="3356794"/>
                <a:ext cx="966305" cy="440011"/>
              </a:xfrm>
              <a:prstGeom prst="rect">
                <a:avLst/>
              </a:prstGeom>
              <a:blipFill>
                <a:blip r:embed="rId14"/>
                <a:stretch>
                  <a:fillRect b="-41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8" name="Rectangle 207">
            <a:extLst>
              <a:ext uri="{FF2B5EF4-FFF2-40B4-BE49-F238E27FC236}">
                <a16:creationId xmlns:a16="http://schemas.microsoft.com/office/drawing/2014/main" id="{24B2AB2F-B482-43A4-954C-0B61D6B32AF8}"/>
              </a:ext>
            </a:extLst>
          </p:cNvPr>
          <p:cNvSpPr/>
          <p:nvPr/>
        </p:nvSpPr>
        <p:spPr>
          <a:xfrm>
            <a:off x="5865759" y="808953"/>
            <a:ext cx="1447146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b="1" dirty="0">
                <a:solidFill>
                  <a:srgbClr val="FF0000"/>
                </a:solidFill>
              </a:rPr>
              <a:t>Solution</a:t>
            </a:r>
            <a:r>
              <a:rPr lang="en-IN" sz="2800" b="0" dirty="0">
                <a:solidFill>
                  <a:srgbClr val="FF0000"/>
                </a:solidFill>
              </a:rPr>
              <a:t>:</a:t>
            </a:r>
            <a:endParaRPr lang="en-IN" sz="2800" dirty="0">
              <a:solidFill>
                <a:srgbClr val="FF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EC31B43F-FF7A-4D70-A406-B028840AC04B}"/>
                  </a:ext>
                </a:extLst>
              </p:cNvPr>
              <p:cNvSpPr/>
              <p:nvPr/>
            </p:nvSpPr>
            <p:spPr>
              <a:xfrm>
                <a:off x="7303807" y="784440"/>
                <a:ext cx="2068366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EC31B43F-FF7A-4D70-A406-B028840AC0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3807" y="784440"/>
                <a:ext cx="2068366" cy="468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1F999AFE-ADA9-44BE-8334-A18C3319E59E}"/>
                  </a:ext>
                </a:extLst>
              </p:cNvPr>
              <p:cNvSpPr/>
              <p:nvPr/>
            </p:nvSpPr>
            <p:spPr>
              <a:xfrm>
                <a:off x="9372173" y="759983"/>
                <a:ext cx="2068366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=10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IN" sz="280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t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1F999AFE-ADA9-44BE-8334-A18C3319E59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2173" y="759983"/>
                <a:ext cx="2068366" cy="468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50CCD4BE-C4AC-4366-9D79-1AAB926939FA}"/>
                  </a:ext>
                </a:extLst>
              </p:cNvPr>
              <p:cNvSpPr/>
              <p:nvPr/>
            </p:nvSpPr>
            <p:spPr>
              <a:xfrm>
                <a:off x="7209799" y="1319748"/>
                <a:ext cx="1325016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50CCD4BE-C4AC-4366-9D79-1AAB926939F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9799" y="1319748"/>
                <a:ext cx="1325016" cy="468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55AF02C4-0B11-4F3C-B15E-07AABAE1D0DE}"/>
                  </a:ext>
                </a:extLst>
              </p:cNvPr>
              <p:cNvSpPr/>
              <p:nvPr/>
            </p:nvSpPr>
            <p:spPr>
              <a:xfrm>
                <a:off x="9910661" y="1295154"/>
                <a:ext cx="1449614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55AF02C4-0B11-4F3C-B15E-07AABAE1D0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10661" y="1295154"/>
                <a:ext cx="1449614" cy="468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EF615414-2A1B-4F01-BD98-3DD9E3146CA7}"/>
                  </a:ext>
                </a:extLst>
              </p:cNvPr>
              <p:cNvSpPr/>
              <p:nvPr/>
            </p:nvSpPr>
            <p:spPr>
              <a:xfrm>
                <a:off x="8376905" y="1307451"/>
                <a:ext cx="1610037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EF615414-2A1B-4F01-BD98-3DD9E3146C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76905" y="1307451"/>
                <a:ext cx="1610037" cy="468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EF9F436E-FB05-646A-5473-0436788C2DBD}"/>
                  </a:ext>
                </a:extLst>
              </p:cNvPr>
              <p:cNvSpPr/>
              <p:nvPr/>
            </p:nvSpPr>
            <p:spPr>
              <a:xfrm>
                <a:off x="7303808" y="1935576"/>
                <a:ext cx="4509790" cy="141824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Since,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refers flow of traffic. It’s value must be natural number. 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EF9F436E-FB05-646A-5473-0436788C2D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3808" y="1935576"/>
                <a:ext cx="4509790" cy="1418240"/>
              </a:xfrm>
              <a:prstGeom prst="rect">
                <a:avLst/>
              </a:prstGeom>
              <a:blipFill>
                <a:blip r:embed="rId20"/>
                <a:stretch>
                  <a:fillRect l="-2703" t="-4741" r="-1351" b="-905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680DB027-BC4B-96F5-12D2-24D0CF822157}"/>
                  </a:ext>
                </a:extLst>
              </p:cNvPr>
              <p:cNvSpPr/>
              <p:nvPr/>
            </p:nvSpPr>
            <p:spPr>
              <a:xfrm>
                <a:off x="7303807" y="4021653"/>
                <a:ext cx="2877421" cy="55830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Also,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a:rPr lang="en-GB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GB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75−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t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680DB027-BC4B-96F5-12D2-24D0CF8221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3807" y="4021653"/>
                <a:ext cx="2877421" cy="558304"/>
              </a:xfrm>
              <a:prstGeom prst="rect">
                <a:avLst/>
              </a:prstGeom>
              <a:blipFill>
                <a:blip r:embed="rId21"/>
                <a:stretch>
                  <a:fillRect l="-4237" t="-12088" b="-2417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E53C3A6-7D8E-573C-8148-3D96A7AB5213}"/>
                  </a:ext>
                </a:extLst>
              </p:cNvPr>
              <p:cNvSpPr/>
              <p:nvPr/>
            </p:nvSpPr>
            <p:spPr>
              <a:xfrm>
                <a:off x="7312905" y="4649385"/>
                <a:ext cx="2154090" cy="55830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t</m:t>
                    </m:r>
                    <m:r>
                      <a:rPr lang="en-GB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≤75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E53C3A6-7D8E-573C-8148-3D96A7AB52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2905" y="4649385"/>
                <a:ext cx="2154090" cy="558304"/>
              </a:xfrm>
              <a:prstGeom prst="rect">
                <a:avLst/>
              </a:prstGeom>
              <a:blipFill>
                <a:blip r:embed="rId22"/>
                <a:stretch>
                  <a:fillRect l="-5949" t="-12088" b="-2417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CDACB407-076F-C77E-9260-EA15310F6F25}"/>
                  </a:ext>
                </a:extLst>
              </p:cNvPr>
              <p:cNvSpPr/>
              <p:nvPr/>
            </p:nvSpPr>
            <p:spPr>
              <a:xfrm>
                <a:off x="7312905" y="3393921"/>
                <a:ext cx="2675094" cy="55830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So,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t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≥0</m:t>
                    </m:r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&amp; </m:t>
                    </m:r>
                    <m:r>
                      <m:rPr>
                        <m:sty m:val="p"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t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ℕ</m:t>
                    </m:r>
                  </m:oMath>
                </a14:m>
                <a:endParaRPr lang="en-IN" sz="2800" b="0" dirty="0">
                  <a:solidFill>
                    <a:srgbClr val="002060"/>
                  </a:solidFill>
                </a:endParaRPr>
              </a:p>
              <a:p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CDACB407-076F-C77E-9260-EA15310F6F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2905" y="3393921"/>
                <a:ext cx="2675094" cy="558304"/>
              </a:xfrm>
              <a:prstGeom prst="rect">
                <a:avLst/>
              </a:prstGeom>
              <a:blipFill>
                <a:blip r:embed="rId23"/>
                <a:stretch>
                  <a:fillRect l="-4795" t="-12088" b="-2417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EFDDD003-5451-7006-C798-B1925CCD23A6}"/>
                  </a:ext>
                </a:extLst>
              </p:cNvPr>
              <p:cNvSpPr/>
              <p:nvPr/>
            </p:nvSpPr>
            <p:spPr>
              <a:xfrm>
                <a:off x="7312905" y="5275090"/>
                <a:ext cx="4324086" cy="55830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Hence, </a:t>
                </a:r>
                <a14:m>
                  <m:oMath xmlns:m="http://schemas.openxmlformats.org/officeDocument/2006/math"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0≤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t</m:t>
                    </m:r>
                    <m:r>
                      <a:rPr lang="en-GB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≤75</m:t>
                    </m:r>
                    <m:r>
                      <a:rPr lang="en-IN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&amp; 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t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ℕ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EFDDD003-5451-7006-C798-B1925CCD23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2905" y="5275090"/>
                <a:ext cx="4324086" cy="558304"/>
              </a:xfrm>
              <a:prstGeom prst="rect">
                <a:avLst/>
              </a:prstGeom>
              <a:blipFill>
                <a:blip r:embed="rId24"/>
                <a:stretch>
                  <a:fillRect l="-2962" t="-10870" b="-2282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12A697A-BA03-9BEA-FC81-09274A8D854C}"/>
                  </a:ext>
                </a:extLst>
              </p:cNvPr>
              <p:cNvSpPr/>
              <p:nvPr/>
            </p:nvSpPr>
            <p:spPr>
              <a:xfrm>
                <a:off x="9885767" y="4019116"/>
                <a:ext cx="828712" cy="55830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≥0</m:t>
                      </m:r>
                    </m:oMath>
                  </m:oMathPara>
                </a14:m>
                <a:endParaRPr lang="en-IN" sz="2800" b="0" dirty="0">
                  <a:solidFill>
                    <a:srgbClr val="002060"/>
                  </a:solidFill>
                </a:endParaRPr>
              </a:p>
              <a:p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12A697A-BA03-9BEA-FC81-09274A8D85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85767" y="4019116"/>
                <a:ext cx="828712" cy="558304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944463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10" grpId="0"/>
      <p:bldP spid="13" grpId="0"/>
      <p:bldP spid="14" grpId="0"/>
      <p:bldP spid="15" grpId="0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440BEE93-38BF-4145-8E30-54B93E7371AA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Method:7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Example:6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440BEE93-38BF-4145-8E30-54B93E7371A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2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7FF56FE0-733F-46DA-A99F-8D7FAEFDF0CD}"/>
                  </a:ext>
                </a:extLst>
              </p:cNvPr>
              <p:cNvSpPr/>
              <p:nvPr/>
            </p:nvSpPr>
            <p:spPr>
              <a:xfrm>
                <a:off x="1803400" y="965178"/>
                <a:ext cx="10185366" cy="22098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just">
                  <a:tabLst>
                    <a:tab pos="447675" algn="l"/>
                  </a:tabLst>
                </a:pPr>
                <a:r>
                  <a:rPr lang="en-US" sz="2800" dirty="0">
                    <a:solidFill>
                      <a:srgbClr val="002060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An investor has ₹1,20,000 to invest in three types of bonds. Short term, mid-term and long term. Short term pays </a:t>
                </a:r>
                <a14:m>
                  <m:oMath xmlns:m="http://schemas.openxmlformats.org/officeDocument/2006/math">
                    <m:r>
                      <a:rPr lang="en-US" sz="2800" i="1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4%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annually, mid-term pays </a:t>
                </a:r>
                <a14:m>
                  <m:oMath xmlns:m="http://schemas.openxmlformats.org/officeDocument/2006/math">
                    <m:r>
                      <a:rPr lang="en-US" sz="2800" i="1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5%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and long term pay </a:t>
                </a:r>
                <a14:m>
                  <m:oMath xmlns:m="http://schemas.openxmlformats.org/officeDocument/2006/math">
                    <m:r>
                      <a:rPr lang="en-US" sz="2800" i="1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10% .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He has invested equal amount in short term and mid term bonds. How much should he invest in each type to get a total annual income of </a:t>
                </a:r>
                <a14:m>
                  <m:oMath xmlns:m="http://schemas.openxmlformats.org/officeDocument/2006/math">
                    <m:r>
                      <a:rPr lang="en-US" sz="2800" i="1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6%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?</a:t>
                </a:r>
                <a:endParaRPr lang="en-IN" sz="2800" dirty="0">
                  <a:solidFill>
                    <a:srgbClr val="002060"/>
                  </a:solidFill>
                  <a:effectLst/>
                  <a:latin typeface="+mj-lt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7FF56FE0-733F-46DA-A99F-8D7FAEFDF0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3400" y="965178"/>
                <a:ext cx="10185366" cy="2209844"/>
              </a:xfrm>
              <a:prstGeom prst="rect">
                <a:avLst/>
              </a:prstGeom>
              <a:blipFill>
                <a:blip r:embed="rId3"/>
                <a:stretch>
                  <a:fillRect l="-1257" t="-2755" r="-1197" b="-826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12DDFF79-A454-F47C-7DFB-D2A98B36C2C1}"/>
              </a:ext>
            </a:extLst>
          </p:cNvPr>
          <p:cNvSpPr/>
          <p:nvPr/>
        </p:nvSpPr>
        <p:spPr>
          <a:xfrm>
            <a:off x="203234" y="996640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Example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CEF617C9-7F48-A543-7BB5-DD6E9CACAC53}"/>
              </a:ext>
            </a:extLst>
          </p:cNvPr>
          <p:cNvSpPr/>
          <p:nvPr/>
        </p:nvSpPr>
        <p:spPr>
          <a:xfrm>
            <a:off x="203234" y="3389630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IN" sz="2800" dirty="0">
                <a:solidFill>
                  <a:prstClr val="white"/>
                </a:solidFill>
                <a:latin typeface="Roboto Condensed"/>
              </a:rPr>
              <a:t>Solution</a:t>
            </a:r>
            <a:endParaRPr kumimoji="0" lang="en-IN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Condensed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B9838061-7DE0-EB96-D474-9B8BC119FD60}"/>
              </a:ext>
            </a:extLst>
          </p:cNvPr>
          <p:cNvSpPr/>
          <p:nvPr/>
        </p:nvSpPr>
        <p:spPr>
          <a:xfrm>
            <a:off x="1803399" y="3372232"/>
            <a:ext cx="2160000" cy="488568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38100">
            <a:solidFill>
              <a:schemeClr val="tx2">
                <a:lumMod val="40000"/>
                <a:lumOff val="6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Bond Type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F6199F30-B851-E632-9C62-4E007990BD57}"/>
              </a:ext>
            </a:extLst>
          </p:cNvPr>
          <p:cNvSpPr/>
          <p:nvPr/>
        </p:nvSpPr>
        <p:spPr>
          <a:xfrm>
            <a:off x="4123564" y="3369062"/>
            <a:ext cx="2160000" cy="488568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38100">
            <a:solidFill>
              <a:schemeClr val="tx2">
                <a:lumMod val="40000"/>
                <a:lumOff val="6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Interest Rate 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8C94F846-0DE6-EE7A-25EC-C654C8D2DE47}"/>
              </a:ext>
            </a:extLst>
          </p:cNvPr>
          <p:cNvSpPr/>
          <p:nvPr/>
        </p:nvSpPr>
        <p:spPr>
          <a:xfrm>
            <a:off x="6443729" y="3365892"/>
            <a:ext cx="2160000" cy="488568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38100">
            <a:solidFill>
              <a:schemeClr val="tx2">
                <a:lumMod val="40000"/>
                <a:lumOff val="6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Investment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78301814-2F46-927A-90C9-645D68082D36}"/>
              </a:ext>
            </a:extLst>
          </p:cNvPr>
          <p:cNvSpPr/>
          <p:nvPr/>
        </p:nvSpPr>
        <p:spPr>
          <a:xfrm>
            <a:off x="8763894" y="3365892"/>
            <a:ext cx="2160000" cy="488568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38100">
            <a:solidFill>
              <a:schemeClr val="tx2">
                <a:lumMod val="40000"/>
                <a:lumOff val="6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Return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7DE2E920-DD00-84EE-49EE-BBF05A40C285}"/>
              </a:ext>
            </a:extLst>
          </p:cNvPr>
          <p:cNvSpPr/>
          <p:nvPr/>
        </p:nvSpPr>
        <p:spPr>
          <a:xfrm>
            <a:off x="1803399" y="4051670"/>
            <a:ext cx="2160000" cy="48856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Short term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7C230C05-50D9-C496-8881-A64717B7D56A}"/>
              </a:ext>
            </a:extLst>
          </p:cNvPr>
          <p:cNvSpPr/>
          <p:nvPr/>
        </p:nvSpPr>
        <p:spPr>
          <a:xfrm>
            <a:off x="1803399" y="4734278"/>
            <a:ext cx="2160000" cy="48856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Mid term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21E2B587-9B23-957E-DD86-F69835FF40B0}"/>
              </a:ext>
            </a:extLst>
          </p:cNvPr>
          <p:cNvSpPr/>
          <p:nvPr/>
        </p:nvSpPr>
        <p:spPr>
          <a:xfrm>
            <a:off x="1803399" y="5416886"/>
            <a:ext cx="2160000" cy="48856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Long term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BC482822-E62B-846D-0EA6-01DDDD409CC6}"/>
                  </a:ext>
                </a:extLst>
              </p:cNvPr>
              <p:cNvSpPr/>
              <p:nvPr/>
            </p:nvSpPr>
            <p:spPr>
              <a:xfrm>
                <a:off x="4123564" y="4051670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%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BC482822-E62B-846D-0EA6-01DDDD409C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23564" y="4051670"/>
                <a:ext cx="2160000" cy="4885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BED68ED-2678-A618-BB15-C94FD7C0D607}"/>
                  </a:ext>
                </a:extLst>
              </p:cNvPr>
              <p:cNvSpPr/>
              <p:nvPr/>
            </p:nvSpPr>
            <p:spPr>
              <a:xfrm>
                <a:off x="4123564" y="4734278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%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BED68ED-2678-A618-BB15-C94FD7C0D60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23564" y="4734278"/>
                <a:ext cx="2160000" cy="48856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D1F9622F-D358-7178-5735-A8456505C6A1}"/>
                  </a:ext>
                </a:extLst>
              </p:cNvPr>
              <p:cNvSpPr/>
              <p:nvPr/>
            </p:nvSpPr>
            <p:spPr>
              <a:xfrm>
                <a:off x="4123564" y="5416886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10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%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D1F9622F-D358-7178-5735-A8456505C6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23564" y="5416886"/>
                <a:ext cx="2160000" cy="48856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C7429567-E15F-078B-F28B-2934EF46A198}"/>
                  </a:ext>
                </a:extLst>
              </p:cNvPr>
              <p:cNvSpPr/>
              <p:nvPr/>
            </p:nvSpPr>
            <p:spPr>
              <a:xfrm>
                <a:off x="6443729" y="4039038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C7429567-E15F-078B-F28B-2934EF46A1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3729" y="4039038"/>
                <a:ext cx="2160000" cy="48856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9BB2912D-243C-540C-8F96-210065B5E4EE}"/>
                  </a:ext>
                </a:extLst>
              </p:cNvPr>
              <p:cNvSpPr/>
              <p:nvPr/>
            </p:nvSpPr>
            <p:spPr>
              <a:xfrm>
                <a:off x="6443729" y="4721646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9BB2912D-243C-540C-8F96-210065B5E4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3729" y="4721646"/>
                <a:ext cx="2160000" cy="48856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FDA9320A-2E78-E852-B7A0-963CC6EBBEF3}"/>
                  </a:ext>
                </a:extLst>
              </p:cNvPr>
              <p:cNvSpPr/>
              <p:nvPr/>
            </p:nvSpPr>
            <p:spPr>
              <a:xfrm>
                <a:off x="6443729" y="5404254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FDA9320A-2E78-E852-B7A0-963CC6EBBE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3729" y="5404254"/>
                <a:ext cx="2160000" cy="4885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56482343-6A6A-6502-A601-F5A4BB24BB10}"/>
                  </a:ext>
                </a:extLst>
              </p:cNvPr>
              <p:cNvSpPr/>
              <p:nvPr/>
            </p:nvSpPr>
            <p:spPr>
              <a:xfrm>
                <a:off x="8763894" y="4051670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0.0</m:t>
                      </m:r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56482343-6A6A-6502-A601-F5A4BB24BB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63894" y="4051670"/>
                <a:ext cx="2160000" cy="488568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F9BDDFB-7219-46ED-7704-D83C664736E8}"/>
                  </a:ext>
                </a:extLst>
              </p:cNvPr>
              <p:cNvSpPr/>
              <p:nvPr/>
            </p:nvSpPr>
            <p:spPr>
              <a:xfrm>
                <a:off x="8763894" y="4734278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0.0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F9BDDFB-7219-46ED-7704-D83C664736E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63894" y="4734278"/>
                <a:ext cx="2160000" cy="488568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4C73358-853E-D168-9953-5F16CFB5B5ED}"/>
                  </a:ext>
                </a:extLst>
              </p:cNvPr>
              <p:cNvSpPr/>
              <p:nvPr/>
            </p:nvSpPr>
            <p:spPr>
              <a:xfrm>
                <a:off x="8763894" y="5416886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0.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4C73358-853E-D168-9953-5F16CFB5B5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63894" y="5416886"/>
                <a:ext cx="2160000" cy="488568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800592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9" grpId="0" animBg="1"/>
      <p:bldP spid="20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2" grpId="0" animBg="1"/>
      <p:bldP spid="33" grpId="0" animBg="1"/>
      <p:bldP spid="34" grpId="0" animBg="1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3E9C16-FF93-5BAF-1298-8A941E9D11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252BF802-6C72-E741-D171-876D7A49715B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Method:7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Example:6(Continue)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252BF802-6C72-E741-D171-876D7A49715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Rectangle 16">
            <a:extLst>
              <a:ext uri="{FF2B5EF4-FFF2-40B4-BE49-F238E27FC236}">
                <a16:creationId xmlns:a16="http://schemas.microsoft.com/office/drawing/2014/main" id="{0F807242-FFAA-468C-FD64-486DCAC9404C}"/>
              </a:ext>
            </a:extLst>
          </p:cNvPr>
          <p:cNvSpPr/>
          <p:nvPr/>
        </p:nvSpPr>
        <p:spPr>
          <a:xfrm>
            <a:off x="1822449" y="1000770"/>
            <a:ext cx="2160000" cy="488568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38100">
            <a:solidFill>
              <a:schemeClr val="tx2">
                <a:lumMod val="40000"/>
                <a:lumOff val="6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Bond Type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848A36D9-BD6C-88E8-6C7B-344AD6858196}"/>
              </a:ext>
            </a:extLst>
          </p:cNvPr>
          <p:cNvSpPr/>
          <p:nvPr/>
        </p:nvSpPr>
        <p:spPr>
          <a:xfrm>
            <a:off x="4142614" y="997600"/>
            <a:ext cx="2160000" cy="488568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38100">
            <a:solidFill>
              <a:schemeClr val="tx2">
                <a:lumMod val="40000"/>
                <a:lumOff val="6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Interest Rate 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9BAACB51-3839-EEBA-991C-447E1EC916D0}"/>
              </a:ext>
            </a:extLst>
          </p:cNvPr>
          <p:cNvSpPr/>
          <p:nvPr/>
        </p:nvSpPr>
        <p:spPr>
          <a:xfrm>
            <a:off x="6462779" y="994430"/>
            <a:ext cx="2160000" cy="488568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38100">
            <a:solidFill>
              <a:schemeClr val="tx2">
                <a:lumMod val="40000"/>
                <a:lumOff val="6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Investment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E6E3888-AB15-6A38-D894-64D8962DCA32}"/>
              </a:ext>
            </a:extLst>
          </p:cNvPr>
          <p:cNvSpPr/>
          <p:nvPr/>
        </p:nvSpPr>
        <p:spPr>
          <a:xfrm>
            <a:off x="8782944" y="994430"/>
            <a:ext cx="2160000" cy="488568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38100">
            <a:solidFill>
              <a:schemeClr val="tx2">
                <a:lumMod val="40000"/>
                <a:lumOff val="6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Return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261C189C-4A03-50AE-F242-1E5FD4E5357F}"/>
              </a:ext>
            </a:extLst>
          </p:cNvPr>
          <p:cNvSpPr/>
          <p:nvPr/>
        </p:nvSpPr>
        <p:spPr>
          <a:xfrm>
            <a:off x="1822449" y="1680208"/>
            <a:ext cx="2160000" cy="48856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Short term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743C2833-228E-E21B-CB80-9B62120C002B}"/>
              </a:ext>
            </a:extLst>
          </p:cNvPr>
          <p:cNvSpPr/>
          <p:nvPr/>
        </p:nvSpPr>
        <p:spPr>
          <a:xfrm>
            <a:off x="1822449" y="2362816"/>
            <a:ext cx="2160000" cy="48856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Mid term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25365EE3-F166-684C-F0BA-F19E428A717C}"/>
              </a:ext>
            </a:extLst>
          </p:cNvPr>
          <p:cNvSpPr/>
          <p:nvPr/>
        </p:nvSpPr>
        <p:spPr>
          <a:xfrm>
            <a:off x="1822449" y="3045424"/>
            <a:ext cx="2160000" cy="48856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Long term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D8ED7150-DC02-A325-A811-A1D37178D5BB}"/>
                  </a:ext>
                </a:extLst>
              </p:cNvPr>
              <p:cNvSpPr/>
              <p:nvPr/>
            </p:nvSpPr>
            <p:spPr>
              <a:xfrm>
                <a:off x="4142614" y="1680208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%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D8ED7150-DC02-A325-A811-A1D37178D5B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2614" y="1680208"/>
                <a:ext cx="2160000" cy="4885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79C87711-F1C1-8548-924C-4DDA626BD64D}"/>
                  </a:ext>
                </a:extLst>
              </p:cNvPr>
              <p:cNvSpPr/>
              <p:nvPr/>
            </p:nvSpPr>
            <p:spPr>
              <a:xfrm>
                <a:off x="4142614" y="2362816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%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79C87711-F1C1-8548-924C-4DDA626BD6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2614" y="2362816"/>
                <a:ext cx="2160000" cy="48856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8C0AA56A-90C6-73E9-7959-4749403C7BCF}"/>
                  </a:ext>
                </a:extLst>
              </p:cNvPr>
              <p:cNvSpPr/>
              <p:nvPr/>
            </p:nvSpPr>
            <p:spPr>
              <a:xfrm>
                <a:off x="4142614" y="3045424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10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%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8C0AA56A-90C6-73E9-7959-4749403C7B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2614" y="3045424"/>
                <a:ext cx="2160000" cy="48856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A062FA76-B12D-4E7A-3422-4681142E459B}"/>
                  </a:ext>
                </a:extLst>
              </p:cNvPr>
              <p:cNvSpPr/>
              <p:nvPr/>
            </p:nvSpPr>
            <p:spPr>
              <a:xfrm>
                <a:off x="6462779" y="1667576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A062FA76-B12D-4E7A-3422-4681142E45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2779" y="1667576"/>
                <a:ext cx="2160000" cy="48856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25BC4674-F2DD-12E5-D403-4E2CB55C9D10}"/>
                  </a:ext>
                </a:extLst>
              </p:cNvPr>
              <p:cNvSpPr/>
              <p:nvPr/>
            </p:nvSpPr>
            <p:spPr>
              <a:xfrm>
                <a:off x="6462779" y="2350184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25BC4674-F2DD-12E5-D403-4E2CB55C9D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2779" y="2350184"/>
                <a:ext cx="2160000" cy="48856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5E207FD2-C857-8937-F246-6F16D785E810}"/>
                  </a:ext>
                </a:extLst>
              </p:cNvPr>
              <p:cNvSpPr/>
              <p:nvPr/>
            </p:nvSpPr>
            <p:spPr>
              <a:xfrm>
                <a:off x="6462779" y="3032792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5E207FD2-C857-8937-F246-6F16D785E8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2779" y="3032792"/>
                <a:ext cx="2160000" cy="4885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47122F48-B7D0-7A94-7761-5A07FA9C8013}"/>
                  </a:ext>
                </a:extLst>
              </p:cNvPr>
              <p:cNvSpPr/>
              <p:nvPr/>
            </p:nvSpPr>
            <p:spPr>
              <a:xfrm>
                <a:off x="8782944" y="1680208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0.0</m:t>
                      </m:r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47122F48-B7D0-7A94-7761-5A07FA9C80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2944" y="1680208"/>
                <a:ext cx="2160000" cy="488568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7422E39-B1D6-0F74-E92B-B4CFF4E7F45A}"/>
                  </a:ext>
                </a:extLst>
              </p:cNvPr>
              <p:cNvSpPr/>
              <p:nvPr/>
            </p:nvSpPr>
            <p:spPr>
              <a:xfrm>
                <a:off x="8782944" y="2362816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0.0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7422E39-B1D6-0F74-E92B-B4CFF4E7F4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2944" y="2362816"/>
                <a:ext cx="2160000" cy="488568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E7F5F26-679E-6598-B117-837A26473621}"/>
                  </a:ext>
                </a:extLst>
              </p:cNvPr>
              <p:cNvSpPr/>
              <p:nvPr/>
            </p:nvSpPr>
            <p:spPr>
              <a:xfrm>
                <a:off x="8782944" y="3045424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0.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E7F5F26-679E-6598-B117-837A2647362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2944" y="3045424"/>
                <a:ext cx="2160000" cy="488568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72BE6FCC-3EFA-F4D7-CACB-301531B6E77F}"/>
              </a:ext>
            </a:extLst>
          </p:cNvPr>
          <p:cNvSpPr/>
          <p:nvPr/>
        </p:nvSpPr>
        <p:spPr>
          <a:xfrm>
            <a:off x="203234" y="996640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 algn="ctr">
              <a:defRPr/>
            </a:pPr>
            <a:r>
              <a:rPr lang="en-IN" sz="2800" dirty="0">
                <a:solidFill>
                  <a:prstClr val="white"/>
                </a:solidFill>
              </a:rPr>
              <a:t>Solution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CEA9370-A95C-41CE-22D5-E4D950A8602F}"/>
              </a:ext>
            </a:extLst>
          </p:cNvPr>
          <p:cNvSpPr/>
          <p:nvPr/>
        </p:nvSpPr>
        <p:spPr>
          <a:xfrm>
            <a:off x="203234" y="3774964"/>
            <a:ext cx="10896566" cy="523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just">
              <a:tabLst>
                <a:tab pos="447675" algn="l"/>
              </a:tabLst>
            </a:pPr>
            <a:r>
              <a:rPr lang="en-US" sz="2800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Since, An investor has ₹1,20,000 to invest in three types of bonds. </a:t>
            </a:r>
            <a:endParaRPr lang="en-IN" sz="2800" dirty="0">
              <a:solidFill>
                <a:srgbClr val="002060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16E35F38-89AA-6A5A-1714-5C257443467D}"/>
              </a:ext>
            </a:extLst>
          </p:cNvPr>
          <p:cNvSpPr/>
          <p:nvPr/>
        </p:nvSpPr>
        <p:spPr>
          <a:xfrm>
            <a:off x="6462780" y="994430"/>
            <a:ext cx="2160000" cy="2539562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rgbClr val="FF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CA62DBE-B27F-3DC6-7370-7AA3ABFD084B}"/>
                  </a:ext>
                </a:extLst>
              </p:cNvPr>
              <p:cNvSpPr txBox="1"/>
              <p:nvPr/>
            </p:nvSpPr>
            <p:spPr>
              <a:xfrm>
                <a:off x="203234" y="4372947"/>
                <a:ext cx="408936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>
                      <a:solidFill>
                        <a:srgbClr val="0070C0"/>
                      </a:solidFill>
                    </a:uFill>
                    <a:latin typeface="+mj-lt"/>
                    <a:ea typeface="Cambria Math" panose="02040503050406030204" pitchFamily="18" charset="0"/>
                    <a:cs typeface="Shruti" panose="020B0502040204020203" pitchFamily="34" charset="0"/>
                  </a:rPr>
                  <a:t>i.e.</a:t>
                </a: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>
                      <a:solidFill>
                        <a:srgbClr val="0070C0"/>
                      </a:solidFill>
                    </a:uFill>
                    <a:latin typeface="Cambria Math" panose="02040503050406030204" pitchFamily="18" charset="0"/>
                    <a:ea typeface="Cambria Math" panose="02040503050406030204" pitchFamily="18" charset="0"/>
                    <a:cs typeface="Shruti" panose="020B0502040204020203" pitchFamily="34" charset="0"/>
                  </a:rPr>
                  <a:t>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x</m:t>
                    </m:r>
                    <m: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+</m:t>
                    </m:r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x</m:t>
                    </m:r>
                    <m: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+</m:t>
                    </m:r>
                    <m:r>
                      <m:rPr>
                        <m:sty m:val="p"/>
                      </m:rP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y</m:t>
                    </m:r>
                    <m:r>
                      <a: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=1,20,000 </m:t>
                    </m:r>
                  </m:oMath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Cambria Math" panose="020405030504060302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CA62DBE-B27F-3DC6-7370-7AA3ABFD08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234" y="4372947"/>
                <a:ext cx="4089366" cy="523220"/>
              </a:xfrm>
              <a:prstGeom prst="rect">
                <a:avLst/>
              </a:prstGeom>
              <a:blipFill>
                <a:blip r:embed="rId13"/>
                <a:stretch>
                  <a:fillRect l="-2981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F83676E0-D55B-A5B8-EBB0-138B7B6AD694}"/>
                  </a:ext>
                </a:extLst>
              </p:cNvPr>
              <p:cNvSpPr txBox="1"/>
              <p:nvPr/>
            </p:nvSpPr>
            <p:spPr>
              <a:xfrm>
                <a:off x="203234" y="4970929"/>
                <a:ext cx="349246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x</m:t>
                      </m:r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y</m:t>
                      </m:r>
                      <m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=1,20,000 </m:t>
                      </m:r>
                    </m:oMath>
                  </m:oMathPara>
                </a14:m>
                <a:endParaRPr kumimoji="0" lang="en-I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Cambria Math" panose="020405030504060302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F83676E0-D55B-A5B8-EBB0-138B7B6AD6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234" y="4970929"/>
                <a:ext cx="349246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98144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7" grpId="1" animBg="1"/>
      <p:bldP spid="9" grpId="0"/>
      <p:bldP spid="10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027DC7-21C9-153C-B124-CA2C6BDE84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F95741CD-5863-EAD6-8B23-D93D9E645C09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Method:7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Example:6(Continue)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F95741CD-5863-EAD6-8B23-D93D9E645C0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Rectangle 16">
            <a:extLst>
              <a:ext uri="{FF2B5EF4-FFF2-40B4-BE49-F238E27FC236}">
                <a16:creationId xmlns:a16="http://schemas.microsoft.com/office/drawing/2014/main" id="{80F1135C-0311-49E6-9C9F-97227CDADB44}"/>
              </a:ext>
            </a:extLst>
          </p:cNvPr>
          <p:cNvSpPr/>
          <p:nvPr/>
        </p:nvSpPr>
        <p:spPr>
          <a:xfrm>
            <a:off x="1822449" y="1000770"/>
            <a:ext cx="2160000" cy="488568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38100">
            <a:solidFill>
              <a:schemeClr val="tx2">
                <a:lumMod val="40000"/>
                <a:lumOff val="6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Bond Type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FD0BEE81-26DF-C9A8-A370-34243D3EE0AE}"/>
              </a:ext>
            </a:extLst>
          </p:cNvPr>
          <p:cNvSpPr/>
          <p:nvPr/>
        </p:nvSpPr>
        <p:spPr>
          <a:xfrm>
            <a:off x="4142614" y="997600"/>
            <a:ext cx="2160000" cy="488568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38100">
            <a:solidFill>
              <a:schemeClr val="tx2">
                <a:lumMod val="40000"/>
                <a:lumOff val="6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Interest Rate 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3940718-08D8-2570-A19E-1850F3D5CD07}"/>
              </a:ext>
            </a:extLst>
          </p:cNvPr>
          <p:cNvSpPr/>
          <p:nvPr/>
        </p:nvSpPr>
        <p:spPr>
          <a:xfrm>
            <a:off x="6462779" y="994430"/>
            <a:ext cx="2160000" cy="488568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38100">
            <a:solidFill>
              <a:schemeClr val="tx2">
                <a:lumMod val="40000"/>
                <a:lumOff val="6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Investment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60376688-704A-25B3-F86D-C65335038780}"/>
              </a:ext>
            </a:extLst>
          </p:cNvPr>
          <p:cNvSpPr/>
          <p:nvPr/>
        </p:nvSpPr>
        <p:spPr>
          <a:xfrm>
            <a:off x="8782944" y="994430"/>
            <a:ext cx="2160000" cy="488568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38100">
            <a:solidFill>
              <a:schemeClr val="tx2">
                <a:lumMod val="40000"/>
                <a:lumOff val="6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b="1" dirty="0">
                <a:solidFill>
                  <a:srgbClr val="002060"/>
                </a:solid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Return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BA718CF1-6580-5AC5-C3A8-450626099EE1}"/>
              </a:ext>
            </a:extLst>
          </p:cNvPr>
          <p:cNvSpPr/>
          <p:nvPr/>
        </p:nvSpPr>
        <p:spPr>
          <a:xfrm>
            <a:off x="1822449" y="1680208"/>
            <a:ext cx="2160000" cy="48856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Short term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9F60FA9D-9930-D2E9-DA83-7BC1ADE05D1E}"/>
              </a:ext>
            </a:extLst>
          </p:cNvPr>
          <p:cNvSpPr/>
          <p:nvPr/>
        </p:nvSpPr>
        <p:spPr>
          <a:xfrm>
            <a:off x="1822449" y="2362816"/>
            <a:ext cx="2160000" cy="48856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Mid term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616F4EB1-3AA2-9728-56FE-18E232B92F72}"/>
              </a:ext>
            </a:extLst>
          </p:cNvPr>
          <p:cNvSpPr/>
          <p:nvPr/>
        </p:nvSpPr>
        <p:spPr>
          <a:xfrm>
            <a:off x="1822449" y="3045424"/>
            <a:ext cx="2160000" cy="48856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</a:rPr>
              <a:t>Long term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FFD656B-457B-C591-912B-3EB11FD851C6}"/>
                  </a:ext>
                </a:extLst>
              </p:cNvPr>
              <p:cNvSpPr/>
              <p:nvPr/>
            </p:nvSpPr>
            <p:spPr>
              <a:xfrm>
                <a:off x="4142614" y="1680208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%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FFD656B-457B-C591-912B-3EB11FD851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2614" y="1680208"/>
                <a:ext cx="2160000" cy="4885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3B6EED04-9544-9A08-65D2-8BEB9FDAEC86}"/>
                  </a:ext>
                </a:extLst>
              </p:cNvPr>
              <p:cNvSpPr/>
              <p:nvPr/>
            </p:nvSpPr>
            <p:spPr>
              <a:xfrm>
                <a:off x="4142614" y="2362816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%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3B6EED04-9544-9A08-65D2-8BEB9FDAEC8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2614" y="2362816"/>
                <a:ext cx="2160000" cy="48856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91BB1640-72E0-3B40-13C3-E3F24C5E2336}"/>
                  </a:ext>
                </a:extLst>
              </p:cNvPr>
              <p:cNvSpPr/>
              <p:nvPr/>
            </p:nvSpPr>
            <p:spPr>
              <a:xfrm>
                <a:off x="4142614" y="3045424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10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%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91BB1640-72E0-3B40-13C3-E3F24C5E23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2614" y="3045424"/>
                <a:ext cx="2160000" cy="48856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0A88E4CF-5580-F054-057E-823C19A7E69B}"/>
                  </a:ext>
                </a:extLst>
              </p:cNvPr>
              <p:cNvSpPr/>
              <p:nvPr/>
            </p:nvSpPr>
            <p:spPr>
              <a:xfrm>
                <a:off x="6462779" y="1667576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0A88E4CF-5580-F054-057E-823C19A7E6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2779" y="1667576"/>
                <a:ext cx="2160000" cy="48856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30E6BC0E-FE43-805B-0F91-9D7339AA3F28}"/>
                  </a:ext>
                </a:extLst>
              </p:cNvPr>
              <p:cNvSpPr/>
              <p:nvPr/>
            </p:nvSpPr>
            <p:spPr>
              <a:xfrm>
                <a:off x="6462779" y="2350184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30E6BC0E-FE43-805B-0F91-9D7339AA3F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2779" y="2350184"/>
                <a:ext cx="2160000" cy="48856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89E04984-2734-3067-D030-F3F83C8FD9A7}"/>
                  </a:ext>
                </a:extLst>
              </p:cNvPr>
              <p:cNvSpPr/>
              <p:nvPr/>
            </p:nvSpPr>
            <p:spPr>
              <a:xfrm>
                <a:off x="6462779" y="3032792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89E04984-2734-3067-D030-F3F83C8FD9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2779" y="3032792"/>
                <a:ext cx="2160000" cy="4885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1ED0CB40-3547-7412-4C6D-8DDD67C7EEEE}"/>
                  </a:ext>
                </a:extLst>
              </p:cNvPr>
              <p:cNvSpPr/>
              <p:nvPr/>
            </p:nvSpPr>
            <p:spPr>
              <a:xfrm>
                <a:off x="8782944" y="1680208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0.0</m:t>
                      </m:r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1ED0CB40-3547-7412-4C6D-8DDD67C7EE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2944" y="1680208"/>
                <a:ext cx="2160000" cy="488568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4889FA7D-8683-C50A-1552-DC6B51B1A224}"/>
                  </a:ext>
                </a:extLst>
              </p:cNvPr>
              <p:cNvSpPr/>
              <p:nvPr/>
            </p:nvSpPr>
            <p:spPr>
              <a:xfrm>
                <a:off x="8782944" y="2362816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0.0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4889FA7D-8683-C50A-1552-DC6B51B1A2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2944" y="2362816"/>
                <a:ext cx="2160000" cy="488568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847F3D2-409E-D425-CB20-D1BC2E418C67}"/>
                  </a:ext>
                </a:extLst>
              </p:cNvPr>
              <p:cNvSpPr/>
              <p:nvPr/>
            </p:nvSpPr>
            <p:spPr>
              <a:xfrm>
                <a:off x="8782944" y="3045424"/>
                <a:ext cx="2160000" cy="488568"/>
              </a:xfrm>
              <a:prstGeom prst="rect">
                <a:avLst/>
              </a:prstGeom>
              <a:noFill/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0.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847F3D2-409E-D425-CB20-D1BC2E418C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82944" y="3045424"/>
                <a:ext cx="2160000" cy="488568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solidFill>
                  <a:schemeClr val="tx1">
                    <a:lumMod val="90000"/>
                    <a:lumOff val="10000"/>
                  </a:schemeClr>
                </a:solidFill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E0BC766C-EAEA-A53A-91E3-90779116BA35}"/>
              </a:ext>
            </a:extLst>
          </p:cNvPr>
          <p:cNvSpPr/>
          <p:nvPr/>
        </p:nvSpPr>
        <p:spPr>
          <a:xfrm>
            <a:off x="203234" y="996640"/>
            <a:ext cx="1440000" cy="468000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 algn="ctr">
              <a:defRPr/>
            </a:pPr>
            <a:r>
              <a:rPr lang="en-IN" sz="2800" dirty="0">
                <a:solidFill>
                  <a:prstClr val="white"/>
                </a:solidFill>
              </a:rPr>
              <a:t>Solution</a:t>
            </a:r>
          </a:p>
        </p:txBody>
      </p:sp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C7C913C9-62A5-F831-DED2-51F32F2DFE07}"/>
              </a:ext>
            </a:extLst>
          </p:cNvPr>
          <p:cNvSpPr/>
          <p:nvPr/>
        </p:nvSpPr>
        <p:spPr>
          <a:xfrm>
            <a:off x="8782944" y="994430"/>
            <a:ext cx="2160000" cy="2539562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rgbClr val="FF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4FA9126-5B31-DE8F-3D12-A694D081E23B}"/>
                  </a:ext>
                </a:extLst>
              </p:cNvPr>
              <p:cNvSpPr/>
              <p:nvPr/>
            </p:nvSpPr>
            <p:spPr>
              <a:xfrm>
                <a:off x="203234" y="3774964"/>
                <a:ext cx="10896566" cy="52322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just">
                  <a:tabLst>
                    <a:tab pos="447675" algn="l"/>
                  </a:tabLst>
                </a:pPr>
                <a:r>
                  <a:rPr lang="en-US" sz="2800" dirty="0">
                    <a:solidFill>
                      <a:srgbClr val="002060"/>
                    </a:solidFill>
                    <a:ea typeface="Calibri" panose="020F0502020204030204" pitchFamily="34" charset="0"/>
                    <a:cs typeface="Shruti" panose="020B0502040204020203" pitchFamily="34" charset="0"/>
                  </a:rPr>
                  <a:t>Since, An investor wants </a:t>
                </a:r>
                <a14:m>
                  <m:oMath xmlns:m="http://schemas.openxmlformats.org/officeDocument/2006/math">
                    <m:r>
                      <a:rPr lang="en-US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6%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  <a:ea typeface="Calibri" panose="020F0502020204030204" pitchFamily="34" charset="0"/>
                    <a:cs typeface="Shruti" panose="020B0502040204020203" pitchFamily="34" charset="0"/>
                  </a:rPr>
                  <a:t> return on total investment of ₹1,20,000. </a:t>
                </a:r>
                <a:endParaRPr lang="en-IN" sz="2800" dirty="0">
                  <a:solidFill>
                    <a:srgbClr val="002060"/>
                  </a:solidFill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4FA9126-5B31-DE8F-3D12-A694D081E2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234" y="3774964"/>
                <a:ext cx="10896566" cy="523221"/>
              </a:xfrm>
              <a:prstGeom prst="rect">
                <a:avLst/>
              </a:prstGeom>
              <a:blipFill>
                <a:blip r:embed="rId13"/>
                <a:stretch>
                  <a:fillRect l="-1119" t="-11628" b="-3139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47D1A807-BAB4-57B4-0638-DEF79DF9F523}"/>
                  </a:ext>
                </a:extLst>
              </p:cNvPr>
              <p:cNvSpPr txBox="1"/>
              <p:nvPr/>
            </p:nvSpPr>
            <p:spPr>
              <a:xfrm>
                <a:off x="203234" y="4372947"/>
                <a:ext cx="975356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>
                  <a:defRPr/>
                </a:pPr>
                <a:r>
                  <a:rPr lang="en-US" sz="2800" dirty="0">
                    <a:solidFill>
                      <a:srgbClr val="002060"/>
                    </a:solidFill>
                    <a:uFill>
                      <a:solidFill>
                        <a:srgbClr val="0070C0"/>
                      </a:solidFill>
                    </a:uFill>
                    <a:ea typeface="Cambria Math" panose="02040503050406030204" pitchFamily="18" charset="0"/>
                    <a:cs typeface="Shruti" panose="020B0502040204020203" pitchFamily="34" charset="0"/>
                  </a:rPr>
                  <a:t>i.e. </a:t>
                </a:r>
                <a14:m>
                  <m:oMath xmlns:m="http://schemas.openxmlformats.org/officeDocument/2006/math">
                    <m: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0.04</m:t>
                    </m:r>
                    <m:r>
                      <m:rPr>
                        <m:sty m:val="p"/>
                      </m:rP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+ 0.05</m:t>
                    </m:r>
                    <m:r>
                      <m:rPr>
                        <m:sty m:val="p"/>
                      </m:rP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+ 0.10</m:t>
                    </m:r>
                    <m:r>
                      <m:rPr>
                        <m:sty m:val="p"/>
                      </m:rP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y</m:t>
                    </m:r>
                    <m:r>
                      <a:rPr lang="en-US" sz="2800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=</m:t>
                    </m:r>
                    <m:r>
                      <a:rPr lang="en-IN" sz="2800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6</m:t>
                    </m:r>
                    <m:r>
                      <a:rPr lang="en-IN" sz="2800" b="0" i="0" dirty="0" smtClean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 %</m:t>
                    </m:r>
                    <m:r>
                      <a:rPr lang="en-IN" sz="2800" i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×</m:t>
                    </m:r>
                    <m:r>
                      <a:rPr lang="en-US" sz="2800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1,20,000 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Cambria Math" panose="020405030504060302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47D1A807-BAB4-57B4-0638-DEF79DF9F5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234" y="4372947"/>
                <a:ext cx="9753566" cy="523220"/>
              </a:xfrm>
              <a:prstGeom prst="rect">
                <a:avLst/>
              </a:prstGeom>
              <a:blipFill>
                <a:blip r:embed="rId14"/>
                <a:stretch>
                  <a:fillRect l="-125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52E6210-A07F-AC00-CC6F-CAB50EC86B79}"/>
                  </a:ext>
                </a:extLst>
              </p:cNvPr>
              <p:cNvSpPr txBox="1"/>
              <p:nvPr/>
            </p:nvSpPr>
            <p:spPr>
              <a:xfrm>
                <a:off x="203234" y="4970929"/>
                <a:ext cx="420366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0.09</m:t>
                      </m:r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x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+0.10</m:t>
                      </m:r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y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=7200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Cambria Math" panose="020405030504060302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52E6210-A07F-AC00-CC6F-CAB50EC86B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234" y="4970929"/>
                <a:ext cx="4203666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61103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1" grpId="1" animBg="1"/>
      <p:bldP spid="3" grpId="0"/>
      <p:bldP spid="4" grpId="0"/>
      <p:bldP spid="8" grpId="0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BBB2FA0-F61E-48D1-9E11-793D0B4509EE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Method:7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Example:6(Continue)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3BBB2FA0-F61E-48D1-9E11-793D0B4509E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3B9DBFF8-EA9F-C907-9391-56AEA8889F1B}"/>
                  </a:ext>
                </a:extLst>
              </p:cNvPr>
              <p:cNvSpPr/>
              <p:nvPr/>
            </p:nvSpPr>
            <p:spPr>
              <a:xfrm>
                <a:off x="328207" y="1698832"/>
                <a:ext cx="10467172" cy="5905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Let’s write above system in </a:t>
                </a:r>
                <a14:m>
                  <m:oMath xmlns:m="http://schemas.openxmlformats.org/officeDocument/2006/math"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𝐀𝐗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  <m:r>
                      <a:rPr lang="en-IN" sz="2800" b="1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b="0" i="0" dirty="0">
                    <a:solidFill>
                      <a:srgbClr val="002060"/>
                    </a:solidFill>
                    <a:latin typeface="+mj-lt"/>
                  </a:rPr>
                  <a:t>form.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3B9DBFF8-EA9F-C907-9391-56AEA8889F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207" y="1698832"/>
                <a:ext cx="10467172" cy="590566"/>
              </a:xfrm>
              <a:prstGeom prst="rect">
                <a:avLst/>
              </a:prstGeom>
              <a:blipFill>
                <a:blip r:embed="rId4"/>
                <a:stretch>
                  <a:fillRect l="-1223" t="-11340" b="-1649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AED43278-9346-1748-6039-DE2A37DDFCB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761605" y="2345847"/>
                <a:ext cx="2675344" cy="78569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a:rPr lang="en-US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,20,000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7200</m:t>
                                </m:r>
                              </m:e>
                            </m:mr>
                          </m:m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Content Placeholder 4">
                <a:extLst>
                  <a:ext uri="{FF2B5EF4-FFF2-40B4-BE49-F238E27FC236}">
                    <a16:creationId xmlns:a16="http://schemas.microsoft.com/office/drawing/2014/main" id="{AED43278-9346-1748-6039-DE2A37DDFC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1605" y="2345847"/>
                <a:ext cx="2675344" cy="78569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78C5E650-8E2F-DA4E-84C3-9D09F851B68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876631" y="2285318"/>
                <a:ext cx="1590305" cy="785695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sty m:val="p"/>
                                    <m:brk m:alnAt="7"/>
                                  </m:rP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sty m:val="p"/>
                                  </m:rP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y</m:t>
                                </m:r>
                              </m:e>
                            </m:mr>
                          </m: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Content Placeholder 4">
                <a:extLst>
                  <a:ext uri="{FF2B5EF4-FFF2-40B4-BE49-F238E27FC236}">
                    <a16:creationId xmlns:a16="http://schemas.microsoft.com/office/drawing/2014/main" id="{78C5E650-8E2F-DA4E-84C3-9D09F851B6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76631" y="2285318"/>
                <a:ext cx="1590305" cy="78569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8" name="Group 27">
            <a:extLst>
              <a:ext uri="{FF2B5EF4-FFF2-40B4-BE49-F238E27FC236}">
                <a16:creationId xmlns:a16="http://schemas.microsoft.com/office/drawing/2014/main" id="{4F6D2653-320E-5E5D-B3BF-711ADE3C3951}"/>
              </a:ext>
            </a:extLst>
          </p:cNvPr>
          <p:cNvGrpSpPr/>
          <p:nvPr/>
        </p:nvGrpSpPr>
        <p:grpSpPr>
          <a:xfrm>
            <a:off x="1019091" y="4085345"/>
            <a:ext cx="5482101" cy="845221"/>
            <a:chOff x="964617" y="3178937"/>
            <a:chExt cx="5173003" cy="845221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" name="Content Placeholder 4">
                  <a:extLst>
                    <a:ext uri="{FF2B5EF4-FFF2-40B4-BE49-F238E27FC236}">
                      <a16:creationId xmlns:a16="http://schemas.microsoft.com/office/drawing/2014/main" id="{58F72542-9715-54A0-7A84-8D36A0DA067D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964617" y="3178937"/>
                  <a:ext cx="5173003" cy="845221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t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|"/>
                            <m:ctrlPr>
                              <a:rPr lang="en-US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US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  <m: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B</m:t>
                        </m:r>
                        <m: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]=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120000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0.09</m:t>
                                  </m:r>
                                </m:e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0.10</m:t>
                                  </m:r>
                                </m:e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7200</m:t>
                                  </m:r>
                                </m:e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11" name="Content Placeholder 4">
                  <a:extLst>
                    <a:ext uri="{FF2B5EF4-FFF2-40B4-BE49-F238E27FC236}">
                      <a16:creationId xmlns:a16="http://schemas.microsoft.com/office/drawing/2014/main" id="{58F72542-9715-54A0-7A84-8D36A0DA067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64617" y="3178937"/>
                  <a:ext cx="5173003" cy="845221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B9D4829-3195-B9FD-023D-72CE4C21B458}"/>
                </a:ext>
              </a:extLst>
            </p:cNvPr>
            <p:cNvCxnSpPr>
              <a:cxnSpLocks/>
            </p:cNvCxnSpPr>
            <p:nvPr/>
          </p:nvCxnSpPr>
          <p:spPr>
            <a:xfrm>
              <a:off x="4320989" y="3178938"/>
              <a:ext cx="0" cy="760135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Content Placeholder 4">
                <a:extLst>
                  <a:ext uri="{FF2B5EF4-FFF2-40B4-BE49-F238E27FC236}">
                    <a16:creationId xmlns:a16="http://schemas.microsoft.com/office/drawing/2014/main" id="{C9D24566-A105-29EE-6CC1-4589C26AE49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501192" y="4987015"/>
                <a:ext cx="2319769" cy="115011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ctr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IN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𝐑</m:t>
                          </m:r>
                        </m:e>
                        <m:sub>
                          <m:r>
                            <a:rPr lang="en-US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  <m:r>
                            <a:rPr lang="en-IN" sz="2800" b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  <m:d>
                        <m:dPr>
                          <m:ctrlPr>
                            <a:rPr lang="en-IN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  <m:r>
                                <a:rPr lang="en-US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.</m:t>
                              </m:r>
                              <m:r>
                                <a:rPr lang="en-US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𝟎𝟗</m:t>
                              </m:r>
                            </m:num>
                            <m:den>
                              <m:r>
                                <a:rPr lang="en-US" sz="28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9" name="Content Placeholder 4">
                <a:extLst>
                  <a:ext uri="{FF2B5EF4-FFF2-40B4-BE49-F238E27FC236}">
                    <a16:creationId xmlns:a16="http://schemas.microsoft.com/office/drawing/2014/main" id="{C9D24566-A105-29EE-6CC1-4589C26AE4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01192" y="4987015"/>
                <a:ext cx="2319769" cy="1150116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0" name="Group 29">
            <a:extLst>
              <a:ext uri="{FF2B5EF4-FFF2-40B4-BE49-F238E27FC236}">
                <a16:creationId xmlns:a16="http://schemas.microsoft.com/office/drawing/2014/main" id="{99898014-636D-5850-FCCB-6CCD08C025F0}"/>
              </a:ext>
            </a:extLst>
          </p:cNvPr>
          <p:cNvGrpSpPr/>
          <p:nvPr/>
        </p:nvGrpSpPr>
        <p:grpSpPr>
          <a:xfrm>
            <a:off x="2432199" y="5166784"/>
            <a:ext cx="3667198" cy="778573"/>
            <a:chOff x="212010" y="3151400"/>
            <a:chExt cx="3667198" cy="77857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Content Placeholder 4">
                  <a:extLst>
                    <a:ext uri="{FF2B5EF4-FFF2-40B4-BE49-F238E27FC236}">
                      <a16:creationId xmlns:a16="http://schemas.microsoft.com/office/drawing/2014/main" id="{EC6C57DD-B7C4-57F9-C235-F4DC2511ECD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12010" y="3169838"/>
                  <a:ext cx="3667198" cy="760135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t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120000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0.055</m:t>
                                  </m:r>
                                </m:e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1800</m:t>
                                  </m:r>
                                </m:e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31" name="Content Placeholder 4">
                  <a:extLst>
                    <a:ext uri="{FF2B5EF4-FFF2-40B4-BE49-F238E27FC236}">
                      <a16:creationId xmlns:a16="http://schemas.microsoft.com/office/drawing/2014/main" id="{EC6C57DD-B7C4-57F9-C235-F4DC2511EC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12010" y="3169838"/>
                  <a:ext cx="3667198" cy="760135"/>
                </a:xfrm>
                <a:prstGeom prst="rect">
                  <a:avLst/>
                </a:prstGeom>
                <a:blipFill>
                  <a:blip r:embed="rId10"/>
                  <a:stretch>
                    <a:fillRect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EBC29EB-288A-D556-8EF0-859AA9C69B4A}"/>
                </a:ext>
              </a:extLst>
            </p:cNvPr>
            <p:cNvCxnSpPr>
              <a:cxnSpLocks/>
            </p:cNvCxnSpPr>
            <p:nvPr/>
          </p:nvCxnSpPr>
          <p:spPr>
            <a:xfrm>
              <a:off x="2073899" y="3151400"/>
              <a:ext cx="0" cy="760135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B12FE1A9-B5E6-AFDF-215E-425768BAA6A2}"/>
                  </a:ext>
                </a:extLst>
              </p:cNvPr>
              <p:cNvSpPr/>
              <p:nvPr/>
            </p:nvSpPr>
            <p:spPr>
              <a:xfrm>
                <a:off x="1949277" y="5206473"/>
                <a:ext cx="856661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</m:oMath>
                  </m:oMathPara>
                </a14:m>
                <a:endParaRPr lang="en-IN" sz="3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B12FE1A9-B5E6-AFDF-215E-425768BAA6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49277" y="5206473"/>
                <a:ext cx="856661" cy="711201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Rectangle 37">
            <a:extLst>
              <a:ext uri="{FF2B5EF4-FFF2-40B4-BE49-F238E27FC236}">
                <a16:creationId xmlns:a16="http://schemas.microsoft.com/office/drawing/2014/main" id="{DCE3E7EB-39F6-58E7-C22E-AA18A8C321E2}"/>
              </a:ext>
            </a:extLst>
          </p:cNvPr>
          <p:cNvSpPr/>
          <p:nvPr/>
        </p:nvSpPr>
        <p:spPr>
          <a:xfrm>
            <a:off x="1043155" y="3391423"/>
            <a:ext cx="4646384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Consider the Augmented Matrix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39" name="Right Arrow 3">
            <a:extLst>
              <a:ext uri="{FF2B5EF4-FFF2-40B4-BE49-F238E27FC236}">
                <a16:creationId xmlns:a16="http://schemas.microsoft.com/office/drawing/2014/main" id="{457D3477-78F2-04C3-1EBF-0FA07CE37FF7}"/>
              </a:ext>
            </a:extLst>
          </p:cNvPr>
          <p:cNvSpPr/>
          <p:nvPr/>
        </p:nvSpPr>
        <p:spPr>
          <a:xfrm flipV="1">
            <a:off x="398892" y="3439674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D6FB8B0-D535-FC94-9E81-5C43914600D6}"/>
                  </a:ext>
                </a:extLst>
              </p:cNvPr>
              <p:cNvSpPr/>
              <p:nvPr/>
            </p:nvSpPr>
            <p:spPr>
              <a:xfrm>
                <a:off x="328207" y="1052465"/>
                <a:ext cx="10313853" cy="53910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So, We have </a:t>
                </a:r>
                <a14:m>
                  <m:oMath xmlns:m="http://schemas.openxmlformats.org/officeDocument/2006/math">
                    <m:r>
                      <a:rPr lang="en-IN" sz="2800" b="1" i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𝟐</m:t>
                    </m:r>
                    <m:r>
                      <a:rPr lang="en-US" sz="2800" b="1" i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𝐱</m:t>
                    </m:r>
                    <m:r>
                      <a:rPr lang="en-US" sz="2800" b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 + </m:t>
                    </m:r>
                    <m:r>
                      <a:rPr lang="en-US" sz="2800" b="1" i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𝐲</m:t>
                    </m:r>
                    <m:r>
                      <a:rPr lang="en-US" sz="2800" b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 = </m:t>
                    </m:r>
                    <m:r>
                      <a:rPr lang="en-US" sz="2800" b="1" i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𝟏</m:t>
                    </m:r>
                    <m:r>
                      <a:rPr lang="en-US" sz="2800" b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US" sz="2800" b="1" i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𝟐𝟎</m:t>
                    </m:r>
                    <m:r>
                      <a:rPr lang="en-US" sz="2800" b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,</m:t>
                    </m:r>
                    <m:r>
                      <a:rPr lang="en-US" sz="2800" b="1" i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𝟎𝟎𝟎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800" b="1" i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𝟎</m:t>
                    </m:r>
                    <m:r>
                      <a:rPr lang="en-IN" sz="2800" b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.</m:t>
                    </m:r>
                    <m:r>
                      <a:rPr lang="en-IN" sz="2800" b="1" i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𝟎𝟗</m:t>
                    </m:r>
                    <m:r>
                      <a:rPr lang="en-US" sz="2800" b="1" i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𝐱</m:t>
                    </m:r>
                    <m:r>
                      <a:rPr lang="en-US" sz="2800" b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 +</m:t>
                    </m:r>
                    <m:r>
                      <a:rPr lang="en-US" sz="2800" b="1" i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𝟎</m:t>
                    </m:r>
                    <m:r>
                      <a:rPr lang="en-US" sz="2800" b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.</m:t>
                    </m:r>
                    <m:r>
                      <a:rPr lang="en-US" sz="2800" b="1" i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𝟏𝟎𝐲</m:t>
                    </m:r>
                    <m:r>
                      <a:rPr lang="en-US" sz="2800" b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 =</m:t>
                    </m:r>
                    <m:r>
                      <a:rPr lang="en-US" sz="2800" b="1" i="1" dirty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𝟕𝟐𝟎𝟎</m:t>
                    </m:r>
                  </m:oMath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D6FB8B0-D535-FC94-9E81-5C43914600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207" y="1052465"/>
                <a:ext cx="10313853" cy="539103"/>
              </a:xfrm>
              <a:prstGeom prst="rect">
                <a:avLst/>
              </a:prstGeom>
              <a:blipFill>
                <a:blip r:embed="rId12"/>
                <a:stretch>
                  <a:fillRect l="-1241" t="-12500" b="-2840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" name="Group 3">
            <a:extLst>
              <a:ext uri="{FF2B5EF4-FFF2-40B4-BE49-F238E27FC236}">
                <a16:creationId xmlns:a16="http://schemas.microsoft.com/office/drawing/2014/main" id="{7641BD47-1C26-4890-8124-8C37F239F18C}"/>
              </a:ext>
            </a:extLst>
          </p:cNvPr>
          <p:cNvGrpSpPr/>
          <p:nvPr/>
        </p:nvGrpSpPr>
        <p:grpSpPr>
          <a:xfrm>
            <a:off x="328207" y="2285319"/>
            <a:ext cx="4253755" cy="785695"/>
            <a:chOff x="328207" y="2285319"/>
            <a:chExt cx="4253755" cy="78569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Content Placeholder 4">
                  <a:extLst>
                    <a:ext uri="{FF2B5EF4-FFF2-40B4-BE49-F238E27FC236}">
                      <a16:creationId xmlns:a16="http://schemas.microsoft.com/office/drawing/2014/main" id="{EA29A9B9-75E5-0B32-6719-BC4409E84B06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1427667" y="2285319"/>
                  <a:ext cx="3154295" cy="785695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t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IN" sz="280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A</m:t>
                        </m:r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2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0.09</m:t>
                                  </m:r>
                                </m:e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0.10</m:t>
                                  </m:r>
                                </m:e>
                              </m:mr>
                            </m:m>
                            <m:r>
                              <a:rPr lang="en-US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8" name="Content Placeholder 4">
                  <a:extLst>
                    <a:ext uri="{FF2B5EF4-FFF2-40B4-BE49-F238E27FC236}">
                      <a16:creationId xmlns:a16="http://schemas.microsoft.com/office/drawing/2014/main" id="{EA29A9B9-75E5-0B32-6719-BC4409E84B0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27667" y="2285319"/>
                  <a:ext cx="3154295" cy="785695"/>
                </a:xfrm>
                <a:prstGeom prst="rect">
                  <a:avLst/>
                </a:prstGeom>
                <a:blipFill>
                  <a:blip r:embed="rId13"/>
                  <a:stretch>
                    <a:fillRect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2677BC2D-D062-6F18-F06A-D723F3016647}"/>
                </a:ext>
              </a:extLst>
            </p:cNvPr>
            <p:cNvSpPr txBox="1"/>
            <p:nvPr/>
          </p:nvSpPr>
          <p:spPr>
            <a:xfrm flipH="1">
              <a:off x="328207" y="2397797"/>
              <a:ext cx="1147863" cy="53910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>
                <a:defRPr sz="2800">
                  <a:solidFill>
                    <a:srgbClr val="002060"/>
                  </a:solidFill>
                </a:defRPr>
              </a:lvl1pPr>
            </a:lstStyle>
            <a:p>
              <a:r>
                <a:rPr lang="en-IN" dirty="0"/>
                <a:t>Where,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03071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10" grpId="0"/>
      <p:bldP spid="29" grpId="0"/>
      <p:bldP spid="37" grpId="0"/>
      <p:bldP spid="38" grpId="0"/>
      <p:bldP spid="39" grpId="0" animBg="1"/>
      <p:bldP spid="3" grpId="0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2722C2-4A89-5A48-C2BF-F223E9552B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2335E1C2-4695-D7A0-F41E-591477C18FBE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IN" dirty="0">
                    <a:solidFill>
                      <a:schemeClr val="tx1"/>
                    </a:solidFill>
                  </a:rPr>
                  <a:t>Method:7</a:t>
                </a:r>
                <a14:m>
                  <m:oMath xmlns:m="http://schemas.openxmlformats.org/officeDocument/2006/math">
                    <m:r>
                      <a:rPr lang="en-IN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  <m:r>
                      <a:rPr lang="en-IN" i="1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⇝ </m:t>
                    </m:r>
                  </m:oMath>
                </a14:m>
                <a:r>
                  <a:rPr lang="en-IN" dirty="0">
                    <a:solidFill>
                      <a:schemeClr val="tx1"/>
                    </a:solidFill>
                  </a:rPr>
                  <a:t>Example:6(Continue) </a:t>
                </a:r>
                <a:endParaRPr lang="en-IN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2335E1C2-4695-D7A0-F41E-591477C18FB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3"/>
                <a:stretch>
                  <a:fillRect l="-400" t="-8547" b="-196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Rectangle: Rounded Corners 44">
            <a:extLst>
              <a:ext uri="{FF2B5EF4-FFF2-40B4-BE49-F238E27FC236}">
                <a16:creationId xmlns:a16="http://schemas.microsoft.com/office/drawing/2014/main" id="{0DD518FD-A2AA-9685-F378-9BD084C3570A}"/>
              </a:ext>
            </a:extLst>
          </p:cNvPr>
          <p:cNvSpPr/>
          <p:nvPr/>
        </p:nvSpPr>
        <p:spPr>
          <a:xfrm>
            <a:off x="5927246" y="910597"/>
            <a:ext cx="64800" cy="5523962"/>
          </a:xfrm>
          <a:prstGeom prst="roundRect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Condensed"/>
                <a:ea typeface="+mn-ea"/>
                <a:cs typeface="+mn-cs"/>
              </a:rPr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50B5F6C6-6DBB-176A-1B55-EC091E579B4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61924" y="3251309"/>
                <a:ext cx="2551576" cy="46800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055</m:t>
                      </m:r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Content Placeholder 4">
                <a:extLst>
                  <a:ext uri="{FF2B5EF4-FFF2-40B4-BE49-F238E27FC236}">
                    <a16:creationId xmlns:a16="http://schemas.microsoft.com/office/drawing/2014/main" id="{50B5F6C6-6DBB-176A-1B55-EC091E579B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924" y="3251309"/>
                <a:ext cx="2551576" cy="468001"/>
              </a:xfrm>
              <a:prstGeom prst="rect">
                <a:avLst/>
              </a:prstGeom>
              <a:blipFill>
                <a:blip r:embed="rId4"/>
                <a:stretch>
                  <a:fillRect l="-1193" b="-1428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Right Arrow 3">
            <a:extLst>
              <a:ext uri="{FF2B5EF4-FFF2-40B4-BE49-F238E27FC236}">
                <a16:creationId xmlns:a16="http://schemas.microsoft.com/office/drawing/2014/main" id="{EE1E14AA-FBE1-E9B6-EBC5-0CFA9CC9FCAF}"/>
              </a:ext>
            </a:extLst>
          </p:cNvPr>
          <p:cNvSpPr/>
          <p:nvPr/>
        </p:nvSpPr>
        <p:spPr>
          <a:xfrm flipV="1">
            <a:off x="783700" y="3289683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DB6ED33C-009F-F1EF-89C7-D013F27B373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97125" y="4660103"/>
                <a:ext cx="3736498" cy="49677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  <a:p>
                <a:pPr marL="0" indent="0" algn="l">
                  <a:buNone/>
                </a:pP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Content Placeholder 4">
                <a:extLst>
                  <a:ext uri="{FF2B5EF4-FFF2-40B4-BE49-F238E27FC236}">
                    <a16:creationId xmlns:a16="http://schemas.microsoft.com/office/drawing/2014/main" id="{DB6ED33C-009F-F1EF-89C7-D013F27B37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97125" y="4660103"/>
                <a:ext cx="3736498" cy="496776"/>
              </a:xfrm>
              <a:prstGeom prst="rect">
                <a:avLst/>
              </a:prstGeom>
              <a:blipFill>
                <a:blip r:embed="rId5"/>
                <a:stretch>
                  <a:fillRect l="-816" b="-7317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Right Arrow 3">
            <a:extLst>
              <a:ext uri="{FF2B5EF4-FFF2-40B4-BE49-F238E27FC236}">
                <a16:creationId xmlns:a16="http://schemas.microsoft.com/office/drawing/2014/main" id="{C194F208-BD66-599D-4AB5-2075A57FA4B4}"/>
              </a:ext>
            </a:extLst>
          </p:cNvPr>
          <p:cNvSpPr/>
          <p:nvPr/>
        </p:nvSpPr>
        <p:spPr>
          <a:xfrm flipV="1">
            <a:off x="783700" y="4714619"/>
            <a:ext cx="576777" cy="394349"/>
          </a:xfrm>
          <a:prstGeom prst="rightArrow">
            <a:avLst/>
          </a:pr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None/>
            </a:pPr>
            <a:endParaRPr lang="en-IN" sz="280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6423E79-46CC-1EBB-0CAC-53834A3C0469}"/>
                  </a:ext>
                </a:extLst>
              </p:cNvPr>
              <p:cNvSpPr txBox="1"/>
              <p:nvPr/>
            </p:nvSpPr>
            <p:spPr>
              <a:xfrm>
                <a:off x="6456396" y="910597"/>
                <a:ext cx="5727019" cy="26058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150000"/>
                  </a:lnSpc>
                </a:pPr>
                <a:r>
                  <a:rPr lang="en-US" sz="2800" dirty="0">
                    <a:solidFill>
                      <a:srgbClr val="002060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Hence, </a:t>
                </a:r>
                <a:r>
                  <a:rPr lang="en-US" sz="2800" dirty="0">
                    <a:solidFill>
                      <a:srgbClr val="002060"/>
                    </a:solidFill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An investor</a:t>
                </a:r>
                <a:r>
                  <a:rPr lang="en-US" sz="2800" dirty="0">
                    <a:solidFill>
                      <a:srgbClr val="002060"/>
                    </a:solidFill>
                    <a:effectLst/>
                    <a:latin typeface="+mj-lt"/>
                    <a:ea typeface="Calibri" panose="020F0502020204030204" pitchFamily="34" charset="0"/>
                    <a:cs typeface="Shruti" panose="020B0502040204020203" pitchFamily="34" charset="0"/>
                  </a:rPr>
                  <a:t> should invest</a:t>
                </a:r>
                <a14:m>
                  <m:oMath xmlns:m="http://schemas.openxmlformats.org/officeDocument/2006/math">
                    <m:r>
                      <a:rPr lang="en-IN" sz="2800" b="0" i="0" dirty="0" smtClean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 </m:t>
                    </m:r>
                  </m:oMath>
                </a14:m>
                <a:endParaRPr lang="en-IN" sz="2800" b="0" i="0" dirty="0">
                  <a:solidFill>
                    <a:srgbClr val="002060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Cambria Math" panose="02040503050406030204" pitchFamily="18" charset="0"/>
                  <a:cs typeface="Shruti" panose="020B0502040204020203" pitchFamily="34" charset="0"/>
                </a:endParaRPr>
              </a:p>
              <a:p>
                <a:pPr algn="just">
                  <a:lnSpc>
                    <a:spcPct val="150000"/>
                  </a:lnSpc>
                </a:pPr>
                <a14:m>
                  <m:oMath xmlns:m="http://schemas.openxmlformats.org/officeDocument/2006/math">
                    <m:r>
                      <a:rPr lang="en-US" sz="2800" b="1" i="1" dirty="0" smtClean="0">
                        <a:solidFill>
                          <a:srgbClr val="FF000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₹</m:t>
                    </m:r>
                    <m:r>
                      <a:rPr lang="en-GB" sz="2800" b="1" i="1" dirty="0" smtClean="0">
                        <a:solidFill>
                          <a:srgbClr val="FF000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 </m:t>
                    </m:r>
                    <m:r>
                      <a:rPr lang="en-IN" sz="2800" b="1" i="1" smtClean="0">
                        <a:solidFill>
                          <a:srgbClr val="FF0000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𝟒𝟑𝟔𝟑𝟔</m:t>
                    </m:r>
                    <m:r>
                      <a:rPr lang="en-IN" sz="2800" b="1" i="1" smtClean="0">
                        <a:solidFill>
                          <a:srgbClr val="FF0000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.</m:t>
                    </m:r>
                    <m:r>
                      <a:rPr lang="en-IN" sz="2800" b="1" i="1" smtClean="0">
                        <a:solidFill>
                          <a:srgbClr val="FF0000"/>
                        </a:solidFill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𝟑𝟔</m:t>
                    </m:r>
                  </m:oMath>
                </a14:m>
                <a:r>
                  <a:rPr lang="en-US" sz="2800" b="1" dirty="0">
                    <a:solidFill>
                      <a:srgbClr val="002060"/>
                    </a:solidFill>
                    <a:ea typeface="Calibri" panose="020F0502020204030204" pitchFamily="34" charset="0"/>
                    <a:cs typeface="Shruti" panose="020B0502040204020203" pitchFamily="34" charset="0"/>
                  </a:rPr>
                  <a:t> </a:t>
                </a:r>
                <a:r>
                  <a:rPr lang="en-US" sz="2800" dirty="0">
                    <a:solidFill>
                      <a:srgbClr val="002060"/>
                    </a:solidFill>
                    <a:ea typeface="Calibri" panose="020F0502020204030204" pitchFamily="34" charset="0"/>
                    <a:cs typeface="Shruti" panose="020B0502040204020203" pitchFamily="34" charset="0"/>
                  </a:rPr>
                  <a:t>in short term and</a:t>
                </a:r>
              </a:p>
              <a:p>
                <a:pPr algn="just">
                  <a:lnSpc>
                    <a:spcPct val="150000"/>
                  </a:lnSpc>
                </a:pPr>
                <a:r>
                  <a:rPr lang="en-US" sz="2800" dirty="0">
                    <a:solidFill>
                      <a:srgbClr val="002060"/>
                    </a:solidFill>
                    <a:ea typeface="Calibri" panose="020F0502020204030204" pitchFamily="34" charset="0"/>
                    <a:cs typeface="Shruti" panose="020B0502040204020203" pitchFamily="34" charset="0"/>
                  </a:rPr>
                  <a:t> mid term investment and</a:t>
                </a:r>
                <a:endParaRPr lang="en-IN" sz="2800" b="0" i="0" dirty="0">
                  <a:solidFill>
                    <a:srgbClr val="002060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Cambria Math" panose="02040503050406030204" pitchFamily="18" charset="0"/>
                  <a:cs typeface="Shruti" panose="020B0502040204020203" pitchFamily="34" charset="0"/>
                </a:endParaRPr>
              </a:p>
              <a:p>
                <a:pPr algn="just">
                  <a:lnSpc>
                    <a:spcPct val="150000"/>
                  </a:lnSpc>
                </a:pPr>
                <a14:m>
                  <m:oMath xmlns:m="http://schemas.openxmlformats.org/officeDocument/2006/math">
                    <m:r>
                      <a:rPr lang="en-IN" sz="2800" b="0" i="0" dirty="0" smtClean="0">
                        <a:solidFill>
                          <a:srgbClr val="00206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 </m:t>
                    </m:r>
                    <m:r>
                      <a:rPr lang="en-US" sz="2800" b="1" i="1" dirty="0" smtClean="0">
                        <a:solidFill>
                          <a:srgbClr val="FF000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₹</m:t>
                    </m:r>
                    <m:r>
                      <a:rPr lang="en-GB" sz="2800" b="1" i="1" dirty="0" smtClean="0">
                        <a:solidFill>
                          <a:srgbClr val="FF0000"/>
                        </a:solidFill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rPr>
                      <m:t> </m:t>
                    </m:r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𝟑𝟐𝟕𝟐𝟕</m:t>
                    </m:r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.</m:t>
                    </m:r>
                    <m:r>
                      <a:rPr lang="en-IN" sz="28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𝟐𝟕</m:t>
                    </m:r>
                    <m:r>
                      <a:rPr lang="en-IN" sz="28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rPr>
                      <m:t> 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  <a:ea typeface="Calibri" panose="020F0502020204030204" pitchFamily="34" charset="0"/>
                    <a:cs typeface="Shruti" panose="020B0502040204020203" pitchFamily="34" charset="0"/>
                  </a:rPr>
                  <a:t>in long term investment. </a:t>
                </a: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76423E79-46CC-1EBB-0CAC-53834A3C04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56396" y="910597"/>
                <a:ext cx="5727019" cy="2605842"/>
              </a:xfrm>
              <a:prstGeom prst="rect">
                <a:avLst/>
              </a:prstGeom>
              <a:blipFill>
                <a:blip r:embed="rId6"/>
                <a:stretch>
                  <a:fillRect l="-2128" b="-560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Rectangle 39">
            <a:extLst>
              <a:ext uri="{FF2B5EF4-FFF2-40B4-BE49-F238E27FC236}">
                <a16:creationId xmlns:a16="http://schemas.microsoft.com/office/drawing/2014/main" id="{0F4D4C01-3202-BAC3-67BD-D5F18C01C702}"/>
              </a:ext>
            </a:extLst>
          </p:cNvPr>
          <p:cNvSpPr/>
          <p:nvPr/>
        </p:nvSpPr>
        <p:spPr>
          <a:xfrm>
            <a:off x="455233" y="2282676"/>
            <a:ext cx="4708584" cy="468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Apply the Back Substitution,</a:t>
            </a:r>
            <a:endParaRPr lang="en-IN" sz="2800" b="1" dirty="0">
              <a:solidFill>
                <a:srgbClr val="002060"/>
              </a:solidFill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8208B46-0547-C1DF-0A20-623E7C565A10}"/>
              </a:ext>
            </a:extLst>
          </p:cNvPr>
          <p:cNvGrpSpPr/>
          <p:nvPr/>
        </p:nvGrpSpPr>
        <p:grpSpPr>
          <a:xfrm>
            <a:off x="1427318" y="1136096"/>
            <a:ext cx="4948763" cy="760135"/>
            <a:chOff x="212009" y="3151400"/>
            <a:chExt cx="5173003" cy="76013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Content Placeholder 4">
                  <a:extLst>
                    <a:ext uri="{FF2B5EF4-FFF2-40B4-BE49-F238E27FC236}">
                      <a16:creationId xmlns:a16="http://schemas.microsoft.com/office/drawing/2014/main" id="{5EB1F7F3-1627-E8FE-44F2-EDBDB4257458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12009" y="3169839"/>
                  <a:ext cx="5173003" cy="496776"/>
                </a:xfrm>
                <a:prstGeom prst="rect">
                  <a:avLst/>
                </a:prstGeom>
                <a:noFill/>
                <a:ln w="12700" cap="flat" cmpd="sng" algn="ctr">
                  <a:noFill/>
                  <a:prstDash val="solid"/>
                  <a:miter lim="800000"/>
                </a:ln>
              </p:spPr>
              <p:style>
                <a:lnRef idx="2">
                  <a:schemeClr val="accent6"/>
                </a:lnRef>
                <a:fillRef idx="1">
                  <a:schemeClr val="lt1"/>
                </a:fillRef>
                <a:effectRef idx="0">
                  <a:schemeClr val="accent6"/>
                </a:effectRef>
                <a:fontRef idx="minor">
                  <a:schemeClr val="dk1"/>
                </a:fontRef>
              </p:style>
              <p:txBody>
                <a:bodyPr vert="horz" lIns="91440" tIns="45720" rIns="91440" bIns="45720" rtlCol="0" anchor="t">
                  <a:noAutofit/>
                </a:bodyPr>
                <a:lstStyle>
                  <a:lvl1pPr marL="265113" indent="-265113" algn="just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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809625" indent="-352425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 3" panose="05040102010807070707" pitchFamily="18" charset="2"/>
                    <a:buChar char="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Wingdings" panose="05000000000000000000" pitchFamily="2" charset="2"/>
                    <a:buChar char="§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just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Clr>
                      <a:schemeClr val="accent6"/>
                    </a:buClr>
                    <a:buFont typeface="Arial" panose="020B0604020202020204" pitchFamily="34" charset="0"/>
                    <a:buChar char="•"/>
                    <a:defRPr sz="16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algn="l">
                    <a:buNone/>
                  </a:pPr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d>
                          <m:dPr>
                            <m:begChr m:val="["/>
                            <m:endChr m:val="]"/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  <m:m>
                              <m:mPr>
                                <m:mcs>
                                  <m:mc>
                                    <m:mcPr>
                                      <m:count m:val="3"/>
                                      <m:mcJc m:val="center"/>
                                    </m:mcPr>
                                  </m:mc>
                                </m:mcs>
                                <m:ctrlPr>
                                  <a:rPr lang="en-IN" sz="2800" b="0" i="1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mPr>
                              <m:m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e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120000</m:t>
                                  </m:r>
                                </m:e>
                              </m:mr>
                              <m:mr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0.055</m:t>
                                  </m:r>
                                </m:e>
                                <m:e>
                                  <m:r>
                                    <a:rPr lang="en-US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1800</m:t>
                                  </m:r>
                                </m:e>
                              </m:mr>
                            </m:m>
                            <m: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 </m:t>
                            </m:r>
                          </m:e>
                        </m:d>
                        <m:r>
                          <a:rPr lang="en-IN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oMath>
                    </m:oMathPara>
                  </a14:m>
                  <a:endParaRPr lang="en-IN" sz="2800" dirty="0">
                    <a:solidFill>
                      <a:srgbClr val="002060"/>
                    </a:solidFill>
                  </a:endParaRPr>
                </a:p>
              </p:txBody>
            </p:sp>
          </mc:Choice>
          <mc:Fallback xmlns="">
            <p:sp>
              <p:nvSpPr>
                <p:cNvPr id="6" name="Content Placeholder 4">
                  <a:extLst>
                    <a:ext uri="{FF2B5EF4-FFF2-40B4-BE49-F238E27FC236}">
                      <a16:creationId xmlns:a16="http://schemas.microsoft.com/office/drawing/2014/main" id="{5EB1F7F3-1627-E8FE-44F2-EDBDB42574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12009" y="3169839"/>
                  <a:ext cx="5173003" cy="496776"/>
                </a:xfrm>
                <a:prstGeom prst="rect">
                  <a:avLst/>
                </a:prstGeom>
                <a:blipFill>
                  <a:blip r:embed="rId7"/>
                  <a:stretch>
                    <a:fillRect b="-42683"/>
                  </a:stretch>
                </a:blipFill>
                <a:ln w="12700" cap="flat" cmpd="sng" algn="ctr">
                  <a:noFill/>
                  <a:prstDash val="solid"/>
                  <a:miter lim="800000"/>
                </a:ln>
              </p:spPr>
              <p:txBody>
                <a:bodyPr/>
                <a:lstStyle/>
                <a:p>
                  <a:r>
                    <a:rPr lang="en-IN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9CCE8F1B-A570-7F00-E6BA-ED37BA5EEB97}"/>
                </a:ext>
              </a:extLst>
            </p:cNvPr>
            <p:cNvCxnSpPr>
              <a:cxnSpLocks/>
            </p:cNvCxnSpPr>
            <p:nvPr/>
          </p:nvCxnSpPr>
          <p:spPr>
            <a:xfrm>
              <a:off x="2153552" y="3151400"/>
              <a:ext cx="0" cy="760135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51A13D6-B727-83A4-6AA9-08CC20965865}"/>
                  </a:ext>
                </a:extLst>
              </p:cNvPr>
              <p:cNvSpPr/>
              <p:nvPr/>
            </p:nvSpPr>
            <p:spPr>
              <a:xfrm>
                <a:off x="931713" y="1126090"/>
                <a:ext cx="856661" cy="71120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360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</m:oMath>
                  </m:oMathPara>
                </a14:m>
                <a:endParaRPr lang="en-IN" sz="3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51A13D6-B727-83A4-6AA9-08CC209658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1713" y="1126090"/>
                <a:ext cx="856661" cy="711201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B4397C0F-32A1-1E4A-E163-9C70E73C92C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27320" y="5937783"/>
                <a:ext cx="3736498" cy="49677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43636.36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  <a:p>
                <a:pPr marL="0" indent="0" algn="l">
                  <a:buNone/>
                </a:pP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Content Placeholder 4">
                <a:extLst>
                  <a:ext uri="{FF2B5EF4-FFF2-40B4-BE49-F238E27FC236}">
                    <a16:creationId xmlns:a16="http://schemas.microsoft.com/office/drawing/2014/main" id="{B4397C0F-32A1-1E4A-E163-9C70E73C92C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27320" y="5937783"/>
                <a:ext cx="3736498" cy="496776"/>
              </a:xfrm>
              <a:prstGeom prst="rect">
                <a:avLst/>
              </a:prstGeom>
              <a:blipFill>
                <a:blip r:embed="rId9"/>
                <a:stretch>
                  <a:fillRect l="-163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E8FB1D39-0678-BA68-26A7-58DB5E58811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27319" y="5314569"/>
                <a:ext cx="4708583" cy="49677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32727.27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  <a:p>
                <a:pPr marL="0" indent="0" algn="l">
                  <a:buNone/>
                </a:pP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Content Placeholder 4">
                <a:extLst>
                  <a:ext uri="{FF2B5EF4-FFF2-40B4-BE49-F238E27FC236}">
                    <a16:creationId xmlns:a16="http://schemas.microsoft.com/office/drawing/2014/main" id="{E8FB1D39-0678-BA68-26A7-58DB5E5881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27319" y="5314569"/>
                <a:ext cx="4708583" cy="496776"/>
              </a:xfrm>
              <a:prstGeom prst="rect">
                <a:avLst/>
              </a:prstGeom>
              <a:blipFill>
                <a:blip r:embed="rId10"/>
                <a:stretch>
                  <a:fillRect l="-129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218206F-5D10-D89C-731F-C4AD78D4DDE9}"/>
                  </a:ext>
                </a:extLst>
              </p:cNvPr>
              <p:cNvSpPr txBox="1"/>
              <p:nvPr/>
            </p:nvSpPr>
            <p:spPr>
              <a:xfrm>
                <a:off x="-1737" y="1258823"/>
                <a:ext cx="13487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[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|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B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B218206F-5D10-D89C-731F-C4AD78D4DD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737" y="1258823"/>
                <a:ext cx="134874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B0C70E22-317E-8B0C-F542-6A28FCE39F4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24338" y="680705"/>
                <a:ext cx="407876" cy="49677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Content Placeholder 4">
                <a:extLst>
                  <a:ext uri="{FF2B5EF4-FFF2-40B4-BE49-F238E27FC236}">
                    <a16:creationId xmlns:a16="http://schemas.microsoft.com/office/drawing/2014/main" id="{B0C70E22-317E-8B0C-F542-6A28FCE39F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4338" y="680705"/>
                <a:ext cx="407876" cy="49677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EA99B5D5-B3AA-71CF-77DA-21BE1BE6959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535933" y="680705"/>
                <a:ext cx="407876" cy="496776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Content Placeholder 4">
                <a:extLst>
                  <a:ext uri="{FF2B5EF4-FFF2-40B4-BE49-F238E27FC236}">
                    <a16:creationId xmlns:a16="http://schemas.microsoft.com/office/drawing/2014/main" id="{EA99B5D5-B3AA-71CF-77DA-21BE1BE695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5933" y="680705"/>
                <a:ext cx="407876" cy="496776"/>
              </a:xfrm>
              <a:prstGeom prst="rect">
                <a:avLst/>
              </a:prstGeom>
              <a:blipFill>
                <a:blip r:embed="rId13"/>
                <a:stretch>
                  <a:fillRect l="-7463" b="-8642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344FF416-322D-3B7E-BE19-22EA1422E10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61924" y="3962832"/>
                <a:ext cx="4010777" cy="468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 vert="horz" lIns="91440" tIns="45720" rIns="91440" bIns="45720" rtlCol="0" anchor="t">
                <a:noAutofit/>
              </a:bodyPr>
              <a:lstStyle>
                <a:lvl1pPr marL="265113" indent="-265113" algn="just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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809625" indent="-352425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just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l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⇒</m:t>
                      </m:r>
                      <m:r>
                        <m:rPr>
                          <m:sty m:val="p"/>
                        </m:rP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32727.27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Content Placeholder 4">
                <a:extLst>
                  <a:ext uri="{FF2B5EF4-FFF2-40B4-BE49-F238E27FC236}">
                    <a16:creationId xmlns:a16="http://schemas.microsoft.com/office/drawing/2014/main" id="{344FF416-322D-3B7E-BE19-22EA1422E1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924" y="3962832"/>
                <a:ext cx="4010777" cy="468000"/>
              </a:xfrm>
              <a:prstGeom prst="rect">
                <a:avLst/>
              </a:prstGeom>
              <a:blipFill>
                <a:blip r:embed="rId14"/>
                <a:stretch>
                  <a:fillRect l="-152" b="-14286"/>
                </a:stretch>
              </a:blipFill>
              <a:ln w="12700" cap="flat" cmpd="sng" algn="ctr">
                <a:noFill/>
                <a:prstDash val="solid"/>
                <a:miter lim="800000"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5" name="Picture 34">
            <a:extLst>
              <a:ext uri="{FF2B5EF4-FFF2-40B4-BE49-F238E27FC236}">
                <a16:creationId xmlns:a16="http://schemas.microsoft.com/office/drawing/2014/main" id="{50E3196F-41AC-D9A5-4725-F78F3EC81D6B}"/>
              </a:ext>
            </a:extLst>
          </p:cNvPr>
          <p:cNvPicPr>
            <a:picLocks noChangeAspect="1"/>
          </p:cNvPicPr>
          <p:nvPr/>
        </p:nvPicPr>
        <p:blipFill>
          <a:blip r:embed="rId15"/>
          <a:srcRect t="1970" b="6935"/>
          <a:stretch>
            <a:fillRect/>
          </a:stretch>
        </p:blipFill>
        <p:spPr>
          <a:xfrm>
            <a:off x="7047369" y="3606799"/>
            <a:ext cx="4153631" cy="2340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689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21" grpId="0"/>
      <p:bldP spid="22" grpId="0" animBg="1"/>
      <p:bldP spid="25" grpId="0"/>
      <p:bldP spid="26" grpId="0" animBg="1"/>
      <p:bldP spid="33" grpId="0"/>
      <p:bldP spid="40" grpId="0"/>
      <p:bldP spid="13" grpId="0"/>
      <p:bldP spid="14" grpId="0"/>
      <p:bldP spid="15" grpId="0"/>
      <p:bldP spid="7" grpId="0"/>
      <p:bldP spid="8" grpId="0"/>
      <p:bldP spid="4" grpId="0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 Placeholder 19">
                <a:extLst>
                  <a:ext uri="{FF2B5EF4-FFF2-40B4-BE49-F238E27FC236}">
                    <a16:creationId xmlns:a16="http://schemas.microsoft.com/office/drawing/2014/main" id="{FF5B8673-7BA1-4EA7-991A-5F4DCD3054D0}"/>
                  </a:ext>
                </a:extLst>
              </p:cNvPr>
              <p:cNvSpPr>
                <a:spLocks noGrp="1"/>
              </p:cNvSpPr>
              <p:nvPr>
                <p:ph type="body" sz="quarter" idx="16"/>
              </p:nvPr>
            </p:nvSpPr>
            <p:spPr/>
            <p:txBody>
              <a:bodyPr/>
              <a:lstStyle/>
              <a:p>
                <a:pPr>
                  <a:lnSpc>
                    <a:spcPct val="100000"/>
                  </a:lnSpc>
                </a:pPr>
                <a:r>
                  <a:rPr lang="en-US" b="1" dirty="0"/>
                  <a:t>B.Tech. </a:t>
                </a:r>
                <a14:m>
                  <m:oMath xmlns:m="http://schemas.openxmlformats.org/officeDocument/2006/math">
                    <m:r>
                      <a:rPr lang="en-US" b="1" i="1" dirty="0">
                        <a:latin typeface="Cambria Math" panose="02040503050406030204" pitchFamily="18" charset="0"/>
                      </a:rPr>
                      <m:t>→ </m:t>
                    </m:r>
                  </m:oMath>
                </a14:m>
                <a:r>
                  <a:rPr lang="en-US" b="1" dirty="0"/>
                  <a:t>1</a:t>
                </a:r>
                <a:r>
                  <a:rPr lang="en-US" b="1" baseline="30000" dirty="0"/>
                  <a:t>st</a:t>
                </a:r>
                <a:r>
                  <a:rPr lang="en-US" b="1" dirty="0"/>
                  <a:t> Semester</a:t>
                </a:r>
              </a:p>
              <a:p>
                <a:pPr>
                  <a:lnSpc>
                    <a:spcPct val="125000"/>
                  </a:lnSpc>
                </a:pPr>
                <a:r>
                  <a:rPr lang="en-US" b="1" dirty="0"/>
                  <a:t>Mathematics – I (2601HS101)</a:t>
                </a:r>
              </a:p>
            </p:txBody>
          </p:sp>
        </mc:Choice>
        <mc:Fallback xmlns="">
          <p:sp>
            <p:nvSpPr>
              <p:cNvPr id="20" name="Text Placeholder 19">
                <a:extLst>
                  <a:ext uri="{FF2B5EF4-FFF2-40B4-BE49-F238E27FC236}">
                    <a16:creationId xmlns:a16="http://schemas.microsoft.com/office/drawing/2014/main" id="{FF5B8673-7BA1-4EA7-991A-5F4DCD3054D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6"/>
              </p:nvPr>
            </p:nvSpPr>
            <p:spPr>
              <a:blipFill>
                <a:blip r:embed="rId2"/>
                <a:stretch>
                  <a:fillRect b="-991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5" name="Group 14">
            <a:extLst>
              <a:ext uri="{FF2B5EF4-FFF2-40B4-BE49-F238E27FC236}">
                <a16:creationId xmlns:a16="http://schemas.microsoft.com/office/drawing/2014/main" id="{9677FDF1-46E9-47E1-A974-B878D8645D19}"/>
              </a:ext>
            </a:extLst>
          </p:cNvPr>
          <p:cNvGrpSpPr/>
          <p:nvPr/>
        </p:nvGrpSpPr>
        <p:grpSpPr>
          <a:xfrm>
            <a:off x="4670" y="1462475"/>
            <a:ext cx="8044476" cy="3103418"/>
            <a:chOff x="-12804" y="1537545"/>
            <a:chExt cx="8044476" cy="3103418"/>
          </a:xfrm>
        </p:grpSpPr>
        <p:sp>
          <p:nvSpPr>
            <p:cNvPr id="21" name="Title 1">
              <a:extLst>
                <a:ext uri="{FF2B5EF4-FFF2-40B4-BE49-F238E27FC236}">
                  <a16:creationId xmlns:a16="http://schemas.microsoft.com/office/drawing/2014/main" id="{CA4DBECA-252D-4599-A864-6399BFFEB65B}"/>
                </a:ext>
              </a:extLst>
            </p:cNvPr>
            <p:cNvSpPr txBox="1">
              <a:spLocks/>
            </p:cNvSpPr>
            <p:nvPr/>
          </p:nvSpPr>
          <p:spPr>
            <a:xfrm>
              <a:off x="-12804" y="2160999"/>
              <a:ext cx="2594560" cy="185650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lvl="0"/>
            </a:lstStyle>
            <a:p>
              <a:r>
                <a:rPr lang="en-GB" dirty="0">
                  <a:solidFill>
                    <a:srgbClr val="ED524F"/>
                  </a:solidFill>
                </a:rPr>
                <a:t> </a:t>
              </a:r>
            </a:p>
          </p:txBody>
        </p:sp>
        <p:sp>
          <p:nvSpPr>
            <p:cNvPr id="22" name="Hexagon 21">
              <a:extLst>
                <a:ext uri="{FF2B5EF4-FFF2-40B4-BE49-F238E27FC236}">
                  <a16:creationId xmlns:a16="http://schemas.microsoft.com/office/drawing/2014/main" id="{FB21F4C4-30D4-4011-8510-CF20FEFC370B}"/>
                </a:ext>
              </a:extLst>
            </p:cNvPr>
            <p:cNvSpPr/>
            <p:nvPr/>
          </p:nvSpPr>
          <p:spPr>
            <a:xfrm rot="5400000">
              <a:off x="2457725" y="1742096"/>
              <a:ext cx="3103418" cy="2694316"/>
            </a:xfrm>
            <a:prstGeom prst="hexagon">
              <a:avLst/>
            </a:prstGeom>
            <a:noFill/>
            <a:ln w="57150">
              <a:solidFill>
                <a:schemeClr val="tx1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en-GB" sz="4400" b="1" dirty="0">
                  <a:solidFill>
                    <a:srgbClr val="0690DF"/>
                  </a:solidFill>
                </a:rPr>
                <a:t>THANK YOU</a:t>
              </a:r>
            </a:p>
          </p:txBody>
        </p:sp>
        <p:sp>
          <p:nvSpPr>
            <p:cNvPr id="23" name="Title 1">
              <a:extLst>
                <a:ext uri="{FF2B5EF4-FFF2-40B4-BE49-F238E27FC236}">
                  <a16:creationId xmlns:a16="http://schemas.microsoft.com/office/drawing/2014/main" id="{96D0D2A0-7D7D-452B-9ADA-174886259D92}"/>
                </a:ext>
              </a:extLst>
            </p:cNvPr>
            <p:cNvSpPr txBox="1">
              <a:spLocks/>
            </p:cNvSpPr>
            <p:nvPr/>
          </p:nvSpPr>
          <p:spPr>
            <a:xfrm rot="10800000">
              <a:off x="5437112" y="2160998"/>
              <a:ext cx="2594560" cy="185650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lvl="0"/>
            </a:lstStyle>
            <a:p>
              <a:r>
                <a:rPr lang="en-GB" dirty="0">
                  <a:solidFill>
                    <a:srgbClr val="ED524F"/>
                  </a:solidFill>
                </a:rPr>
                <a:t> </a:t>
              </a:r>
            </a:p>
          </p:txBody>
        </p:sp>
      </p:grpSp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16DB1092-9627-4AAF-A8B1-4C6F84DE313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09363741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Jay">
      <a:dk1>
        <a:srgbClr val="212121"/>
      </a:dk1>
      <a:lt1>
        <a:sysClr val="window" lastClr="FFFFFF"/>
      </a:lt1>
      <a:dk2>
        <a:srgbClr val="1D6FA9"/>
      </a:dk2>
      <a:lt2>
        <a:srgbClr val="FFFFFF"/>
      </a:lt2>
      <a:accent1>
        <a:srgbClr val="909090"/>
      </a:accent1>
      <a:accent2>
        <a:srgbClr val="00BBD3"/>
      </a:accent2>
      <a:accent3>
        <a:srgbClr val="8BC145"/>
      </a:accent3>
      <a:accent4>
        <a:srgbClr val="1D9A78"/>
      </a:accent4>
      <a:accent5>
        <a:srgbClr val="F19D19"/>
      </a:accent5>
      <a:accent6>
        <a:srgbClr val="B84742"/>
      </a:accent6>
      <a:hlink>
        <a:srgbClr val="70AD47"/>
      </a:hlink>
      <a:folHlink>
        <a:srgbClr val="ED7D31"/>
      </a:folHlink>
    </a:clrScheme>
    <a:fontScheme name="Custom 1">
      <a:majorFont>
        <a:latin typeface="Roboto Condensed"/>
        <a:ea typeface=""/>
        <a:cs typeface=""/>
      </a:majorFont>
      <a:minorFont>
        <a:latin typeface="Roboto Condensed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18992</TotalTime>
  <Words>13922</Words>
  <Application>Microsoft Office PowerPoint</Application>
  <PresentationFormat>Widescreen</PresentationFormat>
  <Paragraphs>3662</Paragraphs>
  <Slides>199</Slides>
  <Notes>14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199</vt:i4>
      </vt:variant>
    </vt:vector>
  </HeadingPairs>
  <TitlesOfParts>
    <vt:vector size="207" baseType="lpstr">
      <vt:lpstr>Calibri</vt:lpstr>
      <vt:lpstr>Roboto Condensed</vt:lpstr>
      <vt:lpstr>Cambria Math</vt:lpstr>
      <vt:lpstr>Wingdings 3</vt:lpstr>
      <vt:lpstr>Roboto Condensed Light</vt:lpstr>
      <vt:lpstr>Arial</vt:lpstr>
      <vt:lpstr>Wingdings</vt:lpstr>
      <vt:lpstr>Office Theme</vt:lpstr>
      <vt:lpstr>Unit – 1 Basic Matrix Algebra</vt:lpstr>
      <vt:lpstr>PowerPoint Presentation</vt:lpstr>
      <vt:lpstr>PowerPoint Presentation</vt:lpstr>
      <vt:lpstr>PowerPoint Presentation</vt:lpstr>
      <vt:lpstr>Matrix</vt:lpstr>
      <vt:lpstr>Why Matrix ?</vt:lpstr>
      <vt:lpstr>Matrix</vt:lpstr>
      <vt:lpstr>Matrix</vt:lpstr>
      <vt:lpstr>Order or Size of Matrix</vt:lpstr>
      <vt:lpstr>Matrix</vt:lpstr>
      <vt:lpstr>Method-1 Operations on Matrices and Types of Matrices</vt:lpstr>
      <vt:lpstr> Operations on Matrices</vt:lpstr>
      <vt:lpstr>Addition of Matrices</vt:lpstr>
      <vt:lpstr>Difference of Matrices</vt:lpstr>
      <vt:lpstr>Multiplication of Matrix by a Scalar</vt:lpstr>
      <vt:lpstr>"Properties of Matrix Addition, Difference &amp; Scalar Multiplication" </vt:lpstr>
      <vt:lpstr>Multiplication of Matrices</vt:lpstr>
      <vt:lpstr>Multiplication of Matrices</vt:lpstr>
      <vt:lpstr>Multiplication of Matrices</vt:lpstr>
      <vt:lpstr>Results on Matrix Multiplication</vt:lpstr>
      <vt:lpstr>Diagonal Elements of a Matrix</vt:lpstr>
      <vt:lpstr>Secondary Diagonal Elements of a Matrix</vt:lpstr>
      <vt:lpstr>Trace of a Matrix</vt:lpstr>
      <vt:lpstr>Transpose of a Matrix</vt:lpstr>
      <vt:lpstr>Properties of Transpose of a Matrix</vt:lpstr>
      <vt:lpstr> Types of Matrices</vt:lpstr>
      <vt:lpstr>Types of Matrices</vt:lpstr>
      <vt:lpstr>Types of Matrices</vt:lpstr>
      <vt:lpstr>Types of Matrices</vt:lpstr>
      <vt:lpstr>Types of Matrices</vt:lpstr>
      <vt:lpstr>Types of Matrices</vt:lpstr>
      <vt:lpstr>Types of Matrices</vt:lpstr>
      <vt:lpstr>Types of Matrices</vt:lpstr>
      <vt:lpstr>Types of Matrices</vt:lpstr>
      <vt:lpstr>Types of Matrices</vt:lpstr>
      <vt:lpstr>Special Matrices</vt:lpstr>
      <vt:lpstr>Symmetric Matrix</vt:lpstr>
      <vt:lpstr>Skew-Symmetric Matrix / Anti-Symmetric Matrix</vt:lpstr>
      <vt:lpstr>Skew-Symmetric Matrix</vt:lpstr>
      <vt:lpstr>Remark</vt:lpstr>
      <vt:lpstr>Remark</vt:lpstr>
      <vt:lpstr>Orthogonal Matrix</vt:lpstr>
      <vt:lpstr>Orthogonal Matrix</vt:lpstr>
      <vt:lpstr>Idempotent Matrix</vt:lpstr>
      <vt:lpstr>Involutory Matrix</vt:lpstr>
      <vt:lpstr>Method – 2 Determinant and Its Properties </vt:lpstr>
      <vt:lpstr>"Determinant of a Square Matrix"</vt:lpstr>
      <vt:lpstr>Properties of Determinant</vt:lpstr>
      <vt:lpstr>Properties of Determinant</vt:lpstr>
      <vt:lpstr>Properties of Determinant</vt:lpstr>
      <vt:lpstr>Elementary Row Operations</vt:lpstr>
      <vt:lpstr>Elementary Row Operations</vt:lpstr>
      <vt:lpstr>Elementary Row Operations</vt:lpstr>
      <vt:lpstr>Elementary Row Operations</vt:lpstr>
      <vt:lpstr>Elementary Row Operations</vt:lpstr>
      <vt:lpstr>Method:2 ⇝ Example:1</vt:lpstr>
      <vt:lpstr>Method:2 ⇝ Example:1(Continue)</vt:lpstr>
      <vt:lpstr>Method:2 ⇝ Example:5</vt:lpstr>
      <vt:lpstr>Method:2 ⇝ Example:5(Continue)</vt:lpstr>
      <vt:lpstr>Method:2 ⇝ Example:6</vt:lpstr>
      <vt:lpstr>Method:2 ⇝ Example:6(Continue)</vt:lpstr>
      <vt:lpstr>Method:2 ⇝ Example:9</vt:lpstr>
      <vt:lpstr>Method:2 ⇝ Example:9(Continue)</vt:lpstr>
      <vt:lpstr>Method:2 ⇝ Example:16</vt:lpstr>
      <vt:lpstr>Method:2 ⇝ Example:21</vt:lpstr>
      <vt:lpstr>Method:2 ⇝ Example:21(Continue)</vt:lpstr>
      <vt:lpstr>Method:2 ⇝ Example:23</vt:lpstr>
      <vt:lpstr>Method:2 ⇝ Example:23(Continue)</vt:lpstr>
      <vt:lpstr>Method:2 ⇝ Example:23(Continue)</vt:lpstr>
      <vt:lpstr>Method:2 ⇝ Example:26</vt:lpstr>
      <vt:lpstr>Method:2 ⇝ Example:26(Continue)</vt:lpstr>
      <vt:lpstr>Method:2 ⇝ Example:31</vt:lpstr>
      <vt:lpstr>Method:2 ⇝ Example:31(Continue)</vt:lpstr>
      <vt:lpstr>Method:2 ⇝ Example:31(Continue)</vt:lpstr>
      <vt:lpstr>Method:2 ⇝ Example:31(Continue)</vt:lpstr>
      <vt:lpstr>Method – 3 Echelon Forms and Rank of a Matrix</vt:lpstr>
      <vt:lpstr>Definitions</vt:lpstr>
      <vt:lpstr>Definitions</vt:lpstr>
      <vt:lpstr>Notations and Definitions</vt:lpstr>
      <vt:lpstr>Procedure to Convert the Matrix into a Row - Echelon Form</vt:lpstr>
      <vt:lpstr>Row - Echelon Form</vt:lpstr>
      <vt:lpstr>Row - Echelon Form</vt:lpstr>
      <vt:lpstr>Row - Echelon Form</vt:lpstr>
      <vt:lpstr>Method:3 ⇝ Example:1</vt:lpstr>
      <vt:lpstr>Method:3 ⇝ Example:1(Continue)</vt:lpstr>
      <vt:lpstr>Procedure to Convert the Matrix into Reduced Row - Echelon Form</vt:lpstr>
      <vt:lpstr>Procedure to Convert Matrix into Reduced Row - Echelon Form</vt:lpstr>
      <vt:lpstr>Reduced Row - Echelon Form</vt:lpstr>
      <vt:lpstr>Method:3 ⇝ Example:6</vt:lpstr>
      <vt:lpstr>Method:3 ⇝ Example:6(Continue)</vt:lpstr>
      <vt:lpstr>Method:3 ⇝ Example:6(Continue)</vt:lpstr>
      <vt:lpstr>Difference between Row - Echelon and Reduced Row - Echelon Form</vt:lpstr>
      <vt:lpstr>Method:3 ⇝ Example:10</vt:lpstr>
      <vt:lpstr>Method:3 ⇝ Example:10(Continue)</vt:lpstr>
      <vt:lpstr>Method:3 ⇝ Example:10(Continue)</vt:lpstr>
      <vt:lpstr>Method:3 ⇝ Example:10(Continue)</vt:lpstr>
      <vt:lpstr>Method:3 ⇝ Example:10(Continue)</vt:lpstr>
      <vt:lpstr>Method:3 ⇝ Example:10(Continue)</vt:lpstr>
      <vt:lpstr>Method:3 ⇝ Example:10(Continue)</vt:lpstr>
      <vt:lpstr>Method:3 ⇝ Example:10(Continue)</vt:lpstr>
      <vt:lpstr>Method:3 ⇝ Example:10(Continue)</vt:lpstr>
      <vt:lpstr>Method:3 ⇝ Example:10(Continue)</vt:lpstr>
      <vt:lpstr>Method:3 ⇝ Example:10(Continue)</vt:lpstr>
      <vt:lpstr>Minor of a Matrix</vt:lpstr>
      <vt:lpstr>Rank of a Matrix</vt:lpstr>
      <vt:lpstr>Method:3 ⇝ Example:14</vt:lpstr>
      <vt:lpstr>Method:3 ⇝ Example:14(Continue)</vt:lpstr>
      <vt:lpstr>Method:3 ⇝ Example:14(Continue)</vt:lpstr>
      <vt:lpstr>Procedure to Find Rank of the Matrix by Minor/Determinant Method</vt:lpstr>
      <vt:lpstr>Rank of a Matrix by Minor/Determinant Method</vt:lpstr>
      <vt:lpstr>Rank of a Matrix by Minor/Determinant Method</vt:lpstr>
      <vt:lpstr>Method:3 ⇝ Example:19</vt:lpstr>
      <vt:lpstr>Linear Equation</vt:lpstr>
      <vt:lpstr>Linear Equation</vt:lpstr>
      <vt:lpstr>Linear Equation</vt:lpstr>
      <vt:lpstr>System of Simultaneous  Linear Equations</vt:lpstr>
      <vt:lpstr>System of Simultaneous Linear Equations</vt:lpstr>
      <vt:lpstr>System of Simultaneous Linear Equations</vt:lpstr>
      <vt:lpstr>System of Simultaneous Linear Equations</vt:lpstr>
      <vt:lpstr>System of Simultaneous Linear Equations</vt:lpstr>
      <vt:lpstr>System of Two Linear Equations in Two Variables</vt:lpstr>
      <vt:lpstr>System of Two Linear Equations in Two Variables</vt:lpstr>
      <vt:lpstr>System of Two Linear Equations in Two Variables</vt:lpstr>
      <vt:lpstr>System of Three Linear Equations in Three Variables</vt:lpstr>
      <vt:lpstr>System of Three Linear Equations in Three Variables</vt:lpstr>
      <vt:lpstr>Homogeneous System of Linear Equations</vt:lpstr>
      <vt:lpstr>Homogeneous System of Linear Equations</vt:lpstr>
      <vt:lpstr>Idea of Solution by Rank Method for Homogeneous System</vt:lpstr>
      <vt:lpstr>Idea of Solution by Determinant Method for Homogeneous System</vt:lpstr>
      <vt:lpstr>Non-Homogeneous System of Linear Equations</vt:lpstr>
      <vt:lpstr>Idea of Solution by Rank Method for Non-Homogeneous System</vt:lpstr>
      <vt:lpstr>Idea of Solution by Determinant Method for Non-Homogeneous System</vt:lpstr>
      <vt:lpstr>Method – 4 Gauss Elimination Method</vt:lpstr>
      <vt:lpstr>Gauss Elimination Method</vt:lpstr>
      <vt:lpstr>Method:4 ⇝ Example:1</vt:lpstr>
      <vt:lpstr>Method:4 ⇝ Example:1(Continue) </vt:lpstr>
      <vt:lpstr>Method:4 ⇝ Example:1(Continue) </vt:lpstr>
      <vt:lpstr>Method:4 ⇝ Example:1(Continue) </vt:lpstr>
      <vt:lpstr>Method:4 ⇝ Example:1(For Information) </vt:lpstr>
      <vt:lpstr>Method:4 ⇝ Example:2</vt:lpstr>
      <vt:lpstr>Method:4 ⇝ Example:2(Continue) </vt:lpstr>
      <vt:lpstr>Method:4 ⇝ Example:2(Continue) </vt:lpstr>
      <vt:lpstr>Method:4 ⇝ Example:2(Continue)</vt:lpstr>
      <vt:lpstr>Method:4 ⇝ Example:2(Continue)</vt:lpstr>
      <vt:lpstr>Method:4 ⇝ Example:6</vt:lpstr>
      <vt:lpstr>Method:4 ⇝ Example:6(Continue) </vt:lpstr>
      <vt:lpstr>Method:4 ⇝ Example:6(Continue) </vt:lpstr>
      <vt:lpstr>Method:4 ⇝ Example:6(For Information) </vt:lpstr>
      <vt:lpstr>Method:4 ⇝ Example:9</vt:lpstr>
      <vt:lpstr>Method:4 ⇝ Example:9(Continue) </vt:lpstr>
      <vt:lpstr>Method:4 ⇝ Example:9(Continue) </vt:lpstr>
      <vt:lpstr>Method:4 ⇝ Example:9(Continue) </vt:lpstr>
      <vt:lpstr>Method:4 ⇝ Example:9(Continue) </vt:lpstr>
      <vt:lpstr>Method:4 ⇝ Example:9(Continue) </vt:lpstr>
      <vt:lpstr>Method:4 ⇝ Example:9(Continue) </vt:lpstr>
      <vt:lpstr>Method:4 ⇝ Example:12</vt:lpstr>
      <vt:lpstr>Method:4 ⇝ Example:12(Continue) </vt:lpstr>
      <vt:lpstr>Method:4 ⇝ Example:12(Continue) </vt:lpstr>
      <vt:lpstr>Method:4 ⇝ Example:12(Continue) </vt:lpstr>
      <vt:lpstr>Method:4 ⇝ Example:15</vt:lpstr>
      <vt:lpstr>Method:4 ⇝ Example:15(Continue)</vt:lpstr>
      <vt:lpstr>Method:4 ⇝ Example:15(Continue)</vt:lpstr>
      <vt:lpstr>Method:4 ⇝ Example:20</vt:lpstr>
      <vt:lpstr>Recall: Idea of Solution by Determinant Method: AX=O</vt:lpstr>
      <vt:lpstr>Method:4 ⇝ Example:20(Continue)</vt:lpstr>
      <vt:lpstr>Method:4 ⇝ Example:20(Continue)</vt:lpstr>
      <vt:lpstr>Method:4 ⇝ Example:20(Continue)</vt:lpstr>
      <vt:lpstr>Method:4 ⇝ Example:20(Continue)</vt:lpstr>
      <vt:lpstr>Method – 5 Gauss - Jordan Elimination Method</vt:lpstr>
      <vt:lpstr>Gauss - Jordan Elimination Method</vt:lpstr>
      <vt:lpstr>Method:5 ⇝ Example:1</vt:lpstr>
      <vt:lpstr>Method:5 ⇝ Example:1(Continue) </vt:lpstr>
      <vt:lpstr>Method:5 ⇝ Example:1(Continue) </vt:lpstr>
      <vt:lpstr>Method:5 ⇝ Example:1(Continue) </vt:lpstr>
      <vt:lpstr>Method:5 ⇝ Example:8</vt:lpstr>
      <vt:lpstr>Method:5 ⇝ Example:8(Continue) </vt:lpstr>
      <vt:lpstr>Method:5 ⇝ Example:8(Continue) </vt:lpstr>
      <vt:lpstr>Method – 6 Inverse of a Matrix by the Gauss - Jordan Method</vt:lpstr>
      <vt:lpstr>Inverse of a Matrix by the Gauss-Jordan Method</vt:lpstr>
      <vt:lpstr>Method:6 ⇝ Example:1</vt:lpstr>
      <vt:lpstr>Method:6 ⇝ Example:6</vt:lpstr>
      <vt:lpstr>Method:6 ⇝ Example:6(Continue) </vt:lpstr>
      <vt:lpstr>Method:6 ⇝ Example:6(Continue) </vt:lpstr>
      <vt:lpstr>Method:6 ⇝ Example:6(Continue) </vt:lpstr>
      <vt:lpstr>Method:6 ⇝ Example:6(Continue) </vt:lpstr>
      <vt:lpstr>Method:6 ⇝ Example:6(Continue) </vt:lpstr>
      <vt:lpstr>Method:6 ⇝ Example:6(Continue) </vt:lpstr>
      <vt:lpstr>Method – 7 Applications of Linear Systems</vt:lpstr>
      <vt:lpstr>Method:7 ⇝ Example:1</vt:lpstr>
      <vt:lpstr>Method:7 ⇝ Example:1(Continue) </vt:lpstr>
      <vt:lpstr>Method:7 ⇝ Example:1(Continue) </vt:lpstr>
      <vt:lpstr>Method:7 ⇝ Example:1(Continue) </vt:lpstr>
      <vt:lpstr>Method:7 ⇝ Example:1(Continue) </vt:lpstr>
      <vt:lpstr>Method:7 ⇝ Example:6</vt:lpstr>
      <vt:lpstr>Method:7 ⇝ Example:6(Continue) </vt:lpstr>
      <vt:lpstr>Method:7 ⇝ Example:6(Continue) </vt:lpstr>
      <vt:lpstr>Method:7 ⇝ Example:6(Continue) </vt:lpstr>
      <vt:lpstr>Method:7 ⇝ Example:6(Continue) 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ADMIN</dc:creator>
  <cp:lastModifiedBy>Vasudev </cp:lastModifiedBy>
  <cp:revision>897</cp:revision>
  <dcterms:created xsi:type="dcterms:W3CDTF">2020-05-01T05:09:15Z</dcterms:created>
  <dcterms:modified xsi:type="dcterms:W3CDTF">2026-07-29T03:50:54Z</dcterms:modified>
</cp:coreProperties>
</file>