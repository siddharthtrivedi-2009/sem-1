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1"/>
  </p:notesMasterIdLst>
  <p:sldIdLst>
    <p:sldId id="282" r:id="rId2"/>
    <p:sldId id="344" r:id="rId3"/>
    <p:sldId id="352" r:id="rId4"/>
    <p:sldId id="336" r:id="rId5"/>
    <p:sldId id="353" r:id="rId6"/>
    <p:sldId id="346" r:id="rId7"/>
    <p:sldId id="354" r:id="rId8"/>
    <p:sldId id="351" r:id="rId9"/>
    <p:sldId id="319" r:id="rId10"/>
    <p:sldId id="339" r:id="rId11"/>
    <p:sldId id="361" r:id="rId12"/>
    <p:sldId id="443" r:id="rId13"/>
    <p:sldId id="327" r:id="rId14"/>
    <p:sldId id="304" r:id="rId15"/>
    <p:sldId id="305" r:id="rId16"/>
    <p:sldId id="360" r:id="rId17"/>
    <p:sldId id="439" r:id="rId18"/>
    <p:sldId id="322" r:id="rId19"/>
    <p:sldId id="298" r:id="rId20"/>
    <p:sldId id="324" r:id="rId21"/>
    <p:sldId id="299" r:id="rId22"/>
    <p:sldId id="438" r:id="rId23"/>
    <p:sldId id="434" r:id="rId24"/>
    <p:sldId id="440" r:id="rId25"/>
    <p:sldId id="300" r:id="rId26"/>
    <p:sldId id="301" r:id="rId27"/>
    <p:sldId id="329" r:id="rId28"/>
    <p:sldId id="302" r:id="rId29"/>
    <p:sldId id="433" r:id="rId30"/>
  </p:sldIdLst>
  <p:sldSz cx="12192000" cy="6858000"/>
  <p:notesSz cx="6858000" cy="9144000"/>
  <p:embeddedFontLst>
    <p:embeddedFont>
      <p:font typeface="Lohit Gujarati" panose="020B0600000000000000" pitchFamily="34" charset="0"/>
      <p:regular r:id="rId32"/>
    </p:embeddedFont>
    <p:embeddedFont>
      <p:font typeface="Roboto Condensed" panose="02000000000000000000" pitchFamily="2" charset="0"/>
      <p:regular r:id="rId33"/>
      <p:bold r:id="rId34"/>
      <p:italic r:id="rId35"/>
      <p:boldItalic r:id="rId36"/>
    </p:embeddedFont>
    <p:embeddedFont>
      <p:font typeface="Roboto Condensed Light" panose="02000000000000000000" pitchFamily="2" charset="0"/>
      <p:regular r:id="rId37"/>
      <p:italic r:id="rId38"/>
    </p:embeddedFont>
    <p:embeddedFont>
      <p:font typeface="Wingdings 2" panose="05020102010507070707" pitchFamily="18" charset="2"/>
      <p:regular r:id="rId39"/>
    </p:embeddedFont>
    <p:embeddedFont>
      <p:font typeface="Wingdings 3" panose="05040102010807070707" pitchFamily="18" charset="2"/>
      <p:regular r:id="rId4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u/9X1bCU08+xtbOY8LYu3Q==" hashData="JqownHnM8JF/kpDL6b3pevnjytjHPA+se7IztrZZErAxlLv3lI9ypM1V8vMo9pBKvE3G3ubZaXOi55l4TZYlEA=="/>
  <p:extLst>
    <p:ext uri="{521415D9-36F7-43E2-AB2F-B90AF26B5E84}">
      <p14:sectionLst xmlns:p14="http://schemas.microsoft.com/office/powerpoint/2010/main">
        <p14:section name="Introduction" id="{B5DAABD2-B7C3-4B0C-B2F7-B0E08692E3AE}">
          <p14:sldIdLst>
            <p14:sldId id="282"/>
            <p14:sldId id="344"/>
            <p14:sldId id="352"/>
            <p14:sldId id="336"/>
          </p14:sldIdLst>
        </p14:section>
        <p14:section name="Obective and classification of ecology" id="{EDD7ACB9-7250-4A5B-AB72-37F304CC2E7D}">
          <p14:sldIdLst>
            <p14:sldId id="353"/>
            <p14:sldId id="346"/>
            <p14:sldId id="354"/>
            <p14:sldId id="351"/>
            <p14:sldId id="319"/>
            <p14:sldId id="339"/>
          </p14:sldIdLst>
        </p14:section>
        <p14:section name="Terrestrial ecosystem" id="{4FED09AC-EB7F-4DA6-96FB-5913373EE876}">
          <p14:sldIdLst>
            <p14:sldId id="361"/>
            <p14:sldId id="443"/>
            <p14:sldId id="327"/>
            <p14:sldId id="304"/>
            <p14:sldId id="305"/>
          </p14:sldIdLst>
        </p14:section>
        <p14:section name="Aquatic ecosystem" id="{915DAF87-0E7B-4142-B4D8-EE0561CEC97A}">
          <p14:sldIdLst>
            <p14:sldId id="360"/>
            <p14:sldId id="439"/>
            <p14:sldId id="322"/>
            <p14:sldId id="298"/>
            <p14:sldId id="324"/>
            <p14:sldId id="299"/>
            <p14:sldId id="438"/>
            <p14:sldId id="434"/>
            <p14:sldId id="440"/>
            <p14:sldId id="300"/>
            <p14:sldId id="301"/>
            <p14:sldId id="329"/>
            <p14:sldId id="302"/>
            <p14:sldId id="43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09090"/>
    <a:srgbClr val="1D3064"/>
    <a:srgbClr val="1D528A"/>
    <a:srgbClr val="94C8ED"/>
    <a:srgbClr val="C3F8FF"/>
    <a:srgbClr val="301B92"/>
    <a:srgbClr val="673BB7"/>
    <a:srgbClr val="607D8B"/>
    <a:srgbClr val="ED524F"/>
    <a:srgbClr val="B71B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73" autoAdjust="0"/>
    <p:restoredTop sz="96247" autoAdjust="0"/>
  </p:normalViewPr>
  <p:slideViewPr>
    <p:cSldViewPr snapToGrid="0">
      <p:cViewPr varScale="1">
        <p:scale>
          <a:sx n="103" d="100"/>
          <a:sy n="103" d="100"/>
        </p:scale>
        <p:origin x="768" y="108"/>
      </p:cViewPr>
      <p:guideLst/>
    </p:cSldViewPr>
  </p:slideViewPr>
  <p:outlineViewPr>
    <p:cViewPr>
      <p:scale>
        <a:sx n="33" d="100"/>
        <a:sy n="33" d="100"/>
      </p:scale>
      <p:origin x="0" y="-28938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8.fntdata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font" Target="fonts/font7.fntdata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D81B763-CC75-4E87-841A-CD4842480749}" type="doc">
      <dgm:prSet loTypeId="urn:microsoft.com/office/officeart/2005/8/layout/cycle6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90CC2530-8055-4C7E-880B-042062E3CF04}">
      <dgm:prSet/>
      <dgm:spPr/>
      <dgm:t>
        <a:bodyPr/>
        <a:lstStyle/>
        <a:p>
          <a:r>
            <a:rPr lang="en-IN"/>
            <a:t>To describe the flow of energy.</a:t>
          </a:r>
        </a:p>
      </dgm:t>
    </dgm:pt>
    <dgm:pt modelId="{25459D6B-AD54-4CAB-99F3-3A38F9A014BE}" type="parTrans" cxnId="{89091058-3821-4406-BE9E-3021CE1846E3}">
      <dgm:prSet/>
      <dgm:spPr/>
      <dgm:t>
        <a:bodyPr/>
        <a:lstStyle/>
        <a:p>
          <a:endParaRPr lang="en-IN"/>
        </a:p>
      </dgm:t>
    </dgm:pt>
    <dgm:pt modelId="{5CB35048-2169-4BB8-BD4E-8FD313DC4FC0}" type="sibTrans" cxnId="{89091058-3821-4406-BE9E-3021CE1846E3}">
      <dgm:prSet/>
      <dgm:spPr/>
      <dgm:t>
        <a:bodyPr/>
        <a:lstStyle/>
        <a:p>
          <a:endParaRPr lang="en-IN"/>
        </a:p>
      </dgm:t>
    </dgm:pt>
    <dgm:pt modelId="{D5699438-CBC8-495A-BFD5-DBADBACF5C79}">
      <dgm:prSet/>
      <dgm:spPr/>
      <dgm:t>
        <a:bodyPr/>
        <a:lstStyle/>
        <a:p>
          <a:r>
            <a:rPr lang="en-IN"/>
            <a:t>To study temporal changes in the environment.</a:t>
          </a:r>
        </a:p>
      </dgm:t>
    </dgm:pt>
    <dgm:pt modelId="{913DE2B6-D88A-4397-B4AA-FBF4A5F6F37A}" type="parTrans" cxnId="{4414B7FF-C960-47A3-B9D8-B617B33CF6C4}">
      <dgm:prSet/>
      <dgm:spPr/>
      <dgm:t>
        <a:bodyPr/>
        <a:lstStyle/>
        <a:p>
          <a:endParaRPr lang="en-IN"/>
        </a:p>
      </dgm:t>
    </dgm:pt>
    <dgm:pt modelId="{5F70B248-A499-45AA-98A0-0327B0658F1B}" type="sibTrans" cxnId="{4414B7FF-C960-47A3-B9D8-B617B33CF6C4}">
      <dgm:prSet/>
      <dgm:spPr/>
      <dgm:t>
        <a:bodyPr/>
        <a:lstStyle/>
        <a:p>
          <a:endParaRPr lang="en-IN"/>
        </a:p>
      </dgm:t>
    </dgm:pt>
    <dgm:pt modelId="{99765AA2-1236-473B-82C6-4D0AB605C6B9}">
      <dgm:prSet/>
      <dgm:spPr/>
      <dgm:t>
        <a:bodyPr/>
        <a:lstStyle/>
        <a:p>
          <a:r>
            <a:rPr lang="en-IN" dirty="0"/>
            <a:t>To study the ecological levels of the ecosystem</a:t>
          </a:r>
        </a:p>
      </dgm:t>
    </dgm:pt>
    <dgm:pt modelId="{58847328-CEDC-4DD5-B5EC-6B57E10EEDA7}" type="parTrans" cxnId="{B8B399A1-4CE7-4A30-B600-595FE33C4DE3}">
      <dgm:prSet/>
      <dgm:spPr/>
      <dgm:t>
        <a:bodyPr/>
        <a:lstStyle/>
        <a:p>
          <a:endParaRPr lang="en-IN"/>
        </a:p>
      </dgm:t>
    </dgm:pt>
    <dgm:pt modelId="{00F4715B-F1C4-4FBB-A234-8E22BBCD3752}" type="sibTrans" cxnId="{B8B399A1-4CE7-4A30-B600-595FE33C4DE3}">
      <dgm:prSet/>
      <dgm:spPr/>
      <dgm:t>
        <a:bodyPr/>
        <a:lstStyle/>
        <a:p>
          <a:endParaRPr lang="en-IN"/>
        </a:p>
      </dgm:t>
    </dgm:pt>
    <dgm:pt modelId="{5BBD4511-E23F-43E5-B1D2-47A6B14EDB32}">
      <dgm:prSet/>
      <dgm:spPr/>
      <dgm:t>
        <a:bodyPr/>
        <a:lstStyle/>
        <a:p>
          <a:r>
            <a:rPr lang="en-IN" dirty="0"/>
            <a:t>To understand the effects of destruction of habitat, pollution, urbanization, and natural disasters, on population.</a:t>
          </a:r>
        </a:p>
      </dgm:t>
    </dgm:pt>
    <dgm:pt modelId="{BE29B145-D77A-46DF-9A3A-0A8D50918236}" type="parTrans" cxnId="{4706373D-6C5A-47C0-8B72-7D9B04D4D315}">
      <dgm:prSet/>
      <dgm:spPr/>
      <dgm:t>
        <a:bodyPr/>
        <a:lstStyle/>
        <a:p>
          <a:endParaRPr lang="en-IN"/>
        </a:p>
      </dgm:t>
    </dgm:pt>
    <dgm:pt modelId="{677006D0-34CC-43B8-9D9A-2A646CF44153}" type="sibTrans" cxnId="{4706373D-6C5A-47C0-8B72-7D9B04D4D315}">
      <dgm:prSet/>
      <dgm:spPr/>
      <dgm:t>
        <a:bodyPr/>
        <a:lstStyle/>
        <a:p>
          <a:endParaRPr lang="en-IN"/>
        </a:p>
      </dgm:t>
    </dgm:pt>
    <dgm:pt modelId="{2C1FF534-3A64-46D1-8621-3D763596696E}" type="pres">
      <dgm:prSet presAssocID="{4D81B763-CC75-4E87-841A-CD4842480749}" presName="cycle" presStyleCnt="0">
        <dgm:presLayoutVars>
          <dgm:dir/>
          <dgm:resizeHandles val="exact"/>
        </dgm:presLayoutVars>
      </dgm:prSet>
      <dgm:spPr/>
    </dgm:pt>
    <dgm:pt modelId="{5EBE8137-E550-47BE-A2DF-E7E74F95F2E6}" type="pres">
      <dgm:prSet presAssocID="{90CC2530-8055-4C7E-880B-042062E3CF04}" presName="node" presStyleLbl="node1" presStyleIdx="0" presStyleCnt="4">
        <dgm:presLayoutVars>
          <dgm:bulletEnabled val="1"/>
        </dgm:presLayoutVars>
      </dgm:prSet>
      <dgm:spPr/>
    </dgm:pt>
    <dgm:pt modelId="{E862404B-6716-4DAF-8AE1-FC16F7642806}" type="pres">
      <dgm:prSet presAssocID="{90CC2530-8055-4C7E-880B-042062E3CF04}" presName="spNode" presStyleCnt="0"/>
      <dgm:spPr/>
    </dgm:pt>
    <dgm:pt modelId="{806C09F4-2B46-4545-806A-9B68DEF796D0}" type="pres">
      <dgm:prSet presAssocID="{5CB35048-2169-4BB8-BD4E-8FD313DC4FC0}" presName="sibTrans" presStyleLbl="sibTrans1D1" presStyleIdx="0" presStyleCnt="4"/>
      <dgm:spPr/>
    </dgm:pt>
    <dgm:pt modelId="{B2A10D45-24AA-4D58-813B-ACCC2206385D}" type="pres">
      <dgm:prSet presAssocID="{D5699438-CBC8-495A-BFD5-DBADBACF5C79}" presName="node" presStyleLbl="node1" presStyleIdx="1" presStyleCnt="4">
        <dgm:presLayoutVars>
          <dgm:bulletEnabled val="1"/>
        </dgm:presLayoutVars>
      </dgm:prSet>
      <dgm:spPr/>
    </dgm:pt>
    <dgm:pt modelId="{63F468EF-34B7-41AD-8CCF-DF14EDE15F88}" type="pres">
      <dgm:prSet presAssocID="{D5699438-CBC8-495A-BFD5-DBADBACF5C79}" presName="spNode" presStyleCnt="0"/>
      <dgm:spPr/>
    </dgm:pt>
    <dgm:pt modelId="{BF714933-86F9-4296-ABF5-70DCA5588E7D}" type="pres">
      <dgm:prSet presAssocID="{5F70B248-A499-45AA-98A0-0327B0658F1B}" presName="sibTrans" presStyleLbl="sibTrans1D1" presStyleIdx="1" presStyleCnt="4"/>
      <dgm:spPr/>
    </dgm:pt>
    <dgm:pt modelId="{35C902E6-713B-43C9-A433-35040B368ADE}" type="pres">
      <dgm:prSet presAssocID="{99765AA2-1236-473B-82C6-4D0AB605C6B9}" presName="node" presStyleLbl="node1" presStyleIdx="2" presStyleCnt="4">
        <dgm:presLayoutVars>
          <dgm:bulletEnabled val="1"/>
        </dgm:presLayoutVars>
      </dgm:prSet>
      <dgm:spPr/>
    </dgm:pt>
    <dgm:pt modelId="{DE0822DA-7ACB-4ACA-BC39-BC5A4FAF5CBA}" type="pres">
      <dgm:prSet presAssocID="{99765AA2-1236-473B-82C6-4D0AB605C6B9}" presName="spNode" presStyleCnt="0"/>
      <dgm:spPr/>
    </dgm:pt>
    <dgm:pt modelId="{EA9974F7-C13B-4CF9-8412-48A6E8D72A21}" type="pres">
      <dgm:prSet presAssocID="{00F4715B-F1C4-4FBB-A234-8E22BBCD3752}" presName="sibTrans" presStyleLbl="sibTrans1D1" presStyleIdx="2" presStyleCnt="4"/>
      <dgm:spPr/>
    </dgm:pt>
    <dgm:pt modelId="{0E3056F9-045B-4169-95E9-53191BF935E8}" type="pres">
      <dgm:prSet presAssocID="{5BBD4511-E23F-43E5-B1D2-47A6B14EDB32}" presName="node" presStyleLbl="node1" presStyleIdx="3" presStyleCnt="4" custScaleX="206595">
        <dgm:presLayoutVars>
          <dgm:bulletEnabled val="1"/>
        </dgm:presLayoutVars>
      </dgm:prSet>
      <dgm:spPr/>
    </dgm:pt>
    <dgm:pt modelId="{DEAAE168-45C9-423A-8B30-57E5E5F4B71C}" type="pres">
      <dgm:prSet presAssocID="{5BBD4511-E23F-43E5-B1D2-47A6B14EDB32}" presName="spNode" presStyleCnt="0"/>
      <dgm:spPr/>
    </dgm:pt>
    <dgm:pt modelId="{D542AF79-181D-446E-BC5C-00E71A2907E2}" type="pres">
      <dgm:prSet presAssocID="{677006D0-34CC-43B8-9D9A-2A646CF44153}" presName="sibTrans" presStyleLbl="sibTrans1D1" presStyleIdx="3" presStyleCnt="4"/>
      <dgm:spPr/>
    </dgm:pt>
  </dgm:ptLst>
  <dgm:cxnLst>
    <dgm:cxn modelId="{D99D370E-4663-489B-B152-7160436711B5}" type="presOf" srcId="{99765AA2-1236-473B-82C6-4D0AB605C6B9}" destId="{35C902E6-713B-43C9-A433-35040B368ADE}" srcOrd="0" destOrd="0" presId="urn:microsoft.com/office/officeart/2005/8/layout/cycle6"/>
    <dgm:cxn modelId="{6DC23827-7757-48D0-A8FB-1C43E3D5FF3F}" type="presOf" srcId="{90CC2530-8055-4C7E-880B-042062E3CF04}" destId="{5EBE8137-E550-47BE-A2DF-E7E74F95F2E6}" srcOrd="0" destOrd="0" presId="urn:microsoft.com/office/officeart/2005/8/layout/cycle6"/>
    <dgm:cxn modelId="{4706373D-6C5A-47C0-8B72-7D9B04D4D315}" srcId="{4D81B763-CC75-4E87-841A-CD4842480749}" destId="{5BBD4511-E23F-43E5-B1D2-47A6B14EDB32}" srcOrd="3" destOrd="0" parTransId="{BE29B145-D77A-46DF-9A3A-0A8D50918236}" sibTransId="{677006D0-34CC-43B8-9D9A-2A646CF44153}"/>
    <dgm:cxn modelId="{D9837241-423B-4B8C-9546-6267533759B2}" type="presOf" srcId="{D5699438-CBC8-495A-BFD5-DBADBACF5C79}" destId="{B2A10D45-24AA-4D58-813B-ACCC2206385D}" srcOrd="0" destOrd="0" presId="urn:microsoft.com/office/officeart/2005/8/layout/cycle6"/>
    <dgm:cxn modelId="{603C8349-BAC6-4225-837D-2DDFE0A4E624}" type="presOf" srcId="{5F70B248-A499-45AA-98A0-0327B0658F1B}" destId="{BF714933-86F9-4296-ABF5-70DCA5588E7D}" srcOrd="0" destOrd="0" presId="urn:microsoft.com/office/officeart/2005/8/layout/cycle6"/>
    <dgm:cxn modelId="{89091058-3821-4406-BE9E-3021CE1846E3}" srcId="{4D81B763-CC75-4E87-841A-CD4842480749}" destId="{90CC2530-8055-4C7E-880B-042062E3CF04}" srcOrd="0" destOrd="0" parTransId="{25459D6B-AD54-4CAB-99F3-3A38F9A014BE}" sibTransId="{5CB35048-2169-4BB8-BD4E-8FD313DC4FC0}"/>
    <dgm:cxn modelId="{76BB9078-18EE-4239-B115-2F3F30A078B8}" type="presOf" srcId="{677006D0-34CC-43B8-9D9A-2A646CF44153}" destId="{D542AF79-181D-446E-BC5C-00E71A2907E2}" srcOrd="0" destOrd="0" presId="urn:microsoft.com/office/officeart/2005/8/layout/cycle6"/>
    <dgm:cxn modelId="{E65CF999-E029-4062-9F27-00E68BFABA66}" type="presOf" srcId="{5CB35048-2169-4BB8-BD4E-8FD313DC4FC0}" destId="{806C09F4-2B46-4545-806A-9B68DEF796D0}" srcOrd="0" destOrd="0" presId="urn:microsoft.com/office/officeart/2005/8/layout/cycle6"/>
    <dgm:cxn modelId="{B8B399A1-4CE7-4A30-B600-595FE33C4DE3}" srcId="{4D81B763-CC75-4E87-841A-CD4842480749}" destId="{99765AA2-1236-473B-82C6-4D0AB605C6B9}" srcOrd="2" destOrd="0" parTransId="{58847328-CEDC-4DD5-B5EC-6B57E10EEDA7}" sibTransId="{00F4715B-F1C4-4FBB-A234-8E22BBCD3752}"/>
    <dgm:cxn modelId="{512C9FCC-F169-4383-8DD1-CBA9C6F7BFDC}" type="presOf" srcId="{5BBD4511-E23F-43E5-B1D2-47A6B14EDB32}" destId="{0E3056F9-045B-4169-95E9-53191BF935E8}" srcOrd="0" destOrd="0" presId="urn:microsoft.com/office/officeart/2005/8/layout/cycle6"/>
    <dgm:cxn modelId="{9BDB92E7-AC69-420A-80E0-5649C6E3855D}" type="presOf" srcId="{00F4715B-F1C4-4FBB-A234-8E22BBCD3752}" destId="{EA9974F7-C13B-4CF9-8412-48A6E8D72A21}" srcOrd="0" destOrd="0" presId="urn:microsoft.com/office/officeart/2005/8/layout/cycle6"/>
    <dgm:cxn modelId="{67FDB0FA-7B08-44C7-ABCB-59F42536AB8D}" type="presOf" srcId="{4D81B763-CC75-4E87-841A-CD4842480749}" destId="{2C1FF534-3A64-46D1-8621-3D763596696E}" srcOrd="0" destOrd="0" presId="urn:microsoft.com/office/officeart/2005/8/layout/cycle6"/>
    <dgm:cxn modelId="{4414B7FF-C960-47A3-B9D8-B617B33CF6C4}" srcId="{4D81B763-CC75-4E87-841A-CD4842480749}" destId="{D5699438-CBC8-495A-BFD5-DBADBACF5C79}" srcOrd="1" destOrd="0" parTransId="{913DE2B6-D88A-4397-B4AA-FBF4A5F6F37A}" sibTransId="{5F70B248-A499-45AA-98A0-0327B0658F1B}"/>
    <dgm:cxn modelId="{4E47EDFA-589D-49C3-8295-FD5229991146}" type="presParOf" srcId="{2C1FF534-3A64-46D1-8621-3D763596696E}" destId="{5EBE8137-E550-47BE-A2DF-E7E74F95F2E6}" srcOrd="0" destOrd="0" presId="urn:microsoft.com/office/officeart/2005/8/layout/cycle6"/>
    <dgm:cxn modelId="{F41DEB69-41AA-4A42-B69E-504C8A9BF5C8}" type="presParOf" srcId="{2C1FF534-3A64-46D1-8621-3D763596696E}" destId="{E862404B-6716-4DAF-8AE1-FC16F7642806}" srcOrd="1" destOrd="0" presId="urn:microsoft.com/office/officeart/2005/8/layout/cycle6"/>
    <dgm:cxn modelId="{AE72207A-67B7-4999-974B-1EC75D4A66D1}" type="presParOf" srcId="{2C1FF534-3A64-46D1-8621-3D763596696E}" destId="{806C09F4-2B46-4545-806A-9B68DEF796D0}" srcOrd="2" destOrd="0" presId="urn:microsoft.com/office/officeart/2005/8/layout/cycle6"/>
    <dgm:cxn modelId="{31716C08-E909-4EDD-AF70-7FB39FACD64F}" type="presParOf" srcId="{2C1FF534-3A64-46D1-8621-3D763596696E}" destId="{B2A10D45-24AA-4D58-813B-ACCC2206385D}" srcOrd="3" destOrd="0" presId="urn:microsoft.com/office/officeart/2005/8/layout/cycle6"/>
    <dgm:cxn modelId="{371DCC52-AB1D-4546-BB71-C235D68A535A}" type="presParOf" srcId="{2C1FF534-3A64-46D1-8621-3D763596696E}" destId="{63F468EF-34B7-41AD-8CCF-DF14EDE15F88}" srcOrd="4" destOrd="0" presId="urn:microsoft.com/office/officeart/2005/8/layout/cycle6"/>
    <dgm:cxn modelId="{5BC0E522-40C8-4A6E-815D-C0C7BD5583B8}" type="presParOf" srcId="{2C1FF534-3A64-46D1-8621-3D763596696E}" destId="{BF714933-86F9-4296-ABF5-70DCA5588E7D}" srcOrd="5" destOrd="0" presId="urn:microsoft.com/office/officeart/2005/8/layout/cycle6"/>
    <dgm:cxn modelId="{C50889AB-530E-419A-8082-49E3AC276EB1}" type="presParOf" srcId="{2C1FF534-3A64-46D1-8621-3D763596696E}" destId="{35C902E6-713B-43C9-A433-35040B368ADE}" srcOrd="6" destOrd="0" presId="urn:microsoft.com/office/officeart/2005/8/layout/cycle6"/>
    <dgm:cxn modelId="{282A49D6-07EE-4D27-B1E3-B199E620F3B8}" type="presParOf" srcId="{2C1FF534-3A64-46D1-8621-3D763596696E}" destId="{DE0822DA-7ACB-4ACA-BC39-BC5A4FAF5CBA}" srcOrd="7" destOrd="0" presId="urn:microsoft.com/office/officeart/2005/8/layout/cycle6"/>
    <dgm:cxn modelId="{9492655D-EE18-4CB5-9AFB-B4E62E0DE706}" type="presParOf" srcId="{2C1FF534-3A64-46D1-8621-3D763596696E}" destId="{EA9974F7-C13B-4CF9-8412-48A6E8D72A21}" srcOrd="8" destOrd="0" presId="urn:microsoft.com/office/officeart/2005/8/layout/cycle6"/>
    <dgm:cxn modelId="{101047D2-E113-4342-AD0B-2ACFF82D249A}" type="presParOf" srcId="{2C1FF534-3A64-46D1-8621-3D763596696E}" destId="{0E3056F9-045B-4169-95E9-53191BF935E8}" srcOrd="9" destOrd="0" presId="urn:microsoft.com/office/officeart/2005/8/layout/cycle6"/>
    <dgm:cxn modelId="{8DA8CCDB-28BF-4353-A67A-44A3C06C5C0E}" type="presParOf" srcId="{2C1FF534-3A64-46D1-8621-3D763596696E}" destId="{DEAAE168-45C9-423A-8B30-57E5E5F4B71C}" srcOrd="10" destOrd="0" presId="urn:microsoft.com/office/officeart/2005/8/layout/cycle6"/>
    <dgm:cxn modelId="{DB120399-07A2-4999-8A64-0E2EBA92C91C}" type="presParOf" srcId="{2C1FF534-3A64-46D1-8621-3D763596696E}" destId="{D542AF79-181D-446E-BC5C-00E71A2907E2}" srcOrd="11" destOrd="0" presId="urn:microsoft.com/office/officeart/2005/8/layout/cycle6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83919C4-5D4A-4E5D-9DBF-8F72C8ECE4B3}" type="doc">
      <dgm:prSet loTypeId="urn:microsoft.com/office/officeart/2005/8/layout/hierarchy6" loCatId="hierarchy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IN"/>
        </a:p>
      </dgm:t>
    </dgm:pt>
    <dgm:pt modelId="{227D9A83-5F1F-4ECA-AC06-0E15801E33FA}">
      <dgm:prSet phldrT="[Text]" custT="1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>
        <a:solidFill>
          <a:srgbClr val="DFDFDF"/>
        </a:solidFill>
      </dgm:spPr>
      <dgm:t>
        <a:bodyPr/>
        <a:lstStyle/>
        <a:p>
          <a:r>
            <a:rPr lang="en-IN" sz="2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Classification based on habitat</a:t>
          </a:r>
        </a:p>
      </dgm:t>
    </dgm:pt>
    <dgm:pt modelId="{2D669AE7-398C-4172-A1BD-15ACE6D16891}" type="parTrans" cxnId="{8FDD6148-0516-4FAD-9B07-192A2FB16A63}">
      <dgm:prSet/>
      <dgm:spPr/>
      <dgm:t>
        <a:bodyPr/>
        <a:lstStyle/>
        <a:p>
          <a:endParaRPr lang="en-IN"/>
        </a:p>
      </dgm:t>
    </dgm:pt>
    <dgm:pt modelId="{1831EC54-B316-456A-88D1-48415DF1A7CE}" type="sibTrans" cxnId="{8FDD6148-0516-4FAD-9B07-192A2FB16A63}">
      <dgm:prSet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en-IN"/>
        </a:p>
      </dgm:t>
    </dgm:pt>
    <dgm:pt modelId="{3ECBE8E8-CB74-464D-BEE6-DC2BD49136AF}">
      <dgm:prSet phldrT="[Text]" custT="1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>
        <a:solidFill>
          <a:schemeClr val="accent3">
            <a:lumMod val="20000"/>
            <a:lumOff val="80000"/>
          </a:schemeClr>
        </a:solidFill>
      </dgm:spPr>
      <dgm:t>
        <a:bodyPr/>
        <a:lstStyle/>
        <a:p>
          <a:r>
            <a:rPr lang="en-IN" sz="1800" dirty="0"/>
            <a:t>Terrestrial ecosystem</a:t>
          </a:r>
        </a:p>
      </dgm:t>
    </dgm:pt>
    <dgm:pt modelId="{374A06EE-F4F9-4D76-A1C6-460A5BFDFC5B}" type="parTrans" cxnId="{D1284794-301D-40E2-B187-F0820707D303}">
      <dgm:prSet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en-IN"/>
        </a:p>
      </dgm:t>
    </dgm:pt>
    <dgm:pt modelId="{BA492012-ED9D-40FC-8B03-C3C7F0816858}" type="sibTrans" cxnId="{D1284794-301D-40E2-B187-F0820707D303}">
      <dgm:prSet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en-IN"/>
        </a:p>
      </dgm:t>
    </dgm:pt>
    <dgm:pt modelId="{1149A8E0-BB7E-4C69-BAB7-EBFA9ABC35A2}">
      <dgm:prSet phldrT="[Text]" custT="1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>
        <a:solidFill>
          <a:schemeClr val="accent2">
            <a:lumMod val="20000"/>
            <a:lumOff val="80000"/>
          </a:schemeClr>
        </a:solidFill>
      </dgm:spPr>
      <dgm:t>
        <a:bodyPr/>
        <a:lstStyle/>
        <a:p>
          <a:r>
            <a:rPr lang="en-IN" sz="1800" dirty="0"/>
            <a:t>Aquatic ecosystem</a:t>
          </a:r>
        </a:p>
      </dgm:t>
    </dgm:pt>
    <dgm:pt modelId="{38014D6C-2485-43AC-A9D1-56D76B694838}" type="parTrans" cxnId="{1318DC9F-A454-47D4-A2ED-A210C3E66305}">
      <dgm:prSet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en-IN"/>
        </a:p>
      </dgm:t>
    </dgm:pt>
    <dgm:pt modelId="{C522882F-A6F7-4204-8FD9-CEE8E85CD277}" type="sibTrans" cxnId="{1318DC9F-A454-47D4-A2ED-A210C3E66305}">
      <dgm:prSet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en-IN"/>
        </a:p>
      </dgm:t>
    </dgm:pt>
    <dgm:pt modelId="{B5B0249F-9692-4305-AFC0-E5F37892F1BF}">
      <dgm:prSet phldrT="[Text]" custT="1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>
        <a:solidFill>
          <a:srgbClr val="92D050"/>
        </a:solidFill>
      </dgm:spPr>
      <dgm:t>
        <a:bodyPr/>
        <a:lstStyle/>
        <a:p>
          <a:r>
            <a:rPr lang="en-IN" sz="1800" dirty="0"/>
            <a:t>Forest ecosystem</a:t>
          </a:r>
        </a:p>
      </dgm:t>
    </dgm:pt>
    <dgm:pt modelId="{9B35EBF3-B84D-41DB-A7F0-B172035AB011}" type="parTrans" cxnId="{5C31C7FD-E720-4E45-B8D3-6CB008B01512}">
      <dgm:prSet/>
      <dgm:spPr/>
      <dgm:t>
        <a:bodyPr/>
        <a:lstStyle/>
        <a:p>
          <a:endParaRPr lang="en-IN"/>
        </a:p>
      </dgm:t>
    </dgm:pt>
    <dgm:pt modelId="{7E166CA7-612D-4A40-B1B3-BE990BC08B3B}" type="sibTrans" cxnId="{5C31C7FD-E720-4E45-B8D3-6CB008B01512}">
      <dgm:prSet/>
      <dgm:spPr/>
      <dgm:t>
        <a:bodyPr/>
        <a:lstStyle/>
        <a:p>
          <a:endParaRPr lang="en-IN"/>
        </a:p>
      </dgm:t>
    </dgm:pt>
    <dgm:pt modelId="{02174013-0ADA-4E87-BF5E-6026F483814C}">
      <dgm:prSet phldrT="[Text]" custT="1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>
        <a:solidFill>
          <a:schemeClr val="accent3">
            <a:lumMod val="40000"/>
            <a:lumOff val="60000"/>
          </a:schemeClr>
        </a:solidFill>
      </dgm:spPr>
      <dgm:t>
        <a:bodyPr/>
        <a:lstStyle/>
        <a:p>
          <a:r>
            <a:rPr lang="en-IN" sz="1800" dirty="0"/>
            <a:t>Grassland ecosystem</a:t>
          </a:r>
        </a:p>
      </dgm:t>
    </dgm:pt>
    <dgm:pt modelId="{7075B1B7-4681-4F23-AD69-F5089E2498CD}" type="parTrans" cxnId="{69AC2F27-EFF7-4E61-925E-5249407E1EF7}">
      <dgm:prSet/>
      <dgm:spPr/>
      <dgm:t>
        <a:bodyPr/>
        <a:lstStyle/>
        <a:p>
          <a:endParaRPr lang="en-IN"/>
        </a:p>
      </dgm:t>
    </dgm:pt>
    <dgm:pt modelId="{AA187DD4-9985-4743-87EC-9C35A530E0C7}" type="sibTrans" cxnId="{69AC2F27-EFF7-4E61-925E-5249407E1EF7}">
      <dgm:prSet/>
      <dgm:spPr/>
      <dgm:t>
        <a:bodyPr/>
        <a:lstStyle/>
        <a:p>
          <a:endParaRPr lang="en-IN"/>
        </a:p>
      </dgm:t>
    </dgm:pt>
    <dgm:pt modelId="{4C14424C-5998-4615-B9BA-5D32FF53AF20}">
      <dgm:prSet phldrT="[Text]" custT="1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>
        <a:solidFill>
          <a:schemeClr val="accent5">
            <a:lumMod val="20000"/>
            <a:lumOff val="80000"/>
          </a:schemeClr>
        </a:solidFill>
      </dgm:spPr>
      <dgm:t>
        <a:bodyPr/>
        <a:lstStyle/>
        <a:p>
          <a:r>
            <a:rPr lang="en-IN" sz="1800" dirty="0"/>
            <a:t>Desert ecosystem</a:t>
          </a:r>
        </a:p>
      </dgm:t>
    </dgm:pt>
    <dgm:pt modelId="{EB747EE4-5076-45FA-BB92-E889F3D1A739}" type="parTrans" cxnId="{74167001-5199-436D-9D9E-FA5334DF0B94}">
      <dgm:prSet/>
      <dgm:spPr/>
      <dgm:t>
        <a:bodyPr/>
        <a:lstStyle/>
        <a:p>
          <a:endParaRPr lang="en-IN"/>
        </a:p>
      </dgm:t>
    </dgm:pt>
    <dgm:pt modelId="{A91C16E0-B1A6-4C25-9DBB-64A681A927E3}" type="sibTrans" cxnId="{74167001-5199-436D-9D9E-FA5334DF0B94}">
      <dgm:prSet/>
      <dgm:spPr/>
      <dgm:t>
        <a:bodyPr/>
        <a:lstStyle/>
        <a:p>
          <a:endParaRPr lang="en-IN"/>
        </a:p>
      </dgm:t>
    </dgm:pt>
    <dgm:pt modelId="{6BD839A1-2C9E-4DAC-B644-A36509B105B6}">
      <dgm:prSet phldrT="[Text]" custT="1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>
        <a:solidFill>
          <a:srgbClr val="94C8ED"/>
        </a:solidFill>
      </dgm:spPr>
      <dgm:t>
        <a:bodyPr/>
        <a:lstStyle/>
        <a:p>
          <a:r>
            <a:rPr lang="en-IN" sz="1800" dirty="0"/>
            <a:t>Fresh water ecosystem</a:t>
          </a:r>
        </a:p>
      </dgm:t>
    </dgm:pt>
    <dgm:pt modelId="{E6925BEC-68F6-4DB7-8406-3D7B02C87FEC}" type="parTrans" cxnId="{41333306-3133-4FDF-87BA-CA22163F626D}">
      <dgm:prSet/>
      <dgm:spPr/>
      <dgm:t>
        <a:bodyPr/>
        <a:lstStyle/>
        <a:p>
          <a:endParaRPr lang="en-IN"/>
        </a:p>
      </dgm:t>
    </dgm:pt>
    <dgm:pt modelId="{10D463FA-CD6F-45F6-AF9C-E727F98D9483}" type="sibTrans" cxnId="{41333306-3133-4FDF-87BA-CA22163F626D}">
      <dgm:prSet/>
      <dgm:spPr/>
      <dgm:t>
        <a:bodyPr/>
        <a:lstStyle/>
        <a:p>
          <a:endParaRPr lang="en-IN"/>
        </a:p>
      </dgm:t>
    </dgm:pt>
    <dgm:pt modelId="{0583A9E7-7959-47FE-AFB3-BD3BC7CCAD02}">
      <dgm:prSet phldrT="[Text]" custT="1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>
        <a:solidFill>
          <a:schemeClr val="tx2">
            <a:lumMod val="40000"/>
            <a:lumOff val="60000"/>
          </a:schemeClr>
        </a:solidFill>
      </dgm:spPr>
      <dgm:t>
        <a:bodyPr/>
        <a:lstStyle/>
        <a:p>
          <a:r>
            <a:rPr lang="en-IN" sz="1800" dirty="0"/>
            <a:t>Marine ecosystem</a:t>
          </a:r>
        </a:p>
      </dgm:t>
    </dgm:pt>
    <dgm:pt modelId="{B808E228-FD69-4876-96EE-C81C07D06BAF}" type="parTrans" cxnId="{AA24E33F-BF22-415F-9E97-77FC18174E14}">
      <dgm:prSet/>
      <dgm:spPr/>
      <dgm:t>
        <a:bodyPr/>
        <a:lstStyle/>
        <a:p>
          <a:endParaRPr lang="en-IN"/>
        </a:p>
      </dgm:t>
    </dgm:pt>
    <dgm:pt modelId="{D7DC1D9A-004F-4460-916F-1F59809C4A32}" type="sibTrans" cxnId="{AA24E33F-BF22-415F-9E97-77FC18174E14}">
      <dgm:prSet/>
      <dgm:spPr/>
      <dgm:t>
        <a:bodyPr/>
        <a:lstStyle/>
        <a:p>
          <a:endParaRPr lang="en-IN"/>
        </a:p>
      </dgm:t>
    </dgm:pt>
    <dgm:pt modelId="{DCB8D2CA-63F0-4469-9AF7-2A18BDA8BA7F}">
      <dgm:prSet phldrT="[Text]" custT="1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>
        <a:solidFill>
          <a:schemeClr val="accent2">
            <a:lumMod val="20000"/>
            <a:lumOff val="80000"/>
          </a:schemeClr>
        </a:solidFill>
      </dgm:spPr>
      <dgm:t>
        <a:bodyPr/>
        <a:lstStyle/>
        <a:p>
          <a:r>
            <a:rPr lang="en-IN" sz="2000" dirty="0"/>
            <a:t>Lentic </a:t>
          </a:r>
        </a:p>
        <a:p>
          <a:r>
            <a:rPr lang="en-IN" sz="1400" dirty="0"/>
            <a:t>Stationary freshwater body</a:t>
          </a:r>
        </a:p>
      </dgm:t>
    </dgm:pt>
    <dgm:pt modelId="{4E3F32B4-3AD3-4D09-9646-D119CC01CA3B}" type="parTrans" cxnId="{6846E450-A3D7-4902-A073-8FE906FF111E}">
      <dgm:prSet/>
      <dgm:spPr/>
      <dgm:t>
        <a:bodyPr/>
        <a:lstStyle/>
        <a:p>
          <a:endParaRPr lang="en-IN"/>
        </a:p>
      </dgm:t>
    </dgm:pt>
    <dgm:pt modelId="{FA926C24-34EA-4ACF-B663-221A3D2649EC}" type="sibTrans" cxnId="{6846E450-A3D7-4902-A073-8FE906FF111E}">
      <dgm:prSet/>
      <dgm:spPr/>
      <dgm:t>
        <a:bodyPr/>
        <a:lstStyle/>
        <a:p>
          <a:endParaRPr lang="en-IN"/>
        </a:p>
      </dgm:t>
    </dgm:pt>
    <dgm:pt modelId="{2B1942C3-5D45-4363-B99C-8E970559A59F}">
      <dgm:prSet phldrT="[Text]" custT="1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>
        <a:solidFill>
          <a:schemeClr val="accent2">
            <a:lumMod val="20000"/>
            <a:lumOff val="80000"/>
          </a:schemeClr>
        </a:solidFill>
      </dgm:spPr>
      <dgm:t>
        <a:bodyPr/>
        <a:lstStyle/>
        <a:p>
          <a:r>
            <a:rPr lang="en-IN" sz="2000" kern="1200" dirty="0"/>
            <a:t>Lotic</a:t>
          </a:r>
        </a:p>
        <a:p>
          <a:r>
            <a:rPr lang="en-IN" sz="1400" kern="1200" dirty="0">
              <a:solidFill>
                <a:srgbClr val="212121">
                  <a:hueOff val="0"/>
                  <a:satOff val="0"/>
                  <a:lumOff val="0"/>
                  <a:alphaOff val="0"/>
                </a:srgbClr>
              </a:solidFill>
              <a:latin typeface="Roboto Condensed"/>
              <a:ea typeface="+mn-ea"/>
              <a:cs typeface="+mn-cs"/>
            </a:rPr>
            <a:t>Free-flowing freshwater body</a:t>
          </a:r>
        </a:p>
      </dgm:t>
    </dgm:pt>
    <dgm:pt modelId="{BF2475DC-71DA-4C60-A5E2-2F14DDBDB117}" type="parTrans" cxnId="{02EEAC93-26A0-4F89-8D17-5B43EF6E5951}">
      <dgm:prSet/>
      <dgm:spPr/>
      <dgm:t>
        <a:bodyPr/>
        <a:lstStyle/>
        <a:p>
          <a:endParaRPr lang="en-IN"/>
        </a:p>
      </dgm:t>
    </dgm:pt>
    <dgm:pt modelId="{3DB3E4F0-E674-4D01-86C8-C7CB405E42BF}" type="sibTrans" cxnId="{02EEAC93-26A0-4F89-8D17-5B43EF6E5951}">
      <dgm:prSet/>
      <dgm:spPr/>
      <dgm:t>
        <a:bodyPr/>
        <a:lstStyle/>
        <a:p>
          <a:endParaRPr lang="en-IN"/>
        </a:p>
      </dgm:t>
    </dgm:pt>
    <dgm:pt modelId="{234E95E0-6B83-4AD7-B6D0-693C1ED77077}">
      <dgm:prSet phldrT="[Text]" custT="1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IN" sz="1800" dirty="0"/>
            <a:t>Lake ecosystem</a:t>
          </a:r>
        </a:p>
      </dgm:t>
    </dgm:pt>
    <dgm:pt modelId="{02F64C32-91F1-46F0-9D0B-C2396C75B6B6}" type="parTrans" cxnId="{41A37421-391C-4F4D-84C0-1C851E3F594E}">
      <dgm:prSet/>
      <dgm:spPr/>
      <dgm:t>
        <a:bodyPr/>
        <a:lstStyle/>
        <a:p>
          <a:endParaRPr lang="en-IN"/>
        </a:p>
      </dgm:t>
    </dgm:pt>
    <dgm:pt modelId="{8E0FC727-4C96-49B0-ABB5-EBB3150D3993}" type="sibTrans" cxnId="{41A37421-391C-4F4D-84C0-1C851E3F594E}">
      <dgm:prSet/>
      <dgm:spPr/>
      <dgm:t>
        <a:bodyPr/>
        <a:lstStyle/>
        <a:p>
          <a:endParaRPr lang="en-IN"/>
        </a:p>
      </dgm:t>
    </dgm:pt>
    <dgm:pt modelId="{BBAA3B36-A007-47AA-96AD-CD28B0D46046}">
      <dgm:prSet phldrT="[Text]" custT="1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IN" sz="1800" dirty="0"/>
            <a:t>Pond ecosystem</a:t>
          </a:r>
        </a:p>
      </dgm:t>
    </dgm:pt>
    <dgm:pt modelId="{00794AE2-6DFA-4B61-8F39-A78109196D84}" type="parTrans" cxnId="{9748027C-979B-420D-A6EA-5CF7165CBAFB}">
      <dgm:prSet/>
      <dgm:spPr/>
      <dgm:t>
        <a:bodyPr/>
        <a:lstStyle/>
        <a:p>
          <a:endParaRPr lang="en-IN"/>
        </a:p>
      </dgm:t>
    </dgm:pt>
    <dgm:pt modelId="{0F86B158-63AA-4FFB-AFBF-B488A69B0B1A}" type="sibTrans" cxnId="{9748027C-979B-420D-A6EA-5CF7165CBAFB}">
      <dgm:prSet/>
      <dgm:spPr/>
      <dgm:t>
        <a:bodyPr/>
        <a:lstStyle/>
        <a:p>
          <a:endParaRPr lang="en-IN"/>
        </a:p>
      </dgm:t>
    </dgm:pt>
    <dgm:pt modelId="{6933C31E-641C-4F0D-A59D-DEB2830B8279}">
      <dgm:prSet phldrT="[Text]" custT="1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>
        <a:ln/>
      </dgm:spPr>
      <dgm:t>
        <a:bodyPr spcFirstLastPara="0" vert="horz" wrap="square" lIns="68580" tIns="68580" rIns="68580" bIns="6858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>
              <a:solidFill>
                <a:srgbClr val="212121">
                  <a:hueOff val="0"/>
                  <a:satOff val="0"/>
                  <a:lumOff val="0"/>
                  <a:alphaOff val="0"/>
                </a:srgbClr>
              </a:solidFill>
              <a:latin typeface="Roboto Condensed"/>
              <a:ea typeface="+mn-ea"/>
              <a:cs typeface="+mn-cs"/>
            </a:rPr>
            <a:t>River ecosystem</a:t>
          </a:r>
        </a:p>
      </dgm:t>
    </dgm:pt>
    <dgm:pt modelId="{CAE25CC1-853A-4A46-B4B8-EAE22269147C}" type="parTrans" cxnId="{53FAF73B-85CC-4F6A-B31F-7453B069AC72}">
      <dgm:prSet/>
      <dgm:spPr/>
      <dgm:t>
        <a:bodyPr/>
        <a:lstStyle/>
        <a:p>
          <a:endParaRPr lang="en-IN"/>
        </a:p>
      </dgm:t>
    </dgm:pt>
    <dgm:pt modelId="{515CAE01-020B-431E-ABC9-ABBFED80ECD4}" type="sibTrans" cxnId="{53FAF73B-85CC-4F6A-B31F-7453B069AC72}">
      <dgm:prSet/>
      <dgm:spPr/>
      <dgm:t>
        <a:bodyPr/>
        <a:lstStyle/>
        <a:p>
          <a:endParaRPr lang="en-IN"/>
        </a:p>
      </dgm:t>
    </dgm:pt>
    <dgm:pt modelId="{B66EDB9E-CB4E-4F77-A9A5-1C23EB3A6B8C}">
      <dgm:prSet phldrT="[Text]" custT="1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>
        <a:solidFill>
          <a:schemeClr val="accent6">
            <a:lumMod val="20000"/>
            <a:lumOff val="80000"/>
          </a:schemeClr>
        </a:solidFill>
        <a:ln/>
      </dgm:spPr>
      <dgm:t>
        <a:bodyPr spcFirstLastPara="0" vert="horz" wrap="square" lIns="68580" tIns="68580" rIns="68580" bIns="6858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>
              <a:solidFill>
                <a:srgbClr val="212121">
                  <a:hueOff val="0"/>
                  <a:satOff val="0"/>
                  <a:lumOff val="0"/>
                  <a:alphaOff val="0"/>
                </a:srgbClr>
              </a:solidFill>
              <a:latin typeface="Roboto Condensed"/>
              <a:ea typeface="+mn-ea"/>
              <a:cs typeface="+mn-cs"/>
            </a:rPr>
            <a:t>Ocean ecosystem</a:t>
          </a:r>
        </a:p>
      </dgm:t>
    </dgm:pt>
    <dgm:pt modelId="{BBA84F2D-4C52-4350-AC85-176207737B6E}" type="parTrans" cxnId="{4BDCD64C-FB59-446E-AAEB-AA8A55AC206E}">
      <dgm:prSet/>
      <dgm:spPr/>
      <dgm:t>
        <a:bodyPr/>
        <a:lstStyle/>
        <a:p>
          <a:endParaRPr lang="en-IN"/>
        </a:p>
      </dgm:t>
    </dgm:pt>
    <dgm:pt modelId="{5FE4F26F-CFC7-401D-B597-A6112C382EE2}" type="sibTrans" cxnId="{4BDCD64C-FB59-446E-AAEB-AA8A55AC206E}">
      <dgm:prSet/>
      <dgm:spPr/>
      <dgm:t>
        <a:bodyPr/>
        <a:lstStyle/>
        <a:p>
          <a:endParaRPr lang="en-IN"/>
        </a:p>
      </dgm:t>
    </dgm:pt>
    <dgm:pt modelId="{F8944FF1-6F8C-4A1E-BB9E-7C4B22E7B140}">
      <dgm:prSet phldrT="[Text]" custT="1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>
        <a:solidFill>
          <a:schemeClr val="accent6">
            <a:lumMod val="40000"/>
            <a:lumOff val="60000"/>
          </a:schemeClr>
        </a:solidFill>
        <a:ln/>
      </dgm:spPr>
      <dgm:t>
        <a:bodyPr spcFirstLastPara="0" vert="horz" wrap="square" lIns="68580" tIns="68580" rIns="68580" bIns="6858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>
              <a:solidFill>
                <a:srgbClr val="212121">
                  <a:hueOff val="0"/>
                  <a:satOff val="0"/>
                  <a:lumOff val="0"/>
                  <a:alphaOff val="0"/>
                </a:srgbClr>
              </a:solidFill>
              <a:latin typeface="Roboto Condensed"/>
              <a:ea typeface="+mn-ea"/>
              <a:cs typeface="+mn-cs"/>
            </a:rPr>
            <a:t>Estuarine ecosystem</a:t>
          </a:r>
        </a:p>
      </dgm:t>
    </dgm:pt>
    <dgm:pt modelId="{31C39090-E014-4487-A5F8-5DBCC2C40088}" type="parTrans" cxnId="{F3270C5D-D7EF-4F0B-9747-AC33BB0B7E35}">
      <dgm:prSet/>
      <dgm:spPr/>
      <dgm:t>
        <a:bodyPr/>
        <a:lstStyle/>
        <a:p>
          <a:endParaRPr lang="en-IN"/>
        </a:p>
      </dgm:t>
    </dgm:pt>
    <dgm:pt modelId="{DF289243-871C-40FD-9D55-457D90CB6D6C}" type="sibTrans" cxnId="{F3270C5D-D7EF-4F0B-9747-AC33BB0B7E35}">
      <dgm:prSet/>
      <dgm:spPr/>
      <dgm:t>
        <a:bodyPr/>
        <a:lstStyle/>
        <a:p>
          <a:endParaRPr lang="en-IN"/>
        </a:p>
      </dgm:t>
    </dgm:pt>
    <dgm:pt modelId="{6853FABE-2EF6-4A86-9978-855C7C3A8236}" type="pres">
      <dgm:prSet presAssocID="{483919C4-5D4A-4E5D-9DBF-8F72C8ECE4B3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BE71E3D6-A75E-41D9-92F5-7E3B3B97E9BD}" type="pres">
      <dgm:prSet presAssocID="{483919C4-5D4A-4E5D-9DBF-8F72C8ECE4B3}" presName="hierFlow" presStyleCnt="0"/>
      <dgm:spPr/>
    </dgm:pt>
    <dgm:pt modelId="{252CC948-80FC-4653-9B93-6F66BC2238BF}" type="pres">
      <dgm:prSet presAssocID="{483919C4-5D4A-4E5D-9DBF-8F72C8ECE4B3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9DE4EAA3-CF5D-493E-9B66-B92C742CCA22}" type="pres">
      <dgm:prSet presAssocID="{227D9A83-5F1F-4ECA-AC06-0E15801E33FA}" presName="Name14" presStyleCnt="0"/>
      <dgm:spPr/>
    </dgm:pt>
    <dgm:pt modelId="{F5CC327F-BD3B-4B65-9F54-B53CB3D3C3F1}" type="pres">
      <dgm:prSet presAssocID="{227D9A83-5F1F-4ECA-AC06-0E15801E33FA}" presName="level1Shape" presStyleLbl="node0" presStyleIdx="0" presStyleCnt="1" custScaleX="407998" custScaleY="109172" custLinFactNeighborX="-17887" custLinFactNeighborY="2646">
        <dgm:presLayoutVars>
          <dgm:chPref val="3"/>
        </dgm:presLayoutVars>
      </dgm:prSet>
      <dgm:spPr/>
    </dgm:pt>
    <dgm:pt modelId="{15B6DE55-731F-4DD9-A4F0-A417FA28ECF8}" type="pres">
      <dgm:prSet presAssocID="{227D9A83-5F1F-4ECA-AC06-0E15801E33FA}" presName="hierChild2" presStyleCnt="0"/>
      <dgm:spPr/>
    </dgm:pt>
    <dgm:pt modelId="{A9F3F731-0955-4394-BB9F-222F3550C029}" type="pres">
      <dgm:prSet presAssocID="{374A06EE-F4F9-4D76-A1C6-460A5BFDFC5B}" presName="Name19" presStyleLbl="parChTrans1D2" presStyleIdx="0" presStyleCnt="2"/>
      <dgm:spPr/>
    </dgm:pt>
    <dgm:pt modelId="{F3D734E9-E57D-43C5-AB86-ABAAF6EC94A1}" type="pres">
      <dgm:prSet presAssocID="{3ECBE8E8-CB74-464D-BEE6-DC2BD49136AF}" presName="Name21" presStyleCnt="0"/>
      <dgm:spPr/>
    </dgm:pt>
    <dgm:pt modelId="{674DFCAE-A645-4508-AFE5-500A208B3FF8}" type="pres">
      <dgm:prSet presAssocID="{3ECBE8E8-CB74-464D-BEE6-DC2BD49136AF}" presName="level2Shape" presStyleLbl="node2" presStyleIdx="0" presStyleCnt="2" custScaleX="180931" custLinFactNeighborX="-72418" custLinFactNeighborY="-1766"/>
      <dgm:spPr/>
    </dgm:pt>
    <dgm:pt modelId="{88CD00A4-C5D4-4816-A0C0-268E91E9990D}" type="pres">
      <dgm:prSet presAssocID="{3ECBE8E8-CB74-464D-BEE6-DC2BD49136AF}" presName="hierChild3" presStyleCnt="0"/>
      <dgm:spPr/>
    </dgm:pt>
    <dgm:pt modelId="{57BD911E-D22C-4DAD-9FEA-0C19AAA40F94}" type="pres">
      <dgm:prSet presAssocID="{9B35EBF3-B84D-41DB-A7F0-B172035AB011}" presName="Name19" presStyleLbl="parChTrans1D3" presStyleIdx="0" presStyleCnt="5"/>
      <dgm:spPr/>
    </dgm:pt>
    <dgm:pt modelId="{84C18C5A-2B8D-4683-9306-C5CDC556421E}" type="pres">
      <dgm:prSet presAssocID="{B5B0249F-9692-4305-AFC0-E5F37892F1BF}" presName="Name21" presStyleCnt="0"/>
      <dgm:spPr/>
    </dgm:pt>
    <dgm:pt modelId="{09373639-D967-4125-B424-263FA1AD10AE}" type="pres">
      <dgm:prSet presAssocID="{B5B0249F-9692-4305-AFC0-E5F37892F1BF}" presName="level2Shape" presStyleLbl="node3" presStyleIdx="0" presStyleCnt="5" custScaleX="159430" custScaleY="122737" custLinFactNeighborX="1947" custLinFactNeighborY="83295"/>
      <dgm:spPr/>
    </dgm:pt>
    <dgm:pt modelId="{5132FA8A-C289-41CF-BBDD-0127D73EE1D8}" type="pres">
      <dgm:prSet presAssocID="{B5B0249F-9692-4305-AFC0-E5F37892F1BF}" presName="hierChild3" presStyleCnt="0"/>
      <dgm:spPr/>
    </dgm:pt>
    <dgm:pt modelId="{8B65817C-FA2D-4093-BB9C-D7FDD584C7D8}" type="pres">
      <dgm:prSet presAssocID="{7075B1B7-4681-4F23-AD69-F5089E2498CD}" presName="Name19" presStyleLbl="parChTrans1D3" presStyleIdx="1" presStyleCnt="5"/>
      <dgm:spPr/>
    </dgm:pt>
    <dgm:pt modelId="{909CDEE2-4452-42D0-94E3-0EF3769D6F0C}" type="pres">
      <dgm:prSet presAssocID="{02174013-0ADA-4E87-BF5E-6026F483814C}" presName="Name21" presStyleCnt="0"/>
      <dgm:spPr/>
    </dgm:pt>
    <dgm:pt modelId="{4EA8F723-303F-4FB5-A300-0EAFA2EE6475}" type="pres">
      <dgm:prSet presAssocID="{02174013-0ADA-4E87-BF5E-6026F483814C}" presName="level2Shape" presStyleLbl="node3" presStyleIdx="1" presStyleCnt="5" custScaleX="159430" custScaleY="122737" custLinFactNeighborX="-20492" custLinFactNeighborY="83295"/>
      <dgm:spPr/>
    </dgm:pt>
    <dgm:pt modelId="{9D1580DE-F7C1-4A47-9AEF-24FE95D6F2F4}" type="pres">
      <dgm:prSet presAssocID="{02174013-0ADA-4E87-BF5E-6026F483814C}" presName="hierChild3" presStyleCnt="0"/>
      <dgm:spPr/>
    </dgm:pt>
    <dgm:pt modelId="{4B9ADEC2-74C7-4F03-9F14-F2065F8DB7B5}" type="pres">
      <dgm:prSet presAssocID="{EB747EE4-5076-45FA-BB92-E889F3D1A739}" presName="Name19" presStyleLbl="parChTrans1D3" presStyleIdx="2" presStyleCnt="5"/>
      <dgm:spPr/>
    </dgm:pt>
    <dgm:pt modelId="{88907829-E24C-4CA8-A28F-1D7D1745B2A3}" type="pres">
      <dgm:prSet presAssocID="{4C14424C-5998-4615-B9BA-5D32FF53AF20}" presName="Name21" presStyleCnt="0"/>
      <dgm:spPr/>
    </dgm:pt>
    <dgm:pt modelId="{BEC8E51E-1597-4021-8D3B-82C9BEBF7EFD}" type="pres">
      <dgm:prSet presAssocID="{4C14424C-5998-4615-B9BA-5D32FF53AF20}" presName="level2Shape" presStyleLbl="node3" presStyleIdx="2" presStyleCnt="5" custScaleX="159430" custScaleY="122737" custLinFactNeighborX="-20492" custLinFactNeighborY="83295"/>
      <dgm:spPr/>
    </dgm:pt>
    <dgm:pt modelId="{A8B1C6DC-32F0-4140-B9E2-117FBF270006}" type="pres">
      <dgm:prSet presAssocID="{4C14424C-5998-4615-B9BA-5D32FF53AF20}" presName="hierChild3" presStyleCnt="0"/>
      <dgm:spPr/>
    </dgm:pt>
    <dgm:pt modelId="{05DF2484-8621-4583-9650-CC40C75F8616}" type="pres">
      <dgm:prSet presAssocID="{38014D6C-2485-43AC-A9D1-56D76B694838}" presName="Name19" presStyleLbl="parChTrans1D2" presStyleIdx="1" presStyleCnt="2"/>
      <dgm:spPr/>
    </dgm:pt>
    <dgm:pt modelId="{4034498C-BB95-45C4-BC36-0AACBEAFA9FE}" type="pres">
      <dgm:prSet presAssocID="{1149A8E0-BB7E-4C69-BAB7-EBFA9ABC35A2}" presName="Name21" presStyleCnt="0"/>
      <dgm:spPr/>
    </dgm:pt>
    <dgm:pt modelId="{B9946896-B677-42E9-B1B2-285574F5E389}" type="pres">
      <dgm:prSet presAssocID="{1149A8E0-BB7E-4C69-BAB7-EBFA9ABC35A2}" presName="level2Shape" presStyleLbl="node2" presStyleIdx="1" presStyleCnt="2" custScaleX="158025" custLinFactNeighborX="52400" custLinFactNeighborY="-2174"/>
      <dgm:spPr/>
    </dgm:pt>
    <dgm:pt modelId="{78BA8EAB-0114-4532-89E2-34BE097AF3E7}" type="pres">
      <dgm:prSet presAssocID="{1149A8E0-BB7E-4C69-BAB7-EBFA9ABC35A2}" presName="hierChild3" presStyleCnt="0"/>
      <dgm:spPr/>
    </dgm:pt>
    <dgm:pt modelId="{D7C874A6-7C74-4ECD-AAA2-743F64CF794E}" type="pres">
      <dgm:prSet presAssocID="{E6925BEC-68F6-4DB7-8406-3D7B02C87FEC}" presName="Name19" presStyleLbl="parChTrans1D3" presStyleIdx="3" presStyleCnt="5"/>
      <dgm:spPr/>
    </dgm:pt>
    <dgm:pt modelId="{53C4B9B1-E128-4111-A653-21CF579F9684}" type="pres">
      <dgm:prSet presAssocID="{6BD839A1-2C9E-4DAC-B644-A36509B105B6}" presName="Name21" presStyleCnt="0"/>
      <dgm:spPr/>
    </dgm:pt>
    <dgm:pt modelId="{5F914D90-A42F-4344-9B13-CC5A0C933123}" type="pres">
      <dgm:prSet presAssocID="{6BD839A1-2C9E-4DAC-B644-A36509B105B6}" presName="level2Shape" presStyleLbl="node3" presStyleIdx="3" presStyleCnt="5" custScaleX="159430" custScaleY="122737" custLinFactNeighborX="-8792" custLinFactNeighborY="72489"/>
      <dgm:spPr/>
    </dgm:pt>
    <dgm:pt modelId="{3490AC1B-920A-4343-96BB-2692C8CE682F}" type="pres">
      <dgm:prSet presAssocID="{6BD839A1-2C9E-4DAC-B644-A36509B105B6}" presName="hierChild3" presStyleCnt="0"/>
      <dgm:spPr/>
    </dgm:pt>
    <dgm:pt modelId="{E6EDC978-2D09-4652-A149-C7FBCD0A978A}" type="pres">
      <dgm:prSet presAssocID="{4E3F32B4-3AD3-4D09-9646-D119CC01CA3B}" presName="Name19" presStyleLbl="parChTrans1D4" presStyleIdx="0" presStyleCnt="7"/>
      <dgm:spPr/>
    </dgm:pt>
    <dgm:pt modelId="{FA1EABF3-2275-4511-BC75-FC48AC44FBFC}" type="pres">
      <dgm:prSet presAssocID="{DCB8D2CA-63F0-4469-9AF7-2A18BDA8BA7F}" presName="Name21" presStyleCnt="0"/>
      <dgm:spPr/>
    </dgm:pt>
    <dgm:pt modelId="{980A24AC-3771-4C71-985B-1AEF04873445}" type="pres">
      <dgm:prSet presAssocID="{DCB8D2CA-63F0-4469-9AF7-2A18BDA8BA7F}" presName="level2Shape" presStyleLbl="node4" presStyleIdx="0" presStyleCnt="7" custScaleX="165107" custScaleY="145492" custLinFactY="3034" custLinFactNeighborX="-4791" custLinFactNeighborY="100000"/>
      <dgm:spPr/>
    </dgm:pt>
    <dgm:pt modelId="{FC19C3E0-71F3-4F22-A39B-064D01D02676}" type="pres">
      <dgm:prSet presAssocID="{DCB8D2CA-63F0-4469-9AF7-2A18BDA8BA7F}" presName="hierChild3" presStyleCnt="0"/>
      <dgm:spPr/>
    </dgm:pt>
    <dgm:pt modelId="{2B9A0FA4-E762-4A2D-A1CA-86BAB448EC1E}" type="pres">
      <dgm:prSet presAssocID="{02F64C32-91F1-46F0-9D0B-C2396C75B6B6}" presName="Name19" presStyleLbl="parChTrans1D4" presStyleIdx="1" presStyleCnt="7"/>
      <dgm:spPr/>
    </dgm:pt>
    <dgm:pt modelId="{06EA2A9F-80C9-4008-8F21-D191AAD8BFAC}" type="pres">
      <dgm:prSet presAssocID="{234E95E0-6B83-4AD7-B6D0-693C1ED77077}" presName="Name21" presStyleCnt="0"/>
      <dgm:spPr/>
    </dgm:pt>
    <dgm:pt modelId="{6867B1B8-3294-4EDD-BFD9-7F012665A8DE}" type="pres">
      <dgm:prSet presAssocID="{234E95E0-6B83-4AD7-B6D0-693C1ED77077}" presName="level2Shape" presStyleLbl="node4" presStyleIdx="1" presStyleCnt="7" custScaleX="147109" custLinFactY="65993" custLinFactNeighborX="-19827" custLinFactNeighborY="100000"/>
      <dgm:spPr/>
    </dgm:pt>
    <dgm:pt modelId="{C9AF61E5-A6A6-4E64-B126-EEEDC5151A5A}" type="pres">
      <dgm:prSet presAssocID="{234E95E0-6B83-4AD7-B6D0-693C1ED77077}" presName="hierChild3" presStyleCnt="0"/>
      <dgm:spPr/>
    </dgm:pt>
    <dgm:pt modelId="{2DAA7831-2660-4BBC-B909-2A0BBA068849}" type="pres">
      <dgm:prSet presAssocID="{00794AE2-6DFA-4B61-8F39-A78109196D84}" presName="Name19" presStyleLbl="parChTrans1D4" presStyleIdx="2" presStyleCnt="7"/>
      <dgm:spPr/>
    </dgm:pt>
    <dgm:pt modelId="{475D0905-7673-4BB5-A0E0-2F0EC639DB4A}" type="pres">
      <dgm:prSet presAssocID="{BBAA3B36-A007-47AA-96AD-CD28B0D46046}" presName="Name21" presStyleCnt="0"/>
      <dgm:spPr/>
    </dgm:pt>
    <dgm:pt modelId="{C30014A5-9B5E-4685-8CA5-F0BE58ACE140}" type="pres">
      <dgm:prSet presAssocID="{BBAA3B36-A007-47AA-96AD-CD28B0D46046}" presName="level2Shape" presStyleLbl="node4" presStyleIdx="2" presStyleCnt="7" custScaleX="154956" custLinFactY="65993" custLinFactNeighborX="-29462" custLinFactNeighborY="100000"/>
      <dgm:spPr/>
    </dgm:pt>
    <dgm:pt modelId="{04CEACCB-1AAB-4939-B6A0-80130454160C}" type="pres">
      <dgm:prSet presAssocID="{BBAA3B36-A007-47AA-96AD-CD28B0D46046}" presName="hierChild3" presStyleCnt="0"/>
      <dgm:spPr/>
    </dgm:pt>
    <dgm:pt modelId="{21822B09-1501-4B1D-B5A7-3F7E58D1F530}" type="pres">
      <dgm:prSet presAssocID="{BF2475DC-71DA-4C60-A5E2-2F14DDBDB117}" presName="Name19" presStyleLbl="parChTrans1D4" presStyleIdx="3" presStyleCnt="7"/>
      <dgm:spPr/>
    </dgm:pt>
    <dgm:pt modelId="{FC04EF59-09D7-4990-88D5-F6E953EE3468}" type="pres">
      <dgm:prSet presAssocID="{2B1942C3-5D45-4363-B99C-8E970559A59F}" presName="Name21" presStyleCnt="0"/>
      <dgm:spPr/>
    </dgm:pt>
    <dgm:pt modelId="{909C7C8F-826D-4EA7-A83E-D661DCC82D2F}" type="pres">
      <dgm:prSet presAssocID="{2B1942C3-5D45-4363-B99C-8E970559A59F}" presName="level2Shape" presStyleLbl="node4" presStyleIdx="3" presStyleCnt="7" custScaleX="175048" custScaleY="155264" custLinFactY="4777" custLinFactNeighborX="-8985" custLinFactNeighborY="100000"/>
      <dgm:spPr/>
    </dgm:pt>
    <dgm:pt modelId="{352B2423-C595-4754-BDF6-38D1902D52A2}" type="pres">
      <dgm:prSet presAssocID="{2B1942C3-5D45-4363-B99C-8E970559A59F}" presName="hierChild3" presStyleCnt="0"/>
      <dgm:spPr/>
    </dgm:pt>
    <dgm:pt modelId="{7FD905BB-30AD-4D8D-B2F5-9DE15AA9D379}" type="pres">
      <dgm:prSet presAssocID="{CAE25CC1-853A-4A46-B4B8-EAE22269147C}" presName="Name19" presStyleLbl="parChTrans1D4" presStyleIdx="4" presStyleCnt="7"/>
      <dgm:spPr/>
    </dgm:pt>
    <dgm:pt modelId="{9309AC9E-918E-4D2F-BBC3-9F9C5A91B181}" type="pres">
      <dgm:prSet presAssocID="{6933C31E-641C-4F0D-A59D-DEB2830B8279}" presName="Name21" presStyleCnt="0"/>
      <dgm:spPr/>
    </dgm:pt>
    <dgm:pt modelId="{F2335F24-B6B2-4274-8B61-4F97C92702EF}" type="pres">
      <dgm:prSet presAssocID="{6933C31E-641C-4F0D-A59D-DEB2830B8279}" presName="level2Shape" presStyleLbl="node4" presStyleIdx="4" presStyleCnt="7" custScaleX="179506" custScaleY="99930" custLinFactY="58301" custLinFactNeighborX="-9180" custLinFactNeighborY="100000"/>
      <dgm:spPr>
        <a:xfrm>
          <a:off x="7765039" y="4704016"/>
          <a:ext cx="1081295" cy="720863"/>
        </a:xfrm>
        <a:prstGeom prst="roundRect">
          <a:avLst>
            <a:gd name="adj" fmla="val 10000"/>
          </a:avLst>
        </a:prstGeom>
      </dgm:spPr>
    </dgm:pt>
    <dgm:pt modelId="{77ABED17-A7E5-49CE-B8A1-170D1E94281B}" type="pres">
      <dgm:prSet presAssocID="{6933C31E-641C-4F0D-A59D-DEB2830B8279}" presName="hierChild3" presStyleCnt="0"/>
      <dgm:spPr/>
    </dgm:pt>
    <dgm:pt modelId="{80EE9B40-4CC1-499B-92D5-C70140940CAF}" type="pres">
      <dgm:prSet presAssocID="{B808E228-FD69-4876-96EE-C81C07D06BAF}" presName="Name19" presStyleLbl="parChTrans1D3" presStyleIdx="4" presStyleCnt="5"/>
      <dgm:spPr/>
    </dgm:pt>
    <dgm:pt modelId="{7753A11F-3468-42A6-A9C0-537CA908CB52}" type="pres">
      <dgm:prSet presAssocID="{0583A9E7-7959-47FE-AFB3-BD3BC7CCAD02}" presName="Name21" presStyleCnt="0"/>
      <dgm:spPr/>
    </dgm:pt>
    <dgm:pt modelId="{EE7BAD0D-88A7-4CF4-AE56-2B64D13A5878}" type="pres">
      <dgm:prSet presAssocID="{0583A9E7-7959-47FE-AFB3-BD3BC7CCAD02}" presName="level2Shape" presStyleLbl="node3" presStyleIdx="4" presStyleCnt="5" custScaleX="159430" custScaleY="122737" custLinFactNeighborX="-8792" custLinFactNeighborY="72489"/>
      <dgm:spPr/>
    </dgm:pt>
    <dgm:pt modelId="{32AD2CD6-96F7-4931-9AEF-E049126BDAC5}" type="pres">
      <dgm:prSet presAssocID="{0583A9E7-7959-47FE-AFB3-BD3BC7CCAD02}" presName="hierChild3" presStyleCnt="0"/>
      <dgm:spPr/>
    </dgm:pt>
    <dgm:pt modelId="{CA6AE70E-867A-4D8F-B8A4-374DE93D32C2}" type="pres">
      <dgm:prSet presAssocID="{BBA84F2D-4C52-4350-AC85-176207737B6E}" presName="Name19" presStyleLbl="parChTrans1D4" presStyleIdx="5" presStyleCnt="7"/>
      <dgm:spPr/>
    </dgm:pt>
    <dgm:pt modelId="{ABC58ED2-BAA3-4DA8-93B2-D01E67DB20CD}" type="pres">
      <dgm:prSet presAssocID="{B66EDB9E-CB4E-4F77-A9A5-1C23EB3A6B8C}" presName="Name21" presStyleCnt="0"/>
      <dgm:spPr/>
    </dgm:pt>
    <dgm:pt modelId="{848FB5A9-CDB3-47A7-B4CB-9A6A0407D462}" type="pres">
      <dgm:prSet presAssocID="{B66EDB9E-CB4E-4F77-A9A5-1C23EB3A6B8C}" presName="level2Shape" presStyleLbl="node4" presStyleIdx="5" presStyleCnt="7" custScaleX="141796" custScaleY="140128" custLinFactY="9483" custLinFactNeighborX="-5868" custLinFactNeighborY="100000"/>
      <dgm:spPr>
        <a:xfrm>
          <a:off x="9578647" y="3594507"/>
          <a:ext cx="1068073" cy="712048"/>
        </a:xfrm>
        <a:prstGeom prst="roundRect">
          <a:avLst>
            <a:gd name="adj" fmla="val 10000"/>
          </a:avLst>
        </a:prstGeom>
      </dgm:spPr>
    </dgm:pt>
    <dgm:pt modelId="{387AC5EF-8906-40B8-848D-7108D2441893}" type="pres">
      <dgm:prSet presAssocID="{B66EDB9E-CB4E-4F77-A9A5-1C23EB3A6B8C}" presName="hierChild3" presStyleCnt="0"/>
      <dgm:spPr/>
    </dgm:pt>
    <dgm:pt modelId="{5C5AFB57-CF3E-42CA-888D-CBF384940EE9}" type="pres">
      <dgm:prSet presAssocID="{31C39090-E014-4487-A5F8-5DBCC2C40088}" presName="Name19" presStyleLbl="parChTrans1D4" presStyleIdx="6" presStyleCnt="7"/>
      <dgm:spPr/>
    </dgm:pt>
    <dgm:pt modelId="{4316D2E2-34BB-477E-B204-A736DA924D47}" type="pres">
      <dgm:prSet presAssocID="{F8944FF1-6F8C-4A1E-BB9E-7C4B22E7B140}" presName="Name21" presStyleCnt="0"/>
      <dgm:spPr/>
    </dgm:pt>
    <dgm:pt modelId="{6EBEA058-AFA6-46AD-8806-ABBF985ADF6B}" type="pres">
      <dgm:prSet presAssocID="{F8944FF1-6F8C-4A1E-BB9E-7C4B22E7B140}" presName="level2Shape" presStyleLbl="node4" presStyleIdx="6" presStyleCnt="7" custScaleX="157919" custScaleY="133938" custLinFactY="9511" custLinFactNeighborX="-17302" custLinFactNeighborY="100000"/>
      <dgm:spPr>
        <a:xfrm>
          <a:off x="10967142" y="3594507"/>
          <a:ext cx="1068073" cy="712048"/>
        </a:xfrm>
        <a:prstGeom prst="roundRect">
          <a:avLst>
            <a:gd name="adj" fmla="val 10000"/>
          </a:avLst>
        </a:prstGeom>
      </dgm:spPr>
    </dgm:pt>
    <dgm:pt modelId="{567509CC-0626-4886-8BB8-12ADB7FCB834}" type="pres">
      <dgm:prSet presAssocID="{F8944FF1-6F8C-4A1E-BB9E-7C4B22E7B140}" presName="hierChild3" presStyleCnt="0"/>
      <dgm:spPr/>
    </dgm:pt>
    <dgm:pt modelId="{AF267CDD-CB70-44BC-B7C3-BE76478CD5C3}" type="pres">
      <dgm:prSet presAssocID="{483919C4-5D4A-4E5D-9DBF-8F72C8ECE4B3}" presName="bgShapesFlow" presStyleCnt="0"/>
      <dgm:spPr/>
    </dgm:pt>
  </dgm:ptLst>
  <dgm:cxnLst>
    <dgm:cxn modelId="{74167001-5199-436D-9D9E-FA5334DF0B94}" srcId="{3ECBE8E8-CB74-464D-BEE6-DC2BD49136AF}" destId="{4C14424C-5998-4615-B9BA-5D32FF53AF20}" srcOrd="2" destOrd="0" parTransId="{EB747EE4-5076-45FA-BB92-E889F3D1A739}" sibTransId="{A91C16E0-B1A6-4C25-9DBB-64A681A927E3}"/>
    <dgm:cxn modelId="{41333306-3133-4FDF-87BA-CA22163F626D}" srcId="{1149A8E0-BB7E-4C69-BAB7-EBFA9ABC35A2}" destId="{6BD839A1-2C9E-4DAC-B644-A36509B105B6}" srcOrd="0" destOrd="0" parTransId="{E6925BEC-68F6-4DB7-8406-3D7B02C87FEC}" sibTransId="{10D463FA-CD6F-45F6-AF9C-E727F98D9483}"/>
    <dgm:cxn modelId="{60671409-2458-43C8-B13A-54693001FF9E}" type="presOf" srcId="{B5B0249F-9692-4305-AFC0-E5F37892F1BF}" destId="{09373639-D967-4125-B424-263FA1AD10AE}" srcOrd="0" destOrd="0" presId="urn:microsoft.com/office/officeart/2005/8/layout/hierarchy6"/>
    <dgm:cxn modelId="{2AE8571A-7998-4C55-901B-00ACBB07C91D}" type="presOf" srcId="{F8944FF1-6F8C-4A1E-BB9E-7C4B22E7B140}" destId="{6EBEA058-AFA6-46AD-8806-ABBF985ADF6B}" srcOrd="0" destOrd="0" presId="urn:microsoft.com/office/officeart/2005/8/layout/hierarchy6"/>
    <dgm:cxn modelId="{41A37421-391C-4F4D-84C0-1C851E3F594E}" srcId="{DCB8D2CA-63F0-4469-9AF7-2A18BDA8BA7F}" destId="{234E95E0-6B83-4AD7-B6D0-693C1ED77077}" srcOrd="0" destOrd="0" parTransId="{02F64C32-91F1-46F0-9D0B-C2396C75B6B6}" sibTransId="{8E0FC727-4C96-49B0-ABB5-EBB3150D3993}"/>
    <dgm:cxn modelId="{69AC2F27-EFF7-4E61-925E-5249407E1EF7}" srcId="{3ECBE8E8-CB74-464D-BEE6-DC2BD49136AF}" destId="{02174013-0ADA-4E87-BF5E-6026F483814C}" srcOrd="1" destOrd="0" parTransId="{7075B1B7-4681-4F23-AD69-F5089E2498CD}" sibTransId="{AA187DD4-9985-4743-87EC-9C35A530E0C7}"/>
    <dgm:cxn modelId="{790BB429-E557-4F7E-9C26-FBC2D3C14919}" type="presOf" srcId="{0583A9E7-7959-47FE-AFB3-BD3BC7CCAD02}" destId="{EE7BAD0D-88A7-4CF4-AE56-2B64D13A5878}" srcOrd="0" destOrd="0" presId="urn:microsoft.com/office/officeart/2005/8/layout/hierarchy6"/>
    <dgm:cxn modelId="{7C3F802A-9470-4012-9B61-EEEB8E3872C6}" type="presOf" srcId="{1149A8E0-BB7E-4C69-BAB7-EBFA9ABC35A2}" destId="{B9946896-B677-42E9-B1B2-285574F5E389}" srcOrd="0" destOrd="0" presId="urn:microsoft.com/office/officeart/2005/8/layout/hierarchy6"/>
    <dgm:cxn modelId="{00EEA52A-1AE5-4D88-B47F-CEA347D21817}" type="presOf" srcId="{2B1942C3-5D45-4363-B99C-8E970559A59F}" destId="{909C7C8F-826D-4EA7-A83E-D661DCC82D2F}" srcOrd="0" destOrd="0" presId="urn:microsoft.com/office/officeart/2005/8/layout/hierarchy6"/>
    <dgm:cxn modelId="{44EC7A2C-534E-4BF0-897F-647DE92147EE}" type="presOf" srcId="{3ECBE8E8-CB74-464D-BEE6-DC2BD49136AF}" destId="{674DFCAE-A645-4508-AFE5-500A208B3FF8}" srcOrd="0" destOrd="0" presId="urn:microsoft.com/office/officeart/2005/8/layout/hierarchy6"/>
    <dgm:cxn modelId="{8DA4082D-DF03-4A01-9580-60C1EFB77436}" type="presOf" srcId="{B808E228-FD69-4876-96EE-C81C07D06BAF}" destId="{80EE9B40-4CC1-499B-92D5-C70140940CAF}" srcOrd="0" destOrd="0" presId="urn:microsoft.com/office/officeart/2005/8/layout/hierarchy6"/>
    <dgm:cxn modelId="{53FAF73B-85CC-4F6A-B31F-7453B069AC72}" srcId="{2B1942C3-5D45-4363-B99C-8E970559A59F}" destId="{6933C31E-641C-4F0D-A59D-DEB2830B8279}" srcOrd="0" destOrd="0" parTransId="{CAE25CC1-853A-4A46-B4B8-EAE22269147C}" sibTransId="{515CAE01-020B-431E-ABC9-ABBFED80ECD4}"/>
    <dgm:cxn modelId="{F9512E3E-FA12-470E-AE62-97935AF7998E}" type="presOf" srcId="{E6925BEC-68F6-4DB7-8406-3D7B02C87FEC}" destId="{D7C874A6-7C74-4ECD-AAA2-743F64CF794E}" srcOrd="0" destOrd="0" presId="urn:microsoft.com/office/officeart/2005/8/layout/hierarchy6"/>
    <dgm:cxn modelId="{AA24E33F-BF22-415F-9E97-77FC18174E14}" srcId="{1149A8E0-BB7E-4C69-BAB7-EBFA9ABC35A2}" destId="{0583A9E7-7959-47FE-AFB3-BD3BC7CCAD02}" srcOrd="1" destOrd="0" parTransId="{B808E228-FD69-4876-96EE-C81C07D06BAF}" sibTransId="{D7DC1D9A-004F-4460-916F-1F59809C4A32}"/>
    <dgm:cxn modelId="{3A663C40-01AD-48D7-A1AF-0A3A09F3CB32}" type="presOf" srcId="{B66EDB9E-CB4E-4F77-A9A5-1C23EB3A6B8C}" destId="{848FB5A9-CDB3-47A7-B4CB-9A6A0407D462}" srcOrd="0" destOrd="0" presId="urn:microsoft.com/office/officeart/2005/8/layout/hierarchy6"/>
    <dgm:cxn modelId="{F3270C5D-D7EF-4F0B-9747-AC33BB0B7E35}" srcId="{0583A9E7-7959-47FE-AFB3-BD3BC7CCAD02}" destId="{F8944FF1-6F8C-4A1E-BB9E-7C4B22E7B140}" srcOrd="1" destOrd="0" parTransId="{31C39090-E014-4487-A5F8-5DBCC2C40088}" sibTransId="{DF289243-871C-40FD-9D55-457D90CB6D6C}"/>
    <dgm:cxn modelId="{5F687867-4F5C-4860-8CAF-3545BD3D87BE}" type="presOf" srcId="{6BD839A1-2C9E-4DAC-B644-A36509B105B6}" destId="{5F914D90-A42F-4344-9B13-CC5A0C933123}" srcOrd="0" destOrd="0" presId="urn:microsoft.com/office/officeart/2005/8/layout/hierarchy6"/>
    <dgm:cxn modelId="{D73EFB67-6591-4F1A-AB48-01F0BA757F92}" type="presOf" srcId="{00794AE2-6DFA-4B61-8F39-A78109196D84}" destId="{2DAA7831-2660-4BBC-B909-2A0BBA068849}" srcOrd="0" destOrd="0" presId="urn:microsoft.com/office/officeart/2005/8/layout/hierarchy6"/>
    <dgm:cxn modelId="{8FDD6148-0516-4FAD-9B07-192A2FB16A63}" srcId="{483919C4-5D4A-4E5D-9DBF-8F72C8ECE4B3}" destId="{227D9A83-5F1F-4ECA-AC06-0E15801E33FA}" srcOrd="0" destOrd="0" parTransId="{2D669AE7-398C-4172-A1BD-15ACE6D16891}" sibTransId="{1831EC54-B316-456A-88D1-48415DF1A7CE}"/>
    <dgm:cxn modelId="{B3F8A24A-A29A-4263-AC03-99368CFE9B46}" type="presOf" srcId="{38014D6C-2485-43AC-A9D1-56D76B694838}" destId="{05DF2484-8621-4583-9650-CC40C75F8616}" srcOrd="0" destOrd="0" presId="urn:microsoft.com/office/officeart/2005/8/layout/hierarchy6"/>
    <dgm:cxn modelId="{4BDCD64C-FB59-446E-AAEB-AA8A55AC206E}" srcId="{0583A9E7-7959-47FE-AFB3-BD3BC7CCAD02}" destId="{B66EDB9E-CB4E-4F77-A9A5-1C23EB3A6B8C}" srcOrd="0" destOrd="0" parTransId="{BBA84F2D-4C52-4350-AC85-176207737B6E}" sibTransId="{5FE4F26F-CFC7-401D-B597-A6112C382EE2}"/>
    <dgm:cxn modelId="{A2C2F46F-45F7-4FF4-9A23-927A20F42347}" type="presOf" srcId="{9B35EBF3-B84D-41DB-A7F0-B172035AB011}" destId="{57BD911E-D22C-4DAD-9FEA-0C19AAA40F94}" srcOrd="0" destOrd="0" presId="urn:microsoft.com/office/officeart/2005/8/layout/hierarchy6"/>
    <dgm:cxn modelId="{6846E450-A3D7-4902-A073-8FE906FF111E}" srcId="{6BD839A1-2C9E-4DAC-B644-A36509B105B6}" destId="{DCB8D2CA-63F0-4469-9AF7-2A18BDA8BA7F}" srcOrd="0" destOrd="0" parTransId="{4E3F32B4-3AD3-4D09-9646-D119CC01CA3B}" sibTransId="{FA926C24-34EA-4ACF-B663-221A3D2649EC}"/>
    <dgm:cxn modelId="{01DB6C58-1C73-45B5-A96C-792F0A779CC6}" type="presOf" srcId="{BBAA3B36-A007-47AA-96AD-CD28B0D46046}" destId="{C30014A5-9B5E-4685-8CA5-F0BE58ACE140}" srcOrd="0" destOrd="0" presId="urn:microsoft.com/office/officeart/2005/8/layout/hierarchy6"/>
    <dgm:cxn modelId="{9748027C-979B-420D-A6EA-5CF7165CBAFB}" srcId="{DCB8D2CA-63F0-4469-9AF7-2A18BDA8BA7F}" destId="{BBAA3B36-A007-47AA-96AD-CD28B0D46046}" srcOrd="1" destOrd="0" parTransId="{00794AE2-6DFA-4B61-8F39-A78109196D84}" sibTransId="{0F86B158-63AA-4FFB-AFBF-B488A69B0B1A}"/>
    <dgm:cxn modelId="{B399F282-6049-45A3-9EED-0E947E92B7A4}" type="presOf" srcId="{02174013-0ADA-4E87-BF5E-6026F483814C}" destId="{4EA8F723-303F-4FB5-A300-0EAFA2EE6475}" srcOrd="0" destOrd="0" presId="urn:microsoft.com/office/officeart/2005/8/layout/hierarchy6"/>
    <dgm:cxn modelId="{1EB11C85-F447-432E-9CD4-6AB338AECE90}" type="presOf" srcId="{CAE25CC1-853A-4A46-B4B8-EAE22269147C}" destId="{7FD905BB-30AD-4D8D-B2F5-9DE15AA9D379}" srcOrd="0" destOrd="0" presId="urn:microsoft.com/office/officeart/2005/8/layout/hierarchy6"/>
    <dgm:cxn modelId="{15CE068E-A3D7-4C18-8A4D-F7DBD8C20DE6}" type="presOf" srcId="{4E3F32B4-3AD3-4D09-9646-D119CC01CA3B}" destId="{E6EDC978-2D09-4652-A149-C7FBCD0A978A}" srcOrd="0" destOrd="0" presId="urn:microsoft.com/office/officeart/2005/8/layout/hierarchy6"/>
    <dgm:cxn modelId="{2D9D7A8E-BCE1-4119-A445-212F5729E818}" type="presOf" srcId="{227D9A83-5F1F-4ECA-AC06-0E15801E33FA}" destId="{F5CC327F-BD3B-4B65-9F54-B53CB3D3C3F1}" srcOrd="0" destOrd="0" presId="urn:microsoft.com/office/officeart/2005/8/layout/hierarchy6"/>
    <dgm:cxn modelId="{02EEAC93-26A0-4F89-8D17-5B43EF6E5951}" srcId="{6BD839A1-2C9E-4DAC-B644-A36509B105B6}" destId="{2B1942C3-5D45-4363-B99C-8E970559A59F}" srcOrd="1" destOrd="0" parTransId="{BF2475DC-71DA-4C60-A5E2-2F14DDBDB117}" sibTransId="{3DB3E4F0-E674-4D01-86C8-C7CB405E42BF}"/>
    <dgm:cxn modelId="{D1284794-301D-40E2-B187-F0820707D303}" srcId="{227D9A83-5F1F-4ECA-AC06-0E15801E33FA}" destId="{3ECBE8E8-CB74-464D-BEE6-DC2BD49136AF}" srcOrd="0" destOrd="0" parTransId="{374A06EE-F4F9-4D76-A1C6-460A5BFDFC5B}" sibTransId="{BA492012-ED9D-40FC-8B03-C3C7F0816858}"/>
    <dgm:cxn modelId="{E91E7496-1359-4823-87A1-148D6439D713}" type="presOf" srcId="{EB747EE4-5076-45FA-BB92-E889F3D1A739}" destId="{4B9ADEC2-74C7-4F03-9F14-F2065F8DB7B5}" srcOrd="0" destOrd="0" presId="urn:microsoft.com/office/officeart/2005/8/layout/hierarchy6"/>
    <dgm:cxn modelId="{BC4EC899-BC1D-4FFA-A2B7-9B94AF1111B4}" type="presOf" srcId="{BBA84F2D-4C52-4350-AC85-176207737B6E}" destId="{CA6AE70E-867A-4D8F-B8A4-374DE93D32C2}" srcOrd="0" destOrd="0" presId="urn:microsoft.com/office/officeart/2005/8/layout/hierarchy6"/>
    <dgm:cxn modelId="{1318DC9F-A454-47D4-A2ED-A210C3E66305}" srcId="{227D9A83-5F1F-4ECA-AC06-0E15801E33FA}" destId="{1149A8E0-BB7E-4C69-BAB7-EBFA9ABC35A2}" srcOrd="1" destOrd="0" parTransId="{38014D6C-2485-43AC-A9D1-56D76B694838}" sibTransId="{C522882F-A6F7-4204-8FD9-CEE8E85CD277}"/>
    <dgm:cxn modelId="{FE4B06A5-9D34-4727-B7D9-E325B7EAC1ED}" type="presOf" srcId="{234E95E0-6B83-4AD7-B6D0-693C1ED77077}" destId="{6867B1B8-3294-4EDD-BFD9-7F012665A8DE}" srcOrd="0" destOrd="0" presId="urn:microsoft.com/office/officeart/2005/8/layout/hierarchy6"/>
    <dgm:cxn modelId="{47747FC4-7A17-422B-BD51-AB42BB62CE9A}" type="presOf" srcId="{374A06EE-F4F9-4D76-A1C6-460A5BFDFC5B}" destId="{A9F3F731-0955-4394-BB9F-222F3550C029}" srcOrd="0" destOrd="0" presId="urn:microsoft.com/office/officeart/2005/8/layout/hierarchy6"/>
    <dgm:cxn modelId="{06978DC7-4D10-4917-B48D-3655A8B5B430}" type="presOf" srcId="{483919C4-5D4A-4E5D-9DBF-8F72C8ECE4B3}" destId="{6853FABE-2EF6-4A86-9978-855C7C3A8236}" srcOrd="0" destOrd="0" presId="urn:microsoft.com/office/officeart/2005/8/layout/hierarchy6"/>
    <dgm:cxn modelId="{5CD587C9-3DBB-4784-A59D-1ED34F0DE18D}" type="presOf" srcId="{4C14424C-5998-4615-B9BA-5D32FF53AF20}" destId="{BEC8E51E-1597-4021-8D3B-82C9BEBF7EFD}" srcOrd="0" destOrd="0" presId="urn:microsoft.com/office/officeart/2005/8/layout/hierarchy6"/>
    <dgm:cxn modelId="{8FD18CC9-C11A-4B3C-BA76-F5EB3FBD26B4}" type="presOf" srcId="{DCB8D2CA-63F0-4469-9AF7-2A18BDA8BA7F}" destId="{980A24AC-3771-4C71-985B-1AEF04873445}" srcOrd="0" destOrd="0" presId="urn:microsoft.com/office/officeart/2005/8/layout/hierarchy6"/>
    <dgm:cxn modelId="{778872CF-6185-4100-8E3C-BE1C815CF217}" type="presOf" srcId="{7075B1B7-4681-4F23-AD69-F5089E2498CD}" destId="{8B65817C-FA2D-4093-BB9C-D7FDD584C7D8}" srcOrd="0" destOrd="0" presId="urn:microsoft.com/office/officeart/2005/8/layout/hierarchy6"/>
    <dgm:cxn modelId="{498DC2D6-5D31-49F5-A445-A43EF7CAE669}" type="presOf" srcId="{6933C31E-641C-4F0D-A59D-DEB2830B8279}" destId="{F2335F24-B6B2-4274-8B61-4F97C92702EF}" srcOrd="0" destOrd="0" presId="urn:microsoft.com/office/officeart/2005/8/layout/hierarchy6"/>
    <dgm:cxn modelId="{85A0DDD9-5318-441A-86D1-6BF16E94B5AE}" type="presOf" srcId="{31C39090-E014-4487-A5F8-5DBCC2C40088}" destId="{5C5AFB57-CF3E-42CA-888D-CBF384940EE9}" srcOrd="0" destOrd="0" presId="urn:microsoft.com/office/officeart/2005/8/layout/hierarchy6"/>
    <dgm:cxn modelId="{A2651BDB-77A4-4BE5-94B7-38E9E9B88799}" type="presOf" srcId="{BF2475DC-71DA-4C60-A5E2-2F14DDBDB117}" destId="{21822B09-1501-4B1D-B5A7-3F7E58D1F530}" srcOrd="0" destOrd="0" presId="urn:microsoft.com/office/officeart/2005/8/layout/hierarchy6"/>
    <dgm:cxn modelId="{73CE1BED-B2E4-40D0-B1C2-01A7DF8759A7}" type="presOf" srcId="{02F64C32-91F1-46F0-9D0B-C2396C75B6B6}" destId="{2B9A0FA4-E762-4A2D-A1CA-86BAB448EC1E}" srcOrd="0" destOrd="0" presId="urn:microsoft.com/office/officeart/2005/8/layout/hierarchy6"/>
    <dgm:cxn modelId="{5C31C7FD-E720-4E45-B8D3-6CB008B01512}" srcId="{3ECBE8E8-CB74-464D-BEE6-DC2BD49136AF}" destId="{B5B0249F-9692-4305-AFC0-E5F37892F1BF}" srcOrd="0" destOrd="0" parTransId="{9B35EBF3-B84D-41DB-A7F0-B172035AB011}" sibTransId="{7E166CA7-612D-4A40-B1B3-BE990BC08B3B}"/>
    <dgm:cxn modelId="{1B231955-5B33-4C0B-948B-A3C47A6E9AC4}" type="presParOf" srcId="{6853FABE-2EF6-4A86-9978-855C7C3A8236}" destId="{BE71E3D6-A75E-41D9-92F5-7E3B3B97E9BD}" srcOrd="0" destOrd="0" presId="urn:microsoft.com/office/officeart/2005/8/layout/hierarchy6"/>
    <dgm:cxn modelId="{BF457FD9-16C2-452F-A1BD-5B0F5894CC60}" type="presParOf" srcId="{BE71E3D6-A75E-41D9-92F5-7E3B3B97E9BD}" destId="{252CC948-80FC-4653-9B93-6F66BC2238BF}" srcOrd="0" destOrd="0" presId="urn:microsoft.com/office/officeart/2005/8/layout/hierarchy6"/>
    <dgm:cxn modelId="{BBB9CB91-3766-4478-93E0-0E33DB60B5B8}" type="presParOf" srcId="{252CC948-80FC-4653-9B93-6F66BC2238BF}" destId="{9DE4EAA3-CF5D-493E-9B66-B92C742CCA22}" srcOrd="0" destOrd="0" presId="urn:microsoft.com/office/officeart/2005/8/layout/hierarchy6"/>
    <dgm:cxn modelId="{625A05B5-20CE-4DB1-A203-2AF257BCF764}" type="presParOf" srcId="{9DE4EAA3-CF5D-493E-9B66-B92C742CCA22}" destId="{F5CC327F-BD3B-4B65-9F54-B53CB3D3C3F1}" srcOrd="0" destOrd="0" presId="urn:microsoft.com/office/officeart/2005/8/layout/hierarchy6"/>
    <dgm:cxn modelId="{0ED0CA09-C762-49FC-8A60-63C7F99EA0E6}" type="presParOf" srcId="{9DE4EAA3-CF5D-493E-9B66-B92C742CCA22}" destId="{15B6DE55-731F-4DD9-A4F0-A417FA28ECF8}" srcOrd="1" destOrd="0" presId="urn:microsoft.com/office/officeart/2005/8/layout/hierarchy6"/>
    <dgm:cxn modelId="{CA3E81FB-1DF1-455D-882D-B7449BE8C859}" type="presParOf" srcId="{15B6DE55-731F-4DD9-A4F0-A417FA28ECF8}" destId="{A9F3F731-0955-4394-BB9F-222F3550C029}" srcOrd="0" destOrd="0" presId="urn:microsoft.com/office/officeart/2005/8/layout/hierarchy6"/>
    <dgm:cxn modelId="{738B66FD-B2D6-40ED-9A05-2915ABFC4156}" type="presParOf" srcId="{15B6DE55-731F-4DD9-A4F0-A417FA28ECF8}" destId="{F3D734E9-E57D-43C5-AB86-ABAAF6EC94A1}" srcOrd="1" destOrd="0" presId="urn:microsoft.com/office/officeart/2005/8/layout/hierarchy6"/>
    <dgm:cxn modelId="{AD96EB6E-FB8D-4C9A-8737-6BF6865A3CF8}" type="presParOf" srcId="{F3D734E9-E57D-43C5-AB86-ABAAF6EC94A1}" destId="{674DFCAE-A645-4508-AFE5-500A208B3FF8}" srcOrd="0" destOrd="0" presId="urn:microsoft.com/office/officeart/2005/8/layout/hierarchy6"/>
    <dgm:cxn modelId="{D3FA0D81-AC04-482E-BED7-D9CB3DB9659E}" type="presParOf" srcId="{F3D734E9-E57D-43C5-AB86-ABAAF6EC94A1}" destId="{88CD00A4-C5D4-4816-A0C0-268E91E9990D}" srcOrd="1" destOrd="0" presId="urn:microsoft.com/office/officeart/2005/8/layout/hierarchy6"/>
    <dgm:cxn modelId="{B8513388-6FE1-4C26-AF09-662EFF6EBFAB}" type="presParOf" srcId="{88CD00A4-C5D4-4816-A0C0-268E91E9990D}" destId="{57BD911E-D22C-4DAD-9FEA-0C19AAA40F94}" srcOrd="0" destOrd="0" presId="urn:microsoft.com/office/officeart/2005/8/layout/hierarchy6"/>
    <dgm:cxn modelId="{1CDD6B3A-8791-418A-993E-AB2C45317AB3}" type="presParOf" srcId="{88CD00A4-C5D4-4816-A0C0-268E91E9990D}" destId="{84C18C5A-2B8D-4683-9306-C5CDC556421E}" srcOrd="1" destOrd="0" presId="urn:microsoft.com/office/officeart/2005/8/layout/hierarchy6"/>
    <dgm:cxn modelId="{F0DE869B-389A-4239-8329-945391AB291D}" type="presParOf" srcId="{84C18C5A-2B8D-4683-9306-C5CDC556421E}" destId="{09373639-D967-4125-B424-263FA1AD10AE}" srcOrd="0" destOrd="0" presId="urn:microsoft.com/office/officeart/2005/8/layout/hierarchy6"/>
    <dgm:cxn modelId="{11036EE9-363A-4905-BE2E-794492BEBDBC}" type="presParOf" srcId="{84C18C5A-2B8D-4683-9306-C5CDC556421E}" destId="{5132FA8A-C289-41CF-BBDD-0127D73EE1D8}" srcOrd="1" destOrd="0" presId="urn:microsoft.com/office/officeart/2005/8/layout/hierarchy6"/>
    <dgm:cxn modelId="{128979E4-C492-4BB0-9754-94FB2EA8242B}" type="presParOf" srcId="{88CD00A4-C5D4-4816-A0C0-268E91E9990D}" destId="{8B65817C-FA2D-4093-BB9C-D7FDD584C7D8}" srcOrd="2" destOrd="0" presId="urn:microsoft.com/office/officeart/2005/8/layout/hierarchy6"/>
    <dgm:cxn modelId="{9A7F357E-49A1-4C69-87D3-3A9A6898CEF8}" type="presParOf" srcId="{88CD00A4-C5D4-4816-A0C0-268E91E9990D}" destId="{909CDEE2-4452-42D0-94E3-0EF3769D6F0C}" srcOrd="3" destOrd="0" presId="urn:microsoft.com/office/officeart/2005/8/layout/hierarchy6"/>
    <dgm:cxn modelId="{3A45B886-4A00-42AE-9C8D-F5806A76D4D9}" type="presParOf" srcId="{909CDEE2-4452-42D0-94E3-0EF3769D6F0C}" destId="{4EA8F723-303F-4FB5-A300-0EAFA2EE6475}" srcOrd="0" destOrd="0" presId="urn:microsoft.com/office/officeart/2005/8/layout/hierarchy6"/>
    <dgm:cxn modelId="{40220C45-05AE-40C7-A8DA-2545ECDE51F7}" type="presParOf" srcId="{909CDEE2-4452-42D0-94E3-0EF3769D6F0C}" destId="{9D1580DE-F7C1-4A47-9AEF-24FE95D6F2F4}" srcOrd="1" destOrd="0" presId="urn:microsoft.com/office/officeart/2005/8/layout/hierarchy6"/>
    <dgm:cxn modelId="{56AA0A5F-9670-4539-B7AC-E3560920DACD}" type="presParOf" srcId="{88CD00A4-C5D4-4816-A0C0-268E91E9990D}" destId="{4B9ADEC2-74C7-4F03-9F14-F2065F8DB7B5}" srcOrd="4" destOrd="0" presId="urn:microsoft.com/office/officeart/2005/8/layout/hierarchy6"/>
    <dgm:cxn modelId="{2E02CC1E-89B7-4E89-A9F2-568341CE1951}" type="presParOf" srcId="{88CD00A4-C5D4-4816-A0C0-268E91E9990D}" destId="{88907829-E24C-4CA8-A28F-1D7D1745B2A3}" srcOrd="5" destOrd="0" presId="urn:microsoft.com/office/officeart/2005/8/layout/hierarchy6"/>
    <dgm:cxn modelId="{028581C5-EEEF-4B83-AC40-B46DF06DEC34}" type="presParOf" srcId="{88907829-E24C-4CA8-A28F-1D7D1745B2A3}" destId="{BEC8E51E-1597-4021-8D3B-82C9BEBF7EFD}" srcOrd="0" destOrd="0" presId="urn:microsoft.com/office/officeart/2005/8/layout/hierarchy6"/>
    <dgm:cxn modelId="{85ACECF4-41D4-406B-900C-496FF0DC204E}" type="presParOf" srcId="{88907829-E24C-4CA8-A28F-1D7D1745B2A3}" destId="{A8B1C6DC-32F0-4140-B9E2-117FBF270006}" srcOrd="1" destOrd="0" presId="urn:microsoft.com/office/officeart/2005/8/layout/hierarchy6"/>
    <dgm:cxn modelId="{40C24F8B-44A3-49E9-99A0-536394C27231}" type="presParOf" srcId="{15B6DE55-731F-4DD9-A4F0-A417FA28ECF8}" destId="{05DF2484-8621-4583-9650-CC40C75F8616}" srcOrd="2" destOrd="0" presId="urn:microsoft.com/office/officeart/2005/8/layout/hierarchy6"/>
    <dgm:cxn modelId="{D0B1296D-0910-4B4E-B8F0-6531E1D3C1D2}" type="presParOf" srcId="{15B6DE55-731F-4DD9-A4F0-A417FA28ECF8}" destId="{4034498C-BB95-45C4-BC36-0AACBEAFA9FE}" srcOrd="3" destOrd="0" presId="urn:microsoft.com/office/officeart/2005/8/layout/hierarchy6"/>
    <dgm:cxn modelId="{CB72452D-B6A7-43A1-A85F-FDBCA970C390}" type="presParOf" srcId="{4034498C-BB95-45C4-BC36-0AACBEAFA9FE}" destId="{B9946896-B677-42E9-B1B2-285574F5E389}" srcOrd="0" destOrd="0" presId="urn:microsoft.com/office/officeart/2005/8/layout/hierarchy6"/>
    <dgm:cxn modelId="{CBE0101E-F0C3-4EDE-9A27-3B2378C92F42}" type="presParOf" srcId="{4034498C-BB95-45C4-BC36-0AACBEAFA9FE}" destId="{78BA8EAB-0114-4532-89E2-34BE097AF3E7}" srcOrd="1" destOrd="0" presId="urn:microsoft.com/office/officeart/2005/8/layout/hierarchy6"/>
    <dgm:cxn modelId="{C898BB0D-726F-4D4B-A72A-85030CC5DD3D}" type="presParOf" srcId="{78BA8EAB-0114-4532-89E2-34BE097AF3E7}" destId="{D7C874A6-7C74-4ECD-AAA2-743F64CF794E}" srcOrd="0" destOrd="0" presId="urn:microsoft.com/office/officeart/2005/8/layout/hierarchy6"/>
    <dgm:cxn modelId="{5AF5E0E3-58B9-4202-A33D-59AE59ED403E}" type="presParOf" srcId="{78BA8EAB-0114-4532-89E2-34BE097AF3E7}" destId="{53C4B9B1-E128-4111-A653-21CF579F9684}" srcOrd="1" destOrd="0" presId="urn:microsoft.com/office/officeart/2005/8/layout/hierarchy6"/>
    <dgm:cxn modelId="{05E12379-154B-42C5-B0C6-A5B0756CCAA1}" type="presParOf" srcId="{53C4B9B1-E128-4111-A653-21CF579F9684}" destId="{5F914D90-A42F-4344-9B13-CC5A0C933123}" srcOrd="0" destOrd="0" presId="urn:microsoft.com/office/officeart/2005/8/layout/hierarchy6"/>
    <dgm:cxn modelId="{293CCA99-B13D-4879-AA8C-5CDF9910436B}" type="presParOf" srcId="{53C4B9B1-E128-4111-A653-21CF579F9684}" destId="{3490AC1B-920A-4343-96BB-2692C8CE682F}" srcOrd="1" destOrd="0" presId="urn:microsoft.com/office/officeart/2005/8/layout/hierarchy6"/>
    <dgm:cxn modelId="{090CB7FA-0107-41C8-A8DB-A590839E29CE}" type="presParOf" srcId="{3490AC1B-920A-4343-96BB-2692C8CE682F}" destId="{E6EDC978-2D09-4652-A149-C7FBCD0A978A}" srcOrd="0" destOrd="0" presId="urn:microsoft.com/office/officeart/2005/8/layout/hierarchy6"/>
    <dgm:cxn modelId="{91A39E48-7B4A-4C37-B36F-DE0B18813918}" type="presParOf" srcId="{3490AC1B-920A-4343-96BB-2692C8CE682F}" destId="{FA1EABF3-2275-4511-BC75-FC48AC44FBFC}" srcOrd="1" destOrd="0" presId="urn:microsoft.com/office/officeart/2005/8/layout/hierarchy6"/>
    <dgm:cxn modelId="{893D7C4F-3C26-4FB2-812C-95B89BCF29DE}" type="presParOf" srcId="{FA1EABF3-2275-4511-BC75-FC48AC44FBFC}" destId="{980A24AC-3771-4C71-985B-1AEF04873445}" srcOrd="0" destOrd="0" presId="urn:microsoft.com/office/officeart/2005/8/layout/hierarchy6"/>
    <dgm:cxn modelId="{D95D24EB-0DF3-4E12-BF06-526FC6FD2370}" type="presParOf" srcId="{FA1EABF3-2275-4511-BC75-FC48AC44FBFC}" destId="{FC19C3E0-71F3-4F22-A39B-064D01D02676}" srcOrd="1" destOrd="0" presId="urn:microsoft.com/office/officeart/2005/8/layout/hierarchy6"/>
    <dgm:cxn modelId="{18F6F42F-D995-43FE-845F-8F8C0EAB7577}" type="presParOf" srcId="{FC19C3E0-71F3-4F22-A39B-064D01D02676}" destId="{2B9A0FA4-E762-4A2D-A1CA-86BAB448EC1E}" srcOrd="0" destOrd="0" presId="urn:microsoft.com/office/officeart/2005/8/layout/hierarchy6"/>
    <dgm:cxn modelId="{3F677972-9F52-4A6F-9FCF-963CDDEA22E0}" type="presParOf" srcId="{FC19C3E0-71F3-4F22-A39B-064D01D02676}" destId="{06EA2A9F-80C9-4008-8F21-D191AAD8BFAC}" srcOrd="1" destOrd="0" presId="urn:microsoft.com/office/officeart/2005/8/layout/hierarchy6"/>
    <dgm:cxn modelId="{2FB5EC47-FA93-41B1-9FF6-E91AF7B51A76}" type="presParOf" srcId="{06EA2A9F-80C9-4008-8F21-D191AAD8BFAC}" destId="{6867B1B8-3294-4EDD-BFD9-7F012665A8DE}" srcOrd="0" destOrd="0" presId="urn:microsoft.com/office/officeart/2005/8/layout/hierarchy6"/>
    <dgm:cxn modelId="{E44EA9BF-D3E3-4584-A3A6-E52BFB3B9CB8}" type="presParOf" srcId="{06EA2A9F-80C9-4008-8F21-D191AAD8BFAC}" destId="{C9AF61E5-A6A6-4E64-B126-EEEDC5151A5A}" srcOrd="1" destOrd="0" presId="urn:microsoft.com/office/officeart/2005/8/layout/hierarchy6"/>
    <dgm:cxn modelId="{EA5D8EF1-6944-4649-9651-8398F0DC148D}" type="presParOf" srcId="{FC19C3E0-71F3-4F22-A39B-064D01D02676}" destId="{2DAA7831-2660-4BBC-B909-2A0BBA068849}" srcOrd="2" destOrd="0" presId="urn:microsoft.com/office/officeart/2005/8/layout/hierarchy6"/>
    <dgm:cxn modelId="{6175FE8A-0C54-4EE7-A674-D627ED96A1FF}" type="presParOf" srcId="{FC19C3E0-71F3-4F22-A39B-064D01D02676}" destId="{475D0905-7673-4BB5-A0E0-2F0EC639DB4A}" srcOrd="3" destOrd="0" presId="urn:microsoft.com/office/officeart/2005/8/layout/hierarchy6"/>
    <dgm:cxn modelId="{6CC07512-E6E1-4CE0-BCA7-D7D12D032E7D}" type="presParOf" srcId="{475D0905-7673-4BB5-A0E0-2F0EC639DB4A}" destId="{C30014A5-9B5E-4685-8CA5-F0BE58ACE140}" srcOrd="0" destOrd="0" presId="urn:microsoft.com/office/officeart/2005/8/layout/hierarchy6"/>
    <dgm:cxn modelId="{CE80A95C-C85F-411D-BD65-07D4AD43B48C}" type="presParOf" srcId="{475D0905-7673-4BB5-A0E0-2F0EC639DB4A}" destId="{04CEACCB-1AAB-4939-B6A0-80130454160C}" srcOrd="1" destOrd="0" presId="urn:microsoft.com/office/officeart/2005/8/layout/hierarchy6"/>
    <dgm:cxn modelId="{BDDD5B34-5654-47C7-B4A3-0B28E5EDDBCD}" type="presParOf" srcId="{3490AC1B-920A-4343-96BB-2692C8CE682F}" destId="{21822B09-1501-4B1D-B5A7-3F7E58D1F530}" srcOrd="2" destOrd="0" presId="urn:microsoft.com/office/officeart/2005/8/layout/hierarchy6"/>
    <dgm:cxn modelId="{D349A682-8CE9-43B0-ABC2-7CA6587F5CD9}" type="presParOf" srcId="{3490AC1B-920A-4343-96BB-2692C8CE682F}" destId="{FC04EF59-09D7-4990-88D5-F6E953EE3468}" srcOrd="3" destOrd="0" presId="urn:microsoft.com/office/officeart/2005/8/layout/hierarchy6"/>
    <dgm:cxn modelId="{79FD0A14-176C-4A24-82BC-84A643FE9416}" type="presParOf" srcId="{FC04EF59-09D7-4990-88D5-F6E953EE3468}" destId="{909C7C8F-826D-4EA7-A83E-D661DCC82D2F}" srcOrd="0" destOrd="0" presId="urn:microsoft.com/office/officeart/2005/8/layout/hierarchy6"/>
    <dgm:cxn modelId="{031E6A28-ECAD-4F45-978D-6DBD95CD3B7D}" type="presParOf" srcId="{FC04EF59-09D7-4990-88D5-F6E953EE3468}" destId="{352B2423-C595-4754-BDF6-38D1902D52A2}" srcOrd="1" destOrd="0" presId="urn:microsoft.com/office/officeart/2005/8/layout/hierarchy6"/>
    <dgm:cxn modelId="{3E1DFFD3-C3BF-41D6-B378-9B3B3B28B632}" type="presParOf" srcId="{352B2423-C595-4754-BDF6-38D1902D52A2}" destId="{7FD905BB-30AD-4D8D-B2F5-9DE15AA9D379}" srcOrd="0" destOrd="0" presId="urn:microsoft.com/office/officeart/2005/8/layout/hierarchy6"/>
    <dgm:cxn modelId="{D031FCBB-CAFA-49E7-BF7A-426CEB1E10B9}" type="presParOf" srcId="{352B2423-C595-4754-BDF6-38D1902D52A2}" destId="{9309AC9E-918E-4D2F-BBC3-9F9C5A91B181}" srcOrd="1" destOrd="0" presId="urn:microsoft.com/office/officeart/2005/8/layout/hierarchy6"/>
    <dgm:cxn modelId="{61CC1429-CE63-4925-9656-8BF0586D137E}" type="presParOf" srcId="{9309AC9E-918E-4D2F-BBC3-9F9C5A91B181}" destId="{F2335F24-B6B2-4274-8B61-4F97C92702EF}" srcOrd="0" destOrd="0" presId="urn:microsoft.com/office/officeart/2005/8/layout/hierarchy6"/>
    <dgm:cxn modelId="{D670436C-D975-412B-BF3A-2A94F696B052}" type="presParOf" srcId="{9309AC9E-918E-4D2F-BBC3-9F9C5A91B181}" destId="{77ABED17-A7E5-49CE-B8A1-170D1E94281B}" srcOrd="1" destOrd="0" presId="urn:microsoft.com/office/officeart/2005/8/layout/hierarchy6"/>
    <dgm:cxn modelId="{4D1AD18E-5E1F-47B6-B0FB-C2BFC2C73FEA}" type="presParOf" srcId="{78BA8EAB-0114-4532-89E2-34BE097AF3E7}" destId="{80EE9B40-4CC1-499B-92D5-C70140940CAF}" srcOrd="2" destOrd="0" presId="urn:microsoft.com/office/officeart/2005/8/layout/hierarchy6"/>
    <dgm:cxn modelId="{F950B2D3-338D-41F8-9544-2D7D5D357CAE}" type="presParOf" srcId="{78BA8EAB-0114-4532-89E2-34BE097AF3E7}" destId="{7753A11F-3468-42A6-A9C0-537CA908CB52}" srcOrd="3" destOrd="0" presId="urn:microsoft.com/office/officeart/2005/8/layout/hierarchy6"/>
    <dgm:cxn modelId="{EB21693E-C5FE-46E8-8F36-C4ED15FCFF60}" type="presParOf" srcId="{7753A11F-3468-42A6-A9C0-537CA908CB52}" destId="{EE7BAD0D-88A7-4CF4-AE56-2B64D13A5878}" srcOrd="0" destOrd="0" presId="urn:microsoft.com/office/officeart/2005/8/layout/hierarchy6"/>
    <dgm:cxn modelId="{82E5E427-8C5C-423C-94F8-003F066FDD48}" type="presParOf" srcId="{7753A11F-3468-42A6-A9C0-537CA908CB52}" destId="{32AD2CD6-96F7-4931-9AEF-E049126BDAC5}" srcOrd="1" destOrd="0" presId="urn:microsoft.com/office/officeart/2005/8/layout/hierarchy6"/>
    <dgm:cxn modelId="{0BEEE487-B8D9-439C-B7BF-E9E69BB4182F}" type="presParOf" srcId="{32AD2CD6-96F7-4931-9AEF-E049126BDAC5}" destId="{CA6AE70E-867A-4D8F-B8A4-374DE93D32C2}" srcOrd="0" destOrd="0" presId="urn:microsoft.com/office/officeart/2005/8/layout/hierarchy6"/>
    <dgm:cxn modelId="{E704D548-40BC-4A8C-AC42-3DD8DBB34DB1}" type="presParOf" srcId="{32AD2CD6-96F7-4931-9AEF-E049126BDAC5}" destId="{ABC58ED2-BAA3-4DA8-93B2-D01E67DB20CD}" srcOrd="1" destOrd="0" presId="urn:microsoft.com/office/officeart/2005/8/layout/hierarchy6"/>
    <dgm:cxn modelId="{ED3C7A08-7200-4B36-90C9-F6CBA96CB9B2}" type="presParOf" srcId="{ABC58ED2-BAA3-4DA8-93B2-D01E67DB20CD}" destId="{848FB5A9-CDB3-47A7-B4CB-9A6A0407D462}" srcOrd="0" destOrd="0" presId="urn:microsoft.com/office/officeart/2005/8/layout/hierarchy6"/>
    <dgm:cxn modelId="{035C151E-1F79-4B28-9054-66A64A0A33CE}" type="presParOf" srcId="{ABC58ED2-BAA3-4DA8-93B2-D01E67DB20CD}" destId="{387AC5EF-8906-40B8-848D-7108D2441893}" srcOrd="1" destOrd="0" presId="urn:microsoft.com/office/officeart/2005/8/layout/hierarchy6"/>
    <dgm:cxn modelId="{B82E9229-8066-45D6-A2D1-74D50732067B}" type="presParOf" srcId="{32AD2CD6-96F7-4931-9AEF-E049126BDAC5}" destId="{5C5AFB57-CF3E-42CA-888D-CBF384940EE9}" srcOrd="2" destOrd="0" presId="urn:microsoft.com/office/officeart/2005/8/layout/hierarchy6"/>
    <dgm:cxn modelId="{32CD4838-3B81-4B0D-AF1E-6BB101A3D8E2}" type="presParOf" srcId="{32AD2CD6-96F7-4931-9AEF-E049126BDAC5}" destId="{4316D2E2-34BB-477E-B204-A736DA924D47}" srcOrd="3" destOrd="0" presId="urn:microsoft.com/office/officeart/2005/8/layout/hierarchy6"/>
    <dgm:cxn modelId="{59790AB5-85DE-4AAE-A6DB-F5FAE8BFD213}" type="presParOf" srcId="{4316D2E2-34BB-477E-B204-A736DA924D47}" destId="{6EBEA058-AFA6-46AD-8806-ABBF985ADF6B}" srcOrd="0" destOrd="0" presId="urn:microsoft.com/office/officeart/2005/8/layout/hierarchy6"/>
    <dgm:cxn modelId="{7DBC5C43-C6ED-4D9B-8CAF-91897F8B6656}" type="presParOf" srcId="{4316D2E2-34BB-477E-B204-A736DA924D47}" destId="{567509CC-0626-4886-8BB8-12ADB7FCB834}" srcOrd="1" destOrd="0" presId="urn:microsoft.com/office/officeart/2005/8/layout/hierarchy6"/>
    <dgm:cxn modelId="{CC9B3A03-5263-4FD0-86EC-7718B1C6EE82}" type="presParOf" srcId="{6853FABE-2EF6-4A86-9978-855C7C3A8236}" destId="{AF267CDD-CB70-44BC-B7C3-BE76478CD5C3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83919C4-5D4A-4E5D-9DBF-8F72C8ECE4B3}" type="doc">
      <dgm:prSet loTypeId="urn:microsoft.com/office/officeart/2005/8/layout/hierarchy6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3ECBE8E8-CB74-464D-BEE6-DC2BD49136AF}">
      <dgm:prSet phldrT="[Text]"/>
      <dgm:spPr>
        <a:solidFill>
          <a:schemeClr val="accent1">
            <a:lumMod val="60000"/>
            <a:lumOff val="40000"/>
          </a:schemeClr>
        </a:solidFill>
        <a:ln>
          <a:solidFill>
            <a:schemeClr val="tx1"/>
          </a:solidFill>
        </a:ln>
      </dgm:spPr>
      <dgm:t>
        <a:bodyPr/>
        <a:lstStyle/>
        <a:p>
          <a:r>
            <a:rPr lang="en-IN" dirty="0">
              <a:solidFill>
                <a:schemeClr val="tx1"/>
              </a:solidFill>
            </a:rPr>
            <a:t>Terrestrial ecosystem</a:t>
          </a:r>
        </a:p>
      </dgm:t>
    </dgm:pt>
    <dgm:pt modelId="{374A06EE-F4F9-4D76-A1C6-460A5BFDFC5B}" type="parTrans" cxnId="{D1284794-301D-40E2-B187-F0820707D303}">
      <dgm:prSet/>
      <dgm:spPr/>
      <dgm:t>
        <a:bodyPr/>
        <a:lstStyle/>
        <a:p>
          <a:endParaRPr lang="en-IN"/>
        </a:p>
      </dgm:t>
    </dgm:pt>
    <dgm:pt modelId="{BA492012-ED9D-40FC-8B03-C3C7F0816858}" type="sibTrans" cxnId="{D1284794-301D-40E2-B187-F0820707D303}">
      <dgm:prSet/>
      <dgm:spPr/>
      <dgm:t>
        <a:bodyPr/>
        <a:lstStyle/>
        <a:p>
          <a:endParaRPr lang="en-IN"/>
        </a:p>
      </dgm:t>
    </dgm:pt>
    <dgm:pt modelId="{B5B0249F-9692-4305-AFC0-E5F37892F1BF}">
      <dgm:prSet phldrT="[Text]"/>
      <dgm:spPr>
        <a:solidFill>
          <a:schemeClr val="accent3">
            <a:lumMod val="40000"/>
            <a:lumOff val="60000"/>
          </a:schemeClr>
        </a:solidFill>
        <a:ln>
          <a:solidFill>
            <a:schemeClr val="tx1"/>
          </a:solidFill>
        </a:ln>
      </dgm:spPr>
      <dgm:t>
        <a:bodyPr/>
        <a:lstStyle/>
        <a:p>
          <a:r>
            <a:rPr lang="en-IN" dirty="0">
              <a:solidFill>
                <a:schemeClr val="tx1"/>
              </a:solidFill>
            </a:rPr>
            <a:t>Forest ecosystem</a:t>
          </a:r>
        </a:p>
      </dgm:t>
    </dgm:pt>
    <dgm:pt modelId="{9B35EBF3-B84D-41DB-A7F0-B172035AB011}" type="parTrans" cxnId="{5C31C7FD-E720-4E45-B8D3-6CB008B01512}">
      <dgm:prSet/>
      <dgm:spPr/>
      <dgm:t>
        <a:bodyPr/>
        <a:lstStyle/>
        <a:p>
          <a:endParaRPr lang="en-IN"/>
        </a:p>
      </dgm:t>
    </dgm:pt>
    <dgm:pt modelId="{7E166CA7-612D-4A40-B1B3-BE990BC08B3B}" type="sibTrans" cxnId="{5C31C7FD-E720-4E45-B8D3-6CB008B01512}">
      <dgm:prSet/>
      <dgm:spPr/>
      <dgm:t>
        <a:bodyPr/>
        <a:lstStyle/>
        <a:p>
          <a:endParaRPr lang="en-IN"/>
        </a:p>
      </dgm:t>
    </dgm:pt>
    <dgm:pt modelId="{02174013-0ADA-4E87-BF5E-6026F483814C}">
      <dgm:prSet phldrT="[Text]"/>
      <dgm:spPr>
        <a:solidFill>
          <a:schemeClr val="accent3">
            <a:lumMod val="60000"/>
            <a:lumOff val="40000"/>
          </a:schemeClr>
        </a:solidFill>
        <a:ln>
          <a:solidFill>
            <a:schemeClr val="tx1"/>
          </a:solidFill>
        </a:ln>
      </dgm:spPr>
      <dgm:t>
        <a:bodyPr/>
        <a:lstStyle/>
        <a:p>
          <a:r>
            <a:rPr lang="en-IN" dirty="0">
              <a:solidFill>
                <a:schemeClr val="tx1"/>
              </a:solidFill>
            </a:rPr>
            <a:t>Grassland ecosystem</a:t>
          </a:r>
        </a:p>
      </dgm:t>
    </dgm:pt>
    <dgm:pt modelId="{7075B1B7-4681-4F23-AD69-F5089E2498CD}" type="parTrans" cxnId="{69AC2F27-EFF7-4E61-925E-5249407E1EF7}">
      <dgm:prSet/>
      <dgm:spPr/>
      <dgm:t>
        <a:bodyPr/>
        <a:lstStyle/>
        <a:p>
          <a:endParaRPr lang="en-IN"/>
        </a:p>
      </dgm:t>
    </dgm:pt>
    <dgm:pt modelId="{AA187DD4-9985-4743-87EC-9C35A530E0C7}" type="sibTrans" cxnId="{69AC2F27-EFF7-4E61-925E-5249407E1EF7}">
      <dgm:prSet/>
      <dgm:spPr/>
      <dgm:t>
        <a:bodyPr/>
        <a:lstStyle/>
        <a:p>
          <a:endParaRPr lang="en-IN"/>
        </a:p>
      </dgm:t>
    </dgm:pt>
    <dgm:pt modelId="{4C14424C-5998-4615-B9BA-5D32FF53AF20}">
      <dgm:prSet phldrT="[Text]"/>
      <dgm:spPr>
        <a:solidFill>
          <a:schemeClr val="accent5">
            <a:lumMod val="60000"/>
            <a:lumOff val="40000"/>
          </a:schemeClr>
        </a:solidFill>
        <a:ln>
          <a:solidFill>
            <a:schemeClr val="tx1"/>
          </a:solidFill>
        </a:ln>
      </dgm:spPr>
      <dgm:t>
        <a:bodyPr/>
        <a:lstStyle/>
        <a:p>
          <a:r>
            <a:rPr lang="en-IN" dirty="0">
              <a:solidFill>
                <a:schemeClr val="tx1"/>
              </a:solidFill>
            </a:rPr>
            <a:t>Desert ecosystem</a:t>
          </a:r>
        </a:p>
      </dgm:t>
    </dgm:pt>
    <dgm:pt modelId="{EB747EE4-5076-45FA-BB92-E889F3D1A739}" type="parTrans" cxnId="{74167001-5199-436D-9D9E-FA5334DF0B94}">
      <dgm:prSet/>
      <dgm:spPr/>
      <dgm:t>
        <a:bodyPr/>
        <a:lstStyle/>
        <a:p>
          <a:endParaRPr lang="en-IN"/>
        </a:p>
      </dgm:t>
    </dgm:pt>
    <dgm:pt modelId="{A91C16E0-B1A6-4C25-9DBB-64A681A927E3}" type="sibTrans" cxnId="{74167001-5199-436D-9D9E-FA5334DF0B94}">
      <dgm:prSet/>
      <dgm:spPr/>
      <dgm:t>
        <a:bodyPr/>
        <a:lstStyle/>
        <a:p>
          <a:endParaRPr lang="en-IN"/>
        </a:p>
      </dgm:t>
    </dgm:pt>
    <dgm:pt modelId="{6853FABE-2EF6-4A86-9978-855C7C3A8236}" type="pres">
      <dgm:prSet presAssocID="{483919C4-5D4A-4E5D-9DBF-8F72C8ECE4B3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BE71E3D6-A75E-41D9-92F5-7E3B3B97E9BD}" type="pres">
      <dgm:prSet presAssocID="{483919C4-5D4A-4E5D-9DBF-8F72C8ECE4B3}" presName="hierFlow" presStyleCnt="0"/>
      <dgm:spPr/>
    </dgm:pt>
    <dgm:pt modelId="{252CC948-80FC-4653-9B93-6F66BC2238BF}" type="pres">
      <dgm:prSet presAssocID="{483919C4-5D4A-4E5D-9DBF-8F72C8ECE4B3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5A75DE35-07E7-49F8-9C69-AFBD481B46E0}" type="pres">
      <dgm:prSet presAssocID="{3ECBE8E8-CB74-464D-BEE6-DC2BD49136AF}" presName="Name14" presStyleCnt="0"/>
      <dgm:spPr/>
    </dgm:pt>
    <dgm:pt modelId="{08BE8B0D-2448-45E4-AFF5-378879839ACE}" type="pres">
      <dgm:prSet presAssocID="{3ECBE8E8-CB74-464D-BEE6-DC2BD49136AF}" presName="level1Shape" presStyleLbl="node0" presStyleIdx="0" presStyleCnt="1" custScaleX="153394" custScaleY="55164">
        <dgm:presLayoutVars>
          <dgm:chPref val="3"/>
        </dgm:presLayoutVars>
      </dgm:prSet>
      <dgm:spPr/>
    </dgm:pt>
    <dgm:pt modelId="{459DA68D-B090-4DEE-94D9-4AFCDE14058A}" type="pres">
      <dgm:prSet presAssocID="{3ECBE8E8-CB74-464D-BEE6-DC2BD49136AF}" presName="hierChild2" presStyleCnt="0"/>
      <dgm:spPr/>
    </dgm:pt>
    <dgm:pt modelId="{57BD911E-D22C-4DAD-9FEA-0C19AAA40F94}" type="pres">
      <dgm:prSet presAssocID="{9B35EBF3-B84D-41DB-A7F0-B172035AB011}" presName="Name19" presStyleLbl="parChTrans1D2" presStyleIdx="0" presStyleCnt="3"/>
      <dgm:spPr/>
    </dgm:pt>
    <dgm:pt modelId="{84C18C5A-2B8D-4683-9306-C5CDC556421E}" type="pres">
      <dgm:prSet presAssocID="{B5B0249F-9692-4305-AFC0-E5F37892F1BF}" presName="Name21" presStyleCnt="0"/>
      <dgm:spPr/>
    </dgm:pt>
    <dgm:pt modelId="{09373639-D967-4125-B424-263FA1AD10AE}" type="pres">
      <dgm:prSet presAssocID="{B5B0249F-9692-4305-AFC0-E5F37892F1BF}" presName="level2Shape" presStyleLbl="node2" presStyleIdx="0" presStyleCnt="3" custScaleY="58969"/>
      <dgm:spPr/>
    </dgm:pt>
    <dgm:pt modelId="{5132FA8A-C289-41CF-BBDD-0127D73EE1D8}" type="pres">
      <dgm:prSet presAssocID="{B5B0249F-9692-4305-AFC0-E5F37892F1BF}" presName="hierChild3" presStyleCnt="0"/>
      <dgm:spPr/>
    </dgm:pt>
    <dgm:pt modelId="{8B65817C-FA2D-4093-BB9C-D7FDD584C7D8}" type="pres">
      <dgm:prSet presAssocID="{7075B1B7-4681-4F23-AD69-F5089E2498CD}" presName="Name19" presStyleLbl="parChTrans1D2" presStyleIdx="1" presStyleCnt="3"/>
      <dgm:spPr/>
    </dgm:pt>
    <dgm:pt modelId="{909CDEE2-4452-42D0-94E3-0EF3769D6F0C}" type="pres">
      <dgm:prSet presAssocID="{02174013-0ADA-4E87-BF5E-6026F483814C}" presName="Name21" presStyleCnt="0"/>
      <dgm:spPr/>
    </dgm:pt>
    <dgm:pt modelId="{4EA8F723-303F-4FB5-A300-0EAFA2EE6475}" type="pres">
      <dgm:prSet presAssocID="{02174013-0ADA-4E87-BF5E-6026F483814C}" presName="level2Shape" presStyleLbl="node2" presStyleIdx="1" presStyleCnt="3" custScaleY="58969"/>
      <dgm:spPr/>
    </dgm:pt>
    <dgm:pt modelId="{9D1580DE-F7C1-4A47-9AEF-24FE95D6F2F4}" type="pres">
      <dgm:prSet presAssocID="{02174013-0ADA-4E87-BF5E-6026F483814C}" presName="hierChild3" presStyleCnt="0"/>
      <dgm:spPr/>
    </dgm:pt>
    <dgm:pt modelId="{4B9ADEC2-74C7-4F03-9F14-F2065F8DB7B5}" type="pres">
      <dgm:prSet presAssocID="{EB747EE4-5076-45FA-BB92-E889F3D1A739}" presName="Name19" presStyleLbl="parChTrans1D2" presStyleIdx="2" presStyleCnt="3"/>
      <dgm:spPr/>
    </dgm:pt>
    <dgm:pt modelId="{88907829-E24C-4CA8-A28F-1D7D1745B2A3}" type="pres">
      <dgm:prSet presAssocID="{4C14424C-5998-4615-B9BA-5D32FF53AF20}" presName="Name21" presStyleCnt="0"/>
      <dgm:spPr/>
    </dgm:pt>
    <dgm:pt modelId="{BEC8E51E-1597-4021-8D3B-82C9BEBF7EFD}" type="pres">
      <dgm:prSet presAssocID="{4C14424C-5998-4615-B9BA-5D32FF53AF20}" presName="level2Shape" presStyleLbl="node2" presStyleIdx="2" presStyleCnt="3" custScaleY="58969"/>
      <dgm:spPr/>
    </dgm:pt>
    <dgm:pt modelId="{A8B1C6DC-32F0-4140-B9E2-117FBF270006}" type="pres">
      <dgm:prSet presAssocID="{4C14424C-5998-4615-B9BA-5D32FF53AF20}" presName="hierChild3" presStyleCnt="0"/>
      <dgm:spPr/>
    </dgm:pt>
    <dgm:pt modelId="{AF267CDD-CB70-44BC-B7C3-BE76478CD5C3}" type="pres">
      <dgm:prSet presAssocID="{483919C4-5D4A-4E5D-9DBF-8F72C8ECE4B3}" presName="bgShapesFlow" presStyleCnt="0"/>
      <dgm:spPr/>
    </dgm:pt>
  </dgm:ptLst>
  <dgm:cxnLst>
    <dgm:cxn modelId="{74167001-5199-436D-9D9E-FA5334DF0B94}" srcId="{3ECBE8E8-CB74-464D-BEE6-DC2BD49136AF}" destId="{4C14424C-5998-4615-B9BA-5D32FF53AF20}" srcOrd="2" destOrd="0" parTransId="{EB747EE4-5076-45FA-BB92-E889F3D1A739}" sibTransId="{A91C16E0-B1A6-4C25-9DBB-64A681A927E3}"/>
    <dgm:cxn modelId="{86843E19-A0D1-4DA7-9AD5-0394697B599B}" type="presOf" srcId="{02174013-0ADA-4E87-BF5E-6026F483814C}" destId="{4EA8F723-303F-4FB5-A300-0EAFA2EE6475}" srcOrd="0" destOrd="0" presId="urn:microsoft.com/office/officeart/2005/8/layout/hierarchy6"/>
    <dgm:cxn modelId="{69AC2F27-EFF7-4E61-925E-5249407E1EF7}" srcId="{3ECBE8E8-CB74-464D-BEE6-DC2BD49136AF}" destId="{02174013-0ADA-4E87-BF5E-6026F483814C}" srcOrd="1" destOrd="0" parTransId="{7075B1B7-4681-4F23-AD69-F5089E2498CD}" sibTransId="{AA187DD4-9985-4743-87EC-9C35A530E0C7}"/>
    <dgm:cxn modelId="{92549D2B-076E-4893-8E53-A4D0A662761D}" type="presOf" srcId="{7075B1B7-4681-4F23-AD69-F5089E2498CD}" destId="{8B65817C-FA2D-4093-BB9C-D7FDD584C7D8}" srcOrd="0" destOrd="0" presId="urn:microsoft.com/office/officeart/2005/8/layout/hierarchy6"/>
    <dgm:cxn modelId="{DB7FA66A-B706-4A2B-859E-F1493028EADF}" type="presOf" srcId="{9B35EBF3-B84D-41DB-A7F0-B172035AB011}" destId="{57BD911E-D22C-4DAD-9FEA-0C19AAA40F94}" srcOrd="0" destOrd="0" presId="urn:microsoft.com/office/officeart/2005/8/layout/hierarchy6"/>
    <dgm:cxn modelId="{A95FD353-E963-4A04-8EBB-C1E49E02BA75}" type="presOf" srcId="{B5B0249F-9692-4305-AFC0-E5F37892F1BF}" destId="{09373639-D967-4125-B424-263FA1AD10AE}" srcOrd="0" destOrd="0" presId="urn:microsoft.com/office/officeart/2005/8/layout/hierarchy6"/>
    <dgm:cxn modelId="{D1284794-301D-40E2-B187-F0820707D303}" srcId="{483919C4-5D4A-4E5D-9DBF-8F72C8ECE4B3}" destId="{3ECBE8E8-CB74-464D-BEE6-DC2BD49136AF}" srcOrd="0" destOrd="0" parTransId="{374A06EE-F4F9-4D76-A1C6-460A5BFDFC5B}" sibTransId="{BA492012-ED9D-40FC-8B03-C3C7F0816858}"/>
    <dgm:cxn modelId="{62FD6DBF-6B66-4F5A-B729-D32A3FD5DCD6}" type="presOf" srcId="{4C14424C-5998-4615-B9BA-5D32FF53AF20}" destId="{BEC8E51E-1597-4021-8D3B-82C9BEBF7EFD}" srcOrd="0" destOrd="0" presId="urn:microsoft.com/office/officeart/2005/8/layout/hierarchy6"/>
    <dgm:cxn modelId="{06978DC7-4D10-4917-B48D-3655A8B5B430}" type="presOf" srcId="{483919C4-5D4A-4E5D-9DBF-8F72C8ECE4B3}" destId="{6853FABE-2EF6-4A86-9978-855C7C3A8236}" srcOrd="0" destOrd="0" presId="urn:microsoft.com/office/officeart/2005/8/layout/hierarchy6"/>
    <dgm:cxn modelId="{B75915D1-3EDA-44EE-A218-30C716C96F67}" type="presOf" srcId="{3ECBE8E8-CB74-464D-BEE6-DC2BD49136AF}" destId="{08BE8B0D-2448-45E4-AFF5-378879839ACE}" srcOrd="0" destOrd="0" presId="urn:microsoft.com/office/officeart/2005/8/layout/hierarchy6"/>
    <dgm:cxn modelId="{D6EF0FDE-8C94-4FB5-A6F0-B408686DA356}" type="presOf" srcId="{EB747EE4-5076-45FA-BB92-E889F3D1A739}" destId="{4B9ADEC2-74C7-4F03-9F14-F2065F8DB7B5}" srcOrd="0" destOrd="0" presId="urn:microsoft.com/office/officeart/2005/8/layout/hierarchy6"/>
    <dgm:cxn modelId="{5C31C7FD-E720-4E45-B8D3-6CB008B01512}" srcId="{3ECBE8E8-CB74-464D-BEE6-DC2BD49136AF}" destId="{B5B0249F-9692-4305-AFC0-E5F37892F1BF}" srcOrd="0" destOrd="0" parTransId="{9B35EBF3-B84D-41DB-A7F0-B172035AB011}" sibTransId="{7E166CA7-612D-4A40-B1B3-BE990BC08B3B}"/>
    <dgm:cxn modelId="{1B231955-5B33-4C0B-948B-A3C47A6E9AC4}" type="presParOf" srcId="{6853FABE-2EF6-4A86-9978-855C7C3A8236}" destId="{BE71E3D6-A75E-41D9-92F5-7E3B3B97E9BD}" srcOrd="0" destOrd="0" presId="urn:microsoft.com/office/officeart/2005/8/layout/hierarchy6"/>
    <dgm:cxn modelId="{BF457FD9-16C2-452F-A1BD-5B0F5894CC60}" type="presParOf" srcId="{BE71E3D6-A75E-41D9-92F5-7E3B3B97E9BD}" destId="{252CC948-80FC-4653-9B93-6F66BC2238BF}" srcOrd="0" destOrd="0" presId="urn:microsoft.com/office/officeart/2005/8/layout/hierarchy6"/>
    <dgm:cxn modelId="{DCEB08C4-42BD-4620-9725-7B64331B0454}" type="presParOf" srcId="{252CC948-80FC-4653-9B93-6F66BC2238BF}" destId="{5A75DE35-07E7-49F8-9C69-AFBD481B46E0}" srcOrd="0" destOrd="0" presId="urn:microsoft.com/office/officeart/2005/8/layout/hierarchy6"/>
    <dgm:cxn modelId="{9A1C63AB-5DA9-4467-B2E1-4D9067DB39DC}" type="presParOf" srcId="{5A75DE35-07E7-49F8-9C69-AFBD481B46E0}" destId="{08BE8B0D-2448-45E4-AFF5-378879839ACE}" srcOrd="0" destOrd="0" presId="urn:microsoft.com/office/officeart/2005/8/layout/hierarchy6"/>
    <dgm:cxn modelId="{2A3FF75A-86F6-487E-B1E2-8A680566C2AD}" type="presParOf" srcId="{5A75DE35-07E7-49F8-9C69-AFBD481B46E0}" destId="{459DA68D-B090-4DEE-94D9-4AFCDE14058A}" srcOrd="1" destOrd="0" presId="urn:microsoft.com/office/officeart/2005/8/layout/hierarchy6"/>
    <dgm:cxn modelId="{C45D61D1-F4A0-455D-9E6C-A7C27C12662B}" type="presParOf" srcId="{459DA68D-B090-4DEE-94D9-4AFCDE14058A}" destId="{57BD911E-D22C-4DAD-9FEA-0C19AAA40F94}" srcOrd="0" destOrd="0" presId="urn:microsoft.com/office/officeart/2005/8/layout/hierarchy6"/>
    <dgm:cxn modelId="{D13FE51C-35D3-45BB-B00E-02A12AD791EA}" type="presParOf" srcId="{459DA68D-B090-4DEE-94D9-4AFCDE14058A}" destId="{84C18C5A-2B8D-4683-9306-C5CDC556421E}" srcOrd="1" destOrd="0" presId="urn:microsoft.com/office/officeart/2005/8/layout/hierarchy6"/>
    <dgm:cxn modelId="{B967473A-CE53-4116-AC13-89122F1ABD9C}" type="presParOf" srcId="{84C18C5A-2B8D-4683-9306-C5CDC556421E}" destId="{09373639-D967-4125-B424-263FA1AD10AE}" srcOrd="0" destOrd="0" presId="urn:microsoft.com/office/officeart/2005/8/layout/hierarchy6"/>
    <dgm:cxn modelId="{74790DAA-3AD2-4D5B-BAC0-D122D59C93DA}" type="presParOf" srcId="{84C18C5A-2B8D-4683-9306-C5CDC556421E}" destId="{5132FA8A-C289-41CF-BBDD-0127D73EE1D8}" srcOrd="1" destOrd="0" presId="urn:microsoft.com/office/officeart/2005/8/layout/hierarchy6"/>
    <dgm:cxn modelId="{5C4BF6BE-2F86-4577-834F-3A63C87F1149}" type="presParOf" srcId="{459DA68D-B090-4DEE-94D9-4AFCDE14058A}" destId="{8B65817C-FA2D-4093-BB9C-D7FDD584C7D8}" srcOrd="2" destOrd="0" presId="urn:microsoft.com/office/officeart/2005/8/layout/hierarchy6"/>
    <dgm:cxn modelId="{CE41C6F7-89BD-4973-88A7-BE19F9AE5E71}" type="presParOf" srcId="{459DA68D-B090-4DEE-94D9-4AFCDE14058A}" destId="{909CDEE2-4452-42D0-94E3-0EF3769D6F0C}" srcOrd="3" destOrd="0" presId="urn:microsoft.com/office/officeart/2005/8/layout/hierarchy6"/>
    <dgm:cxn modelId="{AA1EBF4A-46D3-45EF-B0CF-7B890DE580C9}" type="presParOf" srcId="{909CDEE2-4452-42D0-94E3-0EF3769D6F0C}" destId="{4EA8F723-303F-4FB5-A300-0EAFA2EE6475}" srcOrd="0" destOrd="0" presId="urn:microsoft.com/office/officeart/2005/8/layout/hierarchy6"/>
    <dgm:cxn modelId="{B602D08C-3F12-470D-B8F2-3151DA382057}" type="presParOf" srcId="{909CDEE2-4452-42D0-94E3-0EF3769D6F0C}" destId="{9D1580DE-F7C1-4A47-9AEF-24FE95D6F2F4}" srcOrd="1" destOrd="0" presId="urn:microsoft.com/office/officeart/2005/8/layout/hierarchy6"/>
    <dgm:cxn modelId="{6691AF59-23C6-4A88-9959-51A0F2585BD6}" type="presParOf" srcId="{459DA68D-B090-4DEE-94D9-4AFCDE14058A}" destId="{4B9ADEC2-74C7-4F03-9F14-F2065F8DB7B5}" srcOrd="4" destOrd="0" presId="urn:microsoft.com/office/officeart/2005/8/layout/hierarchy6"/>
    <dgm:cxn modelId="{5045EB46-24FA-46D3-9024-5041A6DDD8C4}" type="presParOf" srcId="{459DA68D-B090-4DEE-94D9-4AFCDE14058A}" destId="{88907829-E24C-4CA8-A28F-1D7D1745B2A3}" srcOrd="5" destOrd="0" presId="urn:microsoft.com/office/officeart/2005/8/layout/hierarchy6"/>
    <dgm:cxn modelId="{E4A4A47F-3864-4423-9DB9-EA9DD7C38240}" type="presParOf" srcId="{88907829-E24C-4CA8-A28F-1D7D1745B2A3}" destId="{BEC8E51E-1597-4021-8D3B-82C9BEBF7EFD}" srcOrd="0" destOrd="0" presId="urn:microsoft.com/office/officeart/2005/8/layout/hierarchy6"/>
    <dgm:cxn modelId="{E042EA4E-ECAB-48F6-8BF7-365DC26CB46D}" type="presParOf" srcId="{88907829-E24C-4CA8-A28F-1D7D1745B2A3}" destId="{A8B1C6DC-32F0-4140-B9E2-117FBF270006}" srcOrd="1" destOrd="0" presId="urn:microsoft.com/office/officeart/2005/8/layout/hierarchy6"/>
    <dgm:cxn modelId="{CC9B3A03-5263-4FD0-86EC-7718B1C6EE82}" type="presParOf" srcId="{6853FABE-2EF6-4A86-9978-855C7C3A8236}" destId="{AF267CDD-CB70-44BC-B7C3-BE76478CD5C3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83919C4-5D4A-4E5D-9DBF-8F72C8ECE4B3}" type="doc">
      <dgm:prSet loTypeId="urn:microsoft.com/office/officeart/2005/8/layout/hierarchy6" loCatId="hierarchy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IN"/>
        </a:p>
      </dgm:t>
    </dgm:pt>
    <dgm:pt modelId="{227D9A83-5F1F-4ECA-AC06-0E15801E33FA}">
      <dgm:prSet phldrT="[Text]" custT="1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en-IN" sz="2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Fresh Water ecosystem</a:t>
          </a:r>
        </a:p>
      </dgm:t>
    </dgm:pt>
    <dgm:pt modelId="{2D669AE7-398C-4172-A1BD-15ACE6D16891}" type="parTrans" cxnId="{8FDD6148-0516-4FAD-9B07-192A2FB16A63}">
      <dgm:prSet/>
      <dgm:spPr/>
      <dgm:t>
        <a:bodyPr/>
        <a:lstStyle/>
        <a:p>
          <a:endParaRPr lang="en-IN"/>
        </a:p>
      </dgm:t>
    </dgm:pt>
    <dgm:pt modelId="{1831EC54-B316-456A-88D1-48415DF1A7CE}" type="sibTrans" cxnId="{8FDD6148-0516-4FAD-9B07-192A2FB16A63}">
      <dgm:prSet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en-IN"/>
        </a:p>
      </dgm:t>
    </dgm:pt>
    <dgm:pt modelId="{3ECBE8E8-CB74-464D-BEE6-DC2BD49136AF}">
      <dgm:prSet phldrT="[Text]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>
        <a:solidFill>
          <a:schemeClr val="accent6">
            <a:lumMod val="20000"/>
            <a:lumOff val="80000"/>
          </a:schemeClr>
        </a:solidFill>
      </dgm:spPr>
      <dgm:t>
        <a:bodyPr/>
        <a:lstStyle/>
        <a:p>
          <a:r>
            <a:rPr lang="en-IN" dirty="0"/>
            <a:t>lentic</a:t>
          </a:r>
        </a:p>
      </dgm:t>
    </dgm:pt>
    <dgm:pt modelId="{374A06EE-F4F9-4D76-A1C6-460A5BFDFC5B}" type="parTrans" cxnId="{D1284794-301D-40E2-B187-F0820707D303}">
      <dgm:prSet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en-IN"/>
        </a:p>
      </dgm:t>
    </dgm:pt>
    <dgm:pt modelId="{BA492012-ED9D-40FC-8B03-C3C7F0816858}" type="sibTrans" cxnId="{D1284794-301D-40E2-B187-F0820707D303}">
      <dgm:prSet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en-IN"/>
        </a:p>
      </dgm:t>
    </dgm:pt>
    <dgm:pt modelId="{1149A8E0-BB7E-4C69-BAB7-EBFA9ABC35A2}">
      <dgm:prSet phldrT="[Text]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>
        <a:solidFill>
          <a:schemeClr val="accent2">
            <a:lumMod val="20000"/>
            <a:lumOff val="80000"/>
          </a:schemeClr>
        </a:solidFill>
      </dgm:spPr>
      <dgm:t>
        <a:bodyPr/>
        <a:lstStyle/>
        <a:p>
          <a:r>
            <a:rPr lang="en-IN" dirty="0"/>
            <a:t>lotic</a:t>
          </a:r>
        </a:p>
      </dgm:t>
    </dgm:pt>
    <dgm:pt modelId="{38014D6C-2485-43AC-A9D1-56D76B694838}" type="parTrans" cxnId="{1318DC9F-A454-47D4-A2ED-A210C3E66305}">
      <dgm:prSet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en-IN"/>
        </a:p>
      </dgm:t>
    </dgm:pt>
    <dgm:pt modelId="{C522882F-A6F7-4204-8FD9-CEE8E85CD277}" type="sibTrans" cxnId="{1318DC9F-A454-47D4-A2ED-A210C3E66305}">
      <dgm:prSet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en-IN"/>
        </a:p>
      </dgm:t>
    </dgm:pt>
    <dgm:pt modelId="{B5B0249F-9692-4305-AFC0-E5F37892F1BF}">
      <dgm:prSet phldrT="[Text]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en-IN" dirty="0"/>
            <a:t>Pond ecosystem</a:t>
          </a:r>
        </a:p>
      </dgm:t>
    </dgm:pt>
    <dgm:pt modelId="{9B35EBF3-B84D-41DB-A7F0-B172035AB011}" type="parTrans" cxnId="{5C31C7FD-E720-4E45-B8D3-6CB008B01512}">
      <dgm:prSet/>
      <dgm:spPr/>
      <dgm:t>
        <a:bodyPr/>
        <a:lstStyle/>
        <a:p>
          <a:endParaRPr lang="en-IN"/>
        </a:p>
      </dgm:t>
    </dgm:pt>
    <dgm:pt modelId="{7E166CA7-612D-4A40-B1B3-BE990BC08B3B}" type="sibTrans" cxnId="{5C31C7FD-E720-4E45-B8D3-6CB008B01512}">
      <dgm:prSet/>
      <dgm:spPr/>
      <dgm:t>
        <a:bodyPr/>
        <a:lstStyle/>
        <a:p>
          <a:endParaRPr lang="en-IN"/>
        </a:p>
      </dgm:t>
    </dgm:pt>
    <dgm:pt modelId="{6BD839A1-2C9E-4DAC-B644-A36509B105B6}">
      <dgm:prSet phldrT="[Text]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>
        <a:solidFill>
          <a:schemeClr val="accent3"/>
        </a:solidFill>
      </dgm:spPr>
      <dgm:t>
        <a:bodyPr/>
        <a:lstStyle/>
        <a:p>
          <a:r>
            <a:rPr lang="en-IN" dirty="0"/>
            <a:t>River ecosystem</a:t>
          </a:r>
        </a:p>
      </dgm:t>
    </dgm:pt>
    <dgm:pt modelId="{E6925BEC-68F6-4DB7-8406-3D7B02C87FEC}" type="parTrans" cxnId="{41333306-3133-4FDF-87BA-CA22163F626D}">
      <dgm:prSet/>
      <dgm:spPr/>
      <dgm:t>
        <a:bodyPr/>
        <a:lstStyle/>
        <a:p>
          <a:endParaRPr lang="en-IN"/>
        </a:p>
      </dgm:t>
    </dgm:pt>
    <dgm:pt modelId="{10D463FA-CD6F-45F6-AF9C-E727F98D9483}" type="sibTrans" cxnId="{41333306-3133-4FDF-87BA-CA22163F626D}">
      <dgm:prSet/>
      <dgm:spPr/>
      <dgm:t>
        <a:bodyPr/>
        <a:lstStyle/>
        <a:p>
          <a:endParaRPr lang="en-IN"/>
        </a:p>
      </dgm:t>
    </dgm:pt>
    <dgm:pt modelId="{D57D68C2-B4BD-479D-8113-9F4EC6BB4895}">
      <dgm:prSet phldrT="[Text]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>
        <a:solidFill>
          <a:schemeClr val="accent5">
            <a:lumMod val="40000"/>
            <a:lumOff val="60000"/>
          </a:schemeClr>
        </a:solidFill>
      </dgm:spPr>
      <dgm:t>
        <a:bodyPr/>
        <a:lstStyle/>
        <a:p>
          <a:r>
            <a:rPr lang="en-IN" dirty="0"/>
            <a:t>Lake ecosystem</a:t>
          </a:r>
        </a:p>
      </dgm:t>
    </dgm:pt>
    <dgm:pt modelId="{E624CDCC-9CBF-49D5-ADC5-FE987974CC88}" type="parTrans" cxnId="{8B26DE58-0E8D-4346-9A24-101409929DAA}">
      <dgm:prSet/>
      <dgm:spPr/>
      <dgm:t>
        <a:bodyPr/>
        <a:lstStyle/>
        <a:p>
          <a:endParaRPr lang="en-IN"/>
        </a:p>
      </dgm:t>
    </dgm:pt>
    <dgm:pt modelId="{49DD9B40-CF74-4691-AED7-62F1218EC79D}" type="sibTrans" cxnId="{8B26DE58-0E8D-4346-9A24-101409929DAA}">
      <dgm:prSet/>
      <dgm:spPr/>
      <dgm:t>
        <a:bodyPr/>
        <a:lstStyle/>
        <a:p>
          <a:endParaRPr lang="en-IN"/>
        </a:p>
      </dgm:t>
    </dgm:pt>
    <dgm:pt modelId="{6853FABE-2EF6-4A86-9978-855C7C3A8236}" type="pres">
      <dgm:prSet presAssocID="{483919C4-5D4A-4E5D-9DBF-8F72C8ECE4B3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BE71E3D6-A75E-41D9-92F5-7E3B3B97E9BD}" type="pres">
      <dgm:prSet presAssocID="{483919C4-5D4A-4E5D-9DBF-8F72C8ECE4B3}" presName="hierFlow" presStyleCnt="0"/>
      <dgm:spPr/>
    </dgm:pt>
    <dgm:pt modelId="{252CC948-80FC-4653-9B93-6F66BC2238BF}" type="pres">
      <dgm:prSet presAssocID="{483919C4-5D4A-4E5D-9DBF-8F72C8ECE4B3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9DE4EAA3-CF5D-493E-9B66-B92C742CCA22}" type="pres">
      <dgm:prSet presAssocID="{227D9A83-5F1F-4ECA-AC06-0E15801E33FA}" presName="Name14" presStyleCnt="0"/>
      <dgm:spPr/>
    </dgm:pt>
    <dgm:pt modelId="{F5CC327F-BD3B-4B65-9F54-B53CB3D3C3F1}" type="pres">
      <dgm:prSet presAssocID="{227D9A83-5F1F-4ECA-AC06-0E15801E33FA}" presName="level1Shape" presStyleLbl="node0" presStyleIdx="0" presStyleCnt="1" custScaleX="259650" custScaleY="63728" custLinFactNeighborX="-22209" custLinFactNeighborY="2646">
        <dgm:presLayoutVars>
          <dgm:chPref val="3"/>
        </dgm:presLayoutVars>
      </dgm:prSet>
      <dgm:spPr/>
    </dgm:pt>
    <dgm:pt modelId="{15B6DE55-731F-4DD9-A4F0-A417FA28ECF8}" type="pres">
      <dgm:prSet presAssocID="{227D9A83-5F1F-4ECA-AC06-0E15801E33FA}" presName="hierChild2" presStyleCnt="0"/>
      <dgm:spPr/>
    </dgm:pt>
    <dgm:pt modelId="{A9F3F731-0955-4394-BB9F-222F3550C029}" type="pres">
      <dgm:prSet presAssocID="{374A06EE-F4F9-4D76-A1C6-460A5BFDFC5B}" presName="Name19" presStyleLbl="parChTrans1D2" presStyleIdx="0" presStyleCnt="2"/>
      <dgm:spPr/>
    </dgm:pt>
    <dgm:pt modelId="{F3D734E9-E57D-43C5-AB86-ABAAF6EC94A1}" type="pres">
      <dgm:prSet presAssocID="{3ECBE8E8-CB74-464D-BEE6-DC2BD49136AF}" presName="Name21" presStyleCnt="0"/>
      <dgm:spPr/>
    </dgm:pt>
    <dgm:pt modelId="{674DFCAE-A645-4508-AFE5-500A208B3FF8}" type="pres">
      <dgm:prSet presAssocID="{3ECBE8E8-CB74-464D-BEE6-DC2BD49136AF}" presName="level2Shape" presStyleLbl="node2" presStyleIdx="0" presStyleCnt="2" custScaleY="75678" custLinFactNeighborX="-72418" custLinFactNeighborY="-1766"/>
      <dgm:spPr/>
    </dgm:pt>
    <dgm:pt modelId="{88CD00A4-C5D4-4816-A0C0-268E91E9990D}" type="pres">
      <dgm:prSet presAssocID="{3ECBE8E8-CB74-464D-BEE6-DC2BD49136AF}" presName="hierChild3" presStyleCnt="0"/>
      <dgm:spPr/>
    </dgm:pt>
    <dgm:pt modelId="{57BD911E-D22C-4DAD-9FEA-0C19AAA40F94}" type="pres">
      <dgm:prSet presAssocID="{9B35EBF3-B84D-41DB-A7F0-B172035AB011}" presName="Name19" presStyleLbl="parChTrans1D3" presStyleIdx="0" presStyleCnt="3"/>
      <dgm:spPr/>
    </dgm:pt>
    <dgm:pt modelId="{84C18C5A-2B8D-4683-9306-C5CDC556421E}" type="pres">
      <dgm:prSet presAssocID="{B5B0249F-9692-4305-AFC0-E5F37892F1BF}" presName="Name21" presStyleCnt="0"/>
      <dgm:spPr/>
    </dgm:pt>
    <dgm:pt modelId="{09373639-D967-4125-B424-263FA1AD10AE}" type="pres">
      <dgm:prSet presAssocID="{B5B0249F-9692-4305-AFC0-E5F37892F1BF}" presName="level2Shape" presStyleLbl="node3" presStyleIdx="0" presStyleCnt="3" custScaleY="71697" custLinFactNeighborX="-48531" custLinFactNeighborY="-1853"/>
      <dgm:spPr/>
    </dgm:pt>
    <dgm:pt modelId="{5132FA8A-C289-41CF-BBDD-0127D73EE1D8}" type="pres">
      <dgm:prSet presAssocID="{B5B0249F-9692-4305-AFC0-E5F37892F1BF}" presName="hierChild3" presStyleCnt="0"/>
      <dgm:spPr/>
    </dgm:pt>
    <dgm:pt modelId="{167C9253-3500-44AD-ACC6-D7DE6651492F}" type="pres">
      <dgm:prSet presAssocID="{E624CDCC-9CBF-49D5-ADC5-FE987974CC88}" presName="Name19" presStyleLbl="parChTrans1D3" presStyleIdx="1" presStyleCnt="3"/>
      <dgm:spPr/>
    </dgm:pt>
    <dgm:pt modelId="{F59E1E1B-D5E1-4C97-8F44-3E0C9857E88A}" type="pres">
      <dgm:prSet presAssocID="{D57D68C2-B4BD-479D-8113-9F4EC6BB4895}" presName="Name21" presStyleCnt="0"/>
      <dgm:spPr/>
    </dgm:pt>
    <dgm:pt modelId="{687175B3-9313-4B23-8247-E2D850422E54}" type="pres">
      <dgm:prSet presAssocID="{D57D68C2-B4BD-479D-8113-9F4EC6BB4895}" presName="level2Shape" presStyleLbl="node3" presStyleIdx="1" presStyleCnt="3" custScaleY="71697" custLinFactNeighborY="-2067"/>
      <dgm:spPr/>
    </dgm:pt>
    <dgm:pt modelId="{F6464F13-62A8-40EE-B8DA-A87FC314676F}" type="pres">
      <dgm:prSet presAssocID="{D57D68C2-B4BD-479D-8113-9F4EC6BB4895}" presName="hierChild3" presStyleCnt="0"/>
      <dgm:spPr/>
    </dgm:pt>
    <dgm:pt modelId="{05DF2484-8621-4583-9650-CC40C75F8616}" type="pres">
      <dgm:prSet presAssocID="{38014D6C-2485-43AC-A9D1-56D76B694838}" presName="Name19" presStyleLbl="parChTrans1D2" presStyleIdx="1" presStyleCnt="2"/>
      <dgm:spPr/>
    </dgm:pt>
    <dgm:pt modelId="{4034498C-BB95-45C4-BC36-0AACBEAFA9FE}" type="pres">
      <dgm:prSet presAssocID="{1149A8E0-BB7E-4C69-BAB7-EBFA9ABC35A2}" presName="Name21" presStyleCnt="0"/>
      <dgm:spPr/>
    </dgm:pt>
    <dgm:pt modelId="{B9946896-B677-42E9-B1B2-285574F5E389}" type="pres">
      <dgm:prSet presAssocID="{1149A8E0-BB7E-4C69-BAB7-EBFA9ABC35A2}" presName="level2Shape" presStyleLbl="node2" presStyleIdx="1" presStyleCnt="2" custScaleY="75678" custLinFactNeighborX="52400" custLinFactNeighborY="-1911"/>
      <dgm:spPr/>
    </dgm:pt>
    <dgm:pt modelId="{78BA8EAB-0114-4532-89E2-34BE097AF3E7}" type="pres">
      <dgm:prSet presAssocID="{1149A8E0-BB7E-4C69-BAB7-EBFA9ABC35A2}" presName="hierChild3" presStyleCnt="0"/>
      <dgm:spPr/>
    </dgm:pt>
    <dgm:pt modelId="{D7C874A6-7C74-4ECD-AAA2-743F64CF794E}" type="pres">
      <dgm:prSet presAssocID="{E6925BEC-68F6-4DB7-8406-3D7B02C87FEC}" presName="Name19" presStyleLbl="parChTrans1D3" presStyleIdx="2" presStyleCnt="3"/>
      <dgm:spPr/>
    </dgm:pt>
    <dgm:pt modelId="{53C4B9B1-E128-4111-A653-21CF579F9684}" type="pres">
      <dgm:prSet presAssocID="{6BD839A1-2C9E-4DAC-B644-A36509B105B6}" presName="Name21" presStyleCnt="0"/>
      <dgm:spPr/>
    </dgm:pt>
    <dgm:pt modelId="{5F914D90-A42F-4344-9B13-CC5A0C933123}" type="pres">
      <dgm:prSet presAssocID="{6BD839A1-2C9E-4DAC-B644-A36509B105B6}" presName="level2Shape" presStyleLbl="node3" presStyleIdx="2" presStyleCnt="3" custScaleY="71697" custLinFactNeighborX="48637" custLinFactNeighborY="-888"/>
      <dgm:spPr/>
    </dgm:pt>
    <dgm:pt modelId="{3490AC1B-920A-4343-96BB-2692C8CE682F}" type="pres">
      <dgm:prSet presAssocID="{6BD839A1-2C9E-4DAC-B644-A36509B105B6}" presName="hierChild3" presStyleCnt="0"/>
      <dgm:spPr/>
    </dgm:pt>
    <dgm:pt modelId="{AF267CDD-CB70-44BC-B7C3-BE76478CD5C3}" type="pres">
      <dgm:prSet presAssocID="{483919C4-5D4A-4E5D-9DBF-8F72C8ECE4B3}" presName="bgShapesFlow" presStyleCnt="0"/>
      <dgm:spPr/>
    </dgm:pt>
  </dgm:ptLst>
  <dgm:cxnLst>
    <dgm:cxn modelId="{41333306-3133-4FDF-87BA-CA22163F626D}" srcId="{1149A8E0-BB7E-4C69-BAB7-EBFA9ABC35A2}" destId="{6BD839A1-2C9E-4DAC-B644-A36509B105B6}" srcOrd="0" destOrd="0" parTransId="{E6925BEC-68F6-4DB7-8406-3D7B02C87FEC}" sibTransId="{10D463FA-CD6F-45F6-AF9C-E727F98D9483}"/>
    <dgm:cxn modelId="{60671409-2458-43C8-B13A-54693001FF9E}" type="presOf" srcId="{B5B0249F-9692-4305-AFC0-E5F37892F1BF}" destId="{09373639-D967-4125-B424-263FA1AD10AE}" srcOrd="0" destOrd="0" presId="urn:microsoft.com/office/officeart/2005/8/layout/hierarchy6"/>
    <dgm:cxn modelId="{7C3F802A-9470-4012-9B61-EEEB8E3872C6}" type="presOf" srcId="{1149A8E0-BB7E-4C69-BAB7-EBFA9ABC35A2}" destId="{B9946896-B677-42E9-B1B2-285574F5E389}" srcOrd="0" destOrd="0" presId="urn:microsoft.com/office/officeart/2005/8/layout/hierarchy6"/>
    <dgm:cxn modelId="{44EC7A2C-534E-4BF0-897F-647DE92147EE}" type="presOf" srcId="{3ECBE8E8-CB74-464D-BEE6-DC2BD49136AF}" destId="{674DFCAE-A645-4508-AFE5-500A208B3FF8}" srcOrd="0" destOrd="0" presId="urn:microsoft.com/office/officeart/2005/8/layout/hierarchy6"/>
    <dgm:cxn modelId="{F9512E3E-FA12-470E-AE62-97935AF7998E}" type="presOf" srcId="{E6925BEC-68F6-4DB7-8406-3D7B02C87FEC}" destId="{D7C874A6-7C74-4ECD-AAA2-743F64CF794E}" srcOrd="0" destOrd="0" presId="urn:microsoft.com/office/officeart/2005/8/layout/hierarchy6"/>
    <dgm:cxn modelId="{5F687867-4F5C-4860-8CAF-3545BD3D87BE}" type="presOf" srcId="{6BD839A1-2C9E-4DAC-B644-A36509B105B6}" destId="{5F914D90-A42F-4344-9B13-CC5A0C933123}" srcOrd="0" destOrd="0" presId="urn:microsoft.com/office/officeart/2005/8/layout/hierarchy6"/>
    <dgm:cxn modelId="{8FDD6148-0516-4FAD-9B07-192A2FB16A63}" srcId="{483919C4-5D4A-4E5D-9DBF-8F72C8ECE4B3}" destId="{227D9A83-5F1F-4ECA-AC06-0E15801E33FA}" srcOrd="0" destOrd="0" parTransId="{2D669AE7-398C-4172-A1BD-15ACE6D16891}" sibTransId="{1831EC54-B316-456A-88D1-48415DF1A7CE}"/>
    <dgm:cxn modelId="{B3F8A24A-A29A-4263-AC03-99368CFE9B46}" type="presOf" srcId="{38014D6C-2485-43AC-A9D1-56D76B694838}" destId="{05DF2484-8621-4583-9650-CC40C75F8616}" srcOrd="0" destOrd="0" presId="urn:microsoft.com/office/officeart/2005/8/layout/hierarchy6"/>
    <dgm:cxn modelId="{A2C2F46F-45F7-4FF4-9A23-927A20F42347}" type="presOf" srcId="{9B35EBF3-B84D-41DB-A7F0-B172035AB011}" destId="{57BD911E-D22C-4DAD-9FEA-0C19AAA40F94}" srcOrd="0" destOrd="0" presId="urn:microsoft.com/office/officeart/2005/8/layout/hierarchy6"/>
    <dgm:cxn modelId="{8B26DE58-0E8D-4346-9A24-101409929DAA}" srcId="{3ECBE8E8-CB74-464D-BEE6-DC2BD49136AF}" destId="{D57D68C2-B4BD-479D-8113-9F4EC6BB4895}" srcOrd="1" destOrd="0" parTransId="{E624CDCC-9CBF-49D5-ADC5-FE987974CC88}" sibTransId="{49DD9B40-CF74-4691-AED7-62F1218EC79D}"/>
    <dgm:cxn modelId="{2D9D7A8E-BCE1-4119-A445-212F5729E818}" type="presOf" srcId="{227D9A83-5F1F-4ECA-AC06-0E15801E33FA}" destId="{F5CC327F-BD3B-4B65-9F54-B53CB3D3C3F1}" srcOrd="0" destOrd="0" presId="urn:microsoft.com/office/officeart/2005/8/layout/hierarchy6"/>
    <dgm:cxn modelId="{D1284794-301D-40E2-B187-F0820707D303}" srcId="{227D9A83-5F1F-4ECA-AC06-0E15801E33FA}" destId="{3ECBE8E8-CB74-464D-BEE6-DC2BD49136AF}" srcOrd="0" destOrd="0" parTransId="{374A06EE-F4F9-4D76-A1C6-460A5BFDFC5B}" sibTransId="{BA492012-ED9D-40FC-8B03-C3C7F0816858}"/>
    <dgm:cxn modelId="{1318DC9F-A454-47D4-A2ED-A210C3E66305}" srcId="{227D9A83-5F1F-4ECA-AC06-0E15801E33FA}" destId="{1149A8E0-BB7E-4C69-BAB7-EBFA9ABC35A2}" srcOrd="1" destOrd="0" parTransId="{38014D6C-2485-43AC-A9D1-56D76B694838}" sibTransId="{C522882F-A6F7-4204-8FD9-CEE8E85CD277}"/>
    <dgm:cxn modelId="{F7A38BC1-5641-4C1F-B1BD-DFCADBD213C6}" type="presOf" srcId="{E624CDCC-9CBF-49D5-ADC5-FE987974CC88}" destId="{167C9253-3500-44AD-ACC6-D7DE6651492F}" srcOrd="0" destOrd="0" presId="urn:microsoft.com/office/officeart/2005/8/layout/hierarchy6"/>
    <dgm:cxn modelId="{47747FC4-7A17-422B-BD51-AB42BB62CE9A}" type="presOf" srcId="{374A06EE-F4F9-4D76-A1C6-460A5BFDFC5B}" destId="{A9F3F731-0955-4394-BB9F-222F3550C029}" srcOrd="0" destOrd="0" presId="urn:microsoft.com/office/officeart/2005/8/layout/hierarchy6"/>
    <dgm:cxn modelId="{A558E9C4-39E4-4FDC-B043-A997334FCB36}" type="presOf" srcId="{D57D68C2-B4BD-479D-8113-9F4EC6BB4895}" destId="{687175B3-9313-4B23-8247-E2D850422E54}" srcOrd="0" destOrd="0" presId="urn:microsoft.com/office/officeart/2005/8/layout/hierarchy6"/>
    <dgm:cxn modelId="{06978DC7-4D10-4917-B48D-3655A8B5B430}" type="presOf" srcId="{483919C4-5D4A-4E5D-9DBF-8F72C8ECE4B3}" destId="{6853FABE-2EF6-4A86-9978-855C7C3A8236}" srcOrd="0" destOrd="0" presId="urn:microsoft.com/office/officeart/2005/8/layout/hierarchy6"/>
    <dgm:cxn modelId="{5C31C7FD-E720-4E45-B8D3-6CB008B01512}" srcId="{3ECBE8E8-CB74-464D-BEE6-DC2BD49136AF}" destId="{B5B0249F-9692-4305-AFC0-E5F37892F1BF}" srcOrd="0" destOrd="0" parTransId="{9B35EBF3-B84D-41DB-A7F0-B172035AB011}" sibTransId="{7E166CA7-612D-4A40-B1B3-BE990BC08B3B}"/>
    <dgm:cxn modelId="{1B231955-5B33-4C0B-948B-A3C47A6E9AC4}" type="presParOf" srcId="{6853FABE-2EF6-4A86-9978-855C7C3A8236}" destId="{BE71E3D6-A75E-41D9-92F5-7E3B3B97E9BD}" srcOrd="0" destOrd="0" presId="urn:microsoft.com/office/officeart/2005/8/layout/hierarchy6"/>
    <dgm:cxn modelId="{BF457FD9-16C2-452F-A1BD-5B0F5894CC60}" type="presParOf" srcId="{BE71E3D6-A75E-41D9-92F5-7E3B3B97E9BD}" destId="{252CC948-80FC-4653-9B93-6F66BC2238BF}" srcOrd="0" destOrd="0" presId="urn:microsoft.com/office/officeart/2005/8/layout/hierarchy6"/>
    <dgm:cxn modelId="{BBB9CB91-3766-4478-93E0-0E33DB60B5B8}" type="presParOf" srcId="{252CC948-80FC-4653-9B93-6F66BC2238BF}" destId="{9DE4EAA3-CF5D-493E-9B66-B92C742CCA22}" srcOrd="0" destOrd="0" presId="urn:microsoft.com/office/officeart/2005/8/layout/hierarchy6"/>
    <dgm:cxn modelId="{625A05B5-20CE-4DB1-A203-2AF257BCF764}" type="presParOf" srcId="{9DE4EAA3-CF5D-493E-9B66-B92C742CCA22}" destId="{F5CC327F-BD3B-4B65-9F54-B53CB3D3C3F1}" srcOrd="0" destOrd="0" presId="urn:microsoft.com/office/officeart/2005/8/layout/hierarchy6"/>
    <dgm:cxn modelId="{0ED0CA09-C762-49FC-8A60-63C7F99EA0E6}" type="presParOf" srcId="{9DE4EAA3-CF5D-493E-9B66-B92C742CCA22}" destId="{15B6DE55-731F-4DD9-A4F0-A417FA28ECF8}" srcOrd="1" destOrd="0" presId="urn:microsoft.com/office/officeart/2005/8/layout/hierarchy6"/>
    <dgm:cxn modelId="{CA3E81FB-1DF1-455D-882D-B7449BE8C859}" type="presParOf" srcId="{15B6DE55-731F-4DD9-A4F0-A417FA28ECF8}" destId="{A9F3F731-0955-4394-BB9F-222F3550C029}" srcOrd="0" destOrd="0" presId="urn:microsoft.com/office/officeart/2005/8/layout/hierarchy6"/>
    <dgm:cxn modelId="{738B66FD-B2D6-40ED-9A05-2915ABFC4156}" type="presParOf" srcId="{15B6DE55-731F-4DD9-A4F0-A417FA28ECF8}" destId="{F3D734E9-E57D-43C5-AB86-ABAAF6EC94A1}" srcOrd="1" destOrd="0" presId="urn:microsoft.com/office/officeart/2005/8/layout/hierarchy6"/>
    <dgm:cxn modelId="{AD96EB6E-FB8D-4C9A-8737-6BF6865A3CF8}" type="presParOf" srcId="{F3D734E9-E57D-43C5-AB86-ABAAF6EC94A1}" destId="{674DFCAE-A645-4508-AFE5-500A208B3FF8}" srcOrd="0" destOrd="0" presId="urn:microsoft.com/office/officeart/2005/8/layout/hierarchy6"/>
    <dgm:cxn modelId="{D3FA0D81-AC04-482E-BED7-D9CB3DB9659E}" type="presParOf" srcId="{F3D734E9-E57D-43C5-AB86-ABAAF6EC94A1}" destId="{88CD00A4-C5D4-4816-A0C0-268E91E9990D}" srcOrd="1" destOrd="0" presId="urn:microsoft.com/office/officeart/2005/8/layout/hierarchy6"/>
    <dgm:cxn modelId="{B8513388-6FE1-4C26-AF09-662EFF6EBFAB}" type="presParOf" srcId="{88CD00A4-C5D4-4816-A0C0-268E91E9990D}" destId="{57BD911E-D22C-4DAD-9FEA-0C19AAA40F94}" srcOrd="0" destOrd="0" presId="urn:microsoft.com/office/officeart/2005/8/layout/hierarchy6"/>
    <dgm:cxn modelId="{1CDD6B3A-8791-418A-993E-AB2C45317AB3}" type="presParOf" srcId="{88CD00A4-C5D4-4816-A0C0-268E91E9990D}" destId="{84C18C5A-2B8D-4683-9306-C5CDC556421E}" srcOrd="1" destOrd="0" presId="urn:microsoft.com/office/officeart/2005/8/layout/hierarchy6"/>
    <dgm:cxn modelId="{F0DE869B-389A-4239-8329-945391AB291D}" type="presParOf" srcId="{84C18C5A-2B8D-4683-9306-C5CDC556421E}" destId="{09373639-D967-4125-B424-263FA1AD10AE}" srcOrd="0" destOrd="0" presId="urn:microsoft.com/office/officeart/2005/8/layout/hierarchy6"/>
    <dgm:cxn modelId="{11036EE9-363A-4905-BE2E-794492BEBDBC}" type="presParOf" srcId="{84C18C5A-2B8D-4683-9306-C5CDC556421E}" destId="{5132FA8A-C289-41CF-BBDD-0127D73EE1D8}" srcOrd="1" destOrd="0" presId="urn:microsoft.com/office/officeart/2005/8/layout/hierarchy6"/>
    <dgm:cxn modelId="{EF23CA05-2EB4-407A-9D00-782B4C254372}" type="presParOf" srcId="{88CD00A4-C5D4-4816-A0C0-268E91E9990D}" destId="{167C9253-3500-44AD-ACC6-D7DE6651492F}" srcOrd="2" destOrd="0" presId="urn:microsoft.com/office/officeart/2005/8/layout/hierarchy6"/>
    <dgm:cxn modelId="{25F3179D-D3CD-41F3-81B9-9603E7C7AE3E}" type="presParOf" srcId="{88CD00A4-C5D4-4816-A0C0-268E91E9990D}" destId="{F59E1E1B-D5E1-4C97-8F44-3E0C9857E88A}" srcOrd="3" destOrd="0" presId="urn:microsoft.com/office/officeart/2005/8/layout/hierarchy6"/>
    <dgm:cxn modelId="{413EE128-2349-4D30-B4A3-B7AAC0986B37}" type="presParOf" srcId="{F59E1E1B-D5E1-4C97-8F44-3E0C9857E88A}" destId="{687175B3-9313-4B23-8247-E2D850422E54}" srcOrd="0" destOrd="0" presId="urn:microsoft.com/office/officeart/2005/8/layout/hierarchy6"/>
    <dgm:cxn modelId="{539268E4-93C0-4C24-9DD1-32FA068F879B}" type="presParOf" srcId="{F59E1E1B-D5E1-4C97-8F44-3E0C9857E88A}" destId="{F6464F13-62A8-40EE-B8DA-A87FC314676F}" srcOrd="1" destOrd="0" presId="urn:microsoft.com/office/officeart/2005/8/layout/hierarchy6"/>
    <dgm:cxn modelId="{40C24F8B-44A3-49E9-99A0-536394C27231}" type="presParOf" srcId="{15B6DE55-731F-4DD9-A4F0-A417FA28ECF8}" destId="{05DF2484-8621-4583-9650-CC40C75F8616}" srcOrd="2" destOrd="0" presId="urn:microsoft.com/office/officeart/2005/8/layout/hierarchy6"/>
    <dgm:cxn modelId="{D0B1296D-0910-4B4E-B8F0-6531E1D3C1D2}" type="presParOf" srcId="{15B6DE55-731F-4DD9-A4F0-A417FA28ECF8}" destId="{4034498C-BB95-45C4-BC36-0AACBEAFA9FE}" srcOrd="3" destOrd="0" presId="urn:microsoft.com/office/officeart/2005/8/layout/hierarchy6"/>
    <dgm:cxn modelId="{CB72452D-B6A7-43A1-A85F-FDBCA970C390}" type="presParOf" srcId="{4034498C-BB95-45C4-BC36-0AACBEAFA9FE}" destId="{B9946896-B677-42E9-B1B2-285574F5E389}" srcOrd="0" destOrd="0" presId="urn:microsoft.com/office/officeart/2005/8/layout/hierarchy6"/>
    <dgm:cxn modelId="{CBE0101E-F0C3-4EDE-9A27-3B2378C92F42}" type="presParOf" srcId="{4034498C-BB95-45C4-BC36-0AACBEAFA9FE}" destId="{78BA8EAB-0114-4532-89E2-34BE097AF3E7}" srcOrd="1" destOrd="0" presId="urn:microsoft.com/office/officeart/2005/8/layout/hierarchy6"/>
    <dgm:cxn modelId="{C898BB0D-726F-4D4B-A72A-85030CC5DD3D}" type="presParOf" srcId="{78BA8EAB-0114-4532-89E2-34BE097AF3E7}" destId="{D7C874A6-7C74-4ECD-AAA2-743F64CF794E}" srcOrd="0" destOrd="0" presId="urn:microsoft.com/office/officeart/2005/8/layout/hierarchy6"/>
    <dgm:cxn modelId="{5AF5E0E3-58B9-4202-A33D-59AE59ED403E}" type="presParOf" srcId="{78BA8EAB-0114-4532-89E2-34BE097AF3E7}" destId="{53C4B9B1-E128-4111-A653-21CF579F9684}" srcOrd="1" destOrd="0" presId="urn:microsoft.com/office/officeart/2005/8/layout/hierarchy6"/>
    <dgm:cxn modelId="{05E12379-154B-42C5-B0C6-A5B0756CCAA1}" type="presParOf" srcId="{53C4B9B1-E128-4111-A653-21CF579F9684}" destId="{5F914D90-A42F-4344-9B13-CC5A0C933123}" srcOrd="0" destOrd="0" presId="urn:microsoft.com/office/officeart/2005/8/layout/hierarchy6"/>
    <dgm:cxn modelId="{293CCA99-B13D-4879-AA8C-5CDF9910436B}" type="presParOf" srcId="{53C4B9B1-E128-4111-A653-21CF579F9684}" destId="{3490AC1B-920A-4343-96BB-2692C8CE682F}" srcOrd="1" destOrd="0" presId="urn:microsoft.com/office/officeart/2005/8/layout/hierarchy6"/>
    <dgm:cxn modelId="{CC9B3A03-5263-4FD0-86EC-7718B1C6EE82}" type="presParOf" srcId="{6853FABE-2EF6-4A86-9978-855C7C3A8236}" destId="{AF267CDD-CB70-44BC-B7C3-BE76478CD5C3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83919C4-5D4A-4E5D-9DBF-8F72C8ECE4B3}" type="doc">
      <dgm:prSet loTypeId="urn:microsoft.com/office/officeart/2005/8/layout/hierarchy6" loCatId="hierarchy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IN"/>
        </a:p>
      </dgm:t>
    </dgm:pt>
    <dgm:pt modelId="{227D9A83-5F1F-4ECA-AC06-0E15801E33FA}">
      <dgm:prSet phldrT="[Text]" custT="1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en-IN" sz="3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Marine ecosystem</a:t>
          </a:r>
        </a:p>
      </dgm:t>
    </dgm:pt>
    <dgm:pt modelId="{2D669AE7-398C-4172-A1BD-15ACE6D16891}" type="parTrans" cxnId="{8FDD6148-0516-4FAD-9B07-192A2FB16A63}">
      <dgm:prSet/>
      <dgm:spPr/>
      <dgm:t>
        <a:bodyPr/>
        <a:lstStyle/>
        <a:p>
          <a:endParaRPr lang="en-IN"/>
        </a:p>
      </dgm:t>
    </dgm:pt>
    <dgm:pt modelId="{1831EC54-B316-456A-88D1-48415DF1A7CE}" type="sibTrans" cxnId="{8FDD6148-0516-4FAD-9B07-192A2FB16A63}">
      <dgm:prSet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en-IN"/>
        </a:p>
      </dgm:t>
    </dgm:pt>
    <dgm:pt modelId="{3ECBE8E8-CB74-464D-BEE6-DC2BD49136AF}">
      <dgm:prSet phldrT="[Text]" custT="1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>
        <a:solidFill>
          <a:schemeClr val="accent6">
            <a:lumMod val="20000"/>
            <a:lumOff val="80000"/>
          </a:schemeClr>
        </a:solidFill>
      </dgm:spPr>
      <dgm:t>
        <a:bodyPr/>
        <a:lstStyle/>
        <a:p>
          <a:r>
            <a:rPr lang="en-IN" sz="2800" b="0" kern="1200" cap="none" spc="0" dirty="0">
              <a:ln w="0"/>
              <a:solidFill>
                <a:srgbClr val="212121"/>
              </a:solidFill>
              <a:effectLst>
                <a:outerShdw blurRad="38100" dist="19050" dir="2700000" algn="tl" rotWithShape="0">
                  <a:srgbClr val="212121">
                    <a:alpha val="40000"/>
                  </a:srgbClr>
                </a:outerShdw>
              </a:effectLst>
              <a:latin typeface="Roboto Condensed"/>
              <a:ea typeface="+mn-ea"/>
              <a:cs typeface="+mn-cs"/>
            </a:rPr>
            <a:t>Ocean ecosystem</a:t>
          </a:r>
        </a:p>
      </dgm:t>
    </dgm:pt>
    <dgm:pt modelId="{374A06EE-F4F9-4D76-A1C6-460A5BFDFC5B}" type="parTrans" cxnId="{D1284794-301D-40E2-B187-F0820707D303}">
      <dgm:prSet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en-IN"/>
        </a:p>
      </dgm:t>
    </dgm:pt>
    <dgm:pt modelId="{BA492012-ED9D-40FC-8B03-C3C7F0816858}" type="sibTrans" cxnId="{D1284794-301D-40E2-B187-F0820707D303}">
      <dgm:prSet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en-IN"/>
        </a:p>
      </dgm:t>
    </dgm:pt>
    <dgm:pt modelId="{1149A8E0-BB7E-4C69-BAB7-EBFA9ABC35A2}">
      <dgm:prSet phldrT="[Text]" custT="1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>
        <a:solidFill>
          <a:schemeClr val="accent2">
            <a:lumMod val="20000"/>
            <a:lumOff val="80000"/>
          </a:schemeClr>
        </a:solidFill>
      </dgm:spPr>
      <dgm:t>
        <a:bodyPr/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0" kern="1200" cap="none" spc="0" dirty="0">
              <a:ln w="0"/>
              <a:solidFill>
                <a:srgbClr val="212121"/>
              </a:solidFill>
              <a:effectLst>
                <a:outerShdw blurRad="38100" dist="19050" dir="2700000" algn="tl" rotWithShape="0">
                  <a:srgbClr val="212121">
                    <a:alpha val="40000"/>
                  </a:srgbClr>
                </a:outerShdw>
              </a:effectLst>
              <a:latin typeface="Roboto Condensed"/>
              <a:ea typeface="+mn-ea"/>
              <a:cs typeface="+mn-cs"/>
            </a:rPr>
            <a:t>Estuarine ecosystem</a:t>
          </a:r>
        </a:p>
      </dgm:t>
    </dgm:pt>
    <dgm:pt modelId="{38014D6C-2485-43AC-A9D1-56D76B694838}" type="parTrans" cxnId="{1318DC9F-A454-47D4-A2ED-A210C3E66305}">
      <dgm:prSet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en-IN"/>
        </a:p>
      </dgm:t>
    </dgm:pt>
    <dgm:pt modelId="{C522882F-A6F7-4204-8FD9-CEE8E85CD277}" type="sibTrans" cxnId="{1318DC9F-A454-47D4-A2ED-A210C3E66305}">
      <dgm:prSet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en-IN"/>
        </a:p>
      </dgm:t>
    </dgm:pt>
    <dgm:pt modelId="{6853FABE-2EF6-4A86-9978-855C7C3A8236}" type="pres">
      <dgm:prSet presAssocID="{483919C4-5D4A-4E5D-9DBF-8F72C8ECE4B3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BE71E3D6-A75E-41D9-92F5-7E3B3B97E9BD}" type="pres">
      <dgm:prSet presAssocID="{483919C4-5D4A-4E5D-9DBF-8F72C8ECE4B3}" presName="hierFlow" presStyleCnt="0"/>
      <dgm:spPr/>
    </dgm:pt>
    <dgm:pt modelId="{252CC948-80FC-4653-9B93-6F66BC2238BF}" type="pres">
      <dgm:prSet presAssocID="{483919C4-5D4A-4E5D-9DBF-8F72C8ECE4B3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9DE4EAA3-CF5D-493E-9B66-B92C742CCA22}" type="pres">
      <dgm:prSet presAssocID="{227D9A83-5F1F-4ECA-AC06-0E15801E33FA}" presName="Name14" presStyleCnt="0"/>
      <dgm:spPr/>
    </dgm:pt>
    <dgm:pt modelId="{F5CC327F-BD3B-4B65-9F54-B53CB3D3C3F1}" type="pres">
      <dgm:prSet presAssocID="{227D9A83-5F1F-4ECA-AC06-0E15801E33FA}" presName="level1Shape" presStyleLbl="node0" presStyleIdx="0" presStyleCnt="1" custScaleX="173814" custScaleY="46940" custLinFactNeighborX="-21092" custLinFactNeighborY="1529">
        <dgm:presLayoutVars>
          <dgm:chPref val="3"/>
        </dgm:presLayoutVars>
      </dgm:prSet>
      <dgm:spPr/>
    </dgm:pt>
    <dgm:pt modelId="{15B6DE55-731F-4DD9-A4F0-A417FA28ECF8}" type="pres">
      <dgm:prSet presAssocID="{227D9A83-5F1F-4ECA-AC06-0E15801E33FA}" presName="hierChild2" presStyleCnt="0"/>
      <dgm:spPr/>
    </dgm:pt>
    <dgm:pt modelId="{A9F3F731-0955-4394-BB9F-222F3550C029}" type="pres">
      <dgm:prSet presAssocID="{374A06EE-F4F9-4D76-A1C6-460A5BFDFC5B}" presName="Name19" presStyleLbl="parChTrans1D2" presStyleIdx="0" presStyleCnt="2"/>
      <dgm:spPr/>
    </dgm:pt>
    <dgm:pt modelId="{F3D734E9-E57D-43C5-AB86-ABAAF6EC94A1}" type="pres">
      <dgm:prSet presAssocID="{3ECBE8E8-CB74-464D-BEE6-DC2BD49136AF}" presName="Name21" presStyleCnt="0"/>
      <dgm:spPr/>
    </dgm:pt>
    <dgm:pt modelId="{674DFCAE-A645-4508-AFE5-500A208B3FF8}" type="pres">
      <dgm:prSet presAssocID="{3ECBE8E8-CB74-464D-BEE6-DC2BD49136AF}" presName="level2Shape" presStyleLbl="node2" presStyleIdx="0" presStyleCnt="2" custScaleY="44612" custLinFactNeighborX="-72418" custLinFactNeighborY="-1766"/>
      <dgm:spPr/>
    </dgm:pt>
    <dgm:pt modelId="{88CD00A4-C5D4-4816-A0C0-268E91E9990D}" type="pres">
      <dgm:prSet presAssocID="{3ECBE8E8-CB74-464D-BEE6-DC2BD49136AF}" presName="hierChild3" presStyleCnt="0"/>
      <dgm:spPr/>
    </dgm:pt>
    <dgm:pt modelId="{05DF2484-8621-4583-9650-CC40C75F8616}" type="pres">
      <dgm:prSet presAssocID="{38014D6C-2485-43AC-A9D1-56D76B694838}" presName="Name19" presStyleLbl="parChTrans1D2" presStyleIdx="1" presStyleCnt="2"/>
      <dgm:spPr/>
    </dgm:pt>
    <dgm:pt modelId="{4034498C-BB95-45C4-BC36-0AACBEAFA9FE}" type="pres">
      <dgm:prSet presAssocID="{1149A8E0-BB7E-4C69-BAB7-EBFA9ABC35A2}" presName="Name21" presStyleCnt="0"/>
      <dgm:spPr/>
    </dgm:pt>
    <dgm:pt modelId="{B9946896-B677-42E9-B1B2-285574F5E389}" type="pres">
      <dgm:prSet presAssocID="{1149A8E0-BB7E-4C69-BAB7-EBFA9ABC35A2}" presName="level2Shape" presStyleLbl="node2" presStyleIdx="1" presStyleCnt="2" custScaleY="44612" custLinFactNeighborX="52400" custLinFactNeighborY="-1911"/>
      <dgm:spPr/>
    </dgm:pt>
    <dgm:pt modelId="{78BA8EAB-0114-4532-89E2-34BE097AF3E7}" type="pres">
      <dgm:prSet presAssocID="{1149A8E0-BB7E-4C69-BAB7-EBFA9ABC35A2}" presName="hierChild3" presStyleCnt="0"/>
      <dgm:spPr/>
    </dgm:pt>
    <dgm:pt modelId="{AF267CDD-CB70-44BC-B7C3-BE76478CD5C3}" type="pres">
      <dgm:prSet presAssocID="{483919C4-5D4A-4E5D-9DBF-8F72C8ECE4B3}" presName="bgShapesFlow" presStyleCnt="0"/>
      <dgm:spPr/>
    </dgm:pt>
  </dgm:ptLst>
  <dgm:cxnLst>
    <dgm:cxn modelId="{7C3F802A-9470-4012-9B61-EEEB8E3872C6}" type="presOf" srcId="{1149A8E0-BB7E-4C69-BAB7-EBFA9ABC35A2}" destId="{B9946896-B677-42E9-B1B2-285574F5E389}" srcOrd="0" destOrd="0" presId="urn:microsoft.com/office/officeart/2005/8/layout/hierarchy6"/>
    <dgm:cxn modelId="{44EC7A2C-534E-4BF0-897F-647DE92147EE}" type="presOf" srcId="{3ECBE8E8-CB74-464D-BEE6-DC2BD49136AF}" destId="{674DFCAE-A645-4508-AFE5-500A208B3FF8}" srcOrd="0" destOrd="0" presId="urn:microsoft.com/office/officeart/2005/8/layout/hierarchy6"/>
    <dgm:cxn modelId="{8FDD6148-0516-4FAD-9B07-192A2FB16A63}" srcId="{483919C4-5D4A-4E5D-9DBF-8F72C8ECE4B3}" destId="{227D9A83-5F1F-4ECA-AC06-0E15801E33FA}" srcOrd="0" destOrd="0" parTransId="{2D669AE7-398C-4172-A1BD-15ACE6D16891}" sibTransId="{1831EC54-B316-456A-88D1-48415DF1A7CE}"/>
    <dgm:cxn modelId="{B3F8A24A-A29A-4263-AC03-99368CFE9B46}" type="presOf" srcId="{38014D6C-2485-43AC-A9D1-56D76B694838}" destId="{05DF2484-8621-4583-9650-CC40C75F8616}" srcOrd="0" destOrd="0" presId="urn:microsoft.com/office/officeart/2005/8/layout/hierarchy6"/>
    <dgm:cxn modelId="{2D9D7A8E-BCE1-4119-A445-212F5729E818}" type="presOf" srcId="{227D9A83-5F1F-4ECA-AC06-0E15801E33FA}" destId="{F5CC327F-BD3B-4B65-9F54-B53CB3D3C3F1}" srcOrd="0" destOrd="0" presId="urn:microsoft.com/office/officeart/2005/8/layout/hierarchy6"/>
    <dgm:cxn modelId="{D1284794-301D-40E2-B187-F0820707D303}" srcId="{227D9A83-5F1F-4ECA-AC06-0E15801E33FA}" destId="{3ECBE8E8-CB74-464D-BEE6-DC2BD49136AF}" srcOrd="0" destOrd="0" parTransId="{374A06EE-F4F9-4D76-A1C6-460A5BFDFC5B}" sibTransId="{BA492012-ED9D-40FC-8B03-C3C7F0816858}"/>
    <dgm:cxn modelId="{1318DC9F-A454-47D4-A2ED-A210C3E66305}" srcId="{227D9A83-5F1F-4ECA-AC06-0E15801E33FA}" destId="{1149A8E0-BB7E-4C69-BAB7-EBFA9ABC35A2}" srcOrd="1" destOrd="0" parTransId="{38014D6C-2485-43AC-A9D1-56D76B694838}" sibTransId="{C522882F-A6F7-4204-8FD9-CEE8E85CD277}"/>
    <dgm:cxn modelId="{47747FC4-7A17-422B-BD51-AB42BB62CE9A}" type="presOf" srcId="{374A06EE-F4F9-4D76-A1C6-460A5BFDFC5B}" destId="{A9F3F731-0955-4394-BB9F-222F3550C029}" srcOrd="0" destOrd="0" presId="urn:microsoft.com/office/officeart/2005/8/layout/hierarchy6"/>
    <dgm:cxn modelId="{06978DC7-4D10-4917-B48D-3655A8B5B430}" type="presOf" srcId="{483919C4-5D4A-4E5D-9DBF-8F72C8ECE4B3}" destId="{6853FABE-2EF6-4A86-9978-855C7C3A8236}" srcOrd="0" destOrd="0" presId="urn:microsoft.com/office/officeart/2005/8/layout/hierarchy6"/>
    <dgm:cxn modelId="{1B231955-5B33-4C0B-948B-A3C47A6E9AC4}" type="presParOf" srcId="{6853FABE-2EF6-4A86-9978-855C7C3A8236}" destId="{BE71E3D6-A75E-41D9-92F5-7E3B3B97E9BD}" srcOrd="0" destOrd="0" presId="urn:microsoft.com/office/officeart/2005/8/layout/hierarchy6"/>
    <dgm:cxn modelId="{BF457FD9-16C2-452F-A1BD-5B0F5894CC60}" type="presParOf" srcId="{BE71E3D6-A75E-41D9-92F5-7E3B3B97E9BD}" destId="{252CC948-80FC-4653-9B93-6F66BC2238BF}" srcOrd="0" destOrd="0" presId="urn:microsoft.com/office/officeart/2005/8/layout/hierarchy6"/>
    <dgm:cxn modelId="{BBB9CB91-3766-4478-93E0-0E33DB60B5B8}" type="presParOf" srcId="{252CC948-80FC-4653-9B93-6F66BC2238BF}" destId="{9DE4EAA3-CF5D-493E-9B66-B92C742CCA22}" srcOrd="0" destOrd="0" presId="urn:microsoft.com/office/officeart/2005/8/layout/hierarchy6"/>
    <dgm:cxn modelId="{625A05B5-20CE-4DB1-A203-2AF257BCF764}" type="presParOf" srcId="{9DE4EAA3-CF5D-493E-9B66-B92C742CCA22}" destId="{F5CC327F-BD3B-4B65-9F54-B53CB3D3C3F1}" srcOrd="0" destOrd="0" presId="urn:microsoft.com/office/officeart/2005/8/layout/hierarchy6"/>
    <dgm:cxn modelId="{0ED0CA09-C762-49FC-8A60-63C7F99EA0E6}" type="presParOf" srcId="{9DE4EAA3-CF5D-493E-9B66-B92C742CCA22}" destId="{15B6DE55-731F-4DD9-A4F0-A417FA28ECF8}" srcOrd="1" destOrd="0" presId="urn:microsoft.com/office/officeart/2005/8/layout/hierarchy6"/>
    <dgm:cxn modelId="{CA3E81FB-1DF1-455D-882D-B7449BE8C859}" type="presParOf" srcId="{15B6DE55-731F-4DD9-A4F0-A417FA28ECF8}" destId="{A9F3F731-0955-4394-BB9F-222F3550C029}" srcOrd="0" destOrd="0" presId="urn:microsoft.com/office/officeart/2005/8/layout/hierarchy6"/>
    <dgm:cxn modelId="{738B66FD-B2D6-40ED-9A05-2915ABFC4156}" type="presParOf" srcId="{15B6DE55-731F-4DD9-A4F0-A417FA28ECF8}" destId="{F3D734E9-E57D-43C5-AB86-ABAAF6EC94A1}" srcOrd="1" destOrd="0" presId="urn:microsoft.com/office/officeart/2005/8/layout/hierarchy6"/>
    <dgm:cxn modelId="{AD96EB6E-FB8D-4C9A-8737-6BF6865A3CF8}" type="presParOf" srcId="{F3D734E9-E57D-43C5-AB86-ABAAF6EC94A1}" destId="{674DFCAE-A645-4508-AFE5-500A208B3FF8}" srcOrd="0" destOrd="0" presId="urn:microsoft.com/office/officeart/2005/8/layout/hierarchy6"/>
    <dgm:cxn modelId="{D3FA0D81-AC04-482E-BED7-D9CB3DB9659E}" type="presParOf" srcId="{F3D734E9-E57D-43C5-AB86-ABAAF6EC94A1}" destId="{88CD00A4-C5D4-4816-A0C0-268E91E9990D}" srcOrd="1" destOrd="0" presId="urn:microsoft.com/office/officeart/2005/8/layout/hierarchy6"/>
    <dgm:cxn modelId="{40C24F8B-44A3-49E9-99A0-536394C27231}" type="presParOf" srcId="{15B6DE55-731F-4DD9-A4F0-A417FA28ECF8}" destId="{05DF2484-8621-4583-9650-CC40C75F8616}" srcOrd="2" destOrd="0" presId="urn:microsoft.com/office/officeart/2005/8/layout/hierarchy6"/>
    <dgm:cxn modelId="{D0B1296D-0910-4B4E-B8F0-6531E1D3C1D2}" type="presParOf" srcId="{15B6DE55-731F-4DD9-A4F0-A417FA28ECF8}" destId="{4034498C-BB95-45C4-BC36-0AACBEAFA9FE}" srcOrd="3" destOrd="0" presId="urn:microsoft.com/office/officeart/2005/8/layout/hierarchy6"/>
    <dgm:cxn modelId="{CB72452D-B6A7-43A1-A85F-FDBCA970C390}" type="presParOf" srcId="{4034498C-BB95-45C4-BC36-0AACBEAFA9FE}" destId="{B9946896-B677-42E9-B1B2-285574F5E389}" srcOrd="0" destOrd="0" presId="urn:microsoft.com/office/officeart/2005/8/layout/hierarchy6"/>
    <dgm:cxn modelId="{CBE0101E-F0C3-4EDE-9A27-3B2378C92F42}" type="presParOf" srcId="{4034498C-BB95-45C4-BC36-0AACBEAFA9FE}" destId="{78BA8EAB-0114-4532-89E2-34BE097AF3E7}" srcOrd="1" destOrd="0" presId="urn:microsoft.com/office/officeart/2005/8/layout/hierarchy6"/>
    <dgm:cxn modelId="{CC9B3A03-5263-4FD0-86EC-7718B1C6EE82}" type="presParOf" srcId="{6853FABE-2EF6-4A86-9978-855C7C3A8236}" destId="{AF267CDD-CB70-44BC-B7C3-BE76478CD5C3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BE8137-E550-47BE-A2DF-E7E74F95F2E6}">
      <dsp:nvSpPr>
        <dsp:cNvPr id="0" name=""/>
        <dsp:cNvSpPr/>
      </dsp:nvSpPr>
      <dsp:spPr>
        <a:xfrm>
          <a:off x="4954511" y="1297"/>
          <a:ext cx="1995640" cy="129716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/>
            <a:t>To describe the flow of energy.</a:t>
          </a:r>
        </a:p>
      </dsp:txBody>
      <dsp:txXfrm>
        <a:off x="5017833" y="64619"/>
        <a:ext cx="1868996" cy="1170522"/>
      </dsp:txXfrm>
    </dsp:sp>
    <dsp:sp modelId="{806C09F4-2B46-4545-806A-9B68DEF796D0}">
      <dsp:nvSpPr>
        <dsp:cNvPr id="0" name=""/>
        <dsp:cNvSpPr/>
      </dsp:nvSpPr>
      <dsp:spPr>
        <a:xfrm>
          <a:off x="3806624" y="649880"/>
          <a:ext cx="4291414" cy="4291414"/>
        </a:xfrm>
        <a:custGeom>
          <a:avLst/>
          <a:gdLst/>
          <a:ahLst/>
          <a:cxnLst/>
          <a:rect l="0" t="0" r="0" b="0"/>
          <a:pathLst>
            <a:path>
              <a:moveTo>
                <a:pt x="3157943" y="253766"/>
              </a:moveTo>
              <a:arcTo wR="2145707" hR="2145707" stAng="17888875" swAng="2629344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2A10D45-24AA-4D58-813B-ACCC2206385D}">
      <dsp:nvSpPr>
        <dsp:cNvPr id="0" name=""/>
        <dsp:cNvSpPr/>
      </dsp:nvSpPr>
      <dsp:spPr>
        <a:xfrm>
          <a:off x="7100218" y="2147004"/>
          <a:ext cx="1995640" cy="129716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/>
            <a:t>To study temporal changes in the environment.</a:t>
          </a:r>
        </a:p>
      </dsp:txBody>
      <dsp:txXfrm>
        <a:off x="7163540" y="2210326"/>
        <a:ext cx="1868996" cy="1170522"/>
      </dsp:txXfrm>
    </dsp:sp>
    <dsp:sp modelId="{BF714933-86F9-4296-ABF5-70DCA5588E7D}">
      <dsp:nvSpPr>
        <dsp:cNvPr id="0" name=""/>
        <dsp:cNvSpPr/>
      </dsp:nvSpPr>
      <dsp:spPr>
        <a:xfrm>
          <a:off x="3806624" y="649880"/>
          <a:ext cx="4291414" cy="4291414"/>
        </a:xfrm>
        <a:custGeom>
          <a:avLst/>
          <a:gdLst/>
          <a:ahLst/>
          <a:cxnLst/>
          <a:rect l="0" t="0" r="0" b="0"/>
          <a:pathLst>
            <a:path>
              <a:moveTo>
                <a:pt x="4186052" y="2809824"/>
              </a:moveTo>
              <a:arcTo wR="2145707" hR="2145707" stAng="1081781" swAng="2629344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5C902E6-713B-43C9-A433-35040B368ADE}">
      <dsp:nvSpPr>
        <dsp:cNvPr id="0" name=""/>
        <dsp:cNvSpPr/>
      </dsp:nvSpPr>
      <dsp:spPr>
        <a:xfrm>
          <a:off x="4954511" y="4292711"/>
          <a:ext cx="1995640" cy="129716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To study the ecological levels of the ecosystem</a:t>
          </a:r>
        </a:p>
      </dsp:txBody>
      <dsp:txXfrm>
        <a:off x="5017833" y="4356033"/>
        <a:ext cx="1868996" cy="1170522"/>
      </dsp:txXfrm>
    </dsp:sp>
    <dsp:sp modelId="{EA9974F7-C13B-4CF9-8412-48A6E8D72A21}">
      <dsp:nvSpPr>
        <dsp:cNvPr id="0" name=""/>
        <dsp:cNvSpPr/>
      </dsp:nvSpPr>
      <dsp:spPr>
        <a:xfrm>
          <a:off x="3806624" y="649880"/>
          <a:ext cx="4291414" cy="4291414"/>
        </a:xfrm>
        <a:custGeom>
          <a:avLst/>
          <a:gdLst/>
          <a:ahLst/>
          <a:cxnLst/>
          <a:rect l="0" t="0" r="0" b="0"/>
          <a:pathLst>
            <a:path>
              <a:moveTo>
                <a:pt x="1133471" y="4037647"/>
              </a:moveTo>
              <a:arcTo wR="2145707" hR="2145707" stAng="7088875" swAng="2629344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E3056F9-045B-4169-95E9-53191BF935E8}">
      <dsp:nvSpPr>
        <dsp:cNvPr id="0" name=""/>
        <dsp:cNvSpPr/>
      </dsp:nvSpPr>
      <dsp:spPr>
        <a:xfrm>
          <a:off x="1745177" y="2147004"/>
          <a:ext cx="4122892" cy="129716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To understand the effects of destruction of habitat, pollution, urbanization, and natural disasters, on population.</a:t>
          </a:r>
        </a:p>
      </dsp:txBody>
      <dsp:txXfrm>
        <a:off x="1808499" y="2210326"/>
        <a:ext cx="3996248" cy="1170522"/>
      </dsp:txXfrm>
    </dsp:sp>
    <dsp:sp modelId="{D542AF79-181D-446E-BC5C-00E71A2907E2}">
      <dsp:nvSpPr>
        <dsp:cNvPr id="0" name=""/>
        <dsp:cNvSpPr/>
      </dsp:nvSpPr>
      <dsp:spPr>
        <a:xfrm>
          <a:off x="3806624" y="649880"/>
          <a:ext cx="4291414" cy="4291414"/>
        </a:xfrm>
        <a:custGeom>
          <a:avLst/>
          <a:gdLst/>
          <a:ahLst/>
          <a:cxnLst/>
          <a:rect l="0" t="0" r="0" b="0"/>
          <a:pathLst>
            <a:path>
              <a:moveTo>
                <a:pt x="105362" y="1481589"/>
              </a:moveTo>
              <a:arcTo wR="2145707" hR="2145707" stAng="11881781" swAng="2629344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CC327F-BD3B-4B65-9F54-B53CB3D3C3F1}">
      <dsp:nvSpPr>
        <dsp:cNvPr id="0" name=""/>
        <dsp:cNvSpPr/>
      </dsp:nvSpPr>
      <dsp:spPr>
        <a:xfrm>
          <a:off x="3712683" y="1149677"/>
          <a:ext cx="3344712" cy="596651"/>
        </a:xfrm>
        <a:prstGeom prst="roundRect">
          <a:avLst>
            <a:gd name="adj" fmla="val 10000"/>
          </a:avLst>
        </a:prstGeom>
        <a:solidFill>
          <a:srgbClr val="DFDFDF"/>
        </a:solidFill>
        <a:ln w="12700" cap="flat" cmpd="sng" algn="ctr">
          <a:solidFill>
            <a:schemeClr val="dk1"/>
          </a:solidFill>
          <a:prstDash val="solid"/>
          <a:miter lim="800000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0" kern="120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Classification based on habitat</a:t>
          </a:r>
        </a:p>
      </dsp:txBody>
      <dsp:txXfrm>
        <a:off x="3730158" y="1167152"/>
        <a:ext cx="3309762" cy="561701"/>
      </dsp:txXfrm>
    </dsp:sp>
    <dsp:sp modelId="{A9F3F731-0955-4394-BB9F-222F3550C029}">
      <dsp:nvSpPr>
        <dsp:cNvPr id="0" name=""/>
        <dsp:cNvSpPr/>
      </dsp:nvSpPr>
      <dsp:spPr>
        <a:xfrm>
          <a:off x="1615829" y="1746329"/>
          <a:ext cx="3769210" cy="194497"/>
        </a:xfrm>
        <a:custGeom>
          <a:avLst/>
          <a:gdLst/>
          <a:ahLst/>
          <a:cxnLst/>
          <a:rect l="0" t="0" r="0" b="0"/>
          <a:pathLst>
            <a:path>
              <a:moveTo>
                <a:pt x="3769210" y="0"/>
              </a:moveTo>
              <a:lnTo>
                <a:pt x="3769210" y="97248"/>
              </a:lnTo>
              <a:lnTo>
                <a:pt x="0" y="97248"/>
              </a:lnTo>
              <a:lnTo>
                <a:pt x="0" y="194497"/>
              </a:lnTo>
            </a:path>
          </a:pathLst>
        </a:custGeom>
        <a:noFill/>
        <a:ln w="12700" cap="flat" cmpd="sng" algn="ctr">
          <a:solidFill>
            <a:schemeClr val="dk1"/>
          </a:solidFill>
          <a:prstDash val="solid"/>
          <a:miter lim="800000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</dsp:sp>
    <dsp:sp modelId="{674DFCAE-A645-4508-AFE5-500A208B3FF8}">
      <dsp:nvSpPr>
        <dsp:cNvPr id="0" name=""/>
        <dsp:cNvSpPr/>
      </dsp:nvSpPr>
      <dsp:spPr>
        <a:xfrm>
          <a:off x="874205" y="1940826"/>
          <a:ext cx="1483247" cy="546524"/>
        </a:xfrm>
        <a:prstGeom prst="roundRect">
          <a:avLst>
            <a:gd name="adj" fmla="val 10000"/>
          </a:avLst>
        </a:prstGeom>
        <a:solidFill>
          <a:schemeClr val="accent3">
            <a:lumMod val="20000"/>
            <a:lumOff val="80000"/>
          </a:schemeClr>
        </a:solidFill>
        <a:ln w="12700" cap="flat" cmpd="sng" algn="ctr">
          <a:solidFill>
            <a:schemeClr val="dk1"/>
          </a:solidFill>
          <a:prstDash val="solid"/>
          <a:miter lim="800000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Terrestrial ecosystem</a:t>
          </a:r>
        </a:p>
      </dsp:txBody>
      <dsp:txXfrm>
        <a:off x="890212" y="1956833"/>
        <a:ext cx="1451233" cy="514510"/>
      </dsp:txXfrm>
    </dsp:sp>
    <dsp:sp modelId="{57BD911E-D22C-4DAD-9FEA-0C19AAA40F94}">
      <dsp:nvSpPr>
        <dsp:cNvPr id="0" name=""/>
        <dsp:cNvSpPr/>
      </dsp:nvSpPr>
      <dsp:spPr>
        <a:xfrm>
          <a:off x="672541" y="2487350"/>
          <a:ext cx="943287" cy="683488"/>
        </a:xfrm>
        <a:custGeom>
          <a:avLst/>
          <a:gdLst/>
          <a:ahLst/>
          <a:cxnLst/>
          <a:rect l="0" t="0" r="0" b="0"/>
          <a:pathLst>
            <a:path>
              <a:moveTo>
                <a:pt x="943287" y="0"/>
              </a:moveTo>
              <a:lnTo>
                <a:pt x="943287" y="341744"/>
              </a:lnTo>
              <a:lnTo>
                <a:pt x="0" y="341744"/>
              </a:lnTo>
              <a:lnTo>
                <a:pt x="0" y="683488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9373639-D967-4125-B424-263FA1AD10AE}">
      <dsp:nvSpPr>
        <dsp:cNvPr id="0" name=""/>
        <dsp:cNvSpPr/>
      </dsp:nvSpPr>
      <dsp:spPr>
        <a:xfrm>
          <a:off x="19049" y="3170839"/>
          <a:ext cx="1306985" cy="670787"/>
        </a:xfrm>
        <a:prstGeom prst="roundRect">
          <a:avLst>
            <a:gd name="adj" fmla="val 10000"/>
          </a:avLst>
        </a:prstGeom>
        <a:solidFill>
          <a:srgbClr val="92D050"/>
        </a:solidFill>
        <a:ln w="12700" cap="flat" cmpd="sng" algn="ctr">
          <a:solidFill>
            <a:schemeClr val="dk1"/>
          </a:solidFill>
          <a:prstDash val="solid"/>
          <a:miter lim="800000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Forest ecosystem</a:t>
          </a:r>
        </a:p>
      </dsp:txBody>
      <dsp:txXfrm>
        <a:off x="38696" y="3190486"/>
        <a:ext cx="1267691" cy="631493"/>
      </dsp:txXfrm>
    </dsp:sp>
    <dsp:sp modelId="{8B65817C-FA2D-4093-BB9C-D7FDD584C7D8}">
      <dsp:nvSpPr>
        <dsp:cNvPr id="0" name=""/>
        <dsp:cNvSpPr/>
      </dsp:nvSpPr>
      <dsp:spPr>
        <a:xfrm>
          <a:off x="1615829" y="2487350"/>
          <a:ext cx="425682" cy="68348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41744"/>
              </a:lnTo>
              <a:lnTo>
                <a:pt x="425682" y="341744"/>
              </a:lnTo>
              <a:lnTo>
                <a:pt x="425682" y="683488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EA8F723-303F-4FB5-A300-0EAFA2EE6475}">
      <dsp:nvSpPr>
        <dsp:cNvPr id="0" name=""/>
        <dsp:cNvSpPr/>
      </dsp:nvSpPr>
      <dsp:spPr>
        <a:xfrm>
          <a:off x="1388018" y="3170839"/>
          <a:ext cx="1306985" cy="670787"/>
        </a:xfrm>
        <a:prstGeom prst="roundRect">
          <a:avLst>
            <a:gd name="adj" fmla="val 10000"/>
          </a:avLst>
        </a:prstGeom>
        <a:solidFill>
          <a:schemeClr val="accent3">
            <a:lumMod val="40000"/>
            <a:lumOff val="60000"/>
          </a:schemeClr>
        </a:solidFill>
        <a:ln w="12700" cap="flat" cmpd="sng" algn="ctr">
          <a:solidFill>
            <a:schemeClr val="dk1"/>
          </a:solidFill>
          <a:prstDash val="solid"/>
          <a:miter lim="800000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Grassland ecosystem</a:t>
          </a:r>
        </a:p>
      </dsp:txBody>
      <dsp:txXfrm>
        <a:off x="1407665" y="3190486"/>
        <a:ext cx="1267691" cy="631493"/>
      </dsp:txXfrm>
    </dsp:sp>
    <dsp:sp modelId="{4B9ADEC2-74C7-4F03-9F14-F2065F8DB7B5}">
      <dsp:nvSpPr>
        <dsp:cNvPr id="0" name=""/>
        <dsp:cNvSpPr/>
      </dsp:nvSpPr>
      <dsp:spPr>
        <a:xfrm>
          <a:off x="1615829" y="2487350"/>
          <a:ext cx="1978603" cy="68348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41744"/>
              </a:lnTo>
              <a:lnTo>
                <a:pt x="1978603" y="341744"/>
              </a:lnTo>
              <a:lnTo>
                <a:pt x="1978603" y="683488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EC8E51E-1597-4021-8D3B-82C9BEBF7EFD}">
      <dsp:nvSpPr>
        <dsp:cNvPr id="0" name=""/>
        <dsp:cNvSpPr/>
      </dsp:nvSpPr>
      <dsp:spPr>
        <a:xfrm>
          <a:off x="2940940" y="3170839"/>
          <a:ext cx="1306985" cy="670787"/>
        </a:xfrm>
        <a:prstGeom prst="roundRect">
          <a:avLst>
            <a:gd name="adj" fmla="val 10000"/>
          </a:avLst>
        </a:prstGeom>
        <a:solidFill>
          <a:schemeClr val="accent5">
            <a:lumMod val="20000"/>
            <a:lumOff val="80000"/>
          </a:schemeClr>
        </a:solidFill>
        <a:ln w="12700" cap="flat" cmpd="sng" algn="ctr">
          <a:solidFill>
            <a:schemeClr val="dk1"/>
          </a:solidFill>
          <a:prstDash val="solid"/>
          <a:miter lim="800000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Desert ecosystem</a:t>
          </a:r>
        </a:p>
      </dsp:txBody>
      <dsp:txXfrm>
        <a:off x="2960587" y="3190486"/>
        <a:ext cx="1267691" cy="631493"/>
      </dsp:txXfrm>
    </dsp:sp>
    <dsp:sp modelId="{05DF2484-8621-4583-9650-CC40C75F8616}">
      <dsp:nvSpPr>
        <dsp:cNvPr id="0" name=""/>
        <dsp:cNvSpPr/>
      </dsp:nvSpPr>
      <dsp:spPr>
        <a:xfrm>
          <a:off x="5385039" y="1746329"/>
          <a:ext cx="3992265" cy="19226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6133"/>
              </a:lnTo>
              <a:lnTo>
                <a:pt x="3992265" y="96133"/>
              </a:lnTo>
              <a:lnTo>
                <a:pt x="3992265" y="192267"/>
              </a:lnTo>
            </a:path>
          </a:pathLst>
        </a:custGeom>
        <a:noFill/>
        <a:ln w="12700" cap="flat" cmpd="sng" algn="ctr">
          <a:solidFill>
            <a:schemeClr val="dk1"/>
          </a:solidFill>
          <a:prstDash val="solid"/>
          <a:miter lim="800000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</dsp:sp>
    <dsp:sp modelId="{B9946896-B677-42E9-B1B2-285574F5E389}">
      <dsp:nvSpPr>
        <dsp:cNvPr id="0" name=""/>
        <dsp:cNvSpPr/>
      </dsp:nvSpPr>
      <dsp:spPr>
        <a:xfrm>
          <a:off x="8729571" y="1938596"/>
          <a:ext cx="1295467" cy="546524"/>
        </a:xfrm>
        <a:prstGeom prst="roundRect">
          <a:avLst>
            <a:gd name="adj" fmla="val 10000"/>
          </a:avLst>
        </a:prstGeom>
        <a:solidFill>
          <a:schemeClr val="accent2">
            <a:lumMod val="20000"/>
            <a:lumOff val="80000"/>
          </a:schemeClr>
        </a:solidFill>
        <a:ln w="12700" cap="flat" cmpd="sng" algn="ctr">
          <a:solidFill>
            <a:schemeClr val="dk1"/>
          </a:solidFill>
          <a:prstDash val="solid"/>
          <a:miter lim="800000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Aquatic ecosystem</a:t>
          </a:r>
        </a:p>
      </dsp:txBody>
      <dsp:txXfrm>
        <a:off x="8745578" y="1954603"/>
        <a:ext cx="1263453" cy="514510"/>
      </dsp:txXfrm>
    </dsp:sp>
    <dsp:sp modelId="{D7C874A6-7C74-4ECD-AAA2-743F64CF794E}">
      <dsp:nvSpPr>
        <dsp:cNvPr id="0" name=""/>
        <dsp:cNvSpPr/>
      </dsp:nvSpPr>
      <dsp:spPr>
        <a:xfrm>
          <a:off x="7142677" y="2485120"/>
          <a:ext cx="2234627" cy="626661"/>
        </a:xfrm>
        <a:custGeom>
          <a:avLst/>
          <a:gdLst/>
          <a:ahLst/>
          <a:cxnLst/>
          <a:rect l="0" t="0" r="0" b="0"/>
          <a:pathLst>
            <a:path>
              <a:moveTo>
                <a:pt x="2234627" y="0"/>
              </a:moveTo>
              <a:lnTo>
                <a:pt x="2234627" y="313330"/>
              </a:lnTo>
              <a:lnTo>
                <a:pt x="0" y="313330"/>
              </a:lnTo>
              <a:lnTo>
                <a:pt x="0" y="626661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F914D90-A42F-4344-9B13-CC5A0C933123}">
      <dsp:nvSpPr>
        <dsp:cNvPr id="0" name=""/>
        <dsp:cNvSpPr/>
      </dsp:nvSpPr>
      <dsp:spPr>
        <a:xfrm>
          <a:off x="6489185" y="3111782"/>
          <a:ext cx="1306985" cy="670787"/>
        </a:xfrm>
        <a:prstGeom prst="roundRect">
          <a:avLst>
            <a:gd name="adj" fmla="val 10000"/>
          </a:avLst>
        </a:prstGeom>
        <a:solidFill>
          <a:srgbClr val="94C8ED"/>
        </a:solidFill>
        <a:ln w="12700" cap="flat" cmpd="sng" algn="ctr">
          <a:solidFill>
            <a:schemeClr val="dk1"/>
          </a:solidFill>
          <a:prstDash val="solid"/>
          <a:miter lim="800000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Fresh water ecosystem</a:t>
          </a:r>
        </a:p>
      </dsp:txBody>
      <dsp:txXfrm>
        <a:off x="6508832" y="3131429"/>
        <a:ext cx="1267691" cy="631493"/>
      </dsp:txXfrm>
    </dsp:sp>
    <dsp:sp modelId="{E6EDC978-2D09-4652-A149-C7FBCD0A978A}">
      <dsp:nvSpPr>
        <dsp:cNvPr id="0" name=""/>
        <dsp:cNvSpPr/>
      </dsp:nvSpPr>
      <dsp:spPr>
        <a:xfrm>
          <a:off x="5983688" y="3782569"/>
          <a:ext cx="1158989" cy="385545"/>
        </a:xfrm>
        <a:custGeom>
          <a:avLst/>
          <a:gdLst/>
          <a:ahLst/>
          <a:cxnLst/>
          <a:rect l="0" t="0" r="0" b="0"/>
          <a:pathLst>
            <a:path>
              <a:moveTo>
                <a:pt x="1158989" y="0"/>
              </a:moveTo>
              <a:lnTo>
                <a:pt x="1158989" y="192772"/>
              </a:lnTo>
              <a:lnTo>
                <a:pt x="0" y="192772"/>
              </a:lnTo>
              <a:lnTo>
                <a:pt x="0" y="385545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80A24AC-3771-4C71-985B-1AEF04873445}">
      <dsp:nvSpPr>
        <dsp:cNvPr id="0" name=""/>
        <dsp:cNvSpPr/>
      </dsp:nvSpPr>
      <dsp:spPr>
        <a:xfrm>
          <a:off x="5306926" y="4168115"/>
          <a:ext cx="1353524" cy="795149"/>
        </a:xfrm>
        <a:prstGeom prst="roundRect">
          <a:avLst>
            <a:gd name="adj" fmla="val 10000"/>
          </a:avLst>
        </a:prstGeom>
        <a:solidFill>
          <a:schemeClr val="accent2">
            <a:lumMod val="20000"/>
            <a:lumOff val="80000"/>
          </a:schemeClr>
        </a:solidFill>
        <a:ln w="12700" cap="flat" cmpd="sng" algn="ctr">
          <a:solidFill>
            <a:schemeClr val="dk1"/>
          </a:solidFill>
          <a:prstDash val="solid"/>
          <a:miter lim="800000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Lentic 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Stationary freshwater body</a:t>
          </a:r>
        </a:p>
      </dsp:txBody>
      <dsp:txXfrm>
        <a:off x="5330215" y="4191404"/>
        <a:ext cx="1306946" cy="748571"/>
      </dsp:txXfrm>
    </dsp:sp>
    <dsp:sp modelId="{2B9A0FA4-E762-4A2D-A1CA-86BAB448EC1E}">
      <dsp:nvSpPr>
        <dsp:cNvPr id="0" name=""/>
        <dsp:cNvSpPr/>
      </dsp:nvSpPr>
      <dsp:spPr>
        <a:xfrm>
          <a:off x="5102303" y="4963264"/>
          <a:ext cx="881385" cy="562695"/>
        </a:xfrm>
        <a:custGeom>
          <a:avLst/>
          <a:gdLst/>
          <a:ahLst/>
          <a:cxnLst/>
          <a:rect l="0" t="0" r="0" b="0"/>
          <a:pathLst>
            <a:path>
              <a:moveTo>
                <a:pt x="881385" y="0"/>
              </a:moveTo>
              <a:lnTo>
                <a:pt x="881385" y="281347"/>
              </a:lnTo>
              <a:lnTo>
                <a:pt x="0" y="281347"/>
              </a:lnTo>
              <a:lnTo>
                <a:pt x="0" y="562695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867B1B8-3294-4EDD-BFD9-7F012665A8DE}">
      <dsp:nvSpPr>
        <dsp:cNvPr id="0" name=""/>
        <dsp:cNvSpPr/>
      </dsp:nvSpPr>
      <dsp:spPr>
        <a:xfrm>
          <a:off x="4499313" y="5525960"/>
          <a:ext cx="1205979" cy="546524"/>
        </a:xfrm>
        <a:prstGeom prst="roundRect">
          <a:avLst>
            <a:gd name="adj" fmla="val 10000"/>
          </a:avLst>
        </a:prstGeom>
        <a:solidFill>
          <a:schemeClr val="lt1"/>
        </a:solidFill>
        <a:ln w="12700" cap="flat" cmpd="sng" algn="ctr">
          <a:solidFill>
            <a:schemeClr val="dk1"/>
          </a:solidFill>
          <a:prstDash val="solid"/>
          <a:miter lim="800000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Lake ecosystem</a:t>
          </a:r>
        </a:p>
      </dsp:txBody>
      <dsp:txXfrm>
        <a:off x="4515320" y="5541967"/>
        <a:ext cx="1173965" cy="514510"/>
      </dsp:txXfrm>
    </dsp:sp>
    <dsp:sp modelId="{2DAA7831-2660-4BBC-B909-2A0BBA068849}">
      <dsp:nvSpPr>
        <dsp:cNvPr id="0" name=""/>
        <dsp:cNvSpPr/>
      </dsp:nvSpPr>
      <dsp:spPr>
        <a:xfrm>
          <a:off x="5983688" y="4963264"/>
          <a:ext cx="523708" cy="56269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81347"/>
              </a:lnTo>
              <a:lnTo>
                <a:pt x="523708" y="281347"/>
              </a:lnTo>
              <a:lnTo>
                <a:pt x="523708" y="562695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30014A5-9B5E-4685-8CA5-F0BE58ACE140}">
      <dsp:nvSpPr>
        <dsp:cNvPr id="0" name=""/>
        <dsp:cNvSpPr/>
      </dsp:nvSpPr>
      <dsp:spPr>
        <a:xfrm>
          <a:off x="5872242" y="5525960"/>
          <a:ext cx="1270308" cy="546524"/>
        </a:xfrm>
        <a:prstGeom prst="roundRect">
          <a:avLst>
            <a:gd name="adj" fmla="val 10000"/>
          </a:avLst>
        </a:prstGeom>
        <a:solidFill>
          <a:schemeClr val="lt1"/>
        </a:solidFill>
        <a:ln w="12700" cap="flat" cmpd="sng" algn="ctr">
          <a:solidFill>
            <a:schemeClr val="dk1"/>
          </a:solidFill>
          <a:prstDash val="solid"/>
          <a:miter lim="800000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Pond ecosystem</a:t>
          </a:r>
        </a:p>
      </dsp:txBody>
      <dsp:txXfrm>
        <a:off x="5888249" y="5541967"/>
        <a:ext cx="1238294" cy="514510"/>
      </dsp:txXfrm>
    </dsp:sp>
    <dsp:sp modelId="{21822B09-1501-4B1D-B5A7-3F7E58D1F530}">
      <dsp:nvSpPr>
        <dsp:cNvPr id="0" name=""/>
        <dsp:cNvSpPr/>
      </dsp:nvSpPr>
      <dsp:spPr>
        <a:xfrm>
          <a:off x="7142677" y="3782569"/>
          <a:ext cx="1149459" cy="39507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7535"/>
              </a:lnTo>
              <a:lnTo>
                <a:pt x="1149459" y="197535"/>
              </a:lnTo>
              <a:lnTo>
                <a:pt x="1149459" y="395071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09C7C8F-826D-4EA7-A83E-D661DCC82D2F}">
      <dsp:nvSpPr>
        <dsp:cNvPr id="0" name=""/>
        <dsp:cNvSpPr/>
      </dsp:nvSpPr>
      <dsp:spPr>
        <a:xfrm>
          <a:off x="7574627" y="4177641"/>
          <a:ext cx="1435019" cy="848555"/>
        </a:xfrm>
        <a:prstGeom prst="roundRect">
          <a:avLst>
            <a:gd name="adj" fmla="val 10000"/>
          </a:avLst>
        </a:prstGeom>
        <a:solidFill>
          <a:schemeClr val="accent2">
            <a:lumMod val="20000"/>
            <a:lumOff val="80000"/>
          </a:schemeClr>
        </a:solidFill>
        <a:ln w="12700" cap="flat" cmpd="sng" algn="ctr">
          <a:solidFill>
            <a:schemeClr val="dk1"/>
          </a:solidFill>
          <a:prstDash val="solid"/>
          <a:miter lim="800000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Lotic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>
              <a:solidFill>
                <a:srgbClr val="212121">
                  <a:hueOff val="0"/>
                  <a:satOff val="0"/>
                  <a:lumOff val="0"/>
                  <a:alphaOff val="0"/>
                </a:srgbClr>
              </a:solidFill>
              <a:latin typeface="Roboto Condensed"/>
              <a:ea typeface="+mn-ea"/>
              <a:cs typeface="+mn-cs"/>
            </a:rPr>
            <a:t>Free-flowing freshwater body</a:t>
          </a:r>
        </a:p>
      </dsp:txBody>
      <dsp:txXfrm>
        <a:off x="7599480" y="4202494"/>
        <a:ext cx="1385313" cy="798849"/>
      </dsp:txXfrm>
    </dsp:sp>
    <dsp:sp modelId="{7FD905BB-30AD-4D8D-B2F5-9DE15AA9D379}">
      <dsp:nvSpPr>
        <dsp:cNvPr id="0" name=""/>
        <dsp:cNvSpPr/>
      </dsp:nvSpPr>
      <dsp:spPr>
        <a:xfrm>
          <a:off x="8244818" y="5026196"/>
          <a:ext cx="91440" cy="511131"/>
        </a:xfrm>
        <a:custGeom>
          <a:avLst/>
          <a:gdLst/>
          <a:ahLst/>
          <a:cxnLst/>
          <a:rect l="0" t="0" r="0" b="0"/>
          <a:pathLst>
            <a:path>
              <a:moveTo>
                <a:pt x="47318" y="0"/>
              </a:moveTo>
              <a:lnTo>
                <a:pt x="47318" y="255565"/>
              </a:lnTo>
              <a:lnTo>
                <a:pt x="45720" y="255565"/>
              </a:lnTo>
              <a:lnTo>
                <a:pt x="45720" y="511131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2335F24-B6B2-4274-8B61-4F97C92702EF}">
      <dsp:nvSpPr>
        <dsp:cNvPr id="0" name=""/>
        <dsp:cNvSpPr/>
      </dsp:nvSpPr>
      <dsp:spPr>
        <a:xfrm>
          <a:off x="7554755" y="5537327"/>
          <a:ext cx="1471565" cy="546141"/>
        </a:xfrm>
        <a:prstGeom prst="roundRect">
          <a:avLst>
            <a:gd name="adj" fmla="val 10000"/>
          </a:avLst>
        </a:prstGeom>
        <a:solidFill>
          <a:schemeClr val="lt1"/>
        </a:solidFill>
        <a:ln w="12700" cap="flat" cmpd="sng" algn="ctr">
          <a:solidFill>
            <a:schemeClr val="dk1"/>
          </a:solidFill>
          <a:prstDash val="solid"/>
          <a:miter lim="800000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>
              <a:solidFill>
                <a:srgbClr val="212121">
                  <a:hueOff val="0"/>
                  <a:satOff val="0"/>
                  <a:lumOff val="0"/>
                  <a:alphaOff val="0"/>
                </a:srgbClr>
              </a:solidFill>
              <a:latin typeface="Roboto Condensed"/>
              <a:ea typeface="+mn-ea"/>
              <a:cs typeface="+mn-cs"/>
            </a:rPr>
            <a:t>River ecosystem</a:t>
          </a:r>
        </a:p>
      </dsp:txBody>
      <dsp:txXfrm>
        <a:off x="7570751" y="5553323"/>
        <a:ext cx="1439573" cy="514149"/>
      </dsp:txXfrm>
    </dsp:sp>
    <dsp:sp modelId="{80EE9B40-4CC1-499B-92D5-C70140940CAF}">
      <dsp:nvSpPr>
        <dsp:cNvPr id="0" name=""/>
        <dsp:cNvSpPr/>
      </dsp:nvSpPr>
      <dsp:spPr>
        <a:xfrm>
          <a:off x="9377305" y="2485120"/>
          <a:ext cx="1231339" cy="62666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13330"/>
              </a:lnTo>
              <a:lnTo>
                <a:pt x="1231339" y="313330"/>
              </a:lnTo>
              <a:lnTo>
                <a:pt x="1231339" y="626661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E7BAD0D-88A7-4CF4-AE56-2B64D13A5878}">
      <dsp:nvSpPr>
        <dsp:cNvPr id="0" name=""/>
        <dsp:cNvSpPr/>
      </dsp:nvSpPr>
      <dsp:spPr>
        <a:xfrm>
          <a:off x="9955152" y="3111782"/>
          <a:ext cx="1306985" cy="670787"/>
        </a:xfrm>
        <a:prstGeom prst="roundRect">
          <a:avLst>
            <a:gd name="adj" fmla="val 10000"/>
          </a:avLst>
        </a:prstGeom>
        <a:solidFill>
          <a:schemeClr val="tx2">
            <a:lumMod val="40000"/>
            <a:lumOff val="60000"/>
          </a:schemeClr>
        </a:solidFill>
        <a:ln w="12700" cap="flat" cmpd="sng" algn="ctr">
          <a:solidFill>
            <a:schemeClr val="dk1"/>
          </a:solidFill>
          <a:prstDash val="solid"/>
          <a:miter lim="800000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Marine ecosystem</a:t>
          </a:r>
        </a:p>
      </dsp:txBody>
      <dsp:txXfrm>
        <a:off x="9974799" y="3131429"/>
        <a:ext cx="1267691" cy="631493"/>
      </dsp:txXfrm>
    </dsp:sp>
    <dsp:sp modelId="{CA6AE70E-867A-4D8F-B8A4-374DE93D32C2}">
      <dsp:nvSpPr>
        <dsp:cNvPr id="0" name=""/>
        <dsp:cNvSpPr/>
      </dsp:nvSpPr>
      <dsp:spPr>
        <a:xfrm>
          <a:off x="9862348" y="3782569"/>
          <a:ext cx="746296" cy="420790"/>
        </a:xfrm>
        <a:custGeom>
          <a:avLst/>
          <a:gdLst/>
          <a:ahLst/>
          <a:cxnLst/>
          <a:rect l="0" t="0" r="0" b="0"/>
          <a:pathLst>
            <a:path>
              <a:moveTo>
                <a:pt x="746296" y="0"/>
              </a:moveTo>
              <a:lnTo>
                <a:pt x="746296" y="210395"/>
              </a:lnTo>
              <a:lnTo>
                <a:pt x="0" y="210395"/>
              </a:lnTo>
              <a:lnTo>
                <a:pt x="0" y="420790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48FB5A9-CDB3-47A7-B4CB-9A6A0407D462}">
      <dsp:nvSpPr>
        <dsp:cNvPr id="0" name=""/>
        <dsp:cNvSpPr/>
      </dsp:nvSpPr>
      <dsp:spPr>
        <a:xfrm>
          <a:off x="9281136" y="4203360"/>
          <a:ext cx="1162424" cy="765833"/>
        </a:xfrm>
        <a:prstGeom prst="roundRect">
          <a:avLst>
            <a:gd name="adj" fmla="val 10000"/>
          </a:avLst>
        </a:prstGeom>
        <a:solidFill>
          <a:schemeClr val="accent6">
            <a:lumMod val="20000"/>
            <a:lumOff val="80000"/>
          </a:schemeClr>
        </a:solidFill>
        <a:ln w="12700" cap="flat" cmpd="sng" algn="ctr">
          <a:solidFill>
            <a:schemeClr val="dk1"/>
          </a:solidFill>
          <a:prstDash val="solid"/>
          <a:miter lim="800000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>
              <a:solidFill>
                <a:srgbClr val="212121">
                  <a:hueOff val="0"/>
                  <a:satOff val="0"/>
                  <a:lumOff val="0"/>
                  <a:alphaOff val="0"/>
                </a:srgbClr>
              </a:solidFill>
              <a:latin typeface="Roboto Condensed"/>
              <a:ea typeface="+mn-ea"/>
              <a:cs typeface="+mn-cs"/>
            </a:rPr>
            <a:t>Ocean ecosystem</a:t>
          </a:r>
        </a:p>
      </dsp:txBody>
      <dsp:txXfrm>
        <a:off x="9303566" y="4225790"/>
        <a:ext cx="1117564" cy="720973"/>
      </dsp:txXfrm>
    </dsp:sp>
    <dsp:sp modelId="{5C5AFB57-CF3E-42CA-888D-CBF384940EE9}">
      <dsp:nvSpPr>
        <dsp:cNvPr id="0" name=""/>
        <dsp:cNvSpPr/>
      </dsp:nvSpPr>
      <dsp:spPr>
        <a:xfrm>
          <a:off x="10608644" y="3782569"/>
          <a:ext cx="634416" cy="42094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0471"/>
              </a:lnTo>
              <a:lnTo>
                <a:pt x="634416" y="210471"/>
              </a:lnTo>
              <a:lnTo>
                <a:pt x="634416" y="420943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EBEA058-AFA6-46AD-8806-ABBF985ADF6B}">
      <dsp:nvSpPr>
        <dsp:cNvPr id="0" name=""/>
        <dsp:cNvSpPr/>
      </dsp:nvSpPr>
      <dsp:spPr>
        <a:xfrm>
          <a:off x="10595761" y="4203513"/>
          <a:ext cx="1294598" cy="732003"/>
        </a:xfrm>
        <a:prstGeom prst="roundRect">
          <a:avLst>
            <a:gd name="adj" fmla="val 10000"/>
          </a:avLst>
        </a:prstGeom>
        <a:solidFill>
          <a:schemeClr val="accent6">
            <a:lumMod val="40000"/>
            <a:lumOff val="60000"/>
          </a:schemeClr>
        </a:solidFill>
        <a:ln w="12700" cap="flat" cmpd="sng" algn="ctr">
          <a:solidFill>
            <a:schemeClr val="dk1"/>
          </a:solidFill>
          <a:prstDash val="solid"/>
          <a:miter lim="800000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>
              <a:solidFill>
                <a:srgbClr val="212121">
                  <a:hueOff val="0"/>
                  <a:satOff val="0"/>
                  <a:lumOff val="0"/>
                  <a:alphaOff val="0"/>
                </a:srgbClr>
              </a:solidFill>
              <a:latin typeface="Roboto Condensed"/>
              <a:ea typeface="+mn-ea"/>
              <a:cs typeface="+mn-cs"/>
            </a:rPr>
            <a:t>Estuarine ecosystem</a:t>
          </a:r>
        </a:p>
      </dsp:txBody>
      <dsp:txXfrm>
        <a:off x="10617201" y="4224953"/>
        <a:ext cx="1251718" cy="68912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BE8B0D-2448-45E4-AFF5-378879839ACE}">
      <dsp:nvSpPr>
        <dsp:cNvPr id="0" name=""/>
        <dsp:cNvSpPr/>
      </dsp:nvSpPr>
      <dsp:spPr>
        <a:xfrm>
          <a:off x="2225618" y="685429"/>
          <a:ext cx="3295819" cy="790168"/>
        </a:xfrm>
        <a:prstGeom prst="roundRect">
          <a:avLst>
            <a:gd name="adj" fmla="val 10000"/>
          </a:avLst>
        </a:prstGeom>
        <a:solidFill>
          <a:schemeClr val="accent1">
            <a:lumMod val="60000"/>
            <a:lumOff val="4000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>
              <a:solidFill>
                <a:schemeClr val="tx1"/>
              </a:solidFill>
            </a:rPr>
            <a:t>Terrestrial ecosystem</a:t>
          </a:r>
        </a:p>
      </dsp:txBody>
      <dsp:txXfrm>
        <a:off x="2248761" y="708572"/>
        <a:ext cx="3249533" cy="743882"/>
      </dsp:txXfrm>
    </dsp:sp>
    <dsp:sp modelId="{57BD911E-D22C-4DAD-9FEA-0C19AAA40F94}">
      <dsp:nvSpPr>
        <dsp:cNvPr id="0" name=""/>
        <dsp:cNvSpPr/>
      </dsp:nvSpPr>
      <dsp:spPr>
        <a:xfrm>
          <a:off x="1080351" y="1475597"/>
          <a:ext cx="2793176" cy="572959"/>
        </a:xfrm>
        <a:custGeom>
          <a:avLst/>
          <a:gdLst/>
          <a:ahLst/>
          <a:cxnLst/>
          <a:rect l="0" t="0" r="0" b="0"/>
          <a:pathLst>
            <a:path>
              <a:moveTo>
                <a:pt x="2793176" y="0"/>
              </a:moveTo>
              <a:lnTo>
                <a:pt x="2793176" y="286479"/>
              </a:lnTo>
              <a:lnTo>
                <a:pt x="0" y="286479"/>
              </a:lnTo>
              <a:lnTo>
                <a:pt x="0" y="57295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9373639-D967-4125-B424-263FA1AD10AE}">
      <dsp:nvSpPr>
        <dsp:cNvPr id="0" name=""/>
        <dsp:cNvSpPr/>
      </dsp:nvSpPr>
      <dsp:spPr>
        <a:xfrm>
          <a:off x="6052" y="2048556"/>
          <a:ext cx="2148597" cy="844670"/>
        </a:xfrm>
        <a:prstGeom prst="roundRect">
          <a:avLst>
            <a:gd name="adj" fmla="val 10000"/>
          </a:avLst>
        </a:prstGeom>
        <a:solidFill>
          <a:schemeClr val="accent3">
            <a:lumMod val="40000"/>
            <a:lumOff val="6000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>
              <a:solidFill>
                <a:schemeClr val="tx1"/>
              </a:solidFill>
            </a:rPr>
            <a:t>Forest ecosystem</a:t>
          </a:r>
        </a:p>
      </dsp:txBody>
      <dsp:txXfrm>
        <a:off x="30792" y="2073296"/>
        <a:ext cx="2099117" cy="795190"/>
      </dsp:txXfrm>
    </dsp:sp>
    <dsp:sp modelId="{8B65817C-FA2D-4093-BB9C-D7FDD584C7D8}">
      <dsp:nvSpPr>
        <dsp:cNvPr id="0" name=""/>
        <dsp:cNvSpPr/>
      </dsp:nvSpPr>
      <dsp:spPr>
        <a:xfrm>
          <a:off x="3827808" y="1475597"/>
          <a:ext cx="91440" cy="57295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57295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EA8F723-303F-4FB5-A300-0EAFA2EE6475}">
      <dsp:nvSpPr>
        <dsp:cNvPr id="0" name=""/>
        <dsp:cNvSpPr/>
      </dsp:nvSpPr>
      <dsp:spPr>
        <a:xfrm>
          <a:off x="2799229" y="2048556"/>
          <a:ext cx="2148597" cy="844670"/>
        </a:xfrm>
        <a:prstGeom prst="roundRect">
          <a:avLst>
            <a:gd name="adj" fmla="val 10000"/>
          </a:avLst>
        </a:prstGeom>
        <a:solidFill>
          <a:schemeClr val="accent3">
            <a:lumMod val="60000"/>
            <a:lumOff val="4000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>
              <a:solidFill>
                <a:schemeClr val="tx1"/>
              </a:solidFill>
            </a:rPr>
            <a:t>Grassland ecosystem</a:t>
          </a:r>
        </a:p>
      </dsp:txBody>
      <dsp:txXfrm>
        <a:off x="2823969" y="2073296"/>
        <a:ext cx="2099117" cy="795190"/>
      </dsp:txXfrm>
    </dsp:sp>
    <dsp:sp modelId="{4B9ADEC2-74C7-4F03-9F14-F2065F8DB7B5}">
      <dsp:nvSpPr>
        <dsp:cNvPr id="0" name=""/>
        <dsp:cNvSpPr/>
      </dsp:nvSpPr>
      <dsp:spPr>
        <a:xfrm>
          <a:off x="3873528" y="1475597"/>
          <a:ext cx="2793176" cy="57295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86479"/>
              </a:lnTo>
              <a:lnTo>
                <a:pt x="2793176" y="286479"/>
              </a:lnTo>
              <a:lnTo>
                <a:pt x="2793176" y="57295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EC8E51E-1597-4021-8D3B-82C9BEBF7EFD}">
      <dsp:nvSpPr>
        <dsp:cNvPr id="0" name=""/>
        <dsp:cNvSpPr/>
      </dsp:nvSpPr>
      <dsp:spPr>
        <a:xfrm>
          <a:off x="5592406" y="2048556"/>
          <a:ext cx="2148597" cy="844670"/>
        </a:xfrm>
        <a:prstGeom prst="roundRect">
          <a:avLst>
            <a:gd name="adj" fmla="val 10000"/>
          </a:avLst>
        </a:prstGeom>
        <a:solidFill>
          <a:schemeClr val="accent5">
            <a:lumMod val="60000"/>
            <a:lumOff val="4000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>
              <a:solidFill>
                <a:schemeClr val="tx1"/>
              </a:solidFill>
            </a:rPr>
            <a:t>Desert ecosystem</a:t>
          </a:r>
        </a:p>
      </dsp:txBody>
      <dsp:txXfrm>
        <a:off x="5617146" y="2073296"/>
        <a:ext cx="2099117" cy="79519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CC327F-BD3B-4B65-9F54-B53CB3D3C3F1}">
      <dsp:nvSpPr>
        <dsp:cNvPr id="0" name=""/>
        <dsp:cNvSpPr/>
      </dsp:nvSpPr>
      <dsp:spPr>
        <a:xfrm>
          <a:off x="2328715" y="259212"/>
          <a:ext cx="5547404" cy="907696"/>
        </a:xfrm>
        <a:prstGeom prst="roundRect">
          <a:avLst>
            <a:gd name="adj" fmla="val 10000"/>
          </a:avLst>
        </a:prstGeom>
        <a:solidFill>
          <a:schemeClr val="accent1">
            <a:lumMod val="40000"/>
            <a:lumOff val="60000"/>
          </a:schemeClr>
        </a:solidFill>
        <a:ln w="12700" cap="flat" cmpd="sng" algn="ctr">
          <a:solidFill>
            <a:schemeClr val="dk1"/>
          </a:solidFill>
          <a:prstDash val="solid"/>
          <a:miter lim="800000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0" kern="120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Fresh Water ecosystem</a:t>
          </a:r>
        </a:p>
      </dsp:txBody>
      <dsp:txXfrm>
        <a:off x="2355301" y="285798"/>
        <a:ext cx="5494232" cy="854524"/>
      </dsp:txXfrm>
    </dsp:sp>
    <dsp:sp modelId="{A9F3F731-0955-4394-BB9F-222F3550C029}">
      <dsp:nvSpPr>
        <dsp:cNvPr id="0" name=""/>
        <dsp:cNvSpPr/>
      </dsp:nvSpPr>
      <dsp:spPr>
        <a:xfrm>
          <a:off x="1946624" y="1166909"/>
          <a:ext cx="3155792" cy="506890"/>
        </a:xfrm>
        <a:custGeom>
          <a:avLst/>
          <a:gdLst/>
          <a:ahLst/>
          <a:cxnLst/>
          <a:rect l="0" t="0" r="0" b="0"/>
          <a:pathLst>
            <a:path>
              <a:moveTo>
                <a:pt x="3155792" y="0"/>
              </a:moveTo>
              <a:lnTo>
                <a:pt x="3155792" y="253445"/>
              </a:lnTo>
              <a:lnTo>
                <a:pt x="0" y="253445"/>
              </a:lnTo>
              <a:lnTo>
                <a:pt x="0" y="506890"/>
              </a:lnTo>
            </a:path>
          </a:pathLst>
        </a:custGeom>
        <a:noFill/>
        <a:ln w="12700" cap="flat" cmpd="sng" algn="ctr">
          <a:solidFill>
            <a:schemeClr val="dk1"/>
          </a:solidFill>
          <a:prstDash val="solid"/>
          <a:miter lim="800000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</dsp:sp>
    <dsp:sp modelId="{674DFCAE-A645-4508-AFE5-500A208B3FF8}">
      <dsp:nvSpPr>
        <dsp:cNvPr id="0" name=""/>
        <dsp:cNvSpPr/>
      </dsp:nvSpPr>
      <dsp:spPr>
        <a:xfrm>
          <a:off x="878378" y="1673799"/>
          <a:ext cx="2136493" cy="1077903"/>
        </a:xfrm>
        <a:prstGeom prst="roundRect">
          <a:avLst>
            <a:gd name="adj" fmla="val 10000"/>
          </a:avLst>
        </a:prstGeom>
        <a:solidFill>
          <a:schemeClr val="accent6">
            <a:lumMod val="20000"/>
            <a:lumOff val="80000"/>
          </a:schemeClr>
        </a:solidFill>
        <a:ln w="12700" cap="flat" cmpd="sng" algn="ctr">
          <a:solidFill>
            <a:schemeClr val="dk1"/>
          </a:solidFill>
          <a:prstDash val="solid"/>
          <a:miter lim="800000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kern="1200" dirty="0"/>
            <a:t>lentic</a:t>
          </a:r>
        </a:p>
      </dsp:txBody>
      <dsp:txXfrm>
        <a:off x="909949" y="1705370"/>
        <a:ext cx="2073351" cy="1014761"/>
      </dsp:txXfrm>
    </dsp:sp>
    <dsp:sp modelId="{57BD911E-D22C-4DAD-9FEA-0C19AAA40F94}">
      <dsp:nvSpPr>
        <dsp:cNvPr id="0" name=""/>
        <dsp:cNvSpPr/>
      </dsp:nvSpPr>
      <dsp:spPr>
        <a:xfrm>
          <a:off x="1068248" y="2751702"/>
          <a:ext cx="878376" cy="568492"/>
        </a:xfrm>
        <a:custGeom>
          <a:avLst/>
          <a:gdLst/>
          <a:ahLst/>
          <a:cxnLst/>
          <a:rect l="0" t="0" r="0" b="0"/>
          <a:pathLst>
            <a:path>
              <a:moveTo>
                <a:pt x="878376" y="0"/>
              </a:moveTo>
              <a:lnTo>
                <a:pt x="878376" y="284246"/>
              </a:lnTo>
              <a:lnTo>
                <a:pt x="0" y="284246"/>
              </a:lnTo>
              <a:lnTo>
                <a:pt x="0" y="568492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9373639-D967-4125-B424-263FA1AD10AE}">
      <dsp:nvSpPr>
        <dsp:cNvPr id="0" name=""/>
        <dsp:cNvSpPr/>
      </dsp:nvSpPr>
      <dsp:spPr>
        <a:xfrm>
          <a:off x="1" y="3320195"/>
          <a:ext cx="2136493" cy="1021201"/>
        </a:xfrm>
        <a:prstGeom prst="roundRect">
          <a:avLst>
            <a:gd name="adj" fmla="val 10000"/>
          </a:avLst>
        </a:prstGeom>
        <a:solidFill>
          <a:schemeClr val="accent2">
            <a:lumMod val="60000"/>
            <a:lumOff val="40000"/>
          </a:schemeClr>
        </a:solidFill>
        <a:ln w="12700" cap="flat" cmpd="sng" algn="ctr">
          <a:solidFill>
            <a:schemeClr val="dk1"/>
          </a:solidFill>
          <a:prstDash val="solid"/>
          <a:miter lim="800000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kern="1200" dirty="0"/>
            <a:t>Pond ecosystem</a:t>
          </a:r>
        </a:p>
      </dsp:txBody>
      <dsp:txXfrm>
        <a:off x="29911" y="3350105"/>
        <a:ext cx="2076673" cy="961381"/>
      </dsp:txXfrm>
    </dsp:sp>
    <dsp:sp modelId="{167C9253-3500-44AD-ACC6-D7DE6651492F}">
      <dsp:nvSpPr>
        <dsp:cNvPr id="0" name=""/>
        <dsp:cNvSpPr/>
      </dsp:nvSpPr>
      <dsp:spPr>
        <a:xfrm>
          <a:off x="1946624" y="2751702"/>
          <a:ext cx="2935926" cy="56544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82722"/>
              </a:lnTo>
              <a:lnTo>
                <a:pt x="2935926" y="282722"/>
              </a:lnTo>
              <a:lnTo>
                <a:pt x="2935926" y="565444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87175B3-9313-4B23-8247-E2D850422E54}">
      <dsp:nvSpPr>
        <dsp:cNvPr id="0" name=""/>
        <dsp:cNvSpPr/>
      </dsp:nvSpPr>
      <dsp:spPr>
        <a:xfrm>
          <a:off x="3814304" y="3317147"/>
          <a:ext cx="2136493" cy="1021201"/>
        </a:xfrm>
        <a:prstGeom prst="roundRect">
          <a:avLst>
            <a:gd name="adj" fmla="val 10000"/>
          </a:avLst>
        </a:prstGeom>
        <a:solidFill>
          <a:schemeClr val="accent5">
            <a:lumMod val="40000"/>
            <a:lumOff val="60000"/>
          </a:schemeClr>
        </a:solidFill>
        <a:ln w="12700" cap="flat" cmpd="sng" algn="ctr">
          <a:solidFill>
            <a:schemeClr val="dk1"/>
          </a:solidFill>
          <a:prstDash val="solid"/>
          <a:miter lim="800000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kern="1200" dirty="0"/>
            <a:t>Lake ecosystem</a:t>
          </a:r>
        </a:p>
      </dsp:txBody>
      <dsp:txXfrm>
        <a:off x="3844214" y="3347057"/>
        <a:ext cx="2076673" cy="961381"/>
      </dsp:txXfrm>
    </dsp:sp>
    <dsp:sp modelId="{05DF2484-8621-4583-9650-CC40C75F8616}">
      <dsp:nvSpPr>
        <dsp:cNvPr id="0" name=""/>
        <dsp:cNvSpPr/>
      </dsp:nvSpPr>
      <dsp:spPr>
        <a:xfrm>
          <a:off x="5102417" y="1166909"/>
          <a:ext cx="3594437" cy="50482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2412"/>
              </a:lnTo>
              <a:lnTo>
                <a:pt x="3594437" y="252412"/>
              </a:lnTo>
              <a:lnTo>
                <a:pt x="3594437" y="504824"/>
              </a:lnTo>
            </a:path>
          </a:pathLst>
        </a:custGeom>
        <a:noFill/>
        <a:ln w="12700" cap="flat" cmpd="sng" algn="ctr">
          <a:solidFill>
            <a:schemeClr val="dk1"/>
          </a:solidFill>
          <a:prstDash val="solid"/>
          <a:miter lim="800000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</dsp:sp>
    <dsp:sp modelId="{B9946896-B677-42E9-B1B2-285574F5E389}">
      <dsp:nvSpPr>
        <dsp:cNvPr id="0" name=""/>
        <dsp:cNvSpPr/>
      </dsp:nvSpPr>
      <dsp:spPr>
        <a:xfrm>
          <a:off x="7628608" y="1671733"/>
          <a:ext cx="2136493" cy="1077903"/>
        </a:xfrm>
        <a:prstGeom prst="roundRect">
          <a:avLst>
            <a:gd name="adj" fmla="val 10000"/>
          </a:avLst>
        </a:prstGeom>
        <a:solidFill>
          <a:schemeClr val="accent2">
            <a:lumMod val="20000"/>
            <a:lumOff val="80000"/>
          </a:schemeClr>
        </a:solidFill>
        <a:ln w="12700" cap="flat" cmpd="sng" algn="ctr">
          <a:solidFill>
            <a:schemeClr val="dk1"/>
          </a:solidFill>
          <a:prstDash val="solid"/>
          <a:miter lim="800000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kern="1200" dirty="0"/>
            <a:t>lotic</a:t>
          </a:r>
        </a:p>
      </dsp:txBody>
      <dsp:txXfrm>
        <a:off x="7660179" y="1703304"/>
        <a:ext cx="2073351" cy="1014761"/>
      </dsp:txXfrm>
    </dsp:sp>
    <dsp:sp modelId="{D7C874A6-7C74-4ECD-AAA2-743F64CF794E}">
      <dsp:nvSpPr>
        <dsp:cNvPr id="0" name=""/>
        <dsp:cNvSpPr/>
      </dsp:nvSpPr>
      <dsp:spPr>
        <a:xfrm>
          <a:off x="8651135" y="2749637"/>
          <a:ext cx="91440" cy="58430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584302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F914D90-A42F-4344-9B13-CC5A0C933123}">
      <dsp:nvSpPr>
        <dsp:cNvPr id="0" name=""/>
        <dsp:cNvSpPr/>
      </dsp:nvSpPr>
      <dsp:spPr>
        <a:xfrm>
          <a:off x="7628608" y="3333939"/>
          <a:ext cx="2136493" cy="1021201"/>
        </a:xfrm>
        <a:prstGeom prst="roundRect">
          <a:avLst>
            <a:gd name="adj" fmla="val 10000"/>
          </a:avLst>
        </a:prstGeom>
        <a:solidFill>
          <a:schemeClr val="accent3"/>
        </a:solidFill>
        <a:ln w="12700" cap="flat" cmpd="sng" algn="ctr">
          <a:solidFill>
            <a:schemeClr val="dk1"/>
          </a:solidFill>
          <a:prstDash val="solid"/>
          <a:miter lim="800000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kern="1200" dirty="0"/>
            <a:t>River ecosystem</a:t>
          </a:r>
        </a:p>
      </dsp:txBody>
      <dsp:txXfrm>
        <a:off x="7658518" y="3363849"/>
        <a:ext cx="2076673" cy="96138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CC327F-BD3B-4B65-9F54-B53CB3D3C3F1}">
      <dsp:nvSpPr>
        <dsp:cNvPr id="0" name=""/>
        <dsp:cNvSpPr/>
      </dsp:nvSpPr>
      <dsp:spPr>
        <a:xfrm>
          <a:off x="237328" y="374638"/>
          <a:ext cx="5845250" cy="1052374"/>
        </a:xfrm>
        <a:prstGeom prst="roundRect">
          <a:avLst>
            <a:gd name="adj" fmla="val 10000"/>
          </a:avLst>
        </a:prstGeom>
        <a:solidFill>
          <a:schemeClr val="accent1">
            <a:lumMod val="40000"/>
            <a:lumOff val="60000"/>
          </a:schemeClr>
        </a:solidFill>
        <a:ln w="12700" cap="flat" cmpd="sng" algn="ctr">
          <a:solidFill>
            <a:schemeClr val="dk1"/>
          </a:solidFill>
          <a:prstDash val="solid"/>
          <a:miter lim="800000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600" b="0" kern="120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Marine ecosystem</a:t>
          </a:r>
        </a:p>
      </dsp:txBody>
      <dsp:txXfrm>
        <a:off x="268151" y="405461"/>
        <a:ext cx="5783604" cy="990728"/>
      </dsp:txXfrm>
    </dsp:sp>
    <dsp:sp modelId="{A9F3F731-0955-4394-BB9F-222F3550C029}">
      <dsp:nvSpPr>
        <dsp:cNvPr id="0" name=""/>
        <dsp:cNvSpPr/>
      </dsp:nvSpPr>
      <dsp:spPr>
        <a:xfrm>
          <a:off x="1681467" y="1427013"/>
          <a:ext cx="1478486" cy="822909"/>
        </a:xfrm>
        <a:custGeom>
          <a:avLst/>
          <a:gdLst/>
          <a:ahLst/>
          <a:cxnLst/>
          <a:rect l="0" t="0" r="0" b="0"/>
          <a:pathLst>
            <a:path>
              <a:moveTo>
                <a:pt x="1478486" y="0"/>
              </a:moveTo>
              <a:lnTo>
                <a:pt x="1478486" y="411454"/>
              </a:lnTo>
              <a:lnTo>
                <a:pt x="0" y="411454"/>
              </a:lnTo>
              <a:lnTo>
                <a:pt x="0" y="822909"/>
              </a:lnTo>
            </a:path>
          </a:pathLst>
        </a:custGeom>
        <a:noFill/>
        <a:ln w="12700" cap="flat" cmpd="sng" algn="ctr">
          <a:solidFill>
            <a:schemeClr val="dk1"/>
          </a:solidFill>
          <a:prstDash val="solid"/>
          <a:miter lim="800000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</dsp:sp>
    <dsp:sp modelId="{674DFCAE-A645-4508-AFE5-500A208B3FF8}">
      <dsp:nvSpPr>
        <dsp:cNvPr id="0" name=""/>
        <dsp:cNvSpPr/>
      </dsp:nvSpPr>
      <dsp:spPr>
        <a:xfrm>
          <a:off x="0" y="2249923"/>
          <a:ext cx="3362934" cy="1000181"/>
        </a:xfrm>
        <a:prstGeom prst="roundRect">
          <a:avLst>
            <a:gd name="adj" fmla="val 10000"/>
          </a:avLst>
        </a:prstGeom>
        <a:solidFill>
          <a:schemeClr val="accent6">
            <a:lumMod val="20000"/>
            <a:lumOff val="80000"/>
          </a:schemeClr>
        </a:solidFill>
        <a:ln w="12700" cap="flat" cmpd="sng" algn="ctr">
          <a:solidFill>
            <a:schemeClr val="dk1"/>
          </a:solidFill>
          <a:prstDash val="solid"/>
          <a:miter lim="800000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0" kern="1200" cap="none" spc="0" dirty="0">
              <a:ln w="0"/>
              <a:solidFill>
                <a:srgbClr val="212121"/>
              </a:solidFill>
              <a:effectLst>
                <a:outerShdw blurRad="38100" dist="19050" dir="2700000" algn="tl" rotWithShape="0">
                  <a:srgbClr val="212121">
                    <a:alpha val="40000"/>
                  </a:srgbClr>
                </a:outerShdw>
              </a:effectLst>
              <a:latin typeface="Roboto Condensed"/>
              <a:ea typeface="+mn-ea"/>
              <a:cs typeface="+mn-cs"/>
            </a:rPr>
            <a:t>Ocean ecosystem</a:t>
          </a:r>
        </a:p>
      </dsp:txBody>
      <dsp:txXfrm>
        <a:off x="29294" y="2279217"/>
        <a:ext cx="3304346" cy="941593"/>
      </dsp:txXfrm>
    </dsp:sp>
    <dsp:sp modelId="{05DF2484-8621-4583-9650-CC40C75F8616}">
      <dsp:nvSpPr>
        <dsp:cNvPr id="0" name=""/>
        <dsp:cNvSpPr/>
      </dsp:nvSpPr>
      <dsp:spPr>
        <a:xfrm>
          <a:off x="3159953" y="1427013"/>
          <a:ext cx="2897106" cy="81965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09829"/>
              </a:lnTo>
              <a:lnTo>
                <a:pt x="2897106" y="409829"/>
              </a:lnTo>
              <a:lnTo>
                <a:pt x="2897106" y="819659"/>
              </a:lnTo>
            </a:path>
          </a:pathLst>
        </a:custGeom>
        <a:noFill/>
        <a:ln w="12700" cap="flat" cmpd="sng" algn="ctr">
          <a:solidFill>
            <a:schemeClr val="dk1"/>
          </a:solidFill>
          <a:prstDash val="solid"/>
          <a:miter lim="800000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</dsp:sp>
    <dsp:sp modelId="{B9946896-B677-42E9-B1B2-285574F5E389}">
      <dsp:nvSpPr>
        <dsp:cNvPr id="0" name=""/>
        <dsp:cNvSpPr/>
      </dsp:nvSpPr>
      <dsp:spPr>
        <a:xfrm>
          <a:off x="4375592" y="2246672"/>
          <a:ext cx="3362934" cy="1000181"/>
        </a:xfrm>
        <a:prstGeom prst="roundRect">
          <a:avLst>
            <a:gd name="adj" fmla="val 10000"/>
          </a:avLst>
        </a:prstGeom>
        <a:solidFill>
          <a:schemeClr val="accent2">
            <a:lumMod val="20000"/>
            <a:lumOff val="80000"/>
          </a:schemeClr>
        </a:solidFill>
        <a:ln w="12700" cap="flat" cmpd="sng" algn="ctr">
          <a:solidFill>
            <a:schemeClr val="dk1"/>
          </a:solidFill>
          <a:prstDash val="solid"/>
          <a:miter lim="800000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0" kern="1200" cap="none" spc="0" dirty="0">
              <a:ln w="0"/>
              <a:solidFill>
                <a:srgbClr val="212121"/>
              </a:solidFill>
              <a:effectLst>
                <a:outerShdw blurRad="38100" dist="19050" dir="2700000" algn="tl" rotWithShape="0">
                  <a:srgbClr val="212121">
                    <a:alpha val="40000"/>
                  </a:srgbClr>
                </a:outerShdw>
              </a:effectLst>
              <a:latin typeface="Roboto Condensed"/>
              <a:ea typeface="+mn-ea"/>
              <a:cs typeface="+mn-cs"/>
            </a:rPr>
            <a:t>Estuarine ecosystem</a:t>
          </a:r>
        </a:p>
      </dsp:txBody>
      <dsp:txXfrm>
        <a:off x="4404886" y="2275966"/>
        <a:ext cx="3304346" cy="94159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8E3F3-8B31-41D2-AA9B-9796555DB866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9BDEF-6165-4E72-B1A6-6E8034CEC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1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4280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microsoft.com/office/2007/relationships/hdphoto" Target="../media/hdphoto2.wdp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microsoft.com/office/2007/relationships/hdphoto" Target="../media/hdphoto2.wdp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microsoft.com/office/2007/relationships/hdphoto" Target="../media/hdphoto2.wdp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6" Type="http://schemas.microsoft.com/office/2007/relationships/hdphoto" Target="../media/hdphoto2.wdp"/><Relationship Id="rId5" Type="http://schemas.openxmlformats.org/officeDocument/2006/relationships/image" Target="../media/image10.png"/><Relationship Id="rId4" Type="http://schemas.microsoft.com/office/2007/relationships/hdphoto" Target="../media/hdphoto3.wdp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6" Type="http://schemas.microsoft.com/office/2007/relationships/hdphoto" Target="../media/hdphoto2.wdp"/><Relationship Id="rId5" Type="http://schemas.openxmlformats.org/officeDocument/2006/relationships/image" Target="../media/image10.png"/><Relationship Id="rId4" Type="http://schemas.microsoft.com/office/2007/relationships/hdphoto" Target="../media/hdphoto3.wdp"/></Relationships>
</file>

<file path=ppt/slideLayouts/_rels/slideLayout10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jpeg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eg"/><Relationship Id="rId3" Type="http://schemas.openxmlformats.org/officeDocument/2006/relationships/image" Target="../media/image15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microsoft.com/office/2007/relationships/hdphoto" Target="../media/hdphoto5.wdp"/><Relationship Id="rId10" Type="http://schemas.openxmlformats.org/officeDocument/2006/relationships/image" Target="../media/image19.png"/><Relationship Id="rId4" Type="http://schemas.openxmlformats.org/officeDocument/2006/relationships/image" Target="../media/image16.png"/><Relationship Id="rId9" Type="http://schemas.openxmlformats.org/officeDocument/2006/relationships/image" Target="../media/image18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1A2451-EFED-46D4-BF80-EDB88F065B25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3308" y="86914"/>
            <a:ext cx="2469424" cy="750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593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Arjun C. Chavada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30447" y="6024144"/>
            <a:ext cx="1446706" cy="471988"/>
          </a:xfrm>
          <a:prstGeom prst="rect">
            <a:avLst/>
          </a:prstGeom>
        </p:spPr>
      </p:pic>
      <p:sp>
        <p:nvSpPr>
          <p:cNvPr id="12" name="Footer Placeholder 2">
            <a:extLst>
              <a:ext uri="{FF2B5EF4-FFF2-40B4-BE49-F238E27FC236}">
                <a16:creationId xmlns:a16="http://schemas.microsoft.com/office/drawing/2014/main" id="{4601C2DB-9405-42AA-8238-4CB4CDC3D116}"/>
              </a:ext>
            </a:extLst>
          </p:cNvPr>
          <p:cNvSpPr txBox="1">
            <a:spLocks/>
          </p:cNvSpPr>
          <p:nvPr userDrawn="1"/>
        </p:nvSpPr>
        <p:spPr>
          <a:xfrm>
            <a:off x="4038599" y="6604000"/>
            <a:ext cx="4331677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Unit 2 – Ecology  and Ecosystem</a:t>
            </a:r>
          </a:p>
        </p:txBody>
      </p:sp>
    </p:spTree>
    <p:extLst>
      <p:ext uri="{BB962C8B-B14F-4D97-AF65-F5344CB8AC3E}">
        <p14:creationId xmlns:p14="http://schemas.microsoft.com/office/powerpoint/2010/main" val="1529947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Arjun C. Chavada</a:t>
            </a: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599" y="6604000"/>
            <a:ext cx="4331677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Unit 2 – Ecology  and Ecosystem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4000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52215" y="861192"/>
            <a:ext cx="1446706" cy="471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127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Arjun C. Chavada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8094" y="6068934"/>
            <a:ext cx="1446706" cy="471988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2" name="Footer Placeholder 2">
            <a:extLst>
              <a:ext uri="{FF2B5EF4-FFF2-40B4-BE49-F238E27FC236}">
                <a16:creationId xmlns:a16="http://schemas.microsoft.com/office/drawing/2014/main" id="{777A2345-506F-4865-B6F8-6C1BACB3888E}"/>
              </a:ext>
            </a:extLst>
          </p:cNvPr>
          <p:cNvSpPr txBox="1">
            <a:spLocks/>
          </p:cNvSpPr>
          <p:nvPr userDrawn="1"/>
        </p:nvSpPr>
        <p:spPr>
          <a:xfrm>
            <a:off x="4038599" y="6604000"/>
            <a:ext cx="4331677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Unit 2 – Ecology  and Ecosystem</a:t>
            </a:r>
          </a:p>
        </p:txBody>
      </p:sp>
    </p:spTree>
    <p:extLst>
      <p:ext uri="{BB962C8B-B14F-4D97-AF65-F5344CB8AC3E}">
        <p14:creationId xmlns:p14="http://schemas.microsoft.com/office/powerpoint/2010/main" val="20250450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Arjun C. Chavada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30447" y="156924"/>
            <a:ext cx="1446706" cy="471988"/>
          </a:xfrm>
          <a:prstGeom prst="rect">
            <a:avLst/>
          </a:prstGeom>
        </p:spPr>
      </p:pic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B00DB510-4FAC-4912-BFD3-97DE1CEAFC88}"/>
              </a:ext>
            </a:extLst>
          </p:cNvPr>
          <p:cNvSpPr txBox="1">
            <a:spLocks/>
          </p:cNvSpPr>
          <p:nvPr userDrawn="1"/>
        </p:nvSpPr>
        <p:spPr>
          <a:xfrm>
            <a:off x="4038599" y="6604000"/>
            <a:ext cx="4331677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Unit 2 – Ecology  and Ecosystem</a:t>
            </a:r>
          </a:p>
        </p:txBody>
      </p:sp>
    </p:spTree>
    <p:extLst>
      <p:ext uri="{BB962C8B-B14F-4D97-AF65-F5344CB8AC3E}">
        <p14:creationId xmlns:p14="http://schemas.microsoft.com/office/powerpoint/2010/main" val="4241491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Arjun C. Chavada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30447" y="6024144"/>
            <a:ext cx="1446706" cy="471988"/>
          </a:xfrm>
          <a:prstGeom prst="rect">
            <a:avLst/>
          </a:prstGeom>
        </p:spPr>
      </p:pic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E1A465D0-3012-4A08-BA38-DAC53AC60F54}"/>
              </a:ext>
            </a:extLst>
          </p:cNvPr>
          <p:cNvSpPr txBox="1">
            <a:spLocks/>
          </p:cNvSpPr>
          <p:nvPr userDrawn="1"/>
        </p:nvSpPr>
        <p:spPr>
          <a:xfrm>
            <a:off x="4038599" y="6604000"/>
            <a:ext cx="4331677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Unit 2 – Ecology  and Ecosystem</a:t>
            </a:r>
          </a:p>
        </p:txBody>
      </p:sp>
    </p:spTree>
    <p:extLst>
      <p:ext uri="{BB962C8B-B14F-4D97-AF65-F5344CB8AC3E}">
        <p14:creationId xmlns:p14="http://schemas.microsoft.com/office/powerpoint/2010/main" val="11191463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Arjun C. Chavada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8094" y="6068934"/>
            <a:ext cx="1446706" cy="471988"/>
          </a:xfrm>
          <a:prstGeom prst="rect">
            <a:avLst/>
          </a:prstGeom>
        </p:spPr>
      </p:pic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F36C4651-2DBE-4B4E-A890-624159C49FE5}"/>
              </a:ext>
            </a:extLst>
          </p:cNvPr>
          <p:cNvSpPr txBox="1">
            <a:spLocks/>
          </p:cNvSpPr>
          <p:nvPr userDrawn="1"/>
        </p:nvSpPr>
        <p:spPr>
          <a:xfrm>
            <a:off x="4038599" y="6604000"/>
            <a:ext cx="4331677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Unit 2 – Ecology  and Ecosystem</a:t>
            </a:r>
          </a:p>
        </p:txBody>
      </p:sp>
    </p:spTree>
    <p:extLst>
      <p:ext uri="{BB962C8B-B14F-4D97-AF65-F5344CB8AC3E}">
        <p14:creationId xmlns:p14="http://schemas.microsoft.com/office/powerpoint/2010/main" val="203836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8" name="Freeform 17">
            <a:extLst>
              <a:ext uri="{FF2B5EF4-FFF2-40B4-BE49-F238E27FC236}">
                <a16:creationId xmlns:a16="http://schemas.microsoft.com/office/drawing/2014/main" id="{910DC0DC-3FC7-402D-8C9F-62D3ACC8DC86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2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24097" y="6272216"/>
            <a:ext cx="1446706" cy="471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963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8" name="Freeform 17">
            <a:extLst>
              <a:ext uri="{FF2B5EF4-FFF2-40B4-BE49-F238E27FC236}">
                <a16:creationId xmlns:a16="http://schemas.microsoft.com/office/drawing/2014/main" id="{910DC0DC-3FC7-402D-8C9F-62D3ACC8DC86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2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24097" y="6272216"/>
            <a:ext cx="1446706" cy="471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2110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Arjun C. Chavada</a:t>
            </a: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2304DU002  (ES)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2 – Ecology  and Ecosystem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A261B48F-0AB6-4ED6-A9AC-73BE82616B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217897" y="5744817"/>
            <a:ext cx="643990" cy="590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9725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Arjun C. Chavada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2506AC8C-8589-411E-9CE1-8ACC6B09EAC8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2304DU002  (ES)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2 – Ecology  and Ecosystem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2D4A997-C5EB-4B8E-AAA3-30541D00B4F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53800" y="251748"/>
            <a:ext cx="643990" cy="590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2478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Arjun C. Chavada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5C5E3992-BAFF-4870-841D-945B8090C63E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2304DU002  (ES)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2 – Ecology  and Ecosystem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1C74A9F-1FD6-49E9-88EC-9B6937DA750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4841" y="5846642"/>
            <a:ext cx="643990" cy="590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3145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3116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33120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4">
                        <a:lumMod val="50000"/>
                      </a:schemeClr>
                    </a:gs>
                    <a:gs pos="100000">
                      <a:srgbClr val="009788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 descr="User icon Royalty Free Vector Image - VectorStock">
            <a:extLst>
              <a:ext uri="{FF2B5EF4-FFF2-40B4-BE49-F238E27FC236}">
                <a16:creationId xmlns:a16="http://schemas.microsoft.com/office/drawing/2014/main" id="{4A8E0F54-DC01-449D-B951-DC7CBAFD95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5D60AFC-04BC-4FCA-A89D-6FCD04B6DC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6740ACC0-3DB5-4C5A-8DBB-DFD2E9BD9DCE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3308" y="86914"/>
            <a:ext cx="2469424" cy="750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8808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33910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2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0" name="Picture 29" descr="User icon Royalty Free Vector Image - VectorStock">
            <a:extLst>
              <a:ext uri="{FF2B5EF4-FFF2-40B4-BE49-F238E27FC236}">
                <a16:creationId xmlns:a16="http://schemas.microsoft.com/office/drawing/2014/main" id="{5F55812D-505A-4B1A-9EB5-16DCD08F2B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0974588E-8956-4BF5-BF58-B7E42070A56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282AEB8-BE61-4D11-8596-0F18541684B4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3308" y="86914"/>
            <a:ext cx="2469424" cy="750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5704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Ligh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3">
                        <a:lumMod val="50000"/>
                      </a:schemeClr>
                    </a:gs>
                    <a:gs pos="100000">
                      <a:schemeClr val="accent3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6570A8-081D-45CE-A0DD-F78F5EDB0F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0B000B32-CB56-440D-9FAE-7DE703A93A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43325FF-94A1-449F-8753-158ABE4E207E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3308" y="86914"/>
            <a:ext cx="2469424" cy="750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0339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27708" y="8947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62F93FF-8633-48C5-9975-28ACD0FA2E61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3308" y="86914"/>
            <a:ext cx="2469424" cy="750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85978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94B6986-03F9-4034-9F75-647B83C0A2DB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3308" y="86914"/>
            <a:ext cx="2469424" cy="750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62591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B45C91-0DA6-4973-9AEA-FF1388508A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F70CF6D9-DDB4-41AA-BB82-F8ED04AD8B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E3B02C2-095B-4B96-A4E0-FE863331086A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3308" y="86914"/>
            <a:ext cx="2469424" cy="750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88163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r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7E386D9D-B92A-4F40-9089-A1FD00CD38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A295F85-D43D-42E5-9539-A471116A43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5356CB79-E8C2-4BE1-999B-C1FF8A451C09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3308" y="86914"/>
            <a:ext cx="2469424" cy="750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52624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ep Pu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01B92"/>
                    </a:gs>
                    <a:gs pos="100000">
                      <a:srgbClr val="673BB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BE300026-40E8-4FB1-998A-9CEB5F7A1B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B3B5E9B-B4F0-4E85-954A-F7CC04BBF2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1595279-30FE-4C1D-BFD3-2ED1CEF79CAA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3308" y="86914"/>
            <a:ext cx="2469424" cy="750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28099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96A027E-3B5C-48B3-ADE2-D6D95398B6C4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3308" y="86914"/>
            <a:ext cx="2469424" cy="750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8075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A44FBDA4-EA14-4238-8739-91F6C26FB399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3308" y="86914"/>
            <a:ext cx="2469424" cy="750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13194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890E4F"/>
                    </a:gs>
                    <a:gs pos="100000">
                      <a:srgbClr val="D81A60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2F1AAAC-C051-4A31-837B-4A9977722A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ADF34BDA-AFB4-4120-81EF-C0AB56D388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C4F9DEF8-38E0-4FF9-A690-94E85C194BC4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3308" y="86914"/>
            <a:ext cx="2469424" cy="750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50250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sp>
        <p:nvSpPr>
          <p:cNvPr id="41" name="Hexagon 40"/>
          <p:cNvSpPr/>
          <p:nvPr userDrawn="1"/>
        </p:nvSpPr>
        <p:spPr>
          <a:xfrm rot="5400000">
            <a:off x="4309292" y="1717040"/>
            <a:ext cx="3461658" cy="2984188"/>
          </a:xfrm>
          <a:prstGeom prst="hexagon">
            <a:avLst/>
          </a:prstGeom>
          <a:solidFill>
            <a:schemeClr val="bg1">
              <a:lumMod val="95000"/>
            </a:schemeClr>
          </a:solidFill>
          <a:ln w="57150">
            <a:solidFill>
              <a:srgbClr val="273238"/>
            </a:solidFill>
            <a:prstDash val="lg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TextBox 41"/>
          <p:cNvSpPr txBox="1"/>
          <p:nvPr userDrawn="1"/>
        </p:nvSpPr>
        <p:spPr>
          <a:xfrm>
            <a:off x="5014038" y="2239638"/>
            <a:ext cx="205216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i="1" dirty="0"/>
              <a:t>Thank</a:t>
            </a:r>
          </a:p>
          <a:p>
            <a:pPr algn="ctr"/>
            <a:r>
              <a:rPr lang="en-US" sz="6000" b="1" i="1" dirty="0"/>
              <a:t>You</a:t>
            </a:r>
          </a:p>
        </p:txBody>
      </p:sp>
      <p:sp>
        <p:nvSpPr>
          <p:cNvPr id="43" name="Rectangle 42"/>
          <p:cNvSpPr/>
          <p:nvPr userDrawn="1"/>
        </p:nvSpPr>
        <p:spPr>
          <a:xfrm>
            <a:off x="7678346" y="2221532"/>
            <a:ext cx="4513654" cy="1951692"/>
          </a:xfrm>
          <a:prstGeom prst="rect">
            <a:avLst/>
          </a:pr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44" name="Rectangle 43"/>
          <p:cNvSpPr/>
          <p:nvPr userDrawn="1"/>
        </p:nvSpPr>
        <p:spPr>
          <a:xfrm>
            <a:off x="0" y="2221532"/>
            <a:ext cx="4402106" cy="1951692"/>
          </a:xfrm>
          <a:prstGeom prst="rect">
            <a:avLst/>
          </a:pr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47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Picture 48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56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7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59" name="Picture 58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B509B648-2F1E-4633-9C22-F6A30AFA79AF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181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954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700" r:id="rId8"/>
    <p:sldLayoutId id="2147483698" r:id="rId9"/>
    <p:sldLayoutId id="2147483672" r:id="rId10"/>
    <p:sldLayoutId id="2147483689" r:id="rId11"/>
    <p:sldLayoutId id="2147483690" r:id="rId12"/>
    <p:sldLayoutId id="2147483673" r:id="rId13"/>
    <p:sldLayoutId id="2147483691" r:id="rId14"/>
    <p:sldLayoutId id="2147483674" r:id="rId15"/>
    <p:sldLayoutId id="2147483676" r:id="rId16"/>
    <p:sldLayoutId id="2147483677" r:id="rId17"/>
    <p:sldLayoutId id="2147483678" r:id="rId18"/>
    <p:sldLayoutId id="2147483679" r:id="rId19"/>
    <p:sldLayoutId id="2147483681" r:id="rId20"/>
    <p:sldLayoutId id="2147483683" r:id="rId21"/>
    <p:sldLayoutId id="2147483682" r:id="rId22"/>
    <p:sldLayoutId id="2147483684" r:id="rId23"/>
    <p:sldLayoutId id="2147483685" r:id="rId24"/>
    <p:sldLayoutId id="2147483686" r:id="rId25"/>
    <p:sldLayoutId id="2147483701" r:id="rId2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3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22.gif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3.xml"/><Relationship Id="rId3" Type="http://schemas.openxmlformats.org/officeDocument/2006/relationships/image" Target="../media/image29.png"/><Relationship Id="rId7" Type="http://schemas.openxmlformats.org/officeDocument/2006/relationships/diagramQuickStyle" Target="../diagrams/quickStyle3.xml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3.xml"/><Relationship Id="rId5" Type="http://schemas.openxmlformats.org/officeDocument/2006/relationships/diagramData" Target="../diagrams/data3.xml"/><Relationship Id="rId4" Type="http://schemas.openxmlformats.org/officeDocument/2006/relationships/image" Target="../media/image30.png"/><Relationship Id="rId9" Type="http://schemas.microsoft.com/office/2007/relationships/diagramDrawing" Target="../diagrams/drawing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4.jpe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jpe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A5353-D4D5-43D7-A039-6CFC6871D6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1416" y="1367559"/>
            <a:ext cx="6065245" cy="2578780"/>
          </a:xfrm>
        </p:spPr>
        <p:txBody>
          <a:bodyPr/>
          <a:lstStyle/>
          <a:p>
            <a:r>
              <a:rPr lang="en-US" sz="4800" b="0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Unit-2</a:t>
            </a:r>
            <a:br>
              <a:rPr lang="en-US" dirty="0"/>
            </a:br>
            <a:r>
              <a:rPr lang="en-US" dirty="0"/>
              <a:t>Ecology and Ecosystem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D4005A-4647-4086-9144-7BCC7DFEFB1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arjun.chavada@darshan.ac.in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817D43-889A-4049-ACFD-9B3B648B6A9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8200802523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86D614-6447-4787-8025-9C902A1B734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7678" y="5557615"/>
            <a:ext cx="3735998" cy="290081"/>
          </a:xfrm>
        </p:spPr>
        <p:txBody>
          <a:bodyPr/>
          <a:lstStyle/>
          <a:p>
            <a:r>
              <a:rPr lang="en-US" dirty="0"/>
              <a:t>Civil Engineering Department,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F7AB9BC-FE08-46B2-A19C-803CB5DF0CD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37678" y="5270433"/>
            <a:ext cx="5581039" cy="290081"/>
          </a:xfrm>
        </p:spPr>
        <p:txBody>
          <a:bodyPr/>
          <a:lstStyle/>
          <a:p>
            <a:r>
              <a:rPr lang="en-US" dirty="0"/>
              <a:t>Prof. Arjun C. Chavada</a:t>
            </a:r>
          </a:p>
        </p:txBody>
      </p:sp>
      <p:sp>
        <p:nvSpPr>
          <p:cNvPr id="1027" name="Text Placeholder 1026">
            <a:extLst>
              <a:ext uri="{FF2B5EF4-FFF2-40B4-BE49-F238E27FC236}">
                <a16:creationId xmlns:a16="http://schemas.microsoft.com/office/drawing/2014/main" id="{D1F0AA94-EAF3-4868-942A-0125EFC5C7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91281" y="0"/>
            <a:ext cx="4646358" cy="734653"/>
          </a:xfrm>
        </p:spPr>
        <p:txBody>
          <a:bodyPr/>
          <a:lstStyle/>
          <a:p>
            <a:r>
              <a:rPr lang="en-US" b="1" dirty="0"/>
              <a:t>Environmental Studies (ES) 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9D26DDD-D03B-4D62-8A74-3819D9FDA3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0496" y="5208119"/>
            <a:ext cx="1353600" cy="1353600"/>
          </a:xfrm>
          <a:prstGeom prst="ellipse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833AB79-9C5C-D3A9-10B2-D0118C5C6EE9}"/>
              </a:ext>
            </a:extLst>
          </p:cNvPr>
          <p:cNvSpPr txBox="1"/>
          <p:nvPr/>
        </p:nvSpPr>
        <p:spPr>
          <a:xfrm>
            <a:off x="811416" y="3946339"/>
            <a:ext cx="43126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CO2 - </a:t>
            </a:r>
            <a:r>
              <a:rPr lang="en-US" dirty="0"/>
              <a:t>interpret concept of ecology and ecosystem.</a:t>
            </a:r>
            <a:endParaRPr lang="en-IN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6E6ED74-1799-403B-612E-6775B3F6B6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6941" y="1842943"/>
            <a:ext cx="5789104" cy="3859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2445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F1AB394-8B44-4499-9311-0FE9AC56A6E0}"/>
              </a:ext>
            </a:extLst>
          </p:cNvPr>
          <p:cNvCxnSpPr>
            <a:cxnSpLocks/>
          </p:cNvCxnSpPr>
          <p:nvPr/>
        </p:nvCxnSpPr>
        <p:spPr>
          <a:xfrm>
            <a:off x="1191446" y="5292729"/>
            <a:ext cx="0" cy="93662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B31A478-00BA-4FDE-9A0E-9AB7587C4A82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1191446" y="0"/>
            <a:ext cx="0" cy="6829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7911BE48-D35F-43FF-B477-0155B4D708F8}"/>
              </a:ext>
            </a:extLst>
          </p:cNvPr>
          <p:cNvSpPr/>
          <p:nvPr/>
        </p:nvSpPr>
        <p:spPr>
          <a:xfrm>
            <a:off x="954165" y="68290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D6E7FE-65AF-49C7-8C06-DC5DBE646378}"/>
              </a:ext>
            </a:extLst>
          </p:cNvPr>
          <p:cNvSpPr txBox="1"/>
          <p:nvPr/>
        </p:nvSpPr>
        <p:spPr>
          <a:xfrm>
            <a:off x="1527893" y="72013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Looping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80DBC2E-E4D8-49FE-9A82-0560E943DDAD}"/>
              </a:ext>
            </a:extLst>
          </p:cNvPr>
          <p:cNvCxnSpPr>
            <a:cxnSpLocks/>
          </p:cNvCxnSpPr>
          <p:nvPr/>
        </p:nvCxnSpPr>
        <p:spPr>
          <a:xfrm>
            <a:off x="1191446" y="1157468"/>
            <a:ext cx="0" cy="4284544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811F898-7E4C-497E-BFE0-97A4A139E811}"/>
              </a:ext>
            </a:extLst>
          </p:cNvPr>
          <p:cNvSpPr txBox="1"/>
          <p:nvPr/>
        </p:nvSpPr>
        <p:spPr>
          <a:xfrm>
            <a:off x="1458964" y="731706"/>
            <a:ext cx="4682692" cy="41036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Topics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Introduction to ecology &amp; ecosystem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Objective of ecology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Classification of ecology 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Structure of ecosystem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Food chain &amp; food web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Ecological pyramid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Energy flow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Biogeochemical cycle</a:t>
            </a:r>
          </a:p>
        </p:txBody>
      </p:sp>
    </p:spTree>
    <p:extLst>
      <p:ext uri="{BB962C8B-B14F-4D97-AF65-F5344CB8AC3E}">
        <p14:creationId xmlns:p14="http://schemas.microsoft.com/office/powerpoint/2010/main" val="260384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92C0C-C7BD-439F-B394-A58F17E3B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 to Ecology &amp; Ecosystem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295E76-D993-20EA-A16D-F7FB1935D7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61175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F11E0-54BC-150E-39FB-0E81E734F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Introduction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195C4-BD88-15F7-5ABA-9D1585A254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word Ecology is derived from two Greek words “</a:t>
            </a:r>
            <a:r>
              <a:rPr lang="en-US" dirty="0">
                <a:solidFill>
                  <a:srgbClr val="C00000"/>
                </a:solidFill>
              </a:rPr>
              <a:t>oikos</a:t>
            </a:r>
            <a:r>
              <a:rPr lang="en-US" dirty="0"/>
              <a:t>” meaning house, habitation, or place of living, and “</a:t>
            </a:r>
            <a:r>
              <a:rPr lang="en-US" dirty="0" err="1">
                <a:solidFill>
                  <a:srgbClr val="C00000"/>
                </a:solidFill>
              </a:rPr>
              <a:t>logas</a:t>
            </a:r>
            <a:r>
              <a:rPr lang="en-US" dirty="0"/>
              <a:t>”, meaning study.</a:t>
            </a:r>
          </a:p>
          <a:p>
            <a:r>
              <a:rPr lang="en-US" dirty="0"/>
              <a:t>“A system in which both living and nonliving beings interact with each other as a unit is called an ecosystem.”</a:t>
            </a:r>
          </a:p>
          <a:p>
            <a:r>
              <a:rPr lang="en-US" dirty="0"/>
              <a:t>Ecology is the study of interrelationship between living organisms and, their physical and biological environment.</a:t>
            </a:r>
            <a:endParaRPr lang="en-IN" dirty="0"/>
          </a:p>
          <a:p>
            <a:r>
              <a:rPr lang="en-IN" dirty="0"/>
              <a:t>Ecology helps in understanding problems relating to certain ecosystems.</a:t>
            </a:r>
          </a:p>
          <a:p>
            <a:r>
              <a:rPr lang="en-IN" dirty="0"/>
              <a:t>It is of great importance in the field of agriculture, forestry, public health, etc.</a:t>
            </a:r>
          </a:p>
          <a:p>
            <a:endParaRPr lang="en-IN" dirty="0"/>
          </a:p>
          <a:p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1418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D3959-CCF2-4DBA-BA83-B848A7752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 of ecology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8E2DD0-D9E3-0E3A-CFFF-0444B988FB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64402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76189-1BAE-4943-AC3E-6338A8011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Objectives of Ecology</a:t>
            </a:r>
          </a:p>
        </p:txBody>
      </p:sp>
      <p:pic>
        <p:nvPicPr>
          <p:cNvPr id="6" name="Picture 2" descr="What Climate Change Looks Like (In 6 GIFs) - Planet Aid, Inc.">
            <a:extLst>
              <a:ext uri="{FF2B5EF4-FFF2-40B4-BE49-F238E27FC236}">
                <a16:creationId xmlns:a16="http://schemas.microsoft.com/office/drawing/2014/main" id="{EFAAA5F1-7569-41FC-90D8-AD6902CFA107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0625" y="1038142"/>
            <a:ext cx="3643821" cy="2390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B18FF89-FEE2-4726-9E00-90A5B4EE7BF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863" r="5756" b="3252"/>
          <a:stretch/>
        </p:blipFill>
        <p:spPr>
          <a:xfrm>
            <a:off x="177554" y="794615"/>
            <a:ext cx="2781670" cy="2717799"/>
          </a:xfrm>
          <a:prstGeom prst="rect">
            <a:avLst/>
          </a:prstGeom>
        </p:spPr>
      </p:pic>
      <p:graphicFrame>
        <p:nvGraphicFramePr>
          <p:cNvPr id="8" name="Content Placeholder 4">
            <a:extLst>
              <a:ext uri="{FF2B5EF4-FFF2-40B4-BE49-F238E27FC236}">
                <a16:creationId xmlns:a16="http://schemas.microsoft.com/office/drawing/2014/main" id="{DD666DB3-9344-4B95-A40C-FB3D1A64F2C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21118687"/>
              </p:ext>
            </p:extLst>
          </p:nvPr>
        </p:nvGraphicFramePr>
        <p:xfrm>
          <a:off x="131763" y="863600"/>
          <a:ext cx="10841037" cy="55911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4142106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5EBE8137-E550-47BE-A2DF-E7E74F95F2E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graphicEl>
                                              <a:dgm id="{5EBE8137-E550-47BE-A2DF-E7E74F95F2E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806C09F4-2B46-4545-806A-9B68DEF796D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graphicEl>
                                              <a:dgm id="{806C09F4-2B46-4545-806A-9B68DEF796D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B2A10D45-24AA-4D58-813B-ACCC2206385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>
                                            <p:graphicEl>
                                              <a:dgm id="{B2A10D45-24AA-4D58-813B-ACCC2206385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BF714933-86F9-4296-ABF5-70DCA5588E7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>
                                            <p:graphicEl>
                                              <a:dgm id="{BF714933-86F9-4296-ABF5-70DCA5588E7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35C902E6-713B-43C9-A433-35040B368AD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>
                                            <p:graphicEl>
                                              <a:dgm id="{35C902E6-713B-43C9-A433-35040B368AD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EA9974F7-C13B-4CF9-8412-48A6E8D72A2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>
                                            <p:graphicEl>
                                              <a:dgm id="{EA9974F7-C13B-4CF9-8412-48A6E8D72A2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0E3056F9-045B-4169-95E9-53191BF935E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>
                                            <p:graphicEl>
                                              <a:dgm id="{0E3056F9-045B-4169-95E9-53191BF935E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D542AF79-181D-446E-BC5C-00E71A2907E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>
                                            <p:graphicEl>
                                              <a:dgm id="{D542AF79-181D-446E-BC5C-00E71A2907E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" grpId="0" uiExpand="1">
        <p:bldSub>
          <a:bldDgm bld="one"/>
        </p:bldSub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6E3F1E4-034C-48A6-906C-1AB19CAB4406}"/>
              </a:ext>
            </a:extLst>
          </p:cNvPr>
          <p:cNvSpPr txBox="1"/>
          <p:nvPr/>
        </p:nvSpPr>
        <p:spPr>
          <a:xfrm>
            <a:off x="3635092" y="4750070"/>
            <a:ext cx="58697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400" dirty="0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D861E4-008E-4EFC-B91F-0A7D176A4971}"/>
              </a:ext>
            </a:extLst>
          </p:cNvPr>
          <p:cNvSpPr txBox="1"/>
          <p:nvPr/>
        </p:nvSpPr>
        <p:spPr>
          <a:xfrm>
            <a:off x="6092591" y="4750070"/>
            <a:ext cx="43457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400" dirty="0">
                <a:solidFill>
                  <a:srgbClr val="C00000"/>
                </a:solidFill>
              </a:rPr>
              <a:t>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EA1F01-2513-4175-A5F3-1D1712C84354}"/>
              </a:ext>
            </a:extLst>
          </p:cNvPr>
          <p:cNvSpPr txBox="1"/>
          <p:nvPr/>
        </p:nvSpPr>
        <p:spPr>
          <a:xfrm>
            <a:off x="8373442" y="4750070"/>
            <a:ext cx="58697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400" dirty="0">
                <a:solidFill>
                  <a:srgbClr val="C00000"/>
                </a:solidFill>
              </a:rPr>
              <a:t>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378469-C134-4E2E-A83F-57C1A2E82FB5}"/>
              </a:ext>
            </a:extLst>
          </p:cNvPr>
          <p:cNvSpPr txBox="1"/>
          <p:nvPr/>
        </p:nvSpPr>
        <p:spPr>
          <a:xfrm>
            <a:off x="10603802" y="4750070"/>
            <a:ext cx="58697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400" dirty="0">
                <a:solidFill>
                  <a:srgbClr val="C00000"/>
                </a:solidFill>
              </a:rPr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C28BA6-B113-4CDB-870B-EC884E67E1EF}"/>
              </a:ext>
            </a:extLst>
          </p:cNvPr>
          <p:cNvSpPr txBox="1"/>
          <p:nvPr/>
        </p:nvSpPr>
        <p:spPr>
          <a:xfrm>
            <a:off x="1129279" y="4750069"/>
            <a:ext cx="58697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400" dirty="0">
                <a:solidFill>
                  <a:srgbClr val="C00000"/>
                </a:solidFill>
              </a:rPr>
              <a:t>1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002B562-7AEB-B5E7-0DF4-C1C72BB9B742}"/>
              </a:ext>
            </a:extLst>
          </p:cNvPr>
          <p:cNvGrpSpPr/>
          <p:nvPr/>
        </p:nvGrpSpPr>
        <p:grpSpPr>
          <a:xfrm>
            <a:off x="433434" y="2164183"/>
            <a:ext cx="1893707" cy="2219852"/>
            <a:chOff x="459312" y="2353963"/>
            <a:chExt cx="1893707" cy="2219852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6816B4B-60AF-4D5A-B6D9-9A86E1B70A0B}"/>
                </a:ext>
              </a:extLst>
            </p:cNvPr>
            <p:cNvSpPr/>
            <p:nvPr/>
          </p:nvSpPr>
          <p:spPr>
            <a:xfrm>
              <a:off x="459312" y="4248695"/>
              <a:ext cx="1885081" cy="32512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Individual</a:t>
              </a:r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D898CAFF-3362-4039-87B3-EA64FEF0DA5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80519" t="50533" r="348" b="7370"/>
            <a:stretch/>
          </p:blipFill>
          <p:spPr>
            <a:xfrm>
              <a:off x="467937" y="2353963"/>
              <a:ext cx="1885082" cy="1894731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7ECEEDA-BCE6-7169-4FAA-CDD4EE3736A3}"/>
              </a:ext>
            </a:extLst>
          </p:cNvPr>
          <p:cNvGrpSpPr/>
          <p:nvPr/>
        </p:nvGrpSpPr>
        <p:grpSpPr>
          <a:xfrm>
            <a:off x="2914760" y="2164184"/>
            <a:ext cx="1944463" cy="2219851"/>
            <a:chOff x="2940638" y="2353964"/>
            <a:chExt cx="1944463" cy="2219851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6C0C6AA-6DC3-4947-A97A-1603A4A77129}"/>
                </a:ext>
              </a:extLst>
            </p:cNvPr>
            <p:cNvSpPr/>
            <p:nvPr/>
          </p:nvSpPr>
          <p:spPr>
            <a:xfrm>
              <a:off x="2940638" y="4248695"/>
              <a:ext cx="1931076" cy="32512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Population</a:t>
              </a:r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928CD1FA-DE81-4E3A-89C3-24F55A75C9A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0017" t="52997" r="20383" b="4906"/>
            <a:stretch/>
          </p:blipFill>
          <p:spPr>
            <a:xfrm>
              <a:off x="2954025" y="2353964"/>
              <a:ext cx="1931076" cy="1894731"/>
            </a:xfrm>
            <a:prstGeom prst="rect">
              <a:avLst/>
            </a:prstGeom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EA81B9B-62DE-4466-FE3E-2FB061208150}"/>
              </a:ext>
            </a:extLst>
          </p:cNvPr>
          <p:cNvGrpSpPr/>
          <p:nvPr/>
        </p:nvGrpSpPr>
        <p:grpSpPr>
          <a:xfrm>
            <a:off x="5312732" y="2164184"/>
            <a:ext cx="1934633" cy="2219851"/>
            <a:chOff x="5338610" y="2353964"/>
            <a:chExt cx="1934633" cy="221985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FC9665B-25FE-449D-A653-D56FC8297D70}"/>
                </a:ext>
              </a:extLst>
            </p:cNvPr>
            <p:cNvSpPr/>
            <p:nvPr/>
          </p:nvSpPr>
          <p:spPr>
            <a:xfrm>
              <a:off x="5338610" y="4248695"/>
              <a:ext cx="1931076" cy="32512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Community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9CAABBBC-3EBF-464D-9092-83D68DAA619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39744" t="52710" r="40513" b="4661"/>
            <a:stretch/>
          </p:blipFill>
          <p:spPr>
            <a:xfrm>
              <a:off x="5352305" y="2353964"/>
              <a:ext cx="1920938" cy="1894731"/>
            </a:xfrm>
            <a:prstGeom prst="rect">
              <a:avLst/>
            </a:prstGeom>
          </p:spPr>
        </p:pic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9F2511E-AFF0-094E-683F-BF6F429EDB7A}"/>
              </a:ext>
            </a:extLst>
          </p:cNvPr>
          <p:cNvGrpSpPr/>
          <p:nvPr/>
        </p:nvGrpSpPr>
        <p:grpSpPr>
          <a:xfrm>
            <a:off x="7663591" y="2164184"/>
            <a:ext cx="1885083" cy="2219851"/>
            <a:chOff x="7689469" y="2353964"/>
            <a:chExt cx="1885083" cy="2219851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38D7E37-B969-4676-A9EC-625F5633F6D8}"/>
                </a:ext>
              </a:extLst>
            </p:cNvPr>
            <p:cNvSpPr/>
            <p:nvPr/>
          </p:nvSpPr>
          <p:spPr>
            <a:xfrm>
              <a:off x="7689469" y="4248695"/>
              <a:ext cx="1885083" cy="32512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Ecosystem</a:t>
              </a: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956538AD-00BD-4AC7-8A73-3DCDFEFDA3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20126" t="50000" r="60930" b="7370"/>
            <a:stretch/>
          </p:blipFill>
          <p:spPr>
            <a:xfrm>
              <a:off x="7697295" y="2353964"/>
              <a:ext cx="1877257" cy="1894731"/>
            </a:xfrm>
            <a:prstGeom prst="rect">
              <a:avLst/>
            </a:prstGeom>
          </p:spPr>
        </p:pic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8B9FA76-0E03-A954-C811-F866FB8E8E24}"/>
              </a:ext>
            </a:extLst>
          </p:cNvPr>
          <p:cNvGrpSpPr/>
          <p:nvPr/>
        </p:nvGrpSpPr>
        <p:grpSpPr>
          <a:xfrm>
            <a:off x="9963377" y="2164184"/>
            <a:ext cx="1885081" cy="2219851"/>
            <a:chOff x="9989255" y="2353964"/>
            <a:chExt cx="1885081" cy="2219851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F83C5D3-4AFF-48ED-958B-77A48AFE490E}"/>
                </a:ext>
              </a:extLst>
            </p:cNvPr>
            <p:cNvSpPr/>
            <p:nvPr/>
          </p:nvSpPr>
          <p:spPr>
            <a:xfrm>
              <a:off x="9989255" y="4248695"/>
              <a:ext cx="1885081" cy="32512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Biosphere</a:t>
              </a:r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0EE6C794-B5BF-4DB8-AD8C-C696D25EC99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-88" t="53125" r="81088" b="4066"/>
            <a:stretch/>
          </p:blipFill>
          <p:spPr>
            <a:xfrm>
              <a:off x="10002161" y="2353964"/>
              <a:ext cx="1872175" cy="1894731"/>
            </a:xfrm>
            <a:prstGeom prst="rect">
              <a:avLst/>
            </a:prstGeom>
          </p:spPr>
        </p:pic>
      </p:grpSp>
      <p:sp>
        <p:nvSpPr>
          <p:cNvPr id="23" name="Title 22">
            <a:extLst>
              <a:ext uri="{FF2B5EF4-FFF2-40B4-BE49-F238E27FC236}">
                <a16:creationId xmlns:a16="http://schemas.microsoft.com/office/drawing/2014/main" id="{109B4AB8-3367-8D73-F101-F52836DB7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Ecological Levels</a:t>
            </a:r>
          </a:p>
        </p:txBody>
      </p:sp>
    </p:spTree>
    <p:extLst>
      <p:ext uri="{BB962C8B-B14F-4D97-AF65-F5344CB8AC3E}">
        <p14:creationId xmlns:p14="http://schemas.microsoft.com/office/powerpoint/2010/main" val="769819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825BE-8A3C-4C0B-897A-4493E717D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Classification of Ecology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41DF46F-0E48-1E7D-361B-C69794F6B0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24663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6752B-71A0-465A-A67C-504120352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Classification of Ecology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74C1B0-7D5C-4239-A7C1-FC799EFE7E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4617935" cy="5590565"/>
          </a:xfrm>
        </p:spPr>
        <p:txBody>
          <a:bodyPr/>
          <a:lstStyle/>
          <a:p>
            <a:r>
              <a:rPr lang="en-IN" dirty="0"/>
              <a:t>Based on the </a:t>
            </a:r>
            <a:r>
              <a:rPr lang="en-IN" dirty="0">
                <a:solidFill>
                  <a:srgbClr val="C00000"/>
                </a:solidFill>
              </a:rPr>
              <a:t>study area</a:t>
            </a:r>
            <a:r>
              <a:rPr lang="en-IN" dirty="0"/>
              <a:t>, ecology is classified into two types,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dirty="0"/>
              <a:t>Autecology </a:t>
            </a:r>
          </a:p>
          <a:p>
            <a:pPr lvl="2"/>
            <a:r>
              <a:rPr lang="en-US" dirty="0">
                <a:solidFill>
                  <a:srgbClr val="C00000"/>
                </a:solidFill>
              </a:rPr>
              <a:t>study of an individual species </a:t>
            </a:r>
            <a:r>
              <a:rPr lang="en-US" dirty="0"/>
              <a:t>and/or </a:t>
            </a:r>
            <a:r>
              <a:rPr lang="en-US" dirty="0">
                <a:solidFill>
                  <a:srgbClr val="C00000"/>
                </a:solidFill>
              </a:rPr>
              <a:t>population</a:t>
            </a:r>
            <a:r>
              <a:rPr lang="en-US" dirty="0"/>
              <a:t>.</a:t>
            </a:r>
            <a:endParaRPr lang="en-IN" dirty="0"/>
          </a:p>
          <a:p>
            <a:pPr marL="914400" lvl="1" indent="-457200">
              <a:buFont typeface="+mj-lt"/>
              <a:buAutoNum type="arabicPeriod" startAt="2"/>
            </a:pPr>
            <a:r>
              <a:rPr lang="en-IN" dirty="0"/>
              <a:t>Synecology </a:t>
            </a:r>
          </a:p>
          <a:p>
            <a:pPr marL="1220787" lvl="2" indent="-342900"/>
            <a:r>
              <a:rPr lang="en-US" dirty="0">
                <a:solidFill>
                  <a:srgbClr val="C00000"/>
                </a:solidFill>
              </a:rPr>
              <a:t>study of communities</a:t>
            </a:r>
            <a:r>
              <a:rPr lang="en-US" dirty="0"/>
              <a:t>, their composition, and their behavior.</a:t>
            </a:r>
          </a:p>
          <a:p>
            <a:endParaRPr lang="en-US" dirty="0"/>
          </a:p>
          <a:p>
            <a:r>
              <a:rPr lang="en-US" dirty="0"/>
              <a:t>Based on taxonomic affinities;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Plant ecology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Animal ecology</a:t>
            </a:r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91BABEC-C899-4498-93EA-68D3A756DD64}"/>
              </a:ext>
            </a:extLst>
          </p:cNvPr>
          <p:cNvGrpSpPr/>
          <p:nvPr/>
        </p:nvGrpSpPr>
        <p:grpSpPr>
          <a:xfrm>
            <a:off x="5602622" y="988963"/>
            <a:ext cx="2897937" cy="2388418"/>
            <a:chOff x="5602622" y="988963"/>
            <a:chExt cx="2897937" cy="238841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6311C41-C064-4764-AF0E-E1000DBA728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80318" t="48625" r="942" b="14780"/>
            <a:stretch/>
          </p:blipFill>
          <p:spPr>
            <a:xfrm>
              <a:off x="5921252" y="988963"/>
              <a:ext cx="2260677" cy="2000043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0695EEF-4888-435E-935B-B07B795C2EBD}"/>
                </a:ext>
              </a:extLst>
            </p:cNvPr>
            <p:cNvSpPr/>
            <p:nvPr/>
          </p:nvSpPr>
          <p:spPr>
            <a:xfrm>
              <a:off x="5602622" y="2989006"/>
              <a:ext cx="2897937" cy="388375"/>
            </a:xfrm>
            <a:prstGeom prst="rect">
              <a:avLst/>
            </a:prstGeom>
            <a:solidFill>
              <a:schemeClr val="bg2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Study of Individual Species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5ACEE607-C486-455E-B5C1-56935E1D3698}"/>
              </a:ext>
            </a:extLst>
          </p:cNvPr>
          <p:cNvGrpSpPr/>
          <p:nvPr/>
        </p:nvGrpSpPr>
        <p:grpSpPr>
          <a:xfrm>
            <a:off x="9212825" y="988963"/>
            <a:ext cx="2739388" cy="2388417"/>
            <a:chOff x="9212825" y="988963"/>
            <a:chExt cx="2739388" cy="2388417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D152EEF5-FE73-46BD-A457-6DE94C4D962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40864" t="49939" r="41226" b="13816"/>
            <a:stretch/>
          </p:blipFill>
          <p:spPr>
            <a:xfrm>
              <a:off x="9428714" y="988963"/>
              <a:ext cx="2298356" cy="2000043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C675345-AA32-4F18-BC91-2E2C9F882B29}"/>
                </a:ext>
              </a:extLst>
            </p:cNvPr>
            <p:cNvSpPr/>
            <p:nvPr/>
          </p:nvSpPr>
          <p:spPr>
            <a:xfrm>
              <a:off x="9212825" y="2989006"/>
              <a:ext cx="2739388" cy="388374"/>
            </a:xfrm>
            <a:prstGeom prst="rect">
              <a:avLst/>
            </a:prstGeom>
            <a:solidFill>
              <a:schemeClr val="bg2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Study of community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839638E-0FFF-453B-AE19-5BE47CFCC498}"/>
              </a:ext>
            </a:extLst>
          </p:cNvPr>
          <p:cNvGrpSpPr/>
          <p:nvPr/>
        </p:nvGrpSpPr>
        <p:grpSpPr>
          <a:xfrm>
            <a:off x="8985263" y="3680469"/>
            <a:ext cx="2897938" cy="2572518"/>
            <a:chOff x="9054275" y="3680469"/>
            <a:chExt cx="2897938" cy="2572518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077AD39-4BAE-4477-8BF5-203E87EB26E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r="35656"/>
            <a:stretch/>
          </p:blipFill>
          <p:spPr>
            <a:xfrm>
              <a:off x="9054275" y="3680469"/>
              <a:ext cx="2897938" cy="2134171"/>
            </a:xfrm>
            <a:prstGeom prst="rect">
              <a:avLst/>
            </a:prstGeom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AC0CBA9-6FA0-4EAB-9E1B-A5CEF9402F57}"/>
                </a:ext>
              </a:extLst>
            </p:cNvPr>
            <p:cNvSpPr/>
            <p:nvPr/>
          </p:nvSpPr>
          <p:spPr>
            <a:xfrm>
              <a:off x="9212825" y="5911674"/>
              <a:ext cx="2739388" cy="341313"/>
            </a:xfrm>
            <a:prstGeom prst="rect">
              <a:avLst/>
            </a:prstGeom>
            <a:solidFill>
              <a:schemeClr val="bg2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Plant ecology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8B6219E-F4DC-42D2-8A9C-7ABC216F3627}"/>
              </a:ext>
            </a:extLst>
          </p:cNvPr>
          <p:cNvGrpSpPr/>
          <p:nvPr/>
        </p:nvGrpSpPr>
        <p:grpSpPr>
          <a:xfrm>
            <a:off x="5602621" y="3864634"/>
            <a:ext cx="2739388" cy="2388353"/>
            <a:chOff x="5602621" y="3731318"/>
            <a:chExt cx="2897938" cy="2521669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436D116-D708-4412-9F69-EAD9ECAB4E6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602621" y="3731318"/>
              <a:ext cx="2897938" cy="2027107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CC601B1-B4A4-4ED1-B77C-6312F273C0FF}"/>
                </a:ext>
              </a:extLst>
            </p:cNvPr>
            <p:cNvSpPr/>
            <p:nvPr/>
          </p:nvSpPr>
          <p:spPr>
            <a:xfrm>
              <a:off x="5602621" y="5911675"/>
              <a:ext cx="2897938" cy="341312"/>
            </a:xfrm>
            <a:prstGeom prst="rect">
              <a:avLst/>
            </a:prstGeom>
            <a:solidFill>
              <a:schemeClr val="bg2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Animal ecology</a:t>
              </a:r>
            </a:p>
          </p:txBody>
        </p: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9B12D02-481B-AC70-B307-5BFE57CF38F9}"/>
              </a:ext>
            </a:extLst>
          </p:cNvPr>
          <p:cNvCxnSpPr>
            <a:cxnSpLocks/>
          </p:cNvCxnSpPr>
          <p:nvPr/>
        </p:nvCxnSpPr>
        <p:spPr>
          <a:xfrm>
            <a:off x="0" y="3568329"/>
            <a:ext cx="12192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9944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" name="Diagram 48">
            <a:extLst>
              <a:ext uri="{FF2B5EF4-FFF2-40B4-BE49-F238E27FC236}">
                <a16:creationId xmlns:a16="http://schemas.microsoft.com/office/drawing/2014/main" id="{47C2317D-0EA9-4727-9487-F5D78B1129D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91491227"/>
              </p:ext>
            </p:extLst>
          </p:nvPr>
        </p:nvGraphicFramePr>
        <p:xfrm>
          <a:off x="76200" y="94891"/>
          <a:ext cx="12035288" cy="63535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56" name="Group 55">
            <a:extLst>
              <a:ext uri="{FF2B5EF4-FFF2-40B4-BE49-F238E27FC236}">
                <a16:creationId xmlns:a16="http://schemas.microsoft.com/office/drawing/2014/main" id="{E584E383-C462-4F07-85FE-FBA3C9FEEDFA}"/>
              </a:ext>
            </a:extLst>
          </p:cNvPr>
          <p:cNvGrpSpPr/>
          <p:nvPr/>
        </p:nvGrpSpPr>
        <p:grpSpPr>
          <a:xfrm>
            <a:off x="2523898" y="2043345"/>
            <a:ext cx="3219451" cy="584775"/>
            <a:chOff x="2952750" y="2009775"/>
            <a:chExt cx="3219451" cy="584775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75009BE5-366E-4D6C-BF92-4446AAE7F843}"/>
                </a:ext>
              </a:extLst>
            </p:cNvPr>
            <p:cNvSpPr txBox="1"/>
            <p:nvPr/>
          </p:nvSpPr>
          <p:spPr>
            <a:xfrm>
              <a:off x="3295650" y="2009775"/>
              <a:ext cx="287655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600" dirty="0"/>
                <a:t>Includes organisms that can </a:t>
              </a:r>
              <a:r>
                <a:rPr lang="en-IN" sz="1600" dirty="0">
                  <a:solidFill>
                    <a:srgbClr val="C00000"/>
                  </a:solidFill>
                </a:rPr>
                <a:t>use atmospheric O</a:t>
              </a:r>
              <a:r>
                <a:rPr lang="en-IN" sz="1600" baseline="-25000" dirty="0">
                  <a:solidFill>
                    <a:srgbClr val="C00000"/>
                  </a:solidFill>
                </a:rPr>
                <a:t>2</a:t>
              </a:r>
              <a:r>
                <a:rPr lang="en-IN" sz="1600" dirty="0">
                  <a:solidFill>
                    <a:srgbClr val="C00000"/>
                  </a:solidFill>
                </a:rPr>
                <a:t> for respiration</a:t>
              </a:r>
            </a:p>
          </p:txBody>
        </p: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C0364FAD-C7CD-4508-875A-1CA5E52F4A9C}"/>
                </a:ext>
              </a:extLst>
            </p:cNvPr>
            <p:cNvCxnSpPr>
              <a:cxnSpLocks/>
            </p:cNvCxnSpPr>
            <p:nvPr/>
          </p:nvCxnSpPr>
          <p:spPr>
            <a:xfrm>
              <a:off x="2952750" y="2336656"/>
              <a:ext cx="342900" cy="852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92B1F799-E2AF-461D-B634-C2B431A237AE}"/>
              </a:ext>
            </a:extLst>
          </p:cNvPr>
          <p:cNvGrpSpPr/>
          <p:nvPr/>
        </p:nvGrpSpPr>
        <p:grpSpPr>
          <a:xfrm>
            <a:off x="5668004" y="2043346"/>
            <a:ext cx="3076575" cy="584775"/>
            <a:chOff x="6467475" y="2000250"/>
            <a:chExt cx="3076575" cy="584775"/>
          </a:xfrm>
        </p:grpSpPr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852F88D5-1D8A-4826-8F0E-3F244CF2A9CF}"/>
                </a:ext>
              </a:extLst>
            </p:cNvPr>
            <p:cNvSpPr txBox="1"/>
            <p:nvPr/>
          </p:nvSpPr>
          <p:spPr>
            <a:xfrm>
              <a:off x="6467475" y="2000250"/>
              <a:ext cx="273367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IN" sz="1600" dirty="0"/>
                <a:t>Includes organisms that can </a:t>
              </a:r>
              <a:r>
                <a:rPr lang="en-IN" sz="1600" dirty="0">
                  <a:solidFill>
                    <a:srgbClr val="C00000"/>
                  </a:solidFill>
                </a:rPr>
                <a:t>use dissolved O</a:t>
              </a:r>
              <a:r>
                <a:rPr lang="en-IN" sz="1600" baseline="-25000" dirty="0">
                  <a:solidFill>
                    <a:srgbClr val="C00000"/>
                  </a:solidFill>
                </a:rPr>
                <a:t>2</a:t>
              </a:r>
              <a:r>
                <a:rPr lang="en-IN" sz="1600" dirty="0">
                  <a:solidFill>
                    <a:srgbClr val="C00000"/>
                  </a:solidFill>
                </a:rPr>
                <a:t> for respiration</a:t>
              </a:r>
            </a:p>
          </p:txBody>
        </p: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7231799E-EA2A-4B65-9B05-C0A6614E7A56}"/>
                </a:ext>
              </a:extLst>
            </p:cNvPr>
            <p:cNvCxnSpPr>
              <a:cxnSpLocks/>
              <a:endCxn id="51" idx="3"/>
            </p:cNvCxnSpPr>
            <p:nvPr/>
          </p:nvCxnSpPr>
          <p:spPr>
            <a:xfrm flipH="1">
              <a:off x="9201150" y="2292638"/>
              <a:ext cx="342900" cy="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140EAA09-2501-49A3-929F-6F0792E940BA}"/>
              </a:ext>
            </a:extLst>
          </p:cNvPr>
          <p:cNvSpPr/>
          <p:nvPr/>
        </p:nvSpPr>
        <p:spPr>
          <a:xfrm>
            <a:off x="7820654" y="2785247"/>
            <a:ext cx="2552700" cy="2667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On the bases of salinity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FC59CCD5-EA6E-4490-92A6-2455FE12DA67}"/>
              </a:ext>
            </a:extLst>
          </p:cNvPr>
          <p:cNvSpPr/>
          <p:nvPr/>
        </p:nvSpPr>
        <p:spPr>
          <a:xfrm>
            <a:off x="495928" y="2785247"/>
            <a:ext cx="3690624" cy="246516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On the bases of Amount of vegetation</a:t>
            </a:r>
          </a:p>
        </p:txBody>
      </p:sp>
    </p:spTree>
    <p:extLst>
      <p:ext uri="{BB962C8B-B14F-4D97-AF65-F5344CB8AC3E}">
        <p14:creationId xmlns:p14="http://schemas.microsoft.com/office/powerpoint/2010/main" val="2668560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graphicEl>
                                              <a:dgm id="{F5CC327F-BD3B-4B65-9F54-B53CB3D3C3F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>
                                            <p:graphicEl>
                                              <a:dgm id="{F5CC327F-BD3B-4B65-9F54-B53CB3D3C3F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graphicEl>
                                              <a:dgm id="{A9F3F731-0955-4394-BB9F-222F3550C02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9">
                                            <p:graphicEl>
                                              <a:dgm id="{A9F3F731-0955-4394-BB9F-222F3550C02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graphicEl>
                                              <a:dgm id="{674DFCAE-A645-4508-AFE5-500A208B3FF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9">
                                            <p:graphicEl>
                                              <a:dgm id="{674DFCAE-A645-4508-AFE5-500A208B3FF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graphicEl>
                                              <a:dgm id="{05DF2484-8621-4583-9650-CC40C75F861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9">
                                            <p:graphicEl>
                                              <a:dgm id="{05DF2484-8621-4583-9650-CC40C75F861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graphicEl>
                                              <a:dgm id="{B9946896-B677-42E9-B1B2-285574F5E38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9">
                                            <p:graphicEl>
                                              <a:dgm id="{B9946896-B677-42E9-B1B2-285574F5E38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graphicEl>
                                              <a:dgm id="{57BD911E-D22C-4DAD-9FEA-0C19AAA40F9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9">
                                            <p:graphicEl>
                                              <a:dgm id="{57BD911E-D22C-4DAD-9FEA-0C19AAA40F9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graphicEl>
                                              <a:dgm id="{09373639-D967-4125-B424-263FA1AD10A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9">
                                            <p:graphicEl>
                                              <a:dgm id="{09373639-D967-4125-B424-263FA1AD10A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graphicEl>
                                              <a:dgm id="{8B65817C-FA2D-4093-BB9C-D7FDD584C7D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9">
                                            <p:graphicEl>
                                              <a:dgm id="{8B65817C-FA2D-4093-BB9C-D7FDD584C7D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graphicEl>
                                              <a:dgm id="{4EA8F723-303F-4FB5-A300-0EAFA2EE647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9">
                                            <p:graphicEl>
                                              <a:dgm id="{4EA8F723-303F-4FB5-A300-0EAFA2EE647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graphicEl>
                                              <a:dgm id="{4B9ADEC2-74C7-4F03-9F14-F2065F8DB7B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9">
                                            <p:graphicEl>
                                              <a:dgm id="{4B9ADEC2-74C7-4F03-9F14-F2065F8DB7B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graphicEl>
                                              <a:dgm id="{BEC8E51E-1597-4021-8D3B-82C9BEBF7EF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9">
                                            <p:graphicEl>
                                              <a:dgm id="{BEC8E51E-1597-4021-8D3B-82C9BEBF7EF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graphicEl>
                                              <a:dgm id="{D7C874A6-7C74-4ECD-AAA2-743F64CF794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9">
                                            <p:graphicEl>
                                              <a:dgm id="{D7C874A6-7C74-4ECD-AAA2-743F64CF794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graphicEl>
                                              <a:dgm id="{5F914D90-A42F-4344-9B13-CC5A0C93312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9">
                                            <p:graphicEl>
                                              <a:dgm id="{5F914D90-A42F-4344-9B13-CC5A0C93312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graphicEl>
                                              <a:dgm id="{80EE9B40-4CC1-499B-92D5-C70140940CA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9">
                                            <p:graphicEl>
                                              <a:dgm id="{80EE9B40-4CC1-499B-92D5-C70140940CA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graphicEl>
                                              <a:dgm id="{EE7BAD0D-88A7-4CF4-AE56-2B64D13A58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9">
                                            <p:graphicEl>
                                              <a:dgm id="{EE7BAD0D-88A7-4CF4-AE56-2B64D13A587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graphicEl>
                                              <a:dgm id="{E6EDC978-2D09-4652-A149-C7FBCD0A978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49">
                                            <p:graphicEl>
                                              <a:dgm id="{E6EDC978-2D09-4652-A149-C7FBCD0A978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graphicEl>
                                              <a:dgm id="{980A24AC-3771-4C71-985B-1AEF048734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49">
                                            <p:graphicEl>
                                              <a:dgm id="{980A24AC-3771-4C71-985B-1AEF0487344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graphicEl>
                                              <a:dgm id="{21822B09-1501-4B1D-B5A7-3F7E58D1F53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49">
                                            <p:graphicEl>
                                              <a:dgm id="{21822B09-1501-4B1D-B5A7-3F7E58D1F53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graphicEl>
                                              <a:dgm id="{909C7C8F-826D-4EA7-A83E-D661DCC82D2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49">
                                            <p:graphicEl>
                                              <a:dgm id="{909C7C8F-826D-4EA7-A83E-D661DCC82D2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graphicEl>
                                              <a:dgm id="{CA6AE70E-867A-4D8F-B8A4-374DE93D32C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49">
                                            <p:graphicEl>
                                              <a:dgm id="{CA6AE70E-867A-4D8F-B8A4-374DE93D32C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graphicEl>
                                              <a:dgm id="{848FB5A9-CDB3-47A7-B4CB-9A6A0407D46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49">
                                            <p:graphicEl>
                                              <a:dgm id="{848FB5A9-CDB3-47A7-B4CB-9A6A0407D46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graphicEl>
                                              <a:dgm id="{5C5AFB57-CF3E-42CA-888D-CBF384940EE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49">
                                            <p:graphicEl>
                                              <a:dgm id="{5C5AFB57-CF3E-42CA-888D-CBF384940EE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graphicEl>
                                              <a:dgm id="{6EBEA058-AFA6-46AD-8806-ABBF985ADF6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49">
                                            <p:graphicEl>
                                              <a:dgm id="{6EBEA058-AFA6-46AD-8806-ABBF985ADF6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graphicEl>
                                              <a:dgm id="{2B9A0FA4-E762-4A2D-A1CA-86BAB448EC1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49">
                                            <p:graphicEl>
                                              <a:dgm id="{2B9A0FA4-E762-4A2D-A1CA-86BAB448EC1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graphicEl>
                                              <a:dgm id="{6867B1B8-3294-4EDD-BFD9-7F012665A8D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49">
                                            <p:graphicEl>
                                              <a:dgm id="{6867B1B8-3294-4EDD-BFD9-7F012665A8D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graphicEl>
                                              <a:dgm id="{2DAA7831-2660-4BBC-B909-2A0BBA06884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49">
                                            <p:graphicEl>
                                              <a:dgm id="{2DAA7831-2660-4BBC-B909-2A0BBA06884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graphicEl>
                                              <a:dgm id="{C30014A5-9B5E-4685-8CA5-F0BE58ACE14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49">
                                            <p:graphicEl>
                                              <a:dgm id="{C30014A5-9B5E-4685-8CA5-F0BE58ACE14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graphicEl>
                                              <a:dgm id="{7FD905BB-30AD-4D8D-B2F5-9DE15AA9D37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49">
                                            <p:graphicEl>
                                              <a:dgm id="{7FD905BB-30AD-4D8D-B2F5-9DE15AA9D37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graphicEl>
                                              <a:dgm id="{F2335F24-B6B2-4274-8B61-4F97C92702E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49">
                                            <p:graphicEl>
                                              <a:dgm id="{F2335F24-B6B2-4274-8B61-4F97C92702E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9" grpId="0" uiExpand="1">
        <p:bldSub>
          <a:bldDgm bld="lvlAtOnce"/>
        </p:bldSub>
      </p:bldGraphic>
      <p:bldP spid="54" grpId="0" animBg="1"/>
      <p:bldP spid="5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B1D1C-6DD5-07DE-437D-163DA9980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Terrestrial Ecosystem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9F6BC3-1379-EB10-C614-57291410A4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928287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4AFEC-F0FC-42D9-AE4A-6B1D978B8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Terrestrial Ecosystem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559F20-3728-4E25-9EFA-D265BBAE50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IN" dirty="0"/>
              <a:t>Terrestrial ecosystem is further divided into various sub-parts on the basis of the </a:t>
            </a:r>
            <a:r>
              <a:rPr lang="en-IN" dirty="0">
                <a:solidFill>
                  <a:srgbClr val="C00000"/>
                </a:solidFill>
              </a:rPr>
              <a:t>amount of vegetation (plant species).</a:t>
            </a:r>
          </a:p>
          <a:p>
            <a:pPr algn="l"/>
            <a:endParaRPr lang="en-IN" dirty="0"/>
          </a:p>
        </p:txBody>
      </p:sp>
      <p:pic>
        <p:nvPicPr>
          <p:cNvPr id="10" name="Picture 9" descr="A large grassy field with trees in the background&#10;&#10;Description automatically generated">
            <a:extLst>
              <a:ext uri="{FF2B5EF4-FFF2-40B4-BE49-F238E27FC236}">
                <a16:creationId xmlns:a16="http://schemas.microsoft.com/office/drawing/2014/main" id="{91874F51-F9CC-407B-9C3F-296AB9D4E7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2091" y="4356608"/>
            <a:ext cx="2694081" cy="179829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A20036F-1F63-4234-9CBB-52C28A99D7E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5527"/>
          <a:stretch/>
        </p:blipFill>
        <p:spPr>
          <a:xfrm>
            <a:off x="1847831" y="4374233"/>
            <a:ext cx="2697629" cy="179632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EEF08C6-ACD8-4C53-B2DF-BDCE1650CF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2803" y="4377146"/>
            <a:ext cx="2697629" cy="1793414"/>
          </a:xfrm>
          <a:prstGeom prst="rect">
            <a:avLst/>
          </a:prstGeom>
        </p:spPr>
      </p:pic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D57A385C-628D-DA52-3391-9D120BE5908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42936340"/>
              </p:ext>
            </p:extLst>
          </p:nvPr>
        </p:nvGraphicFramePr>
        <p:xfrm>
          <a:off x="2302319" y="1238824"/>
          <a:ext cx="7747056" cy="35786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2022908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08BE8B0D-2448-45E4-AFF5-378879839AC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graphicEl>
                                              <a:dgm id="{08BE8B0D-2448-45E4-AFF5-378879839AC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57BD911E-D22C-4DAD-9FEA-0C19AAA40F9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graphicEl>
                                              <a:dgm id="{57BD911E-D22C-4DAD-9FEA-0C19AAA40F9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09373639-D967-4125-B424-263FA1AD10A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graphicEl>
                                              <a:dgm id="{09373639-D967-4125-B424-263FA1AD10A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B65817C-FA2D-4093-BB9C-D7FDD584C7D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graphicEl>
                                              <a:dgm id="{8B65817C-FA2D-4093-BB9C-D7FDD584C7D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4EA8F723-303F-4FB5-A300-0EAFA2EE647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>
                                            <p:graphicEl>
                                              <a:dgm id="{4EA8F723-303F-4FB5-A300-0EAFA2EE647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4B9ADEC2-74C7-4F03-9F14-F2065F8DB7B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">
                                            <p:graphicEl>
                                              <a:dgm id="{4B9ADEC2-74C7-4F03-9F14-F2065F8DB7B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EC8E51E-1597-4021-8D3B-82C9BEBF7EF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">
                                            <p:graphicEl>
                                              <a:dgm id="{BEC8E51E-1597-4021-8D3B-82C9BEBF7EF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Graphic spid="4" grpId="0" uiExpand="1">
        <p:bldSub>
          <a:bldDgm bld="one"/>
        </p:bldSub>
      </p:bldGraphic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4AFEC-F0FC-42D9-AE4A-6B1D978B8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a) Forest Ecosystem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559F20-3728-4E25-9EFA-D265BBAE50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1" y="863444"/>
            <a:ext cx="6979834" cy="5590565"/>
          </a:xfrm>
        </p:spPr>
        <p:txBody>
          <a:bodyPr/>
          <a:lstStyle/>
          <a:p>
            <a:r>
              <a:rPr lang="en-US" dirty="0"/>
              <a:t>Forest ecosystems have </a:t>
            </a:r>
            <a:r>
              <a:rPr lang="en-US" dirty="0">
                <a:solidFill>
                  <a:srgbClr val="C00000"/>
                </a:solidFill>
              </a:rPr>
              <a:t>predominance of trees</a:t>
            </a:r>
            <a:r>
              <a:rPr lang="gu-IN" dirty="0"/>
              <a:t>,</a:t>
            </a:r>
            <a:r>
              <a:rPr lang="en-US" dirty="0"/>
              <a:t> interspersed with large number of herbs, shrubs, climbers with variety of wild animal and birds.</a:t>
            </a:r>
          </a:p>
          <a:p>
            <a:r>
              <a:rPr lang="en-US" dirty="0"/>
              <a:t>Depending upon the</a:t>
            </a:r>
            <a:r>
              <a:rPr lang="gu-IN" dirty="0"/>
              <a:t> </a:t>
            </a:r>
            <a:r>
              <a:rPr lang="en-US" dirty="0"/>
              <a:t>its </a:t>
            </a:r>
            <a:r>
              <a:rPr lang="en-US" dirty="0">
                <a:solidFill>
                  <a:srgbClr val="C00000"/>
                </a:solidFill>
              </a:rPr>
              <a:t>region </a:t>
            </a:r>
            <a:r>
              <a:rPr lang="en-IN" dirty="0">
                <a:solidFill>
                  <a:srgbClr val="C00000"/>
                </a:solidFill>
              </a:rPr>
              <a:t>and </a:t>
            </a:r>
            <a:r>
              <a:rPr lang="en-US" dirty="0">
                <a:solidFill>
                  <a:srgbClr val="C00000"/>
                </a:solidFill>
              </a:rPr>
              <a:t>rainfall </a:t>
            </a:r>
            <a:r>
              <a:rPr lang="en-US" dirty="0"/>
              <a:t>it receives, it is classified in several groups. </a:t>
            </a:r>
          </a:p>
          <a:p>
            <a:pPr marL="457200" indent="-457200">
              <a:lnSpc>
                <a:spcPct val="100000"/>
              </a:lnSpc>
              <a:buFont typeface="+mj-lt"/>
              <a:buAutoNum type="alphaLcParenR"/>
            </a:pPr>
            <a:r>
              <a:rPr lang="en-US" dirty="0"/>
              <a:t>Tropical rain forest</a:t>
            </a:r>
          </a:p>
          <a:p>
            <a:pPr marL="457200" indent="-457200">
              <a:lnSpc>
                <a:spcPct val="100000"/>
              </a:lnSpc>
              <a:buFont typeface="+mj-lt"/>
              <a:buAutoNum type="alphaLcParenR"/>
            </a:pPr>
            <a:r>
              <a:rPr lang="en-US" dirty="0"/>
              <a:t>Tropical deciduous forest</a:t>
            </a:r>
          </a:p>
          <a:p>
            <a:pPr marL="457200" indent="-457200">
              <a:lnSpc>
                <a:spcPct val="100000"/>
              </a:lnSpc>
              <a:buFont typeface="+mj-lt"/>
              <a:buAutoNum type="alphaLcParenR"/>
            </a:pPr>
            <a:r>
              <a:rPr lang="en-US" dirty="0"/>
              <a:t>Tropical scrubs forest</a:t>
            </a:r>
          </a:p>
          <a:p>
            <a:r>
              <a:rPr lang="en-US" dirty="0"/>
              <a:t>Forest ecosystem helps </a:t>
            </a:r>
            <a:r>
              <a:rPr lang="en-US" dirty="0">
                <a:solidFill>
                  <a:srgbClr val="C00000"/>
                </a:solidFill>
              </a:rPr>
              <a:t>enhancing water resource </a:t>
            </a:r>
            <a:r>
              <a:rPr lang="en-US" dirty="0"/>
              <a:t>in quality and quantity.</a:t>
            </a:r>
          </a:p>
          <a:p>
            <a:r>
              <a:rPr lang="en-US" dirty="0"/>
              <a:t>Forest gives shelter to wild life and also acts as </a:t>
            </a:r>
            <a:r>
              <a:rPr lang="en-US" dirty="0">
                <a:solidFill>
                  <a:srgbClr val="C00000"/>
                </a:solidFill>
              </a:rPr>
              <a:t>sink for carbon dioxide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A25677B-045C-42EA-B58B-263B6AF0C2C5}"/>
              </a:ext>
            </a:extLst>
          </p:cNvPr>
          <p:cNvSpPr txBox="1">
            <a:spLocks/>
          </p:cNvSpPr>
          <p:nvPr/>
        </p:nvSpPr>
        <p:spPr>
          <a:xfrm>
            <a:off x="3881487" y="2743879"/>
            <a:ext cx="3454034" cy="13702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00000"/>
              </a:lnSpc>
              <a:buFont typeface="+mj-lt"/>
              <a:buAutoNum type="alphaLcParenR" startAt="4"/>
            </a:pPr>
            <a:r>
              <a:rPr lang="en-US" dirty="0"/>
              <a:t>Temperate rain</a:t>
            </a:r>
          </a:p>
          <a:p>
            <a:pPr marL="457200" indent="-457200">
              <a:lnSpc>
                <a:spcPct val="100000"/>
              </a:lnSpc>
              <a:buFont typeface="+mj-lt"/>
              <a:buAutoNum type="alphaLcParenR" startAt="4"/>
            </a:pPr>
            <a:r>
              <a:rPr lang="en-US" dirty="0"/>
              <a:t>Temperate deciduous</a:t>
            </a:r>
          </a:p>
          <a:p>
            <a:pPr marL="457200" indent="-457200">
              <a:lnSpc>
                <a:spcPct val="100000"/>
              </a:lnSpc>
              <a:buFont typeface="+mj-lt"/>
              <a:buAutoNum type="alphaLcParenR" startAt="4"/>
            </a:pPr>
            <a:r>
              <a:rPr lang="en-US" dirty="0"/>
              <a:t>Evergreen conifers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285029-BDD8-481B-BDDD-7B44B92528B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30" t="10481" r="5562" b="6925"/>
          <a:stretch/>
        </p:blipFill>
        <p:spPr>
          <a:xfrm>
            <a:off x="7731894" y="1151188"/>
            <a:ext cx="3933825" cy="4555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504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A6E9C-E42B-4E49-BF56-D95B9451A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b) Grassland Ecosystem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3515B4-27C6-4CA6-B20E-9DDE2E14C9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1" y="863444"/>
            <a:ext cx="6118700" cy="5590565"/>
          </a:xfrm>
        </p:spPr>
        <p:txBody>
          <a:bodyPr/>
          <a:lstStyle/>
          <a:p>
            <a:r>
              <a:rPr lang="en-US" dirty="0"/>
              <a:t>Grasslands are </a:t>
            </a:r>
            <a:r>
              <a:rPr lang="en-US" dirty="0">
                <a:solidFill>
                  <a:srgbClr val="C00000"/>
                </a:solidFill>
              </a:rPr>
              <a:t>dominated by grass </a:t>
            </a:r>
            <a:r>
              <a:rPr lang="en-US" dirty="0"/>
              <a:t>species but also </a:t>
            </a:r>
            <a:r>
              <a:rPr lang="en-US"/>
              <a:t>sometimes allow </a:t>
            </a:r>
            <a:r>
              <a:rPr lang="en-US" dirty="0"/>
              <a:t>the growth of a few trees and shrubs. </a:t>
            </a:r>
          </a:p>
          <a:p>
            <a:r>
              <a:rPr lang="en-US" dirty="0"/>
              <a:t>Rainfall is average but erratic.</a:t>
            </a:r>
          </a:p>
          <a:p>
            <a:r>
              <a:rPr lang="en-US" dirty="0"/>
              <a:t>About 4.6 x 10</a:t>
            </a:r>
            <a:r>
              <a:rPr lang="en-US" baseline="30000" dirty="0"/>
              <a:t>7</a:t>
            </a:r>
            <a:r>
              <a:rPr lang="en-US" dirty="0"/>
              <a:t> km</a:t>
            </a:r>
            <a:r>
              <a:rPr lang="en-US" baseline="30000" dirty="0"/>
              <a:t>2</a:t>
            </a:r>
            <a:r>
              <a:rPr lang="en-US" dirty="0"/>
              <a:t> of the earth’s surface is covered with grassland. </a:t>
            </a:r>
          </a:p>
          <a:p>
            <a:pPr lvl="1"/>
            <a:r>
              <a:rPr lang="en-US" dirty="0"/>
              <a:t>Limited grazing helps improve productivity but overgrazing leads to the degradation of land use.</a:t>
            </a:r>
          </a:p>
          <a:p>
            <a:r>
              <a:rPr lang="en-US" dirty="0"/>
              <a:t>Grasslands are </a:t>
            </a:r>
            <a:r>
              <a:rPr lang="en-US" dirty="0">
                <a:solidFill>
                  <a:srgbClr val="C00000"/>
                </a:solidFill>
              </a:rPr>
              <a:t>highly fertile </a:t>
            </a:r>
            <a:r>
              <a:rPr lang="en-US" dirty="0"/>
              <a:t>and have large amounts of organic compounds. </a:t>
            </a:r>
          </a:p>
          <a:p>
            <a:r>
              <a:rPr lang="en-US" dirty="0"/>
              <a:t>Grasslands are of the following types:</a:t>
            </a:r>
          </a:p>
          <a:p>
            <a:pPr lvl="1"/>
            <a:r>
              <a:rPr lang="en-US" dirty="0"/>
              <a:t>Temperate grassland</a:t>
            </a:r>
          </a:p>
          <a:p>
            <a:pPr lvl="1"/>
            <a:r>
              <a:rPr lang="en-US" dirty="0"/>
              <a:t>Tropical grassland </a:t>
            </a:r>
          </a:p>
          <a:p>
            <a:pPr lvl="1"/>
            <a:r>
              <a:rPr lang="en-US" dirty="0"/>
              <a:t>Polar grassland</a:t>
            </a:r>
          </a:p>
          <a:p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DDB828F-4328-8816-BBAB-CC108DBE5836}"/>
              </a:ext>
            </a:extLst>
          </p:cNvPr>
          <p:cNvGrpSpPr/>
          <p:nvPr/>
        </p:nvGrpSpPr>
        <p:grpSpPr>
          <a:xfrm>
            <a:off x="7192379" y="863444"/>
            <a:ext cx="4237621" cy="2569137"/>
            <a:chOff x="7192379" y="863444"/>
            <a:chExt cx="4237621" cy="2569137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83587CC5-D071-FFD6-5424-6FED11FD8C7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10568" b="11901"/>
            <a:stretch/>
          </p:blipFill>
          <p:spPr>
            <a:xfrm>
              <a:off x="7192379" y="863444"/>
              <a:ext cx="4237620" cy="2190750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7A4A7CB-13B0-C893-FF33-E040BD55F3AD}"/>
                </a:ext>
              </a:extLst>
            </p:cNvPr>
            <p:cNvSpPr/>
            <p:nvPr/>
          </p:nvSpPr>
          <p:spPr>
            <a:xfrm>
              <a:off x="7192380" y="3054194"/>
              <a:ext cx="4237620" cy="37838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Tropical Grassland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2A0F1930-48C2-C660-9802-29C7B91A4DC6}"/>
              </a:ext>
            </a:extLst>
          </p:cNvPr>
          <p:cNvGrpSpPr/>
          <p:nvPr/>
        </p:nvGrpSpPr>
        <p:grpSpPr>
          <a:xfrm>
            <a:off x="7192380" y="3715876"/>
            <a:ext cx="4237619" cy="2569137"/>
            <a:chOff x="7192380" y="3715876"/>
            <a:chExt cx="4237619" cy="2569137"/>
          </a:xfrm>
        </p:grpSpPr>
        <p:pic>
          <p:nvPicPr>
            <p:cNvPr id="1026" name="Picture 2" descr="Temperate grassland ecosystems - Earth@Home: Evolution">
              <a:extLst>
                <a:ext uri="{FF2B5EF4-FFF2-40B4-BE49-F238E27FC236}">
                  <a16:creationId xmlns:a16="http://schemas.microsoft.com/office/drawing/2014/main" id="{A9C73069-2169-92FE-2602-475DC8EBA3F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055" b="18414"/>
            <a:stretch/>
          </p:blipFill>
          <p:spPr bwMode="auto">
            <a:xfrm>
              <a:off x="7192380" y="3715876"/>
              <a:ext cx="4237619" cy="21907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B0766C8-8D3C-3441-1B39-16A71C272F05}"/>
                </a:ext>
              </a:extLst>
            </p:cNvPr>
            <p:cNvSpPr/>
            <p:nvPr/>
          </p:nvSpPr>
          <p:spPr>
            <a:xfrm>
              <a:off x="7192380" y="5906626"/>
              <a:ext cx="4237619" cy="37838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Temperate Grassland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62208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F945A-39CB-4A3F-8F48-6CF7245CD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c) Desert Ecosystem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D61EDB-2C20-4B72-8439-36EC557769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6411663" cy="5590565"/>
          </a:xfrm>
        </p:spPr>
        <p:txBody>
          <a:bodyPr/>
          <a:lstStyle/>
          <a:p>
            <a:r>
              <a:rPr lang="en-US" dirty="0"/>
              <a:t>These regions exist where evaporation exceeds precipitation. </a:t>
            </a:r>
          </a:p>
          <a:p>
            <a:pPr lvl="1"/>
            <a:r>
              <a:rPr lang="en-US" dirty="0"/>
              <a:t>Precipitation is less than 25 cm per year.</a:t>
            </a:r>
          </a:p>
          <a:p>
            <a:r>
              <a:rPr lang="en-US" dirty="0"/>
              <a:t>Deserts have few species and consist of </a:t>
            </a:r>
            <a:r>
              <a:rPr lang="en-US" dirty="0">
                <a:solidFill>
                  <a:srgbClr val="C00000"/>
                </a:solidFill>
              </a:rPr>
              <a:t>drought-resistant plants</a:t>
            </a:r>
            <a:r>
              <a:rPr lang="en-US" dirty="0"/>
              <a:t>. </a:t>
            </a:r>
          </a:p>
          <a:p>
            <a:r>
              <a:rPr lang="en-US" dirty="0"/>
              <a:t>The atmosphere is very dry. That’s why, desert soils get cool quickly, making nights colder.</a:t>
            </a:r>
          </a:p>
          <a:p>
            <a:r>
              <a:rPr lang="en-US" dirty="0"/>
              <a:t>Desert plants and animals have </a:t>
            </a:r>
            <a:r>
              <a:rPr lang="en-US" dirty="0">
                <a:solidFill>
                  <a:srgbClr val="C00000"/>
                </a:solidFill>
              </a:rPr>
              <a:t>adapted for the conservation of water</a:t>
            </a:r>
            <a:r>
              <a:rPr lang="en-US" dirty="0"/>
              <a:t>.</a:t>
            </a:r>
          </a:p>
          <a:p>
            <a:r>
              <a:rPr lang="en-US" dirty="0"/>
              <a:t>Deserts are of three types</a:t>
            </a:r>
            <a:r>
              <a:rPr lang="en-IN" dirty="0"/>
              <a:t>:</a:t>
            </a:r>
          </a:p>
          <a:p>
            <a:pPr marL="1001712" lvl="1" indent="-457200">
              <a:buFont typeface="+mj-lt"/>
              <a:buAutoNum type="arabicPeriod"/>
            </a:pPr>
            <a:r>
              <a:rPr lang="en-IN" dirty="0"/>
              <a:t>Tropical desert (Kutch, Sahara, Namibia, Thar)</a:t>
            </a:r>
          </a:p>
          <a:p>
            <a:pPr marL="1001712" lvl="1" indent="-457200">
              <a:buFont typeface="+mj-lt"/>
              <a:buAutoNum type="arabicPeriod"/>
            </a:pPr>
            <a:r>
              <a:rPr lang="en-US" dirty="0"/>
              <a:t>Temperate desert (Mojave, in S. California)</a:t>
            </a:r>
          </a:p>
          <a:p>
            <a:pPr marL="1001712" lvl="1" indent="-457200">
              <a:buFont typeface="+mj-lt"/>
              <a:buAutoNum type="arabicPeriod"/>
            </a:pPr>
            <a:r>
              <a:rPr lang="en-US" dirty="0"/>
              <a:t>Cold deserts (Gobi desert, in china)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68022A-2876-40AD-A9A2-35A79FCF36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2379" y="1162128"/>
            <a:ext cx="4237620" cy="219074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56A2A01-E646-464B-8DB4-135F47C7AE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2379" y="3899055"/>
            <a:ext cx="4237620" cy="2190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344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B1D1C-6DD5-07DE-437D-163DA9980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Aquatic Ecosystem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B709BC-6BB3-F13D-A467-E4FFE62915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Freshwater Ecosystem</a:t>
            </a:r>
          </a:p>
        </p:txBody>
      </p:sp>
    </p:spTree>
    <p:extLst>
      <p:ext uri="{BB962C8B-B14F-4D97-AF65-F5344CB8AC3E}">
        <p14:creationId xmlns:p14="http://schemas.microsoft.com/office/powerpoint/2010/main" val="14724672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4AFEC-F0FC-42D9-AE4A-6B1D978B8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Aquatic Ecosystem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559F20-3728-4E25-9EFA-D265BBAE50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79" y="836012"/>
            <a:ext cx="11929641" cy="5590565"/>
          </a:xfrm>
        </p:spPr>
        <p:txBody>
          <a:bodyPr/>
          <a:lstStyle/>
          <a:p>
            <a:pPr algn="l"/>
            <a:r>
              <a:rPr lang="en-IN" dirty="0"/>
              <a:t>Freshwater ecosystem is divided into subparts, lentic and lotic, on the basis weather the water body is stationary or moving. </a:t>
            </a:r>
            <a:endParaRPr lang="en-IN" dirty="0">
              <a:solidFill>
                <a:srgbClr val="C00000"/>
              </a:solidFill>
            </a:endParaRPr>
          </a:p>
          <a:p>
            <a:pPr algn="l"/>
            <a:endParaRPr lang="en-IN" dirty="0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4AEE5345-9EC1-46BF-E4C4-E5D202A4B38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86669446"/>
              </p:ext>
            </p:extLst>
          </p:nvPr>
        </p:nvGraphicFramePr>
        <p:xfrm>
          <a:off x="923027" y="1509623"/>
          <a:ext cx="9765102" cy="45893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587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5CC327F-BD3B-4B65-9F54-B53CB3D3C3F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graphicEl>
                                              <a:dgm id="{F5CC327F-BD3B-4B65-9F54-B53CB3D3C3F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9F3F731-0955-4394-BB9F-222F3550C02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graphicEl>
                                              <a:dgm id="{A9F3F731-0955-4394-BB9F-222F3550C02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674DFCAE-A645-4508-AFE5-500A208B3FF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>
                                            <p:graphicEl>
                                              <a:dgm id="{674DFCAE-A645-4508-AFE5-500A208B3FF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05DF2484-8621-4583-9650-CC40C75F861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>
                                            <p:graphicEl>
                                              <a:dgm id="{05DF2484-8621-4583-9650-CC40C75F861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9946896-B677-42E9-B1B2-285574F5E38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>
                                            <p:graphicEl>
                                              <a:dgm id="{B9946896-B677-42E9-B1B2-285574F5E38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7BD911E-D22C-4DAD-9FEA-0C19AAA40F9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">
                                            <p:graphicEl>
                                              <a:dgm id="{57BD911E-D22C-4DAD-9FEA-0C19AAA40F9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09373639-D967-4125-B424-263FA1AD10A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">
                                            <p:graphicEl>
                                              <a:dgm id="{09373639-D967-4125-B424-263FA1AD10A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67C9253-3500-44AD-ACC6-D7DE6651492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">
                                            <p:graphicEl>
                                              <a:dgm id="{167C9253-3500-44AD-ACC6-D7DE6651492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687175B3-9313-4B23-8247-E2D850422E5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">
                                            <p:graphicEl>
                                              <a:dgm id="{687175B3-9313-4B23-8247-E2D850422E5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D7C874A6-7C74-4ECD-AAA2-743F64CF794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">
                                            <p:graphicEl>
                                              <a:dgm id="{D7C874A6-7C74-4ECD-AAA2-743F64CF794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F914D90-A42F-4344-9B13-CC5A0C93312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">
                                            <p:graphicEl>
                                              <a:dgm id="{5F914D90-A42F-4344-9B13-CC5A0C93312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Graphic spid="5" grpId="0">
        <p:bldSub>
          <a:bldDgm bld="lvlOne"/>
        </p:bldSub>
      </p:bldGraphic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A5BF9-98BA-480C-BD56-9D368EB6E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a) Pond Ecosystem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AB4424-80D2-411B-86D1-6C4E10F1A9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98794" y="863444"/>
            <a:ext cx="4659896" cy="5590565"/>
          </a:xfrm>
        </p:spPr>
        <p:txBody>
          <a:bodyPr/>
          <a:lstStyle/>
          <a:p>
            <a:r>
              <a:rPr lang="en-IN" sz="2400" dirty="0"/>
              <a:t>It is a </a:t>
            </a:r>
            <a:r>
              <a:rPr lang="en-IN" sz="2400" dirty="0">
                <a:solidFill>
                  <a:srgbClr val="C00000"/>
                </a:solidFill>
              </a:rPr>
              <a:t>self-sufficient</a:t>
            </a:r>
            <a:r>
              <a:rPr lang="en-IN" sz="2400" dirty="0"/>
              <a:t> and </a:t>
            </a:r>
            <a:r>
              <a:rPr lang="en-IN" sz="2400" dirty="0">
                <a:solidFill>
                  <a:srgbClr val="C00000"/>
                </a:solidFill>
              </a:rPr>
              <a:t>self-regulating</a:t>
            </a:r>
            <a:r>
              <a:rPr lang="en-IN" sz="2400" dirty="0"/>
              <a:t> ecosystem. </a:t>
            </a:r>
          </a:p>
          <a:p>
            <a:r>
              <a:rPr lang="en-IN" sz="2400" dirty="0"/>
              <a:t>Location, size, depth, and substratum of a pond influence biology of the pond ecosystem.</a:t>
            </a:r>
          </a:p>
          <a:p>
            <a:r>
              <a:rPr lang="en-IN" dirty="0"/>
              <a:t>Ponds are exposed to tremendous anthropogenic activities (i.e. human activities).</a:t>
            </a:r>
          </a:p>
          <a:p>
            <a:pPr lvl="1"/>
            <a:r>
              <a:rPr lang="en-IN" dirty="0"/>
              <a:t>Washing clothes</a:t>
            </a:r>
          </a:p>
          <a:p>
            <a:pPr lvl="1"/>
            <a:r>
              <a:rPr lang="en-IN" dirty="0"/>
              <a:t>Bathing,</a:t>
            </a:r>
          </a:p>
          <a:p>
            <a:pPr lvl="1"/>
            <a:r>
              <a:rPr lang="en-IN" dirty="0"/>
              <a:t>Swimming,</a:t>
            </a:r>
          </a:p>
          <a:p>
            <a:pPr lvl="1"/>
            <a:r>
              <a:rPr lang="en-IN" dirty="0"/>
              <a:t>Cattle bathing, etc.</a:t>
            </a:r>
          </a:p>
          <a:p>
            <a:r>
              <a:rPr lang="en-IN" dirty="0"/>
              <a:t>Therefore it gets polluted.</a:t>
            </a:r>
          </a:p>
          <a:p>
            <a:endParaRPr lang="en-IN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8D97EE3-61A4-0E00-76BE-C2E71FF12F39}"/>
              </a:ext>
            </a:extLst>
          </p:cNvPr>
          <p:cNvGrpSpPr/>
          <p:nvPr/>
        </p:nvGrpSpPr>
        <p:grpSpPr>
          <a:xfrm>
            <a:off x="266699" y="3925449"/>
            <a:ext cx="3400426" cy="2528560"/>
            <a:chOff x="314324" y="3695700"/>
            <a:chExt cx="3400426" cy="252856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416273E-A521-8072-DEDD-43BC2D61A5C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4325" y="3695700"/>
              <a:ext cx="3400425" cy="2266950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3825A90-F322-FA3E-6096-313B39BEFBC8}"/>
                </a:ext>
              </a:extLst>
            </p:cNvPr>
            <p:cNvSpPr txBox="1"/>
            <p:nvPr/>
          </p:nvSpPr>
          <p:spPr>
            <a:xfrm>
              <a:off x="314324" y="5962650"/>
              <a:ext cx="3400425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050" dirty="0"/>
                <a:t>https://www.shutterstock.com/search/bathing-cattle-cattle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6983089-2689-C97E-EBFD-3939DD8C15E0}"/>
              </a:ext>
            </a:extLst>
          </p:cNvPr>
          <p:cNvGrpSpPr/>
          <p:nvPr/>
        </p:nvGrpSpPr>
        <p:grpSpPr>
          <a:xfrm>
            <a:off x="3831682" y="3925449"/>
            <a:ext cx="3402553" cy="2682448"/>
            <a:chOff x="3832747" y="3925449"/>
            <a:chExt cx="3402553" cy="2682448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941B078-E5C1-D6E9-54E0-12E867D49C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32748" y="3925449"/>
              <a:ext cx="3402552" cy="226695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13011AC-DB14-757D-0D69-60AB18C33204}"/>
                </a:ext>
              </a:extLst>
            </p:cNvPr>
            <p:cNvSpPr txBox="1"/>
            <p:nvPr/>
          </p:nvSpPr>
          <p:spPr>
            <a:xfrm>
              <a:off x="3832747" y="6192399"/>
              <a:ext cx="3400425" cy="4154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050" dirty="0"/>
                <a:t>https://www.sciencephoto.com/media/653965/view/a-woman-washing-clothes</a:t>
              </a:r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2B6B52DA-2AC8-7A24-3624-31464858261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86" t="10659" r="-486" b="-444"/>
          <a:stretch/>
        </p:blipFill>
        <p:spPr>
          <a:xfrm>
            <a:off x="1501734" y="820658"/>
            <a:ext cx="4659896" cy="2995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645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BD8AB-2DBC-4F44-B220-E4CC82A39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b) Lake Ecosystem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2C2C8E-BF00-4551-813F-4F3D95F3BE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6126745" cy="5590565"/>
          </a:xfrm>
        </p:spPr>
        <p:txBody>
          <a:bodyPr/>
          <a:lstStyle/>
          <a:p>
            <a:r>
              <a:rPr lang="en-IN" dirty="0"/>
              <a:t>Lakes are usually big freshwater bodies with standing water.</a:t>
            </a:r>
          </a:p>
          <a:p>
            <a:r>
              <a:rPr lang="en-IN" dirty="0"/>
              <a:t> The lake’s biological activities, is largely determined by the availability of light and oxygen.</a:t>
            </a:r>
          </a:p>
          <a:p>
            <a:r>
              <a:rPr lang="en-IN" dirty="0"/>
              <a:t>Important biological zones are namely: </a:t>
            </a:r>
          </a:p>
          <a:p>
            <a:pPr marL="1001712" lvl="1" indent="-457200">
              <a:buFont typeface="+mj-lt"/>
              <a:buAutoNum type="arabicPeriod"/>
            </a:pPr>
            <a:r>
              <a:rPr lang="en-IN" dirty="0"/>
              <a:t>Littoral zone: </a:t>
            </a:r>
          </a:p>
          <a:p>
            <a:pPr marL="1335087" lvl="2" indent="-457200"/>
            <a:r>
              <a:rPr lang="en-IN" dirty="0"/>
              <a:t>Zone of </a:t>
            </a:r>
            <a:r>
              <a:rPr lang="en-IN" dirty="0">
                <a:solidFill>
                  <a:srgbClr val="C00000"/>
                </a:solidFill>
              </a:rPr>
              <a:t>shallow water near a shore</a:t>
            </a:r>
            <a:r>
              <a:rPr lang="en-IN" dirty="0"/>
              <a:t>, in which rooted plants exist.</a:t>
            </a:r>
          </a:p>
          <a:p>
            <a:pPr marL="1001712" lvl="1" indent="-457200">
              <a:buFont typeface="+mj-lt"/>
              <a:buAutoNum type="arabicPeriod"/>
            </a:pPr>
            <a:r>
              <a:rPr lang="en-IN" dirty="0"/>
              <a:t>Euphotic zone: </a:t>
            </a:r>
          </a:p>
          <a:p>
            <a:pPr marL="1335087" lvl="2" indent="-457200"/>
            <a:r>
              <a:rPr lang="en-IN" dirty="0"/>
              <a:t>The </a:t>
            </a:r>
            <a:r>
              <a:rPr lang="en-IN" dirty="0">
                <a:solidFill>
                  <a:srgbClr val="C00000"/>
                </a:solidFill>
              </a:rPr>
              <a:t>upper layer </a:t>
            </a:r>
            <a:r>
              <a:rPr lang="en-IN" dirty="0"/>
              <a:t>through which </a:t>
            </a:r>
            <a:r>
              <a:rPr lang="en-IN" dirty="0">
                <a:solidFill>
                  <a:srgbClr val="C00000"/>
                </a:solidFill>
              </a:rPr>
              <a:t>sunlight can penetrate</a:t>
            </a:r>
            <a:r>
              <a:rPr lang="en-IN" dirty="0"/>
              <a:t>, in deep water main plant is algae (</a:t>
            </a:r>
            <a:r>
              <a:rPr lang="gu-IN" sz="1600" dirty="0"/>
              <a:t>લીલ</a:t>
            </a:r>
            <a:r>
              <a:rPr lang="en-IN" dirty="0"/>
              <a:t>).</a:t>
            </a:r>
          </a:p>
          <a:p>
            <a:pPr marL="1001712" lvl="1" indent="-457200">
              <a:buFont typeface="+mj-lt"/>
              <a:buAutoNum type="arabicPeriod"/>
            </a:pPr>
            <a:r>
              <a:rPr lang="en-IN" dirty="0"/>
              <a:t>Benthic zone: </a:t>
            </a:r>
          </a:p>
          <a:p>
            <a:pPr marL="1335087" lvl="2" indent="-457200"/>
            <a:r>
              <a:rPr lang="en-IN" dirty="0"/>
              <a:t>Part where the </a:t>
            </a:r>
            <a:r>
              <a:rPr lang="en-IN" dirty="0">
                <a:solidFill>
                  <a:srgbClr val="C00000"/>
                </a:solidFill>
              </a:rPr>
              <a:t>sediments of dead organism </a:t>
            </a:r>
            <a:r>
              <a:rPr lang="en-IN" dirty="0"/>
              <a:t>in lake gets deposited.</a:t>
            </a:r>
          </a:p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7AD0F4C-B8C6-10A8-953B-66C05AB7D1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1265" y="1776406"/>
            <a:ext cx="5396792" cy="3461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48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BD8AB-2DBC-4F44-B220-E4CC82A39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b) Lake Ecosystem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2C2C8E-BF00-4551-813F-4F3D95F3BE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1" y="863444"/>
            <a:ext cx="5964820" cy="5590565"/>
          </a:xfrm>
        </p:spPr>
        <p:txBody>
          <a:bodyPr/>
          <a:lstStyle/>
          <a:p>
            <a:pPr marL="0" indent="0" algn="l">
              <a:buNone/>
            </a:pPr>
            <a:r>
              <a:rPr lang="en-IN" b="1" u="sng" dirty="0"/>
              <a:t>Stratification in Lake</a:t>
            </a:r>
          </a:p>
          <a:p>
            <a:r>
              <a:rPr lang="en-IN" dirty="0"/>
              <a:t>Lakes show stratification based on temperature difference.</a:t>
            </a:r>
          </a:p>
          <a:p>
            <a:r>
              <a:rPr lang="en-IN" dirty="0"/>
              <a:t>During summer-time top water becomes warmer than the bottom layer, making  distinct layers;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dirty="0">
                <a:solidFill>
                  <a:srgbClr val="C00000"/>
                </a:solidFill>
              </a:rPr>
              <a:t>Epilimnion</a:t>
            </a:r>
            <a:r>
              <a:rPr lang="en-IN" dirty="0"/>
              <a:t>: warm, lighter, circulating top surface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dirty="0">
                <a:solidFill>
                  <a:srgbClr val="C00000"/>
                </a:solidFill>
              </a:rPr>
              <a:t>Thermocline</a:t>
            </a:r>
            <a:r>
              <a:rPr lang="en-IN" dirty="0"/>
              <a:t>: a sharp decrease in temperature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dirty="0">
                <a:solidFill>
                  <a:srgbClr val="C00000"/>
                </a:solidFill>
              </a:rPr>
              <a:t>Hypolimnion</a:t>
            </a:r>
            <a:r>
              <a:rPr lang="en-IN" dirty="0"/>
              <a:t>: cold, viscous, non-circulating bottom layer</a:t>
            </a:r>
          </a:p>
          <a:p>
            <a:pPr marL="914400" lvl="1" indent="-457200">
              <a:buFont typeface="+mj-lt"/>
              <a:buAutoNum type="arabicPeriod"/>
            </a:pP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78431C9-92F1-42B1-AD87-609147F1BA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3200" y="1373514"/>
            <a:ext cx="5295900" cy="4110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60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2ED34-6543-4CD3-9F06-520BD9335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c) River Ecosystem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AD3C69-8A69-46D2-AE0B-1790F021A2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Rivers is a large stream, that </a:t>
            </a:r>
            <a:r>
              <a:rPr lang="en-US" dirty="0"/>
              <a:t>flows downwards from highlands, through plains, and</a:t>
            </a:r>
            <a:r>
              <a:rPr lang="en-IN" dirty="0"/>
              <a:t> into sea.</a:t>
            </a:r>
          </a:p>
          <a:p>
            <a:pPr lvl="1"/>
            <a:r>
              <a:rPr lang="en-IN" dirty="0"/>
              <a:t>So, the river ecosystem shows a series of different conditions/stages.</a:t>
            </a:r>
          </a:p>
          <a:p>
            <a:r>
              <a:rPr lang="en-IN" dirty="0"/>
              <a:t>In the source stage, high land part (Origin)</a:t>
            </a:r>
          </a:p>
          <a:p>
            <a:pPr lvl="1"/>
            <a:r>
              <a:rPr lang="en-IN" dirty="0"/>
              <a:t>Water is cold &amp; clear. </a:t>
            </a:r>
          </a:p>
          <a:p>
            <a:pPr lvl="1"/>
            <a:r>
              <a:rPr lang="en-IN" dirty="0"/>
              <a:t>Flows with high velocity and high dissolved oxygen. </a:t>
            </a:r>
          </a:p>
          <a:p>
            <a:pPr lvl="1"/>
            <a:r>
              <a:rPr lang="en-IN" dirty="0"/>
              <a:t>Plants, in this phase, are attached to rocks/soil.</a:t>
            </a:r>
          </a:p>
          <a:p>
            <a:pPr lvl="1"/>
            <a:r>
              <a:rPr lang="en-IN" dirty="0"/>
              <a:t>Fishes are cold water &amp; high oxygen requiring (e.g. trout)</a:t>
            </a:r>
          </a:p>
          <a:p>
            <a:r>
              <a:rPr lang="en-IN" dirty="0"/>
              <a:t>In the transfer stage (second stage ), in plains having gentle slopes, </a:t>
            </a:r>
          </a:p>
          <a:p>
            <a:pPr lvl="1"/>
            <a:r>
              <a:rPr lang="en-IN" dirty="0"/>
              <a:t>The water is warmer, and supports the growth of the plant and less O</a:t>
            </a:r>
            <a:r>
              <a:rPr lang="en-IN" baseline="-25000" dirty="0"/>
              <a:t>2</a:t>
            </a:r>
            <a:r>
              <a:rPr lang="en-IN" dirty="0"/>
              <a:t> requiring fishes.</a:t>
            </a:r>
          </a:p>
          <a:p>
            <a:pPr lvl="1"/>
            <a:r>
              <a:rPr lang="en-IN" dirty="0"/>
              <a:t>This plain region is covered with soil so it gets eroded. </a:t>
            </a:r>
          </a:p>
          <a:p>
            <a:pPr lvl="1"/>
            <a:r>
              <a:rPr lang="en-IN" dirty="0"/>
              <a:t>So, Moving downstream in the plains, rivers shape the landforms.</a:t>
            </a:r>
          </a:p>
          <a:p>
            <a:r>
              <a:rPr lang="en-IN" dirty="0"/>
              <a:t>In the deposition stage (third stage ), </a:t>
            </a:r>
          </a:p>
          <a:p>
            <a:pPr lvl="1"/>
            <a:r>
              <a:rPr lang="en-IN" dirty="0"/>
              <a:t>water region is  very rich in </a:t>
            </a:r>
            <a:r>
              <a:rPr lang="en-IN" b="1" dirty="0"/>
              <a:t>bio-diversity</a:t>
            </a:r>
            <a:r>
              <a:rPr lang="en-IN" dirty="0"/>
              <a:t> (more types of species can be seen).</a:t>
            </a:r>
          </a:p>
          <a:p>
            <a:pPr lvl="1"/>
            <a:r>
              <a:rPr lang="en-IN" dirty="0"/>
              <a:t>The carry large amount of silt and create deltas before merging into the oceans.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09466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FF4C0450-C7C4-40D8-822B-A2405DEEE9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345" y="119897"/>
            <a:ext cx="10084206" cy="624887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CD1AE13-02AE-8388-161D-0BF00B6CCE1D}"/>
              </a:ext>
            </a:extLst>
          </p:cNvPr>
          <p:cNvSpPr txBox="1"/>
          <p:nvPr/>
        </p:nvSpPr>
        <p:spPr>
          <a:xfrm rot="890565">
            <a:off x="1796349" y="4463167"/>
            <a:ext cx="15658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Source Stage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6A4C719-8AB0-728C-B3FA-AC26DA572A40}"/>
              </a:ext>
            </a:extLst>
          </p:cNvPr>
          <p:cNvSpPr txBox="1"/>
          <p:nvPr/>
        </p:nvSpPr>
        <p:spPr>
          <a:xfrm rot="882282">
            <a:off x="7452670" y="5900817"/>
            <a:ext cx="17294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Deposition Stage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A70A661-017D-DBA4-6A9B-CA205F22FF36}"/>
              </a:ext>
            </a:extLst>
          </p:cNvPr>
          <p:cNvSpPr txBox="1"/>
          <p:nvPr/>
        </p:nvSpPr>
        <p:spPr>
          <a:xfrm rot="862005">
            <a:off x="4735919" y="5206068"/>
            <a:ext cx="16633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Transfer  Stage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CDCF149-5B87-3932-02B8-4C4C06CA643F}"/>
              </a:ext>
            </a:extLst>
          </p:cNvPr>
          <p:cNvSpPr txBox="1"/>
          <p:nvPr/>
        </p:nvSpPr>
        <p:spPr>
          <a:xfrm>
            <a:off x="9158555" y="2078788"/>
            <a:ext cx="2010061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IN" dirty="0"/>
              <a:t>Soil/silt carried by river get deposited at the meeting point of ocean and river.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260F897-D637-60D0-3372-BCDAB907F22F}"/>
              </a:ext>
            </a:extLst>
          </p:cNvPr>
          <p:cNvSpPr txBox="1"/>
          <p:nvPr/>
        </p:nvSpPr>
        <p:spPr>
          <a:xfrm>
            <a:off x="6086076" y="1429048"/>
            <a:ext cx="2251277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IN" dirty="0"/>
              <a:t>River taking its large form, and carries large amount of soil with it.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181E4C6-93B5-0077-0522-A17EA06892D9}"/>
              </a:ext>
            </a:extLst>
          </p:cNvPr>
          <p:cNvSpPr txBox="1"/>
          <p:nvPr/>
        </p:nvSpPr>
        <p:spPr>
          <a:xfrm>
            <a:off x="3778048" y="352425"/>
            <a:ext cx="1479752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IN" dirty="0"/>
              <a:t>Small streams generated on highland part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FF4FCED-5FB0-6243-9B77-0664F7CE7E1D}"/>
              </a:ext>
            </a:extLst>
          </p:cNvPr>
          <p:cNvCxnSpPr>
            <a:cxnSpLocks/>
            <a:stCxn id="21" idx="2"/>
          </p:cNvCxnSpPr>
          <p:nvPr/>
        </p:nvCxnSpPr>
        <p:spPr>
          <a:xfrm flipH="1">
            <a:off x="4086225" y="1275755"/>
            <a:ext cx="440480" cy="66734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CDA303E-C642-D87C-69E9-2D2F5FA996DA}"/>
              </a:ext>
            </a:extLst>
          </p:cNvPr>
          <p:cNvCxnSpPr>
            <a:cxnSpLocks/>
            <a:stCxn id="20" idx="2"/>
          </p:cNvCxnSpPr>
          <p:nvPr/>
        </p:nvCxnSpPr>
        <p:spPr>
          <a:xfrm flipH="1">
            <a:off x="6216448" y="2352378"/>
            <a:ext cx="1008627" cy="78824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6DA3BE2-F733-C0E2-E0D3-0DF9CBBEC383}"/>
              </a:ext>
            </a:extLst>
          </p:cNvPr>
          <p:cNvCxnSpPr>
            <a:cxnSpLocks/>
            <a:stCxn id="19" idx="2"/>
          </p:cNvCxnSpPr>
          <p:nvPr/>
        </p:nvCxnSpPr>
        <p:spPr>
          <a:xfrm flipH="1">
            <a:off x="10163586" y="3279117"/>
            <a:ext cx="11929" cy="144528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9060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6" grpId="0"/>
      <p:bldP spid="17" grpId="0"/>
      <p:bldP spid="19" grpId="0" animBg="1"/>
      <p:bldP spid="20" grpId="0" animBg="1"/>
      <p:bldP spid="21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B1D1C-6DD5-07DE-437D-163DA9980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Aquatic Ecosystem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B709BC-6BB3-F13D-A467-E4FFE62915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Marine Ecosystem</a:t>
            </a:r>
          </a:p>
        </p:txBody>
      </p:sp>
    </p:spTree>
    <p:extLst>
      <p:ext uri="{BB962C8B-B14F-4D97-AF65-F5344CB8AC3E}">
        <p14:creationId xmlns:p14="http://schemas.microsoft.com/office/powerpoint/2010/main" val="39793287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4AFEC-F0FC-42D9-AE4A-6B1D978B8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Aquatic Ecosystem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559F20-3728-4E25-9EFA-D265BBAE50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IN"/>
              <a:t>Marine ecosystem </a:t>
            </a:r>
            <a:r>
              <a:rPr lang="en-IN" dirty="0"/>
              <a:t>includes, ocean ecosystem and estuarine ecosystem. </a:t>
            </a:r>
            <a:endParaRPr lang="en-IN" dirty="0">
              <a:solidFill>
                <a:srgbClr val="C00000"/>
              </a:solidFill>
            </a:endParaRPr>
          </a:p>
          <a:p>
            <a:pPr algn="l"/>
            <a:endParaRPr lang="en-IN" dirty="0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02057A59-B636-9540-596D-DBE239047DF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90921983"/>
              </p:ext>
            </p:extLst>
          </p:nvPr>
        </p:nvGraphicFramePr>
        <p:xfrm>
          <a:off x="2594193" y="1613971"/>
          <a:ext cx="7738527" cy="36300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86724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5CC327F-BD3B-4B65-9F54-B53CB3D3C3F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graphicEl>
                                              <a:dgm id="{F5CC327F-BD3B-4B65-9F54-B53CB3D3C3F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9F3F731-0955-4394-BB9F-222F3550C02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graphicEl>
                                              <a:dgm id="{A9F3F731-0955-4394-BB9F-222F3550C02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674DFCAE-A645-4508-AFE5-500A208B3FF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>
                                            <p:graphicEl>
                                              <a:dgm id="{674DFCAE-A645-4508-AFE5-500A208B3FF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05DF2484-8621-4583-9650-CC40C75F861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>
                                            <p:graphicEl>
                                              <a:dgm id="{05DF2484-8621-4583-9650-CC40C75F861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9946896-B677-42E9-B1B2-285574F5E38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>
                                            <p:graphicEl>
                                              <a:dgm id="{B9946896-B677-42E9-B1B2-285574F5E38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Graphic spid="5" grpId="0">
        <p:bldSub>
          <a:bldDgm bld="lvlOne"/>
        </p:bldSub>
      </p:bldGraphic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E526F-E913-4EB1-AC12-A06ACC728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a) Ocean Ecosystem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FCB6CC-CCF3-4D6C-A153-20F9EA955C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6402785" cy="5590565"/>
          </a:xfrm>
        </p:spPr>
        <p:txBody>
          <a:bodyPr/>
          <a:lstStyle/>
          <a:p>
            <a:r>
              <a:rPr lang="en-US" dirty="0"/>
              <a:t>Ocean ecosystem covers around 70-75% of the earth’s surface, it represents the largest and most diverse ecosystem of all.</a:t>
            </a:r>
          </a:p>
          <a:p>
            <a:r>
              <a:rPr lang="en-US" dirty="0"/>
              <a:t>It plays </a:t>
            </a:r>
            <a:r>
              <a:rPr lang="en-US"/>
              <a:t>an important </a:t>
            </a:r>
            <a:r>
              <a:rPr lang="en-US" dirty="0"/>
              <a:t>role in the survival of 2,50,000 </a:t>
            </a:r>
            <a:r>
              <a:rPr lang="en-US"/>
              <a:t>marine species.</a:t>
            </a:r>
            <a:endParaRPr lang="en-US" dirty="0"/>
          </a:p>
          <a:p>
            <a:r>
              <a:rPr lang="en-US" dirty="0"/>
              <a:t>It also includes coral reef ecosystems.</a:t>
            </a:r>
          </a:p>
          <a:p>
            <a:r>
              <a:rPr lang="en-US" dirty="0"/>
              <a:t>Oceans have two major life zones.</a:t>
            </a:r>
          </a:p>
          <a:p>
            <a:pPr marL="1001712" lvl="1" indent="-457200">
              <a:buFont typeface="+mj-lt"/>
              <a:buAutoNum type="alphaLcParenR"/>
            </a:pPr>
            <a:r>
              <a:rPr lang="en-US" dirty="0"/>
              <a:t>Coastal zone: Shallow, relatively warm, ample sunlight</a:t>
            </a:r>
          </a:p>
          <a:p>
            <a:pPr marL="1001712" lvl="1" indent="-457200">
              <a:buFont typeface="+mj-lt"/>
              <a:buAutoNum type="alphaLcParenR"/>
            </a:pPr>
            <a:r>
              <a:rPr lang="en-US" dirty="0"/>
              <a:t>Open sea: Deeper part, away from the continental shelf.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8BD436-BB8F-46A6-84ED-73D4A6ECD4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5092" y="3282638"/>
            <a:ext cx="4133328" cy="309999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C68E431-6BB9-4F8A-BFFC-2A043E55F4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3592" y="1269357"/>
            <a:ext cx="2766874" cy="1923842"/>
          </a:xfrm>
          <a:prstGeom prst="rect">
            <a:avLst/>
          </a:prstGeom>
        </p:spPr>
      </p:pic>
      <p:pic>
        <p:nvPicPr>
          <p:cNvPr id="5122" name="Picture 2">
            <a:extLst>
              <a:ext uri="{FF2B5EF4-FFF2-40B4-BE49-F238E27FC236}">
                <a16:creationId xmlns:a16="http://schemas.microsoft.com/office/drawing/2014/main" id="{8D435689-0B67-46A9-BB2B-EC89F63E44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7148871" y="1074858"/>
            <a:ext cx="1736603" cy="2312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1022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F5B31-F2BA-4CB5-86B5-42C32CEA2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a) Ocean Ecosystem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6D4518-0516-42DB-A2D4-ABFF6EF22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Open sea is further divided vertically into three parts.</a:t>
            </a:r>
          </a:p>
          <a:p>
            <a:r>
              <a:rPr lang="en-US" dirty="0">
                <a:solidFill>
                  <a:srgbClr val="C00000"/>
                </a:solidFill>
              </a:rPr>
              <a:t>Euphotic zone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It is the zone up to which sunlight is observed.</a:t>
            </a:r>
          </a:p>
          <a:p>
            <a:pPr lvl="1"/>
            <a:r>
              <a:rPr lang="en-US" dirty="0"/>
              <a:t>As it receives an abundant(large) amount of sunlight, it shows </a:t>
            </a:r>
            <a:r>
              <a:rPr lang="en-US" b="1" dirty="0"/>
              <a:t>high photosynthetic activity</a:t>
            </a:r>
            <a:r>
              <a:rPr lang="en-US" dirty="0"/>
              <a:t>.</a:t>
            </a:r>
          </a:p>
          <a:p>
            <a:r>
              <a:rPr lang="en-US" dirty="0">
                <a:solidFill>
                  <a:srgbClr val="C00000"/>
                </a:solidFill>
              </a:rPr>
              <a:t>Benthic/bathyal zone</a:t>
            </a:r>
            <a:r>
              <a:rPr lang="en-US" dirty="0"/>
              <a:t>: Firm ground part at intermediate depth.</a:t>
            </a:r>
          </a:p>
          <a:p>
            <a:pPr lvl="1"/>
            <a:r>
              <a:rPr lang="en-US" dirty="0"/>
              <a:t>It is host to sand, silt, and decomposed material. </a:t>
            </a:r>
          </a:p>
          <a:p>
            <a:pPr lvl="1"/>
            <a:r>
              <a:rPr lang="en-US" dirty="0"/>
              <a:t>Starfishes, sponges can be observed here.</a:t>
            </a:r>
          </a:p>
          <a:p>
            <a:pPr lvl="1"/>
            <a:r>
              <a:rPr lang="en-US" dirty="0"/>
              <a:t>This region is cold (as not much light is observed in the zone). </a:t>
            </a:r>
          </a:p>
          <a:p>
            <a:r>
              <a:rPr lang="en-US" dirty="0">
                <a:solidFill>
                  <a:srgbClr val="C00000"/>
                </a:solidFill>
              </a:rPr>
              <a:t>Abyssal zone</a:t>
            </a:r>
            <a:r>
              <a:rPr lang="en-US" dirty="0"/>
              <a:t>: it is the deepest part of the ocean.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This zone is very cold and pressurized. </a:t>
            </a:r>
          </a:p>
          <a:p>
            <a:pPr lvl="1"/>
            <a:r>
              <a:rPr lang="en-IN" dirty="0"/>
              <a:t>As there is no sunlight, it has no primary source of energy. </a:t>
            </a:r>
          </a:p>
          <a:p>
            <a:pPr lvl="1"/>
            <a:r>
              <a:rPr lang="en-IN" dirty="0"/>
              <a:t>Here, small organism consumes H</a:t>
            </a:r>
            <a:r>
              <a:rPr lang="en-IN" sz="900" baseline="-25000" dirty="0"/>
              <a:t>2</a:t>
            </a:r>
            <a:r>
              <a:rPr lang="en-IN" dirty="0"/>
              <a:t>S and other minerals are produced by existence and movement of tectonic plate.</a:t>
            </a:r>
          </a:p>
        </p:txBody>
      </p:sp>
    </p:spTree>
    <p:extLst>
      <p:ext uri="{BB962C8B-B14F-4D97-AF65-F5344CB8AC3E}">
        <p14:creationId xmlns:p14="http://schemas.microsoft.com/office/powerpoint/2010/main" val="3653582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FE1616D-0148-4FD2-836C-637F0839C7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5355" y="248575"/>
            <a:ext cx="9701898" cy="57426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AB047A6-B9DD-4D89-BFDA-3A89A41A22C6}"/>
              </a:ext>
            </a:extLst>
          </p:cNvPr>
          <p:cNvSpPr txBox="1"/>
          <p:nvPr/>
        </p:nvSpPr>
        <p:spPr>
          <a:xfrm>
            <a:off x="4639865" y="5991225"/>
            <a:ext cx="291226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dirty="0"/>
              <a:t>Marine Ecosystem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2166D7-7527-4D24-9146-61CC22981A8C}"/>
              </a:ext>
            </a:extLst>
          </p:cNvPr>
          <p:cNvSpPr/>
          <p:nvPr/>
        </p:nvSpPr>
        <p:spPr>
          <a:xfrm>
            <a:off x="292963" y="442404"/>
            <a:ext cx="10644326" cy="1661604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b="1" dirty="0"/>
              <a:t>Euphotic Zone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4F064C0-F715-4969-BD11-F8E56C577AF9}"/>
              </a:ext>
            </a:extLst>
          </p:cNvPr>
          <p:cNvSpPr/>
          <p:nvPr/>
        </p:nvSpPr>
        <p:spPr>
          <a:xfrm>
            <a:off x="292963" y="2104009"/>
            <a:ext cx="10644326" cy="1661604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b="1" dirty="0"/>
              <a:t>Benthic Zone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C1D581A-A776-432F-A06C-3F83476A3D14}"/>
              </a:ext>
            </a:extLst>
          </p:cNvPr>
          <p:cNvSpPr/>
          <p:nvPr/>
        </p:nvSpPr>
        <p:spPr>
          <a:xfrm>
            <a:off x="292963" y="3765612"/>
            <a:ext cx="10644326" cy="1819922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b="1" dirty="0"/>
              <a:t>Abyssal Zone</a:t>
            </a:r>
          </a:p>
        </p:txBody>
      </p:sp>
    </p:spTree>
    <p:extLst>
      <p:ext uri="{BB962C8B-B14F-4D97-AF65-F5344CB8AC3E}">
        <p14:creationId xmlns:p14="http://schemas.microsoft.com/office/powerpoint/2010/main" val="2296396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821A8-FD0B-4762-93B7-1500541F0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b) Estuarine Ecosystem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5F28E2-726D-4753-B133-221BAC838A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3287386"/>
          </a:xfrm>
        </p:spPr>
        <p:txBody>
          <a:bodyPr/>
          <a:lstStyle/>
          <a:p>
            <a:r>
              <a:rPr lang="en-US" dirty="0"/>
              <a:t>An estuary</a:t>
            </a:r>
            <a:r>
              <a:rPr lang="gu-IN" dirty="0"/>
              <a:t> (</a:t>
            </a:r>
            <a:r>
              <a:rPr lang="gu-IN" sz="2000" dirty="0">
                <a:latin typeface="Lohit Gujarati" panose="020B0600000000000000" pitchFamily="34" charset="0"/>
                <a:cs typeface="Lohit Gujarati" panose="020B0600000000000000" pitchFamily="34" charset="0"/>
              </a:rPr>
              <a:t>એસટ્યૂઅરી</a:t>
            </a:r>
            <a:r>
              <a:rPr lang="gu-IN" dirty="0"/>
              <a:t>) </a:t>
            </a:r>
            <a:r>
              <a:rPr lang="en-US" dirty="0"/>
              <a:t>is a semi-closed coastal water body, which has free connection with sea.</a:t>
            </a:r>
          </a:p>
          <a:p>
            <a:r>
              <a:rPr lang="en-US" dirty="0"/>
              <a:t>It contains, </a:t>
            </a:r>
            <a:r>
              <a:rPr lang="en-US" b="1" dirty="0"/>
              <a:t>salt water mixed with fresh water </a:t>
            </a:r>
            <a:r>
              <a:rPr lang="en-US" dirty="0"/>
              <a:t>from the surrounding area. </a:t>
            </a:r>
          </a:p>
          <a:p>
            <a:r>
              <a:rPr lang="en-US" dirty="0"/>
              <a:t>It’s region (area) is strongly affected by tidal action.</a:t>
            </a:r>
          </a:p>
          <a:p>
            <a:r>
              <a:rPr lang="en-US" dirty="0"/>
              <a:t>Estuaries have rich biodiversity. </a:t>
            </a:r>
          </a:p>
          <a:p>
            <a:pPr lvl="1"/>
            <a:r>
              <a:rPr lang="en-US" dirty="0"/>
              <a:t>There are many migratory species of fish like </a:t>
            </a:r>
            <a:r>
              <a:rPr lang="en-US" dirty="0">
                <a:solidFill>
                  <a:srgbClr val="C00000"/>
                </a:solidFill>
              </a:rPr>
              <a:t>eels and salmon.</a:t>
            </a:r>
          </a:p>
          <a:p>
            <a:pPr lvl="1"/>
            <a:r>
              <a:rPr lang="en-US" dirty="0"/>
              <a:t>They live half of their life in fresh water and half in marine water. </a:t>
            </a:r>
          </a:p>
          <a:p>
            <a:pPr lvl="1"/>
            <a:r>
              <a:rPr lang="en-US" dirty="0"/>
              <a:t>Estuaries are ideal places for them to rest while migrating and get abundant amounts of food.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773C40-9B11-410D-88FC-EEE63D6E080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5" t="2082" r="970" b="3402"/>
          <a:stretch/>
        </p:blipFill>
        <p:spPr>
          <a:xfrm>
            <a:off x="628328" y="4150830"/>
            <a:ext cx="4747548" cy="2303179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CC0285B9-EF09-8E6E-1219-99A030F72B93}"/>
              </a:ext>
            </a:extLst>
          </p:cNvPr>
          <p:cNvGrpSpPr/>
          <p:nvPr/>
        </p:nvGrpSpPr>
        <p:grpSpPr>
          <a:xfrm>
            <a:off x="5864847" y="4306510"/>
            <a:ext cx="2080081" cy="1898567"/>
            <a:chOff x="5864847" y="4306510"/>
            <a:chExt cx="2080081" cy="1898567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EEF32F71-9FA5-4173-BDCF-6478A9C0E31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64847" y="4306510"/>
              <a:ext cx="2080081" cy="1512786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DB53341-7312-2FA7-0138-613EDADABFF4}"/>
                </a:ext>
              </a:extLst>
            </p:cNvPr>
            <p:cNvSpPr txBox="1"/>
            <p:nvPr/>
          </p:nvSpPr>
          <p:spPr>
            <a:xfrm>
              <a:off x="5864847" y="5835745"/>
              <a:ext cx="208008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/>
                <a:t>Eel</a:t>
              </a:r>
              <a:endParaRPr lang="en-IN" dirty="0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1B503089-E3EF-F173-602D-408724418AFF}"/>
              </a:ext>
            </a:extLst>
          </p:cNvPr>
          <p:cNvGrpSpPr/>
          <p:nvPr/>
        </p:nvGrpSpPr>
        <p:grpSpPr>
          <a:xfrm>
            <a:off x="8562739" y="4586868"/>
            <a:ext cx="3083511" cy="1375890"/>
            <a:chOff x="8562739" y="4586868"/>
            <a:chExt cx="3083511" cy="1375890"/>
          </a:xfrm>
        </p:grpSpPr>
        <p:pic>
          <p:nvPicPr>
            <p:cNvPr id="2050" name="Picture 2" descr="Atlantic salmon - Wikipedia">
              <a:extLst>
                <a:ext uri="{FF2B5EF4-FFF2-40B4-BE49-F238E27FC236}">
                  <a16:creationId xmlns:a16="http://schemas.microsoft.com/office/drawing/2014/main" id="{4F87BD80-252C-44E6-B74F-0FC770041AE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62739" y="4586868"/>
              <a:ext cx="3083511" cy="10065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0E712AC-8839-BAA5-5C10-96618567CCC7}"/>
                </a:ext>
              </a:extLst>
            </p:cNvPr>
            <p:cNvSpPr txBox="1"/>
            <p:nvPr/>
          </p:nvSpPr>
          <p:spPr>
            <a:xfrm>
              <a:off x="8562739" y="5593426"/>
              <a:ext cx="308351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/>
                <a:t>Salmon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80816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42CB6E6-02E9-4F0C-9385-1DB78871CB8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IN" dirty="0"/>
              <a:t>Environmental Studies (ES)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19C94DA6-3F72-487C-BA01-414DD612470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180943" y="6285358"/>
            <a:ext cx="3735998" cy="290081"/>
          </a:xfrm>
        </p:spPr>
        <p:txBody>
          <a:bodyPr/>
          <a:lstStyle/>
          <a:p>
            <a:r>
              <a:rPr lang="en-US" dirty="0"/>
              <a:t>arjun.chavada@darshan.ac.in</a:t>
            </a:r>
          </a:p>
          <a:p>
            <a:endParaRPr lang="en-US" dirty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CE391087-E7CD-40CA-A8D8-018E84C3286E}"/>
              </a:ext>
            </a:extLst>
          </p:cNvPr>
          <p:cNvSpPr txBox="1">
            <a:spLocks/>
          </p:cNvSpPr>
          <p:nvPr/>
        </p:nvSpPr>
        <p:spPr>
          <a:xfrm>
            <a:off x="2180943" y="6567919"/>
            <a:ext cx="3735998" cy="2900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/>
              <a:t>8200802523</a:t>
            </a:r>
          </a:p>
          <a:p>
            <a:endParaRPr lang="en-IN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16FA97FD-A8C4-4242-8F24-B82F4295BA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40112" y="5585069"/>
            <a:ext cx="3735998" cy="290081"/>
          </a:xfrm>
        </p:spPr>
        <p:txBody>
          <a:bodyPr/>
          <a:lstStyle/>
          <a:p>
            <a:r>
              <a:rPr lang="en-US" dirty="0"/>
              <a:t>Civil Engineering Department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FD5FE95-8E2D-4A50-B7FA-A3ECEAB269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" r="122"/>
          <a:stretch/>
        </p:blipFill>
        <p:spPr>
          <a:xfrm>
            <a:off x="349597" y="5206976"/>
            <a:ext cx="1353600" cy="1353600"/>
          </a:xfrm>
          <a:prstGeom prst="ellipse">
            <a:avLst/>
          </a:prstGeom>
        </p:spPr>
      </p:pic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AA9905D5-596B-4AAF-A682-AE09F7A525F8}"/>
              </a:ext>
            </a:extLst>
          </p:cNvPr>
          <p:cNvSpPr txBox="1">
            <a:spLocks/>
          </p:cNvSpPr>
          <p:nvPr/>
        </p:nvSpPr>
        <p:spPr>
          <a:xfrm>
            <a:off x="1840112" y="5342613"/>
            <a:ext cx="5581039" cy="2900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>
                <a:solidFill>
                  <a:srgbClr val="1D3064"/>
                </a:solidFill>
              </a:rPr>
              <a:t>Prof. Arjun Chavada </a:t>
            </a:r>
          </a:p>
        </p:txBody>
      </p:sp>
    </p:spTree>
    <p:extLst>
      <p:ext uri="{BB962C8B-B14F-4D97-AF65-F5344CB8AC3E}">
        <p14:creationId xmlns:p14="http://schemas.microsoft.com/office/powerpoint/2010/main" val="21153038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7322</TotalTime>
  <Words>1541</Words>
  <Application>Microsoft Office PowerPoint</Application>
  <PresentationFormat>Widescreen</PresentationFormat>
  <Paragraphs>224</Paragraphs>
  <Slides>29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8" baseType="lpstr">
      <vt:lpstr>Roboto Condensed Light</vt:lpstr>
      <vt:lpstr>Lohit Gujarati</vt:lpstr>
      <vt:lpstr>Wingdings 2</vt:lpstr>
      <vt:lpstr>Calibri</vt:lpstr>
      <vt:lpstr>Arial</vt:lpstr>
      <vt:lpstr>Wingdings</vt:lpstr>
      <vt:lpstr>Roboto Condensed</vt:lpstr>
      <vt:lpstr>Wingdings 3</vt:lpstr>
      <vt:lpstr>Office Theme</vt:lpstr>
      <vt:lpstr>Unit-2 Ecology and Ecosystem</vt:lpstr>
      <vt:lpstr>PowerPoint Presentation</vt:lpstr>
      <vt:lpstr>Introduction to Ecology &amp; Ecosystem</vt:lpstr>
      <vt:lpstr>Introduction</vt:lpstr>
      <vt:lpstr>Objective of ecology</vt:lpstr>
      <vt:lpstr>Objectives of Ecology</vt:lpstr>
      <vt:lpstr>Ecological Levels</vt:lpstr>
      <vt:lpstr>Classification of Ecology</vt:lpstr>
      <vt:lpstr>Classification of Ecology</vt:lpstr>
      <vt:lpstr>PowerPoint Presentation</vt:lpstr>
      <vt:lpstr>Terrestrial Ecosystem</vt:lpstr>
      <vt:lpstr>Terrestrial Ecosystem</vt:lpstr>
      <vt:lpstr>a) Forest Ecosystem</vt:lpstr>
      <vt:lpstr>b) Grassland Ecosystem</vt:lpstr>
      <vt:lpstr>c) Desert Ecosystem</vt:lpstr>
      <vt:lpstr>Aquatic Ecosystem</vt:lpstr>
      <vt:lpstr>Aquatic Ecosystem</vt:lpstr>
      <vt:lpstr>a) Pond Ecosystem</vt:lpstr>
      <vt:lpstr>b) Lake Ecosystem</vt:lpstr>
      <vt:lpstr>b) Lake Ecosystem</vt:lpstr>
      <vt:lpstr>c) River Ecosystem</vt:lpstr>
      <vt:lpstr>PowerPoint Presentation</vt:lpstr>
      <vt:lpstr>Aquatic Ecosystem</vt:lpstr>
      <vt:lpstr>Aquatic Ecosystem</vt:lpstr>
      <vt:lpstr>a) Ocean Ecosystem</vt:lpstr>
      <vt:lpstr>a) Ocean Ecosystem</vt:lpstr>
      <vt:lpstr>PowerPoint Presentation</vt:lpstr>
      <vt:lpstr>b) Estuarine Ecosystem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Arjun Chavada</cp:lastModifiedBy>
  <cp:revision>380</cp:revision>
  <dcterms:created xsi:type="dcterms:W3CDTF">2020-05-01T05:09:15Z</dcterms:created>
  <dcterms:modified xsi:type="dcterms:W3CDTF">2026-07-23T07:07:14Z</dcterms:modified>
</cp:coreProperties>
</file>