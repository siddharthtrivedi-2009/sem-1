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9"/>
  </p:notesMasterIdLst>
  <p:handoutMasterIdLst>
    <p:handoutMasterId r:id="rId130"/>
  </p:handoutMasterIdLst>
  <p:sldIdLst>
    <p:sldId id="865" r:id="rId2"/>
    <p:sldId id="265" r:id="rId3"/>
    <p:sldId id="1005" r:id="rId4"/>
    <p:sldId id="397" r:id="rId5"/>
    <p:sldId id="1006" r:id="rId6"/>
    <p:sldId id="269" r:id="rId7"/>
    <p:sldId id="1004" r:id="rId8"/>
    <p:sldId id="873" r:id="rId9"/>
    <p:sldId id="1003" r:id="rId10"/>
    <p:sldId id="382" r:id="rId11"/>
    <p:sldId id="800" r:id="rId12"/>
    <p:sldId id="877" r:id="rId13"/>
    <p:sldId id="1001" r:id="rId14"/>
    <p:sldId id="876" r:id="rId15"/>
    <p:sldId id="878" r:id="rId16"/>
    <p:sldId id="1002" r:id="rId17"/>
    <p:sldId id="879" r:id="rId18"/>
    <p:sldId id="880" r:id="rId19"/>
    <p:sldId id="881" r:id="rId20"/>
    <p:sldId id="882" r:id="rId21"/>
    <p:sldId id="883" r:id="rId22"/>
    <p:sldId id="884" r:id="rId23"/>
    <p:sldId id="885" r:id="rId24"/>
    <p:sldId id="886" r:id="rId25"/>
    <p:sldId id="887" r:id="rId26"/>
    <p:sldId id="888" r:id="rId27"/>
    <p:sldId id="889" r:id="rId28"/>
    <p:sldId id="890" r:id="rId29"/>
    <p:sldId id="967" r:id="rId30"/>
    <p:sldId id="736" r:id="rId31"/>
    <p:sldId id="891" r:id="rId32"/>
    <p:sldId id="1000" r:id="rId33"/>
    <p:sldId id="892" r:id="rId34"/>
    <p:sldId id="893" r:id="rId35"/>
    <p:sldId id="894" r:id="rId36"/>
    <p:sldId id="895" r:id="rId37"/>
    <p:sldId id="896" r:id="rId38"/>
    <p:sldId id="897" r:id="rId39"/>
    <p:sldId id="898" r:id="rId40"/>
    <p:sldId id="899" r:id="rId41"/>
    <p:sldId id="900" r:id="rId42"/>
    <p:sldId id="901" r:id="rId43"/>
    <p:sldId id="902" r:id="rId44"/>
    <p:sldId id="908" r:id="rId45"/>
    <p:sldId id="909" r:id="rId46"/>
    <p:sldId id="906" r:id="rId47"/>
    <p:sldId id="910" r:id="rId48"/>
    <p:sldId id="907" r:id="rId49"/>
    <p:sldId id="911" r:id="rId50"/>
    <p:sldId id="912" r:id="rId51"/>
    <p:sldId id="913" r:id="rId52"/>
    <p:sldId id="915" r:id="rId53"/>
    <p:sldId id="916" r:id="rId54"/>
    <p:sldId id="917" r:id="rId55"/>
    <p:sldId id="918" r:id="rId56"/>
    <p:sldId id="1009" r:id="rId57"/>
    <p:sldId id="919" r:id="rId58"/>
    <p:sldId id="921" r:id="rId59"/>
    <p:sldId id="922" r:id="rId60"/>
    <p:sldId id="923" r:id="rId61"/>
    <p:sldId id="924" r:id="rId62"/>
    <p:sldId id="925" r:id="rId63"/>
    <p:sldId id="926" r:id="rId64"/>
    <p:sldId id="927" r:id="rId65"/>
    <p:sldId id="929" r:id="rId66"/>
    <p:sldId id="930" r:id="rId67"/>
    <p:sldId id="931" r:id="rId68"/>
    <p:sldId id="932" r:id="rId69"/>
    <p:sldId id="945" r:id="rId70"/>
    <p:sldId id="946" r:id="rId71"/>
    <p:sldId id="949" r:id="rId72"/>
    <p:sldId id="948" r:id="rId73"/>
    <p:sldId id="928" r:id="rId74"/>
    <p:sldId id="933" r:id="rId75"/>
    <p:sldId id="937" r:id="rId76"/>
    <p:sldId id="934" r:id="rId77"/>
    <p:sldId id="935" r:id="rId78"/>
    <p:sldId id="938" r:id="rId79"/>
    <p:sldId id="939" r:id="rId80"/>
    <p:sldId id="940" r:id="rId81"/>
    <p:sldId id="996" r:id="rId82"/>
    <p:sldId id="942" r:id="rId83"/>
    <p:sldId id="943" r:id="rId84"/>
    <p:sldId id="944" r:id="rId85"/>
    <p:sldId id="951" r:id="rId86"/>
    <p:sldId id="950" r:id="rId87"/>
    <p:sldId id="952" r:id="rId88"/>
    <p:sldId id="953" r:id="rId89"/>
    <p:sldId id="954" r:id="rId90"/>
    <p:sldId id="955" r:id="rId91"/>
    <p:sldId id="956" r:id="rId92"/>
    <p:sldId id="957" r:id="rId93"/>
    <p:sldId id="958" r:id="rId94"/>
    <p:sldId id="959" r:id="rId95"/>
    <p:sldId id="960" r:id="rId96"/>
    <p:sldId id="961" r:id="rId97"/>
    <p:sldId id="962" r:id="rId98"/>
    <p:sldId id="964" r:id="rId99"/>
    <p:sldId id="965" r:id="rId100"/>
    <p:sldId id="968" r:id="rId101"/>
    <p:sldId id="969" r:id="rId102"/>
    <p:sldId id="970" r:id="rId103"/>
    <p:sldId id="971" r:id="rId104"/>
    <p:sldId id="972" r:id="rId105"/>
    <p:sldId id="973" r:id="rId106"/>
    <p:sldId id="974" r:id="rId107"/>
    <p:sldId id="977" r:id="rId108"/>
    <p:sldId id="976" r:id="rId109"/>
    <p:sldId id="975" r:id="rId110"/>
    <p:sldId id="978" r:id="rId111"/>
    <p:sldId id="979" r:id="rId112"/>
    <p:sldId id="980" r:id="rId113"/>
    <p:sldId id="981" r:id="rId114"/>
    <p:sldId id="982" r:id="rId115"/>
    <p:sldId id="983" r:id="rId116"/>
    <p:sldId id="984" r:id="rId117"/>
    <p:sldId id="999" r:id="rId118"/>
    <p:sldId id="998" r:id="rId119"/>
    <p:sldId id="997" r:id="rId120"/>
    <p:sldId id="985" r:id="rId121"/>
    <p:sldId id="987" r:id="rId122"/>
    <p:sldId id="989" r:id="rId123"/>
    <p:sldId id="990" r:id="rId124"/>
    <p:sldId id="994" r:id="rId125"/>
    <p:sldId id="995" r:id="rId126"/>
    <p:sldId id="993" r:id="rId127"/>
    <p:sldId id="264" r:id="rId128"/>
  </p:sldIdLst>
  <p:sldSz cx="12192000" cy="6858000"/>
  <p:notesSz cx="6858000" cy="9144000"/>
  <p:embeddedFontLst>
    <p:embeddedFont>
      <p:font typeface="Calibri" panose="020F0502020204030204" pitchFamily="34" charset="0"/>
      <p:regular r:id="rId131"/>
      <p:bold r:id="rId132"/>
      <p:italic r:id="rId133"/>
      <p:boldItalic r:id="rId134"/>
    </p:embeddedFont>
    <p:embeddedFont>
      <p:font typeface="Cambria" panose="02040503050406030204" pitchFamily="18" charset="0"/>
      <p:regular r:id="rId135"/>
      <p:bold r:id="rId136"/>
      <p:italic r:id="rId137"/>
      <p:boldItalic r:id="rId138"/>
    </p:embeddedFont>
    <p:embeddedFont>
      <p:font typeface="Cambria Math" panose="02040503050406030204" pitchFamily="18" charset="0"/>
      <p:regular r:id="rId139"/>
    </p:embeddedFont>
    <p:embeddedFont>
      <p:font typeface="Roboto Condensed" panose="02000000000000000000" pitchFamily="2" charset="0"/>
      <p:regular r:id="rId140"/>
      <p:bold r:id="rId141"/>
      <p:italic r:id="rId142"/>
      <p:boldItalic r:id="rId143"/>
    </p:embeddedFont>
    <p:embeddedFont>
      <p:font typeface="Roboto Condensed Light" panose="02000000000000000000" pitchFamily="2" charset="0"/>
      <p:regular r:id="rId144"/>
      <p:italic r:id="rId145"/>
    </p:embeddedFont>
    <p:embeddedFont>
      <p:font typeface="Wingdings 3" panose="05040102010807070707" pitchFamily="18" charset="2"/>
      <p:regular r:id="rId1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O2khL4Qg84gAzNr51XcAvQ==" hashData="Gu3psG2Uc+x+U9wGOYWtRhs+8BH5x6q4oyFN6BT1/r8ksS6ZJL0tv8LYxAOFj57stkcW3wGUW6SNY0ZRWAzsrg=="/>
  <p:extLst>
    <p:ext uri="{521415D9-36F7-43E2-AB2F-B90AF26B5E84}">
      <p14:sectionLst xmlns:p14="http://schemas.microsoft.com/office/powerpoint/2010/main">
        <p14:section name="Default Section" id="{A81347D2-2631-4CB4-A5EC-473D43A8C04E}">
          <p14:sldIdLst>
            <p14:sldId id="865"/>
            <p14:sldId id="265"/>
            <p14:sldId id="1005"/>
          </p14:sldIdLst>
        </p14:section>
        <p14:section name="M1: Linear Transformation" id="{31B4A59C-108B-4BA8-BE8D-A0FC9E83787C}">
          <p14:sldIdLst>
            <p14:sldId id="397"/>
            <p14:sldId id="1006"/>
            <p14:sldId id="269"/>
            <p14:sldId id="1004"/>
            <p14:sldId id="873"/>
            <p14:sldId id="1003"/>
            <p14:sldId id="382"/>
            <p14:sldId id="800"/>
            <p14:sldId id="877"/>
            <p14:sldId id="1001"/>
            <p14:sldId id="876"/>
            <p14:sldId id="878"/>
            <p14:sldId id="1002"/>
            <p14:sldId id="879"/>
            <p14:sldId id="880"/>
            <p14:sldId id="881"/>
            <p14:sldId id="882"/>
            <p14:sldId id="883"/>
            <p14:sldId id="884"/>
            <p14:sldId id="885"/>
          </p14:sldIdLst>
        </p14:section>
        <p14:section name="M2:Kernel, Range and Rank-Nullity Theorem" id="{BAD066B8-7505-469C-BA8A-6B7B983B79DE}">
          <p14:sldIdLst>
            <p14:sldId id="886"/>
            <p14:sldId id="887"/>
            <p14:sldId id="888"/>
            <p14:sldId id="889"/>
            <p14:sldId id="890"/>
            <p14:sldId id="967"/>
            <p14:sldId id="736"/>
            <p14:sldId id="891"/>
            <p14:sldId id="1000"/>
            <p14:sldId id="892"/>
            <p14:sldId id="893"/>
            <p14:sldId id="894"/>
            <p14:sldId id="895"/>
            <p14:sldId id="896"/>
            <p14:sldId id="897"/>
            <p14:sldId id="898"/>
            <p14:sldId id="899"/>
            <p14:sldId id="900"/>
            <p14:sldId id="901"/>
            <p14:sldId id="902"/>
            <p14:sldId id="908"/>
            <p14:sldId id="909"/>
            <p14:sldId id="906"/>
            <p14:sldId id="910"/>
            <p14:sldId id="907"/>
            <p14:sldId id="911"/>
            <p14:sldId id="912"/>
            <p14:sldId id="913"/>
            <p14:sldId id="915"/>
            <p14:sldId id="916"/>
            <p14:sldId id="917"/>
            <p14:sldId id="918"/>
            <p14:sldId id="1009"/>
            <p14:sldId id="919"/>
            <p14:sldId id="921"/>
            <p14:sldId id="922"/>
            <p14:sldId id="923"/>
          </p14:sldIdLst>
        </p14:section>
        <p14:section name="M3:Matrix Representation of a Linear Transformation" id="{AC7E63F2-2FC8-446F-88F0-20EB5ACCE13B}">
          <p14:sldIdLst>
            <p14:sldId id="924"/>
            <p14:sldId id="925"/>
            <p14:sldId id="926"/>
            <p14:sldId id="927"/>
            <p14:sldId id="929"/>
            <p14:sldId id="930"/>
            <p14:sldId id="931"/>
            <p14:sldId id="932"/>
            <p14:sldId id="945"/>
            <p14:sldId id="946"/>
            <p14:sldId id="949"/>
            <p14:sldId id="948"/>
            <p14:sldId id="928"/>
            <p14:sldId id="933"/>
            <p14:sldId id="937"/>
            <p14:sldId id="934"/>
            <p14:sldId id="935"/>
            <p14:sldId id="938"/>
            <p14:sldId id="939"/>
            <p14:sldId id="940"/>
            <p14:sldId id="996"/>
            <p14:sldId id="942"/>
            <p14:sldId id="943"/>
            <p14:sldId id="944"/>
            <p14:sldId id="951"/>
            <p14:sldId id="950"/>
            <p14:sldId id="952"/>
            <p14:sldId id="953"/>
            <p14:sldId id="954"/>
            <p14:sldId id="955"/>
            <p14:sldId id="956"/>
            <p14:sldId id="957"/>
            <p14:sldId id="958"/>
            <p14:sldId id="959"/>
          </p14:sldIdLst>
        </p14:section>
        <p14:section name="M4:Change of Basis" id="{9044CC8E-323D-438B-AE81-3EEA394671F9}">
          <p14:sldIdLst>
            <p14:sldId id="960"/>
            <p14:sldId id="961"/>
            <p14:sldId id="962"/>
            <p14:sldId id="964"/>
            <p14:sldId id="965"/>
            <p14:sldId id="968"/>
            <p14:sldId id="969"/>
            <p14:sldId id="970"/>
            <p14:sldId id="971"/>
            <p14:sldId id="972"/>
            <p14:sldId id="973"/>
            <p14:sldId id="974"/>
            <p14:sldId id="977"/>
            <p14:sldId id="976"/>
            <p14:sldId id="975"/>
            <p14:sldId id="978"/>
            <p14:sldId id="979"/>
          </p14:sldIdLst>
        </p14:section>
        <p14:section name="M5:Similarity of Matrices" id="{3134B56D-1DEC-432F-B25A-CEED329F0E59}">
          <p14:sldIdLst>
            <p14:sldId id="980"/>
            <p14:sldId id="981"/>
            <p14:sldId id="982"/>
            <p14:sldId id="983"/>
            <p14:sldId id="984"/>
            <p14:sldId id="999"/>
            <p14:sldId id="998"/>
            <p14:sldId id="997"/>
            <p14:sldId id="985"/>
            <p14:sldId id="987"/>
            <p14:sldId id="989"/>
            <p14:sldId id="990"/>
            <p14:sldId id="994"/>
            <p14:sldId id="995"/>
            <p14:sldId id="993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3940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  <p15:guide id="5" pos="40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0233"/>
    <a:srgbClr val="D81A60"/>
    <a:srgbClr val="3A729A"/>
    <a:srgbClr val="FF0000"/>
    <a:srgbClr val="616161"/>
    <a:srgbClr val="00B0F0"/>
    <a:srgbClr val="002060"/>
    <a:srgbClr val="CE5151"/>
    <a:srgbClr val="3A4A6A"/>
    <a:srgbClr val="354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73" autoAdjust="0"/>
    <p:restoredTop sz="95033" autoAdjust="0"/>
  </p:normalViewPr>
  <p:slideViewPr>
    <p:cSldViewPr snapToGrid="0">
      <p:cViewPr varScale="1">
        <p:scale>
          <a:sx n="62" d="100"/>
          <a:sy n="62" d="100"/>
        </p:scale>
        <p:origin x="704" y="52"/>
      </p:cViewPr>
      <p:guideLst>
        <p:guide orient="horz" pos="2160"/>
        <p:guide pos="3840"/>
        <p:guide pos="3940"/>
        <p:guide orient="horz" pos="2260"/>
        <p:guide pos="4040"/>
      </p:guideLst>
    </p:cSldViewPr>
  </p:slideViewPr>
  <p:outlineViewPr>
    <p:cViewPr>
      <p:scale>
        <a:sx n="33" d="100"/>
        <a:sy n="33" d="100"/>
      </p:scale>
      <p:origin x="0" y="-35476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45" d="100"/>
          <a:sy n="45" d="100"/>
        </p:scale>
        <p:origin x="2760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font" Target="fonts/font8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theme" Target="theme/theme1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font" Target="fonts/font4.fntdata"/><Relationship Id="rId139" Type="http://schemas.openxmlformats.org/officeDocument/2006/relationships/font" Target="fonts/font9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font" Target="fonts/font10.fntdata"/><Relationship Id="rId145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handoutMaster" Target="handoutMasters/handoutMaster1.xml"/><Relationship Id="rId135" Type="http://schemas.openxmlformats.org/officeDocument/2006/relationships/font" Target="fonts/font5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font" Target="fonts/font11.fntdata"/><Relationship Id="rId146" Type="http://schemas.openxmlformats.org/officeDocument/2006/relationships/font" Target="fonts/font16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font" Target="fonts/font1.fntdata"/><Relationship Id="rId136" Type="http://schemas.openxmlformats.org/officeDocument/2006/relationships/font" Target="fonts/font6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font" Target="fonts/font12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font" Target="fonts/font2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font" Target="fonts/font13.fntdata"/><Relationship Id="rId14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font" Target="fonts/font3.fntdata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font" Target="fonts/font14.fntdata"/><Relationship Id="rId90" Type="http://schemas.openxmlformats.org/officeDocument/2006/relationships/slide" Target="slides/slide8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691E0-E0E7-464F-892B-71ACC2518A4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3689D-5810-4E66-9D5F-1657D824C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960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11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openxmlformats.org/officeDocument/2006/relationships/image" Target="../media/image11.jpeg"/><Relationship Id="rId4" Type="http://schemas.openxmlformats.org/officeDocument/2006/relationships/image" Target="../media/image7.png"/><Relationship Id="rId9" Type="http://schemas.openxmlformats.org/officeDocument/2006/relationships/image" Target="../media/image15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595977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Dhara D. Bhut</a:t>
            </a: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976258" y="6604000"/>
            <a:ext cx="4239482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#2601HS101 (Mathematics – 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3 – Linear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1306942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lnSpc>
                <a:spcPct val="130000"/>
              </a:lnSpc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809625" indent="-352425" algn="just">
              <a:lnSpc>
                <a:spcPct val="130000"/>
              </a:lnSpc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lnSpc>
                <a:spcPct val="130000"/>
              </a:lnSpc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lnSpc>
                <a:spcPct val="130000"/>
              </a:lnSpc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lnSpc>
                <a:spcPct val="130000"/>
              </a:lnSpc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933652" y="6604000"/>
            <a:ext cx="432469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#2601HS101 (Mathematics – 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3 – Linear Transformation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8C194910-12B7-2BBF-1EC4-3672500B06A7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Dhara D. Bhut</a:t>
            </a:r>
          </a:p>
        </p:txBody>
      </p:sp>
    </p:spTree>
    <p:extLst>
      <p:ext uri="{BB962C8B-B14F-4D97-AF65-F5344CB8AC3E}">
        <p14:creationId xmlns:p14="http://schemas.microsoft.com/office/powerpoint/2010/main" val="529939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933652" y="6604000"/>
            <a:ext cx="432469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#2601HS101 (Mathematics – 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3 – Linear Transformation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5DA675C3-888F-9122-3211-36EA6DC21268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Dhara D. Bhut</a:t>
            </a:r>
          </a:p>
        </p:txBody>
      </p:sp>
    </p:spTree>
    <p:extLst>
      <p:ext uri="{BB962C8B-B14F-4D97-AF65-F5344CB8AC3E}">
        <p14:creationId xmlns:p14="http://schemas.microsoft.com/office/powerpoint/2010/main" val="3385785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49" y="2578895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7790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933652" y="6604000"/>
            <a:ext cx="432469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#2601HS101 (Mathematics – 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3 – Linear Transformation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E1F77F27-D486-D71C-AD3E-96926A34C096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Dhara D. Bhut</a:t>
            </a:r>
          </a:p>
        </p:txBody>
      </p:sp>
    </p:spTree>
    <p:extLst>
      <p:ext uri="{BB962C8B-B14F-4D97-AF65-F5344CB8AC3E}">
        <p14:creationId xmlns:p14="http://schemas.microsoft.com/office/powerpoint/2010/main" val="4185281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933652" y="6604000"/>
            <a:ext cx="432469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#2601HS101 (Mathematics – 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3 – Linear Transformation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F49C2F8F-8BA7-8DD7-7BA7-0267CF1EA757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Dhara D. Bhut</a:t>
            </a:r>
          </a:p>
        </p:txBody>
      </p:sp>
    </p:spTree>
    <p:extLst>
      <p:ext uri="{BB962C8B-B14F-4D97-AF65-F5344CB8AC3E}">
        <p14:creationId xmlns:p14="http://schemas.microsoft.com/office/powerpoint/2010/main" val="1879831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31179" y="6000405"/>
            <a:ext cx="1649043" cy="501287"/>
            <a:chOff x="10721798" y="852808"/>
            <a:chExt cx="1339023" cy="40704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933652" y="6604000"/>
            <a:ext cx="432469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#2601HS101 (Mathematics – 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3 – Linear Transformation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D8C96481-BEAA-07A1-F5D4-ED7998B92E88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Dhara D. Bhut</a:t>
            </a:r>
          </a:p>
        </p:txBody>
      </p:sp>
    </p:spTree>
    <p:extLst>
      <p:ext uri="{BB962C8B-B14F-4D97-AF65-F5344CB8AC3E}">
        <p14:creationId xmlns:p14="http://schemas.microsoft.com/office/powerpoint/2010/main" val="3620674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4779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7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5C24A8B-C009-4A74-9481-67BB67CA49B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946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CFBA18-DBB7-4232-9BDC-C0D95AE93AF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784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E75AD4F-9BB9-4005-AB78-4A6D388A4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957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64C355-848F-46E4-BB2A-EA2EE69FEBA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593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36D56FE-CA91-4481-9096-27448303AC2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457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61853C-B15A-4153-A982-7E7EB1213BC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101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76521A-C815-4A64-A047-CE405ED0E59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4997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31765DD-2E04-4EE4-AFB7-43E328823E6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98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Placeholder 2">
                <a:extLst>
                  <a:ext uri="{FF2B5EF4-FFF2-40B4-BE49-F238E27FC236}">
                    <a16:creationId xmlns:a16="http://schemas.microsoft.com/office/drawing/2014/main" id="{070A7F06-98AB-45B4-A79D-A6DF8C25DC8E}"/>
                  </a:ext>
                </a:extLst>
              </p:cNvPr>
              <p:cNvSpPr>
                <a:spLocks noGrp="1"/>
              </p:cNvSpPr>
              <p:nvPr>
                <p:ph type="body" sz="quarter" idx="16" hasCustomPrompt="1"/>
              </p:nvPr>
            </p:nvSpPr>
            <p:spPr>
              <a:xfrm>
                <a:off x="2581756" y="20384"/>
                <a:ext cx="4646358" cy="734653"/>
              </a:xfrm>
            </p:spPr>
            <p:txBody>
              <a:bodyPr anchor="ctr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n-US" sz="1800" b="0" kern="1200" dirty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en-US" dirty="0"/>
                  <a:t>B.Tech.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1</a:t>
                </a:r>
                <a:r>
                  <a:rPr lang="en-US" baseline="30000" dirty="0"/>
                  <a:t>st</a:t>
                </a:r>
                <a:r>
                  <a:rPr lang="en-US" dirty="0"/>
                  <a:t> Semester</a:t>
                </a:r>
              </a:p>
              <a:p>
                <a:pPr>
                  <a:lnSpc>
                    <a:spcPct val="125000"/>
                  </a:lnSpc>
                </a:pPr>
                <a:r>
                  <a:rPr lang="en-US" b="1" dirty="0"/>
                  <a:t>Mathematics – I (</a:t>
                </a:r>
                <a:r>
                  <a:rPr lang="en-US" dirty="0"/>
                  <a:t>2601HS101</a:t>
                </a:r>
                <a:r>
                  <a:rPr lang="en-US" b="1" dirty="0"/>
                  <a:t>)</a:t>
                </a:r>
              </a:p>
            </p:txBody>
          </p:sp>
        </mc:Choice>
        <mc:Fallback xmlns="">
          <p:sp>
            <p:nvSpPr>
              <p:cNvPr id="24" name="Text Placeholder 2">
                <a:extLst>
                  <a:ext uri="{FF2B5EF4-FFF2-40B4-BE49-F238E27FC236}">
                    <a16:creationId xmlns:a16="http://schemas.microsoft.com/office/drawing/2014/main" id="{070A7F06-98AB-45B4-A79D-A6DF8C25DC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 hasCustomPrompt="1"/>
              </p:nvPr>
            </p:nvSpPr>
            <p:spPr>
              <a:xfrm>
                <a:off x="2581756" y="20384"/>
                <a:ext cx="4646358" cy="734653"/>
              </a:xfrm>
              <a:blipFill>
                <a:blip r:embed="rId8"/>
                <a:stretch>
                  <a:fillRect b="-99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97C683-EAB4-6ADD-9381-368BA447F26B}"/>
              </a:ext>
            </a:extLst>
          </p:cNvPr>
          <p:cNvSpPr txBox="1"/>
          <p:nvPr userDrawn="1"/>
        </p:nvSpPr>
        <p:spPr>
          <a:xfrm>
            <a:off x="1837677" y="5486461"/>
            <a:ext cx="33377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600" dirty="0"/>
              <a:t>Department of Humanities and Science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68F776-DD3A-5723-355F-F87A08DF1D7E}"/>
              </a:ext>
            </a:extLst>
          </p:cNvPr>
          <p:cNvSpPr txBox="1"/>
          <p:nvPr userDrawn="1"/>
        </p:nvSpPr>
        <p:spPr>
          <a:xfrm>
            <a:off x="1837677" y="5192737"/>
            <a:ext cx="4514377" cy="3385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vl="0" indent="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b="1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/>
              <a:t>Prof. Dhara D. Bhut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B9045B-FE68-68A5-3907-E3F2B9D2420B}"/>
              </a:ext>
            </a:extLst>
          </p:cNvPr>
          <p:cNvSpPr txBox="1"/>
          <p:nvPr userDrawn="1"/>
        </p:nvSpPr>
        <p:spPr>
          <a:xfrm>
            <a:off x="2181814" y="6147096"/>
            <a:ext cx="2281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dhara.bhut</a:t>
            </a:r>
            <a:r>
              <a:rPr lang="en-IN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@darshan.ac.in</a:t>
            </a:r>
            <a:endParaRPr lang="en-US" sz="1600" b="0" kern="1200" baseline="0" dirty="0">
              <a:solidFill>
                <a:schemeClr val="tx1"/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E5E0DB-2588-D4A3-1D89-A3BFA8B68781}"/>
              </a:ext>
            </a:extLst>
          </p:cNvPr>
          <p:cNvSpPr txBox="1"/>
          <p:nvPr userDrawn="1"/>
        </p:nvSpPr>
        <p:spPr>
          <a:xfrm>
            <a:off x="2163043" y="6416379"/>
            <a:ext cx="15712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lvl="0">
              <a:defRPr sz="1600" b="0" baseline="0">
                <a:latin typeface="Roboto Condensed Light" panose="02000000000000000000" pitchFamily="2" charset="0"/>
                <a:ea typeface="Roboto Condensed Light" panose="02000000000000000000" pitchFamily="2" charset="0"/>
              </a:defRPr>
            </a:lvl1pPr>
          </a:lstStyle>
          <a:p>
            <a:pPr lvl="0"/>
            <a:r>
              <a:rPr lang="en-US" dirty="0"/>
              <a:t>+91 96241 09205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508DFA-7DAD-F6A9-8672-78E5F608A83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1861" y="1545933"/>
            <a:ext cx="2976891" cy="297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44A518A-BE68-4048-BDCB-77578CB5723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949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48CBD5-99BA-4017-857A-5ED400F436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421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2800" b="1" dirty="0">
                <a:solidFill>
                  <a:srgbClr val="FF0000"/>
                </a:solidFill>
              </a:rPr>
              <a:t>Outline of Unit 1</a:t>
            </a:r>
          </a:p>
          <a:p>
            <a:pPr>
              <a:lnSpc>
                <a:spcPct val="125000"/>
              </a:lnSpc>
            </a:pPr>
            <a:endParaRPr lang="en-US" sz="2800" b="1" dirty="0">
              <a:solidFill>
                <a:srgbClr val="FF0000"/>
              </a:solidFill>
            </a:endParaRPr>
          </a:p>
          <a:p>
            <a:pPr lvl="2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684" r:id="rId18"/>
    <p:sldLayoutId id="2147483711" r:id="rId19"/>
    <p:sldLayoutId id="2147483712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10.png"/><Relationship Id="rId7" Type="http://schemas.openxmlformats.org/officeDocument/2006/relationships/image" Target="../media/image24.png"/><Relationship Id="rId2" Type="http://schemas.openxmlformats.org/officeDocument/2006/relationships/image" Target="../media/image18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10.png"/><Relationship Id="rId5" Type="http://schemas.openxmlformats.org/officeDocument/2006/relationships/image" Target="../media/image23.png"/><Relationship Id="rId4" Type="http://schemas.openxmlformats.org/officeDocument/2006/relationships/image" Target="../media/image2210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0.png"/><Relationship Id="rId2" Type="http://schemas.openxmlformats.org/officeDocument/2006/relationships/image" Target="../media/image29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9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49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8.png"/><Relationship Id="rId2" Type="http://schemas.openxmlformats.org/officeDocument/2006/relationships/image" Target="../media/image39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microsoft.com/office/2007/relationships/hdphoto" Target="../media/hdphoto3.wdp"/><Relationship Id="rId5" Type="http://schemas.openxmlformats.org/officeDocument/2006/relationships/image" Target="../media/image42.png"/><Relationship Id="rId15" Type="http://schemas.openxmlformats.org/officeDocument/2006/relationships/image" Target="../media/image50.png"/><Relationship Id="rId10" Type="http://schemas.openxmlformats.org/officeDocument/2006/relationships/image" Target="../media/image3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47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10.png"/><Relationship Id="rId3" Type="http://schemas.openxmlformats.org/officeDocument/2006/relationships/image" Target="../media/image4310.png"/><Relationship Id="rId7" Type="http://schemas.openxmlformats.org/officeDocument/2006/relationships/image" Target="../media/image4710.png"/><Relationship Id="rId2" Type="http://schemas.openxmlformats.org/officeDocument/2006/relationships/image" Target="../media/image42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11.png"/><Relationship Id="rId11" Type="http://schemas.microsoft.com/office/2007/relationships/hdphoto" Target="../media/hdphoto3.wdp"/><Relationship Id="rId5" Type="http://schemas.openxmlformats.org/officeDocument/2006/relationships/image" Target="../media/image4510.png"/><Relationship Id="rId10" Type="http://schemas.openxmlformats.org/officeDocument/2006/relationships/image" Target="../media/image32.png"/><Relationship Id="rId4" Type="http://schemas.openxmlformats.org/officeDocument/2006/relationships/image" Target="../media/image4410.png"/><Relationship Id="rId9" Type="http://schemas.openxmlformats.org/officeDocument/2006/relationships/image" Target="../media/image49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7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6.png"/><Relationship Id="rId2" Type="http://schemas.openxmlformats.org/officeDocument/2006/relationships/image" Target="../media/image39.png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microsoft.com/office/2007/relationships/hdphoto" Target="../media/hdphoto3.wdp"/><Relationship Id="rId5" Type="http://schemas.openxmlformats.org/officeDocument/2006/relationships/image" Target="../media/image61.png"/><Relationship Id="rId15" Type="http://schemas.openxmlformats.org/officeDocument/2006/relationships/image" Target="../media/image69.png"/><Relationship Id="rId10" Type="http://schemas.openxmlformats.org/officeDocument/2006/relationships/image" Target="../media/image32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6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10.png"/><Relationship Id="rId3" Type="http://schemas.openxmlformats.org/officeDocument/2006/relationships/image" Target="../media/image5611.png"/><Relationship Id="rId7" Type="http://schemas.openxmlformats.org/officeDocument/2006/relationships/image" Target="../media/image5710.png"/><Relationship Id="rId2" Type="http://schemas.openxmlformats.org/officeDocument/2006/relationships/image" Target="../media/image42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11.png"/><Relationship Id="rId11" Type="http://schemas.microsoft.com/office/2007/relationships/hdphoto" Target="../media/hdphoto3.wdp"/><Relationship Id="rId5" Type="http://schemas.openxmlformats.org/officeDocument/2006/relationships/image" Target="../media/image5610.png"/><Relationship Id="rId10" Type="http://schemas.openxmlformats.org/officeDocument/2006/relationships/image" Target="../media/image32.png"/><Relationship Id="rId4" Type="http://schemas.openxmlformats.org/officeDocument/2006/relationships/image" Target="../media/image4410.png"/><Relationship Id="rId9" Type="http://schemas.openxmlformats.org/officeDocument/2006/relationships/image" Target="../media/image49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10.png"/><Relationship Id="rId3" Type="http://schemas.openxmlformats.org/officeDocument/2006/relationships/image" Target="../media/image71.png"/><Relationship Id="rId7" Type="http://schemas.openxmlformats.org/officeDocument/2006/relationships/image" Target="../media/image6410.png"/><Relationship Id="rId2" Type="http://schemas.openxmlformats.org/officeDocument/2006/relationships/image" Target="../media/image59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10.png"/><Relationship Id="rId5" Type="http://schemas.openxmlformats.org/officeDocument/2006/relationships/image" Target="../media/image6210.png"/><Relationship Id="rId4" Type="http://schemas.openxmlformats.org/officeDocument/2006/relationships/image" Target="../media/image7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10.png"/><Relationship Id="rId13" Type="http://schemas.openxmlformats.org/officeDocument/2006/relationships/image" Target="../media/image77.png"/><Relationship Id="rId3" Type="http://schemas.openxmlformats.org/officeDocument/2006/relationships/image" Target="../media/image6710.png"/><Relationship Id="rId7" Type="http://schemas.openxmlformats.org/officeDocument/2006/relationships/image" Target="../media/image7110.png"/><Relationship Id="rId12" Type="http://schemas.openxmlformats.org/officeDocument/2006/relationships/image" Target="../media/image76.png"/><Relationship Id="rId2" Type="http://schemas.openxmlformats.org/officeDocument/2006/relationships/image" Target="../media/image66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10.png"/><Relationship Id="rId11" Type="http://schemas.openxmlformats.org/officeDocument/2006/relationships/image" Target="../media/image75.png"/><Relationship Id="rId5" Type="http://schemas.openxmlformats.org/officeDocument/2006/relationships/image" Target="../media/image6910.png"/><Relationship Id="rId10" Type="http://schemas.openxmlformats.org/officeDocument/2006/relationships/image" Target="../media/image74.png"/><Relationship Id="rId4" Type="http://schemas.openxmlformats.org/officeDocument/2006/relationships/image" Target="../media/image6810.png"/><Relationship Id="rId9" Type="http://schemas.openxmlformats.org/officeDocument/2006/relationships/image" Target="../media/image7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17" Type="http://schemas.openxmlformats.org/officeDocument/2006/relationships/image" Target="../media/image110.png"/><Relationship Id="rId2" Type="http://schemas.openxmlformats.org/officeDocument/2006/relationships/image" Target="../media/image97.png"/><Relationship Id="rId16" Type="http://schemas.microsoft.com/office/2007/relationships/hdphoto" Target="../media/hdphoto3.wdp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5" Type="http://schemas.openxmlformats.org/officeDocument/2006/relationships/image" Target="../media/image32.png"/><Relationship Id="rId10" Type="http://schemas.openxmlformats.org/officeDocument/2006/relationships/image" Target="../media/image10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18.png"/><Relationship Id="rId3" Type="http://schemas.openxmlformats.org/officeDocument/2006/relationships/image" Target="../media/image1100.png"/><Relationship Id="rId7" Type="http://schemas.openxmlformats.org/officeDocument/2006/relationships/image" Target="../media/image114.png"/><Relationship Id="rId12" Type="http://schemas.openxmlformats.org/officeDocument/2006/relationships/image" Target="../media/image117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11" Type="http://schemas.openxmlformats.org/officeDocument/2006/relationships/image" Target="../media/image116.png"/><Relationship Id="rId5" Type="http://schemas.openxmlformats.org/officeDocument/2006/relationships/image" Target="../media/image112.png"/><Relationship Id="rId10" Type="http://schemas.microsoft.com/office/2007/relationships/hdphoto" Target="../media/hdphoto3.wdp"/><Relationship Id="rId4" Type="http://schemas.openxmlformats.org/officeDocument/2006/relationships/image" Target="../media/image1110.png"/><Relationship Id="rId9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1.png"/><Relationship Id="rId2" Type="http://schemas.openxmlformats.org/officeDocument/2006/relationships/image" Target="../media/image11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9.png"/><Relationship Id="rId4" Type="http://schemas.openxmlformats.org/officeDocument/2006/relationships/image" Target="../media/image118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1.png"/><Relationship Id="rId4" Type="http://schemas.openxmlformats.org/officeDocument/2006/relationships/image" Target="../media/image1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8.png"/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17" Type="http://schemas.openxmlformats.org/officeDocument/2006/relationships/image" Target="../media/image152.png"/><Relationship Id="rId2" Type="http://schemas.openxmlformats.org/officeDocument/2006/relationships/image" Target="../media/image137.png"/><Relationship Id="rId16" Type="http://schemas.openxmlformats.org/officeDocument/2006/relationships/image" Target="../media/image15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40.png"/><Relationship Id="rId15" Type="http://schemas.openxmlformats.org/officeDocument/2006/relationships/image" Target="../media/image150.png"/><Relationship Id="rId10" Type="http://schemas.openxmlformats.org/officeDocument/2006/relationships/image" Target="../media/image145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13" Type="http://schemas.openxmlformats.org/officeDocument/2006/relationships/image" Target="../media/image164.png"/><Relationship Id="rId18" Type="http://schemas.openxmlformats.org/officeDocument/2006/relationships/image" Target="../media/image169.png"/><Relationship Id="rId3" Type="http://schemas.openxmlformats.org/officeDocument/2006/relationships/image" Target="../media/image154.png"/><Relationship Id="rId7" Type="http://schemas.openxmlformats.org/officeDocument/2006/relationships/image" Target="../media/image158.png"/><Relationship Id="rId12" Type="http://schemas.openxmlformats.org/officeDocument/2006/relationships/image" Target="../media/image163.png"/><Relationship Id="rId17" Type="http://schemas.openxmlformats.org/officeDocument/2006/relationships/image" Target="../media/image168.png"/><Relationship Id="rId2" Type="http://schemas.openxmlformats.org/officeDocument/2006/relationships/image" Target="../media/image153.png"/><Relationship Id="rId16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11" Type="http://schemas.openxmlformats.org/officeDocument/2006/relationships/image" Target="../media/image162.png"/><Relationship Id="rId5" Type="http://schemas.openxmlformats.org/officeDocument/2006/relationships/image" Target="../media/image156.png"/><Relationship Id="rId15" Type="http://schemas.openxmlformats.org/officeDocument/2006/relationships/image" Target="../media/image166.png"/><Relationship Id="rId10" Type="http://schemas.openxmlformats.org/officeDocument/2006/relationships/image" Target="../media/image161.png"/><Relationship Id="rId19" Type="http://schemas.openxmlformats.org/officeDocument/2006/relationships/image" Target="../media/image170.png"/><Relationship Id="rId4" Type="http://schemas.openxmlformats.org/officeDocument/2006/relationships/image" Target="../media/image155.png"/><Relationship Id="rId9" Type="http://schemas.openxmlformats.org/officeDocument/2006/relationships/image" Target="../media/image160.png"/><Relationship Id="rId14" Type="http://schemas.openxmlformats.org/officeDocument/2006/relationships/image" Target="../media/image16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176.png"/><Relationship Id="rId7" Type="http://schemas.openxmlformats.org/officeDocument/2006/relationships/image" Target="../media/image180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10" Type="http://schemas.openxmlformats.org/officeDocument/2006/relationships/image" Target="../media/image183.png"/><Relationship Id="rId4" Type="http://schemas.openxmlformats.org/officeDocument/2006/relationships/image" Target="../media/image177.png"/><Relationship Id="rId9" Type="http://schemas.openxmlformats.org/officeDocument/2006/relationships/image" Target="../media/image182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184.png"/><Relationship Id="rId7" Type="http://schemas.openxmlformats.org/officeDocument/2006/relationships/image" Target="../media/image188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7.png"/><Relationship Id="rId5" Type="http://schemas.openxmlformats.org/officeDocument/2006/relationships/image" Target="../media/image186.png"/><Relationship Id="rId10" Type="http://schemas.openxmlformats.org/officeDocument/2006/relationships/image" Target="../media/image1890.png"/><Relationship Id="rId4" Type="http://schemas.openxmlformats.org/officeDocument/2006/relationships/image" Target="../media/image185.png"/><Relationship Id="rId9" Type="http://schemas.openxmlformats.org/officeDocument/2006/relationships/image" Target="../media/image189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190.png"/><Relationship Id="rId7" Type="http://schemas.openxmlformats.org/officeDocument/2006/relationships/image" Target="../media/image194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3.png"/><Relationship Id="rId5" Type="http://schemas.openxmlformats.org/officeDocument/2006/relationships/image" Target="../media/image192.png"/><Relationship Id="rId10" Type="http://schemas.openxmlformats.org/officeDocument/2006/relationships/image" Target="../media/image195.png"/><Relationship Id="rId4" Type="http://schemas.openxmlformats.org/officeDocument/2006/relationships/image" Target="../media/image191.png"/><Relationship Id="rId9" Type="http://schemas.openxmlformats.org/officeDocument/2006/relationships/image" Target="../media/image182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196.png"/><Relationship Id="rId7" Type="http://schemas.openxmlformats.org/officeDocument/2006/relationships/image" Target="../media/image200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9.png"/><Relationship Id="rId5" Type="http://schemas.openxmlformats.org/officeDocument/2006/relationships/image" Target="../media/image198.png"/><Relationship Id="rId10" Type="http://schemas.openxmlformats.org/officeDocument/2006/relationships/image" Target="../media/image2010.png"/><Relationship Id="rId4" Type="http://schemas.openxmlformats.org/officeDocument/2006/relationships/image" Target="../media/image197.png"/><Relationship Id="rId9" Type="http://schemas.openxmlformats.org/officeDocument/2006/relationships/image" Target="../media/image20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3" Type="http://schemas.openxmlformats.org/officeDocument/2006/relationships/image" Target="../media/image202.png"/><Relationship Id="rId7" Type="http://schemas.openxmlformats.org/officeDocument/2006/relationships/image" Target="../media/image206.png"/><Relationship Id="rId12" Type="http://schemas.openxmlformats.org/officeDocument/2006/relationships/image" Target="../media/image211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5.png"/><Relationship Id="rId11" Type="http://schemas.openxmlformats.org/officeDocument/2006/relationships/image" Target="../media/image210.png"/><Relationship Id="rId5" Type="http://schemas.openxmlformats.org/officeDocument/2006/relationships/image" Target="../media/image204.png"/><Relationship Id="rId10" Type="http://schemas.openxmlformats.org/officeDocument/2006/relationships/image" Target="../media/image209.png"/><Relationship Id="rId4" Type="http://schemas.openxmlformats.org/officeDocument/2006/relationships/image" Target="../media/image203.png"/><Relationship Id="rId9" Type="http://schemas.openxmlformats.org/officeDocument/2006/relationships/image" Target="../media/image208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13" Type="http://schemas.openxmlformats.org/officeDocument/2006/relationships/image" Target="../media/image222.png"/><Relationship Id="rId3" Type="http://schemas.openxmlformats.org/officeDocument/2006/relationships/image" Target="../media/image213.png"/><Relationship Id="rId7" Type="http://schemas.openxmlformats.org/officeDocument/2006/relationships/image" Target="../media/image217.png"/><Relationship Id="rId12" Type="http://schemas.openxmlformats.org/officeDocument/2006/relationships/image" Target="../media/image221.png"/><Relationship Id="rId2" Type="http://schemas.openxmlformats.org/officeDocument/2006/relationships/image" Target="../media/image212.png"/><Relationship Id="rId16" Type="http://schemas.openxmlformats.org/officeDocument/2006/relationships/image" Target="../media/image2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6.png"/><Relationship Id="rId11" Type="http://schemas.openxmlformats.org/officeDocument/2006/relationships/image" Target="../media/image234.png"/><Relationship Id="rId5" Type="http://schemas.openxmlformats.org/officeDocument/2006/relationships/image" Target="../media/image215.png"/><Relationship Id="rId15" Type="http://schemas.openxmlformats.org/officeDocument/2006/relationships/image" Target="../media/image224.png"/><Relationship Id="rId10" Type="http://schemas.openxmlformats.org/officeDocument/2006/relationships/image" Target="../media/image220.png"/><Relationship Id="rId4" Type="http://schemas.openxmlformats.org/officeDocument/2006/relationships/image" Target="../media/image214.png"/><Relationship Id="rId9" Type="http://schemas.openxmlformats.org/officeDocument/2006/relationships/image" Target="../media/image219.png"/><Relationship Id="rId14" Type="http://schemas.openxmlformats.org/officeDocument/2006/relationships/image" Target="../media/image223.png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7.png"/><Relationship Id="rId18" Type="http://schemas.openxmlformats.org/officeDocument/2006/relationships/image" Target="../media/image232.png"/><Relationship Id="rId3" Type="http://schemas.openxmlformats.org/officeDocument/2006/relationships/image" Target="../media/image2250.png"/><Relationship Id="rId12" Type="http://schemas.openxmlformats.org/officeDocument/2006/relationships/image" Target="../media/image236.png"/><Relationship Id="rId17" Type="http://schemas.openxmlformats.org/officeDocument/2006/relationships/image" Target="../media/image231.png"/><Relationship Id="rId2" Type="http://schemas.openxmlformats.org/officeDocument/2006/relationships/image" Target="../media/image226.png"/><Relationship Id="rId16" Type="http://schemas.openxmlformats.org/officeDocument/2006/relationships/image" Target="../media/image230.png"/><Relationship Id="rId20" Type="http://schemas.openxmlformats.org/officeDocument/2006/relationships/image" Target="../media/image235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229.png"/><Relationship Id="rId19" Type="http://schemas.openxmlformats.org/officeDocument/2006/relationships/image" Target="../media/image233.png"/><Relationship Id="rId14" Type="http://schemas.openxmlformats.org/officeDocument/2006/relationships/image" Target="../media/image228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png"/><Relationship Id="rId13" Type="http://schemas.openxmlformats.org/officeDocument/2006/relationships/image" Target="../media/image248.png"/><Relationship Id="rId3" Type="http://schemas.openxmlformats.org/officeDocument/2006/relationships/image" Target="../media/image238.png"/><Relationship Id="rId7" Type="http://schemas.openxmlformats.org/officeDocument/2006/relationships/image" Target="../media/image242.png"/><Relationship Id="rId12" Type="http://schemas.openxmlformats.org/officeDocument/2006/relationships/image" Target="../media/image247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1.png"/><Relationship Id="rId11" Type="http://schemas.openxmlformats.org/officeDocument/2006/relationships/image" Target="../media/image246.png"/><Relationship Id="rId5" Type="http://schemas.openxmlformats.org/officeDocument/2006/relationships/image" Target="../media/image240.png"/><Relationship Id="rId15" Type="http://schemas.openxmlformats.org/officeDocument/2006/relationships/image" Target="../media/image250.png"/><Relationship Id="rId10" Type="http://schemas.openxmlformats.org/officeDocument/2006/relationships/image" Target="../media/image245.png"/><Relationship Id="rId4" Type="http://schemas.openxmlformats.org/officeDocument/2006/relationships/image" Target="../media/image239.png"/><Relationship Id="rId9" Type="http://schemas.openxmlformats.org/officeDocument/2006/relationships/image" Target="../media/image244.png"/><Relationship Id="rId14" Type="http://schemas.openxmlformats.org/officeDocument/2006/relationships/image" Target="../media/image249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png"/><Relationship Id="rId3" Type="http://schemas.openxmlformats.org/officeDocument/2006/relationships/image" Target="../media/image251.png"/><Relationship Id="rId7" Type="http://schemas.openxmlformats.org/officeDocument/2006/relationships/image" Target="../media/image255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4.png"/><Relationship Id="rId5" Type="http://schemas.openxmlformats.org/officeDocument/2006/relationships/image" Target="../media/image253.png"/><Relationship Id="rId4" Type="http://schemas.openxmlformats.org/officeDocument/2006/relationships/image" Target="../media/image252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0.png"/><Relationship Id="rId13" Type="http://schemas.openxmlformats.org/officeDocument/2006/relationships/image" Target="../media/image263.png"/><Relationship Id="rId3" Type="http://schemas.openxmlformats.org/officeDocument/2006/relationships/image" Target="../media/image258.png"/><Relationship Id="rId7" Type="http://schemas.openxmlformats.org/officeDocument/2006/relationships/image" Target="../media/image2570.png"/><Relationship Id="rId12" Type="http://schemas.openxmlformats.org/officeDocument/2006/relationships/image" Target="../media/image262.png"/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50.png"/><Relationship Id="rId11" Type="http://schemas.openxmlformats.org/officeDocument/2006/relationships/image" Target="../media/image261.png"/><Relationship Id="rId5" Type="http://schemas.openxmlformats.org/officeDocument/2006/relationships/image" Target="../media/image2560.png"/><Relationship Id="rId15" Type="http://schemas.openxmlformats.org/officeDocument/2006/relationships/image" Target="../media/image265.png"/><Relationship Id="rId10" Type="http://schemas.openxmlformats.org/officeDocument/2006/relationships/image" Target="../media/image260.png"/><Relationship Id="rId4" Type="http://schemas.openxmlformats.org/officeDocument/2006/relationships/image" Target="../media/image2550.png"/><Relationship Id="rId9" Type="http://schemas.openxmlformats.org/officeDocument/2006/relationships/image" Target="../media/image259.png"/><Relationship Id="rId14" Type="http://schemas.openxmlformats.org/officeDocument/2006/relationships/image" Target="../media/image264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png"/><Relationship Id="rId13" Type="http://schemas.openxmlformats.org/officeDocument/2006/relationships/image" Target="../media/image277.png"/><Relationship Id="rId18" Type="http://schemas.openxmlformats.org/officeDocument/2006/relationships/image" Target="../media/image282.png"/><Relationship Id="rId3" Type="http://schemas.openxmlformats.org/officeDocument/2006/relationships/image" Target="../media/image267.png"/><Relationship Id="rId21" Type="http://schemas.openxmlformats.org/officeDocument/2006/relationships/image" Target="../media/image285.png"/><Relationship Id="rId7" Type="http://schemas.openxmlformats.org/officeDocument/2006/relationships/image" Target="../media/image271.png"/><Relationship Id="rId12" Type="http://schemas.openxmlformats.org/officeDocument/2006/relationships/image" Target="../media/image276.png"/><Relationship Id="rId17" Type="http://schemas.openxmlformats.org/officeDocument/2006/relationships/image" Target="../media/image281.png"/><Relationship Id="rId2" Type="http://schemas.openxmlformats.org/officeDocument/2006/relationships/image" Target="../media/image257.png"/><Relationship Id="rId16" Type="http://schemas.openxmlformats.org/officeDocument/2006/relationships/image" Target="../media/image280.png"/><Relationship Id="rId20" Type="http://schemas.openxmlformats.org/officeDocument/2006/relationships/image" Target="../media/image2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11" Type="http://schemas.openxmlformats.org/officeDocument/2006/relationships/image" Target="../media/image275.png"/><Relationship Id="rId24" Type="http://schemas.openxmlformats.org/officeDocument/2006/relationships/image" Target="../media/image288.png"/><Relationship Id="rId5" Type="http://schemas.openxmlformats.org/officeDocument/2006/relationships/image" Target="../media/image269.png"/><Relationship Id="rId15" Type="http://schemas.openxmlformats.org/officeDocument/2006/relationships/image" Target="../media/image279.png"/><Relationship Id="rId23" Type="http://schemas.openxmlformats.org/officeDocument/2006/relationships/image" Target="../media/image287.png"/><Relationship Id="rId10" Type="http://schemas.openxmlformats.org/officeDocument/2006/relationships/image" Target="../media/image274.png"/><Relationship Id="rId19" Type="http://schemas.openxmlformats.org/officeDocument/2006/relationships/image" Target="../media/image283.png"/><Relationship Id="rId4" Type="http://schemas.openxmlformats.org/officeDocument/2006/relationships/image" Target="../media/image268.png"/><Relationship Id="rId9" Type="http://schemas.openxmlformats.org/officeDocument/2006/relationships/image" Target="../media/image273.png"/><Relationship Id="rId14" Type="http://schemas.openxmlformats.org/officeDocument/2006/relationships/image" Target="../media/image278.png"/><Relationship Id="rId22" Type="http://schemas.openxmlformats.org/officeDocument/2006/relationships/image" Target="../media/image286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png"/><Relationship Id="rId3" Type="http://schemas.openxmlformats.org/officeDocument/2006/relationships/image" Target="../media/image290.png"/><Relationship Id="rId7" Type="http://schemas.openxmlformats.org/officeDocument/2006/relationships/image" Target="../media/image294.png"/><Relationship Id="rId12" Type="http://schemas.openxmlformats.org/officeDocument/2006/relationships/image" Target="../media/image266.pn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3.png"/><Relationship Id="rId11" Type="http://schemas.openxmlformats.org/officeDocument/2006/relationships/image" Target="../media/image298.png"/><Relationship Id="rId5" Type="http://schemas.openxmlformats.org/officeDocument/2006/relationships/image" Target="../media/image292.png"/><Relationship Id="rId10" Type="http://schemas.openxmlformats.org/officeDocument/2006/relationships/image" Target="../media/image297.png"/><Relationship Id="rId4" Type="http://schemas.openxmlformats.org/officeDocument/2006/relationships/image" Target="../media/image291.png"/><Relationship Id="rId9" Type="http://schemas.openxmlformats.org/officeDocument/2006/relationships/image" Target="../media/image296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png"/><Relationship Id="rId3" Type="http://schemas.openxmlformats.org/officeDocument/2006/relationships/image" Target="../media/image300.png"/><Relationship Id="rId7" Type="http://schemas.openxmlformats.org/officeDocument/2006/relationships/image" Target="../media/image304.pn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3.png"/><Relationship Id="rId5" Type="http://schemas.openxmlformats.org/officeDocument/2006/relationships/image" Target="../media/image302.png"/><Relationship Id="rId4" Type="http://schemas.openxmlformats.org/officeDocument/2006/relationships/image" Target="../media/image301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2.png"/><Relationship Id="rId3" Type="http://schemas.openxmlformats.org/officeDocument/2006/relationships/image" Target="../media/image307.png"/><Relationship Id="rId7" Type="http://schemas.openxmlformats.org/officeDocument/2006/relationships/image" Target="../media/image311.png"/><Relationship Id="rId2" Type="http://schemas.openxmlformats.org/officeDocument/2006/relationships/image" Target="../media/image2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5" Type="http://schemas.openxmlformats.org/officeDocument/2006/relationships/image" Target="../media/image309.png"/><Relationship Id="rId4" Type="http://schemas.openxmlformats.org/officeDocument/2006/relationships/image" Target="../media/image308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2.png"/><Relationship Id="rId13" Type="http://schemas.openxmlformats.org/officeDocument/2006/relationships/image" Target="../media/image918.png"/><Relationship Id="rId3" Type="http://schemas.openxmlformats.org/officeDocument/2006/relationships/image" Target="../media/image3130.png"/><Relationship Id="rId7" Type="http://schemas.openxmlformats.org/officeDocument/2006/relationships/image" Target="../media/image306.png"/><Relationship Id="rId12" Type="http://schemas.openxmlformats.org/officeDocument/2006/relationships/image" Target="../media/image917.png"/><Relationship Id="rId17" Type="http://schemas.openxmlformats.org/officeDocument/2006/relationships/image" Target="../media/image321.png"/><Relationship Id="rId2" Type="http://schemas.openxmlformats.org/officeDocument/2006/relationships/image" Target="../media/image299.png"/><Relationship Id="rId16" Type="http://schemas.openxmlformats.org/officeDocument/2006/relationships/image" Target="../media/image3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6.png"/><Relationship Id="rId11" Type="http://schemas.openxmlformats.org/officeDocument/2006/relationships/image" Target="../media/image916.png"/><Relationship Id="rId5" Type="http://schemas.openxmlformats.org/officeDocument/2006/relationships/image" Target="../media/image315.png"/><Relationship Id="rId15" Type="http://schemas.openxmlformats.org/officeDocument/2006/relationships/image" Target="../media/image319.png"/><Relationship Id="rId10" Type="http://schemas.openxmlformats.org/officeDocument/2006/relationships/image" Target="../media/image318.png"/><Relationship Id="rId4" Type="http://schemas.openxmlformats.org/officeDocument/2006/relationships/image" Target="../media/image314.png"/><Relationship Id="rId9" Type="http://schemas.openxmlformats.org/officeDocument/2006/relationships/image" Target="../media/image2033.png"/><Relationship Id="rId14" Type="http://schemas.openxmlformats.org/officeDocument/2006/relationships/image" Target="../media/image919.png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18.png"/><Relationship Id="rId18" Type="http://schemas.openxmlformats.org/officeDocument/2006/relationships/image" Target="../media/image327.png"/><Relationship Id="rId26" Type="http://schemas.openxmlformats.org/officeDocument/2006/relationships/image" Target="../media/image335.png"/><Relationship Id="rId3" Type="http://schemas.openxmlformats.org/officeDocument/2006/relationships/image" Target="../media/image322.png"/><Relationship Id="rId21" Type="http://schemas.openxmlformats.org/officeDocument/2006/relationships/image" Target="../media/image330.png"/><Relationship Id="rId34" Type="http://schemas.openxmlformats.org/officeDocument/2006/relationships/image" Target="../media/image343.png"/><Relationship Id="rId12" Type="http://schemas.openxmlformats.org/officeDocument/2006/relationships/image" Target="../media/image917.png"/><Relationship Id="rId17" Type="http://schemas.openxmlformats.org/officeDocument/2006/relationships/image" Target="../media/image326.png"/><Relationship Id="rId25" Type="http://schemas.openxmlformats.org/officeDocument/2006/relationships/image" Target="../media/image334.png"/><Relationship Id="rId33" Type="http://schemas.openxmlformats.org/officeDocument/2006/relationships/image" Target="../media/image342.png"/><Relationship Id="rId2" Type="http://schemas.openxmlformats.org/officeDocument/2006/relationships/image" Target="../media/image299.png"/><Relationship Id="rId16" Type="http://schemas.openxmlformats.org/officeDocument/2006/relationships/image" Target="../media/image325.png"/><Relationship Id="rId20" Type="http://schemas.openxmlformats.org/officeDocument/2006/relationships/image" Target="../media/image329.png"/><Relationship Id="rId29" Type="http://schemas.openxmlformats.org/officeDocument/2006/relationships/image" Target="../media/image33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3.png"/><Relationship Id="rId11" Type="http://schemas.openxmlformats.org/officeDocument/2006/relationships/image" Target="../media/image916.png"/><Relationship Id="rId24" Type="http://schemas.openxmlformats.org/officeDocument/2006/relationships/image" Target="../media/image333.png"/><Relationship Id="rId32" Type="http://schemas.openxmlformats.org/officeDocument/2006/relationships/image" Target="../media/image341.png"/><Relationship Id="rId37" Type="http://schemas.openxmlformats.org/officeDocument/2006/relationships/image" Target="../media/image346.png"/><Relationship Id="rId5" Type="http://schemas.openxmlformats.org/officeDocument/2006/relationships/image" Target="../media/image2033.png"/><Relationship Id="rId15" Type="http://schemas.openxmlformats.org/officeDocument/2006/relationships/image" Target="../media/image324.png"/><Relationship Id="rId23" Type="http://schemas.openxmlformats.org/officeDocument/2006/relationships/image" Target="../media/image332.png"/><Relationship Id="rId28" Type="http://schemas.openxmlformats.org/officeDocument/2006/relationships/image" Target="../media/image337.png"/><Relationship Id="rId36" Type="http://schemas.openxmlformats.org/officeDocument/2006/relationships/image" Target="../media/image345.png"/><Relationship Id="rId19" Type="http://schemas.openxmlformats.org/officeDocument/2006/relationships/image" Target="../media/image328.png"/><Relationship Id="rId31" Type="http://schemas.openxmlformats.org/officeDocument/2006/relationships/image" Target="../media/image340.png"/><Relationship Id="rId4" Type="http://schemas.openxmlformats.org/officeDocument/2006/relationships/image" Target="../media/image2032.png"/><Relationship Id="rId14" Type="http://schemas.openxmlformats.org/officeDocument/2006/relationships/image" Target="../media/image919.png"/><Relationship Id="rId22" Type="http://schemas.openxmlformats.org/officeDocument/2006/relationships/image" Target="../media/image331.png"/><Relationship Id="rId27" Type="http://schemas.openxmlformats.org/officeDocument/2006/relationships/image" Target="../media/image336.png"/><Relationship Id="rId30" Type="http://schemas.openxmlformats.org/officeDocument/2006/relationships/image" Target="../media/image339.png"/><Relationship Id="rId35" Type="http://schemas.openxmlformats.org/officeDocument/2006/relationships/image" Target="../media/image344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3" Type="http://schemas.openxmlformats.org/officeDocument/2006/relationships/image" Target="../media/image347.png"/><Relationship Id="rId2" Type="http://schemas.openxmlformats.org/officeDocument/2006/relationships/image" Target="../media/image29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9.png"/><Relationship Id="rId10" Type="http://schemas.openxmlformats.org/officeDocument/2006/relationships/image" Target="../media/image353.png"/><Relationship Id="rId4" Type="http://schemas.openxmlformats.org/officeDocument/2006/relationships/image" Target="../media/image348.png"/><Relationship Id="rId9" Type="http://schemas.openxmlformats.org/officeDocument/2006/relationships/image" Target="../media/image352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3" Type="http://schemas.openxmlformats.org/officeDocument/2006/relationships/image" Target="../media/image355.png"/><Relationship Id="rId7" Type="http://schemas.openxmlformats.org/officeDocument/2006/relationships/image" Target="../media/image359.png"/><Relationship Id="rId2" Type="http://schemas.openxmlformats.org/officeDocument/2006/relationships/image" Target="../media/image2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8.png"/><Relationship Id="rId5" Type="http://schemas.openxmlformats.org/officeDocument/2006/relationships/image" Target="../media/image357.png"/><Relationship Id="rId4" Type="http://schemas.openxmlformats.org/officeDocument/2006/relationships/image" Target="../media/image356.png"/><Relationship Id="rId9" Type="http://schemas.openxmlformats.org/officeDocument/2006/relationships/image" Target="../media/image351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70.png"/><Relationship Id="rId13" Type="http://schemas.openxmlformats.org/officeDocument/2006/relationships/image" Target="../media/image3620.png"/><Relationship Id="rId3" Type="http://schemas.openxmlformats.org/officeDocument/2006/relationships/image" Target="../media/image3540.png"/><Relationship Id="rId7" Type="http://schemas.openxmlformats.org/officeDocument/2006/relationships/image" Target="../media/image3560.png"/><Relationship Id="rId12" Type="http://schemas.openxmlformats.org/officeDocument/2006/relationships/image" Target="../media/image3610.png"/><Relationship Id="rId17" Type="http://schemas.openxmlformats.org/officeDocument/2006/relationships/image" Target="../media/image366.png"/><Relationship Id="rId2" Type="http://schemas.openxmlformats.org/officeDocument/2006/relationships/image" Target="../media/image313.png"/><Relationship Id="rId16" Type="http://schemas.openxmlformats.org/officeDocument/2006/relationships/image" Target="../media/image3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50.png"/><Relationship Id="rId11" Type="http://schemas.openxmlformats.org/officeDocument/2006/relationships/image" Target="../media/image3600.png"/><Relationship Id="rId5" Type="http://schemas.openxmlformats.org/officeDocument/2006/relationships/image" Target="../media/image309.png"/><Relationship Id="rId15" Type="http://schemas.openxmlformats.org/officeDocument/2006/relationships/image" Target="../media/image364.png"/><Relationship Id="rId10" Type="http://schemas.openxmlformats.org/officeDocument/2006/relationships/image" Target="../media/image3590.png"/><Relationship Id="rId9" Type="http://schemas.openxmlformats.org/officeDocument/2006/relationships/image" Target="../media/image3580.png"/><Relationship Id="rId14" Type="http://schemas.openxmlformats.org/officeDocument/2006/relationships/image" Target="../media/image363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2.png"/><Relationship Id="rId13" Type="http://schemas.openxmlformats.org/officeDocument/2006/relationships/image" Target="../media/image377.png"/><Relationship Id="rId3" Type="http://schemas.openxmlformats.org/officeDocument/2006/relationships/image" Target="../media/image3670.png"/><Relationship Id="rId7" Type="http://schemas.openxmlformats.org/officeDocument/2006/relationships/image" Target="../media/image371.png"/><Relationship Id="rId12" Type="http://schemas.openxmlformats.org/officeDocument/2006/relationships/image" Target="../media/image376.png"/><Relationship Id="rId17" Type="http://schemas.openxmlformats.org/officeDocument/2006/relationships/image" Target="../media/image381.png"/><Relationship Id="rId2" Type="http://schemas.openxmlformats.org/officeDocument/2006/relationships/image" Target="../media/image317.png"/><Relationship Id="rId16" Type="http://schemas.openxmlformats.org/officeDocument/2006/relationships/image" Target="../media/image3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11" Type="http://schemas.openxmlformats.org/officeDocument/2006/relationships/image" Target="../media/image375.png"/><Relationship Id="rId5" Type="http://schemas.openxmlformats.org/officeDocument/2006/relationships/image" Target="../media/image369.png"/><Relationship Id="rId15" Type="http://schemas.openxmlformats.org/officeDocument/2006/relationships/image" Target="../media/image379.png"/><Relationship Id="rId10" Type="http://schemas.openxmlformats.org/officeDocument/2006/relationships/image" Target="../media/image374.png"/><Relationship Id="rId4" Type="http://schemas.openxmlformats.org/officeDocument/2006/relationships/image" Target="../media/image368.png"/><Relationship Id="rId9" Type="http://schemas.openxmlformats.org/officeDocument/2006/relationships/image" Target="../media/image373.png"/><Relationship Id="rId14" Type="http://schemas.openxmlformats.org/officeDocument/2006/relationships/image" Target="../media/image378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6.png"/><Relationship Id="rId3" Type="http://schemas.openxmlformats.org/officeDocument/2006/relationships/image" Target="../media/image382.png"/><Relationship Id="rId7" Type="http://schemas.openxmlformats.org/officeDocument/2006/relationships/image" Target="../media/image385.png"/><Relationship Id="rId2" Type="http://schemas.openxmlformats.org/officeDocument/2006/relationships/image" Target="../media/image3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4.png"/><Relationship Id="rId5" Type="http://schemas.openxmlformats.org/officeDocument/2006/relationships/image" Target="../media/image3510.png"/><Relationship Id="rId10" Type="http://schemas.openxmlformats.org/officeDocument/2006/relationships/image" Target="../media/image388.png"/><Relationship Id="rId4" Type="http://schemas.openxmlformats.org/officeDocument/2006/relationships/image" Target="../media/image383.png"/><Relationship Id="rId9" Type="http://schemas.openxmlformats.org/officeDocument/2006/relationships/image" Target="../media/image38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9.png"/><Relationship Id="rId7" Type="http://schemas.openxmlformats.org/officeDocument/2006/relationships/image" Target="../media/image393.png"/><Relationship Id="rId2" Type="http://schemas.openxmlformats.org/officeDocument/2006/relationships/image" Target="../media/image3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2.png"/><Relationship Id="rId5" Type="http://schemas.openxmlformats.org/officeDocument/2006/relationships/image" Target="../media/image391.png"/><Relationship Id="rId4" Type="http://schemas.openxmlformats.org/officeDocument/2006/relationships/image" Target="../media/image390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6.png"/><Relationship Id="rId2" Type="http://schemas.openxmlformats.org/officeDocument/2006/relationships/image" Target="../media/image39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8.png"/><Relationship Id="rId2" Type="http://schemas.openxmlformats.org/officeDocument/2006/relationships/image" Target="../media/image39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9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6.png"/><Relationship Id="rId3" Type="http://schemas.openxmlformats.org/officeDocument/2006/relationships/image" Target="../media/image400.png"/><Relationship Id="rId7" Type="http://schemas.openxmlformats.org/officeDocument/2006/relationships/image" Target="../media/image405.png"/><Relationship Id="rId2" Type="http://schemas.openxmlformats.org/officeDocument/2006/relationships/image" Target="../media/image40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4.png"/><Relationship Id="rId5" Type="http://schemas.openxmlformats.org/officeDocument/2006/relationships/image" Target="../media/image403.png"/><Relationship Id="rId4" Type="http://schemas.openxmlformats.org/officeDocument/2006/relationships/image" Target="../media/image402.png"/><Relationship Id="rId9" Type="http://schemas.openxmlformats.org/officeDocument/2006/relationships/image" Target="../media/image407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1.png"/><Relationship Id="rId13" Type="http://schemas.openxmlformats.org/officeDocument/2006/relationships/image" Target="../media/image418.png"/><Relationship Id="rId3" Type="http://schemas.openxmlformats.org/officeDocument/2006/relationships/image" Target="../media/image4050.png"/><Relationship Id="rId7" Type="http://schemas.openxmlformats.org/officeDocument/2006/relationships/image" Target="../media/image414.png"/><Relationship Id="rId12" Type="http://schemas.openxmlformats.org/officeDocument/2006/relationships/image" Target="../media/image417.png"/><Relationship Id="rId2" Type="http://schemas.openxmlformats.org/officeDocument/2006/relationships/image" Target="../media/image40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3.png"/><Relationship Id="rId11" Type="http://schemas.openxmlformats.org/officeDocument/2006/relationships/image" Target="../media/image416.png"/><Relationship Id="rId5" Type="http://schemas.openxmlformats.org/officeDocument/2006/relationships/image" Target="../media/image410.png"/><Relationship Id="rId10" Type="http://schemas.openxmlformats.org/officeDocument/2006/relationships/image" Target="../media/image415.png"/><Relationship Id="rId4" Type="http://schemas.openxmlformats.org/officeDocument/2006/relationships/image" Target="../media/image408.png"/><Relationship Id="rId9" Type="http://schemas.openxmlformats.org/officeDocument/2006/relationships/image" Target="../media/image412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2.png"/><Relationship Id="rId13" Type="http://schemas.openxmlformats.org/officeDocument/2006/relationships/image" Target="../media/image428.png"/><Relationship Id="rId3" Type="http://schemas.openxmlformats.org/officeDocument/2006/relationships/image" Target="../media/image419.png"/><Relationship Id="rId7" Type="http://schemas.openxmlformats.org/officeDocument/2006/relationships/image" Target="../media/image424.png"/><Relationship Id="rId12" Type="http://schemas.openxmlformats.org/officeDocument/2006/relationships/image" Target="../media/image427.png"/><Relationship Id="rId2" Type="http://schemas.openxmlformats.org/officeDocument/2006/relationships/image" Target="../media/image40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3.png"/><Relationship Id="rId11" Type="http://schemas.openxmlformats.org/officeDocument/2006/relationships/image" Target="../media/image426.png"/><Relationship Id="rId5" Type="http://schemas.openxmlformats.org/officeDocument/2006/relationships/image" Target="../media/image421.png"/><Relationship Id="rId10" Type="http://schemas.openxmlformats.org/officeDocument/2006/relationships/image" Target="../media/image425.png"/><Relationship Id="rId4" Type="http://schemas.openxmlformats.org/officeDocument/2006/relationships/image" Target="../media/image420.png"/><Relationship Id="rId9" Type="http://schemas.openxmlformats.org/officeDocument/2006/relationships/image" Target="../media/image423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3.png"/><Relationship Id="rId3" Type="http://schemas.openxmlformats.org/officeDocument/2006/relationships/image" Target="../media/image429.png"/><Relationship Id="rId7" Type="http://schemas.openxmlformats.org/officeDocument/2006/relationships/image" Target="../media/image432.png"/><Relationship Id="rId2" Type="http://schemas.openxmlformats.org/officeDocument/2006/relationships/image" Target="../media/image40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1.png"/><Relationship Id="rId5" Type="http://schemas.openxmlformats.org/officeDocument/2006/relationships/image" Target="../media/image430.png"/><Relationship Id="rId4" Type="http://schemas.openxmlformats.org/officeDocument/2006/relationships/image" Target="../media/image4080.png"/><Relationship Id="rId9" Type="http://schemas.openxmlformats.org/officeDocument/2006/relationships/image" Target="../media/image4300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2.png"/><Relationship Id="rId3" Type="http://schemas.openxmlformats.org/officeDocument/2006/relationships/image" Target="../media/image434.png"/><Relationship Id="rId7" Type="http://schemas.openxmlformats.org/officeDocument/2006/relationships/image" Target="../media/image441.png"/><Relationship Id="rId2" Type="http://schemas.openxmlformats.org/officeDocument/2006/relationships/image" Target="../media/image3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0.png"/><Relationship Id="rId5" Type="http://schemas.openxmlformats.org/officeDocument/2006/relationships/image" Target="../media/image439.png"/><Relationship Id="rId4" Type="http://schemas.openxmlformats.org/officeDocument/2006/relationships/image" Target="../media/image4311.png"/><Relationship Id="rId9" Type="http://schemas.openxmlformats.org/officeDocument/2006/relationships/image" Target="../media/image443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6.png"/><Relationship Id="rId13" Type="http://schemas.openxmlformats.org/officeDocument/2006/relationships/image" Target="../media/image453.png"/><Relationship Id="rId3" Type="http://schemas.openxmlformats.org/officeDocument/2006/relationships/image" Target="../media/image437.png"/><Relationship Id="rId7" Type="http://schemas.openxmlformats.org/officeDocument/2006/relationships/image" Target="../media/image444.png"/><Relationship Id="rId12" Type="http://schemas.openxmlformats.org/officeDocument/2006/relationships/image" Target="../media/image435.png"/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8.png"/><Relationship Id="rId11" Type="http://schemas.openxmlformats.org/officeDocument/2006/relationships/image" Target="../media/image451.png"/><Relationship Id="rId5" Type="http://schemas.openxmlformats.org/officeDocument/2006/relationships/image" Target="../media/image447.png"/><Relationship Id="rId10" Type="http://schemas.openxmlformats.org/officeDocument/2006/relationships/image" Target="../media/image450.png"/><Relationship Id="rId4" Type="http://schemas.openxmlformats.org/officeDocument/2006/relationships/image" Target="../media/image438.png"/><Relationship Id="rId9" Type="http://schemas.openxmlformats.org/officeDocument/2006/relationships/image" Target="../media/image449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png"/><Relationship Id="rId13" Type="http://schemas.openxmlformats.org/officeDocument/2006/relationships/image" Target="../media/image465.png"/><Relationship Id="rId3" Type="http://schemas.openxmlformats.org/officeDocument/2006/relationships/image" Target="../media/image454.png"/><Relationship Id="rId7" Type="http://schemas.openxmlformats.org/officeDocument/2006/relationships/image" Target="../media/image459.png"/><Relationship Id="rId12" Type="http://schemas.openxmlformats.org/officeDocument/2006/relationships/image" Target="../media/image436.png"/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8.png"/><Relationship Id="rId11" Type="http://schemas.openxmlformats.org/officeDocument/2006/relationships/image" Target="../media/image463.png"/><Relationship Id="rId5" Type="http://schemas.openxmlformats.org/officeDocument/2006/relationships/image" Target="../media/image447.png"/><Relationship Id="rId10" Type="http://schemas.openxmlformats.org/officeDocument/2006/relationships/image" Target="../media/image462.png"/><Relationship Id="rId4" Type="http://schemas.openxmlformats.org/officeDocument/2006/relationships/image" Target="../media/image457.png"/><Relationship Id="rId9" Type="http://schemas.openxmlformats.org/officeDocument/2006/relationships/image" Target="../media/image461.png"/></Relationships>
</file>

<file path=ppt/slides/_rels/slide7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8.png"/><Relationship Id="rId3" Type="http://schemas.openxmlformats.org/officeDocument/2006/relationships/image" Target="../media/image455.png"/><Relationship Id="rId7" Type="http://schemas.openxmlformats.org/officeDocument/2006/relationships/image" Target="../media/image464.png"/><Relationship Id="rId12" Type="http://schemas.openxmlformats.org/officeDocument/2006/relationships/image" Target="../media/image467.png"/><Relationship Id="rId2" Type="http://schemas.openxmlformats.org/officeDocument/2006/relationships/image" Target="../media/image361.png"/><Relationship Id="rId16" Type="http://schemas.openxmlformats.org/officeDocument/2006/relationships/image" Target="../media/image47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61.png"/><Relationship Id="rId11" Type="http://schemas.openxmlformats.org/officeDocument/2006/relationships/image" Target="../media/image466.png"/><Relationship Id="rId5" Type="http://schemas.openxmlformats.org/officeDocument/2006/relationships/image" Target="../media/image4541.png"/><Relationship Id="rId15" Type="http://schemas.openxmlformats.org/officeDocument/2006/relationships/image" Target="../media/image471.png"/><Relationship Id="rId10" Type="http://schemas.openxmlformats.org/officeDocument/2006/relationships/image" Target="../media/image4560.png"/><Relationship Id="rId14" Type="http://schemas.openxmlformats.org/officeDocument/2006/relationships/image" Target="../media/image470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9.png"/><Relationship Id="rId3" Type="http://schemas.openxmlformats.org/officeDocument/2006/relationships/image" Target="../media/image456.png"/><Relationship Id="rId7" Type="http://schemas.openxmlformats.org/officeDocument/2006/relationships/image" Target="../media/image478.png"/><Relationship Id="rId2" Type="http://schemas.openxmlformats.org/officeDocument/2006/relationships/image" Target="../media/image36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7.png"/><Relationship Id="rId5" Type="http://schemas.openxmlformats.org/officeDocument/2006/relationships/image" Target="../media/image476.png"/><Relationship Id="rId10" Type="http://schemas.openxmlformats.org/officeDocument/2006/relationships/image" Target="../media/image481.png"/><Relationship Id="rId4" Type="http://schemas.openxmlformats.org/officeDocument/2006/relationships/image" Target="../media/image475.png"/><Relationship Id="rId9" Type="http://schemas.openxmlformats.org/officeDocument/2006/relationships/image" Target="../media/image480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5.png"/><Relationship Id="rId13" Type="http://schemas.openxmlformats.org/officeDocument/2006/relationships/image" Target="../media/image4860.png"/><Relationship Id="rId3" Type="http://schemas.openxmlformats.org/officeDocument/2006/relationships/image" Target="../media/image469.png"/><Relationship Id="rId7" Type="http://schemas.openxmlformats.org/officeDocument/2006/relationships/image" Target="../media/image484.png"/><Relationship Id="rId12" Type="http://schemas.openxmlformats.org/officeDocument/2006/relationships/image" Target="../media/image4500.png"/><Relationship Id="rId2" Type="http://schemas.openxmlformats.org/officeDocument/2006/relationships/image" Target="../media/image36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3.png"/><Relationship Id="rId11" Type="http://schemas.openxmlformats.org/officeDocument/2006/relationships/image" Target="../media/image488.png"/><Relationship Id="rId5" Type="http://schemas.openxmlformats.org/officeDocument/2006/relationships/image" Target="../media/image482.png"/><Relationship Id="rId10" Type="http://schemas.openxmlformats.org/officeDocument/2006/relationships/image" Target="../media/image487.png"/><Relationship Id="rId4" Type="http://schemas.openxmlformats.org/officeDocument/2006/relationships/image" Target="../media/image474.png"/><Relationship Id="rId9" Type="http://schemas.openxmlformats.org/officeDocument/2006/relationships/image" Target="../media/image486.png"/><Relationship Id="rId14" Type="http://schemas.openxmlformats.org/officeDocument/2006/relationships/image" Target="../media/image4870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1.png"/><Relationship Id="rId13" Type="http://schemas.openxmlformats.org/officeDocument/2006/relationships/image" Target="../media/image496.png"/><Relationship Id="rId3" Type="http://schemas.openxmlformats.org/officeDocument/2006/relationships/image" Target="../media/image4880.png"/><Relationship Id="rId7" Type="http://schemas.openxmlformats.org/officeDocument/2006/relationships/image" Target="../media/image4530.png"/><Relationship Id="rId12" Type="http://schemas.openxmlformats.org/officeDocument/2006/relationships/image" Target="../media/image495.png"/><Relationship Id="rId2" Type="http://schemas.openxmlformats.org/officeDocument/2006/relationships/image" Target="../media/image3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20.png"/><Relationship Id="rId11" Type="http://schemas.openxmlformats.org/officeDocument/2006/relationships/image" Target="../media/image494.png"/><Relationship Id="rId5" Type="http://schemas.openxmlformats.org/officeDocument/2006/relationships/image" Target="../media/image490.png"/><Relationship Id="rId10" Type="http://schemas.openxmlformats.org/officeDocument/2006/relationships/image" Target="../media/image493.png"/><Relationship Id="rId4" Type="http://schemas.openxmlformats.org/officeDocument/2006/relationships/image" Target="../media/image489.png"/><Relationship Id="rId9" Type="http://schemas.openxmlformats.org/officeDocument/2006/relationships/image" Target="../media/image492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png"/><Relationship Id="rId13" Type="http://schemas.openxmlformats.org/officeDocument/2006/relationships/image" Target="../media/image505.png"/><Relationship Id="rId3" Type="http://schemas.openxmlformats.org/officeDocument/2006/relationships/image" Target="../media/image497.png"/><Relationship Id="rId7" Type="http://schemas.openxmlformats.org/officeDocument/2006/relationships/image" Target="../media/image4620.png"/><Relationship Id="rId12" Type="http://schemas.openxmlformats.org/officeDocument/2006/relationships/image" Target="../media/image504.png"/><Relationship Id="rId2" Type="http://schemas.openxmlformats.org/officeDocument/2006/relationships/image" Target="../media/image3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10.png"/><Relationship Id="rId11" Type="http://schemas.openxmlformats.org/officeDocument/2006/relationships/image" Target="../media/image503.png"/><Relationship Id="rId5" Type="http://schemas.openxmlformats.org/officeDocument/2006/relationships/image" Target="../media/image499.png"/><Relationship Id="rId10" Type="http://schemas.openxmlformats.org/officeDocument/2006/relationships/image" Target="../media/image502.png"/><Relationship Id="rId4" Type="http://schemas.openxmlformats.org/officeDocument/2006/relationships/image" Target="../media/image498.png"/><Relationship Id="rId9" Type="http://schemas.openxmlformats.org/officeDocument/2006/relationships/image" Target="../media/image501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9.png"/><Relationship Id="rId13" Type="http://schemas.openxmlformats.org/officeDocument/2006/relationships/image" Target="../media/image514.png"/><Relationship Id="rId3" Type="http://schemas.openxmlformats.org/officeDocument/2006/relationships/image" Target="../media/image506.png"/><Relationship Id="rId7" Type="http://schemas.openxmlformats.org/officeDocument/2006/relationships/image" Target="../media/image4720.png"/><Relationship Id="rId12" Type="http://schemas.openxmlformats.org/officeDocument/2006/relationships/image" Target="../media/image513.png"/><Relationship Id="rId2" Type="http://schemas.openxmlformats.org/officeDocument/2006/relationships/image" Target="../media/image3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10.png"/><Relationship Id="rId11" Type="http://schemas.openxmlformats.org/officeDocument/2006/relationships/image" Target="../media/image512.png"/><Relationship Id="rId5" Type="http://schemas.openxmlformats.org/officeDocument/2006/relationships/image" Target="../media/image508.png"/><Relationship Id="rId10" Type="http://schemas.openxmlformats.org/officeDocument/2006/relationships/image" Target="../media/image511.png"/><Relationship Id="rId4" Type="http://schemas.openxmlformats.org/officeDocument/2006/relationships/image" Target="../media/image507.png"/><Relationship Id="rId9" Type="http://schemas.openxmlformats.org/officeDocument/2006/relationships/image" Target="../media/image510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50.png"/><Relationship Id="rId3" Type="http://schemas.openxmlformats.org/officeDocument/2006/relationships/image" Target="../media/image515.png"/><Relationship Id="rId7" Type="http://schemas.openxmlformats.org/officeDocument/2006/relationships/image" Target="../media/image4940.png"/><Relationship Id="rId2" Type="http://schemas.openxmlformats.org/officeDocument/2006/relationships/image" Target="../media/image3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30.png"/><Relationship Id="rId11" Type="http://schemas.openxmlformats.org/officeDocument/2006/relationships/image" Target="../media/image4980.png"/><Relationship Id="rId5" Type="http://schemas.openxmlformats.org/officeDocument/2006/relationships/image" Target="../media/image517.png"/><Relationship Id="rId10" Type="http://schemas.openxmlformats.org/officeDocument/2006/relationships/image" Target="../media/image4970.png"/><Relationship Id="rId4" Type="http://schemas.openxmlformats.org/officeDocument/2006/relationships/image" Target="../media/image516.png"/><Relationship Id="rId9" Type="http://schemas.openxmlformats.org/officeDocument/2006/relationships/image" Target="../media/image4960.png"/></Relationships>
</file>

<file path=ppt/slides/_rels/slide8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19.png"/><Relationship Id="rId18" Type="http://schemas.openxmlformats.org/officeDocument/2006/relationships/image" Target="../media/image5060.png"/><Relationship Id="rId26" Type="http://schemas.openxmlformats.org/officeDocument/2006/relationships/image" Target="../media/image523.png"/><Relationship Id="rId3" Type="http://schemas.openxmlformats.org/officeDocument/2006/relationships/image" Target="../media/image518.png"/><Relationship Id="rId21" Type="http://schemas.openxmlformats.org/officeDocument/2006/relationships/image" Target="../media/image5090.png"/><Relationship Id="rId12" Type="http://schemas.openxmlformats.org/officeDocument/2006/relationships/image" Target="../media/image4500.png"/><Relationship Id="rId25" Type="http://schemas.openxmlformats.org/officeDocument/2006/relationships/image" Target="../media/image522.png"/><Relationship Id="rId2" Type="http://schemas.openxmlformats.org/officeDocument/2006/relationships/image" Target="../media/image367.png"/><Relationship Id="rId16" Type="http://schemas.openxmlformats.org/officeDocument/2006/relationships/image" Target="../media/image5200.png"/><Relationship Id="rId20" Type="http://schemas.openxmlformats.org/officeDocument/2006/relationships/image" Target="../media/image5080.png"/><Relationship Id="rId1" Type="http://schemas.openxmlformats.org/officeDocument/2006/relationships/slideLayout" Target="../slideLayouts/slideLayout3.xml"/><Relationship Id="rId24" Type="http://schemas.openxmlformats.org/officeDocument/2006/relationships/image" Target="../media/image5210.png"/><Relationship Id="rId15" Type="http://schemas.openxmlformats.org/officeDocument/2006/relationships/image" Target="../media/image520.png"/><Relationship Id="rId23" Type="http://schemas.openxmlformats.org/officeDocument/2006/relationships/image" Target="../media/image521.png"/><Relationship Id="rId19" Type="http://schemas.openxmlformats.org/officeDocument/2006/relationships/image" Target="../media/image5070.png"/><Relationship Id="rId4" Type="http://schemas.openxmlformats.org/officeDocument/2006/relationships/image" Target="../media/image5180.png"/><Relationship Id="rId14" Type="http://schemas.openxmlformats.org/officeDocument/2006/relationships/image" Target="../media/image5190.png"/><Relationship Id="rId22" Type="http://schemas.openxmlformats.org/officeDocument/2006/relationships/image" Target="../media/image5100.png"/><Relationship Id="rId27" Type="http://schemas.openxmlformats.org/officeDocument/2006/relationships/image" Target="../media/image524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0.png"/><Relationship Id="rId13" Type="http://schemas.openxmlformats.org/officeDocument/2006/relationships/image" Target="../media/image535.png"/><Relationship Id="rId3" Type="http://schemas.openxmlformats.org/officeDocument/2006/relationships/image" Target="../media/image526.png"/><Relationship Id="rId7" Type="http://schemas.openxmlformats.org/officeDocument/2006/relationships/image" Target="../media/image4610.png"/><Relationship Id="rId12" Type="http://schemas.openxmlformats.org/officeDocument/2006/relationships/image" Target="../media/image534.png"/><Relationship Id="rId2" Type="http://schemas.openxmlformats.org/officeDocument/2006/relationships/image" Target="../media/image3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9.png"/><Relationship Id="rId11" Type="http://schemas.openxmlformats.org/officeDocument/2006/relationships/image" Target="../media/image533.png"/><Relationship Id="rId5" Type="http://schemas.openxmlformats.org/officeDocument/2006/relationships/image" Target="../media/image528.png"/><Relationship Id="rId10" Type="http://schemas.openxmlformats.org/officeDocument/2006/relationships/image" Target="../media/image532.png"/><Relationship Id="rId4" Type="http://schemas.openxmlformats.org/officeDocument/2006/relationships/image" Target="../media/image527.png"/><Relationship Id="rId9" Type="http://schemas.openxmlformats.org/officeDocument/2006/relationships/image" Target="../media/image531.png"/><Relationship Id="rId14" Type="http://schemas.openxmlformats.org/officeDocument/2006/relationships/image" Target="../media/image536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0.png"/><Relationship Id="rId13" Type="http://schemas.openxmlformats.org/officeDocument/2006/relationships/image" Target="../media/image541.png"/><Relationship Id="rId3" Type="http://schemas.openxmlformats.org/officeDocument/2006/relationships/image" Target="../media/image537.png"/><Relationship Id="rId7" Type="http://schemas.openxmlformats.org/officeDocument/2006/relationships/image" Target="../media/image5240.png"/><Relationship Id="rId12" Type="http://schemas.openxmlformats.org/officeDocument/2006/relationships/image" Target="../media/image5280.png"/><Relationship Id="rId2" Type="http://schemas.openxmlformats.org/officeDocument/2006/relationships/image" Target="../media/image3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10.png"/><Relationship Id="rId11" Type="http://schemas.openxmlformats.org/officeDocument/2006/relationships/image" Target="../media/image5270.png"/><Relationship Id="rId5" Type="http://schemas.openxmlformats.org/officeDocument/2006/relationships/image" Target="../media/image539.png"/><Relationship Id="rId10" Type="http://schemas.openxmlformats.org/officeDocument/2006/relationships/image" Target="../media/image4650.png"/><Relationship Id="rId4" Type="http://schemas.openxmlformats.org/officeDocument/2006/relationships/image" Target="../media/image538.png"/><Relationship Id="rId9" Type="http://schemas.openxmlformats.org/officeDocument/2006/relationships/image" Target="../media/image5260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3.png"/><Relationship Id="rId13" Type="http://schemas.openxmlformats.org/officeDocument/2006/relationships/image" Target="../media/image544.png"/><Relationship Id="rId3" Type="http://schemas.openxmlformats.org/officeDocument/2006/relationships/image" Target="../media/image5411.png"/><Relationship Id="rId7" Type="http://schemas.openxmlformats.org/officeDocument/2006/relationships/image" Target="../media/image5320.png"/><Relationship Id="rId12" Type="http://schemas.openxmlformats.org/officeDocument/2006/relationships/image" Target="../media/image4770.png"/><Relationship Id="rId2" Type="http://schemas.openxmlformats.org/officeDocument/2006/relationships/image" Target="../media/image3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10.png"/><Relationship Id="rId11" Type="http://schemas.openxmlformats.org/officeDocument/2006/relationships/image" Target="../media/image4760.png"/><Relationship Id="rId5" Type="http://schemas.openxmlformats.org/officeDocument/2006/relationships/image" Target="../media/image5310.png"/><Relationship Id="rId10" Type="http://schemas.openxmlformats.org/officeDocument/2006/relationships/image" Target="../media/image4750.png"/><Relationship Id="rId4" Type="http://schemas.openxmlformats.org/officeDocument/2006/relationships/image" Target="../media/image542.png"/><Relationship Id="rId9" Type="http://schemas.openxmlformats.org/officeDocument/2006/relationships/image" Target="../media/image4740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90.png"/><Relationship Id="rId3" Type="http://schemas.openxmlformats.org/officeDocument/2006/relationships/image" Target="../media/image5430.png"/><Relationship Id="rId7" Type="http://schemas.openxmlformats.org/officeDocument/2006/relationships/image" Target="../media/image5380.png"/><Relationship Id="rId2" Type="http://schemas.openxmlformats.org/officeDocument/2006/relationships/image" Target="../media/image3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70.png"/><Relationship Id="rId5" Type="http://schemas.openxmlformats.org/officeDocument/2006/relationships/image" Target="../media/image545.png"/><Relationship Id="rId10" Type="http://schemas.openxmlformats.org/officeDocument/2006/relationships/image" Target="../media/image5410.png"/><Relationship Id="rId4" Type="http://schemas.openxmlformats.org/officeDocument/2006/relationships/image" Target="../media/image5440.png"/><Relationship Id="rId9" Type="http://schemas.openxmlformats.org/officeDocument/2006/relationships/image" Target="../media/image540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7.png"/><Relationship Id="rId2" Type="http://schemas.openxmlformats.org/officeDocument/2006/relationships/image" Target="../media/image4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9.png"/><Relationship Id="rId4" Type="http://schemas.openxmlformats.org/officeDocument/2006/relationships/image" Target="../media/image548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10.png"/><Relationship Id="rId13" Type="http://schemas.openxmlformats.org/officeDocument/2006/relationships/image" Target="../media/image556.png"/><Relationship Id="rId3" Type="http://schemas.openxmlformats.org/officeDocument/2006/relationships/image" Target="../media/image550.png"/><Relationship Id="rId7" Type="http://schemas.openxmlformats.org/officeDocument/2006/relationships/image" Target="../media/image553.png"/><Relationship Id="rId12" Type="http://schemas.openxmlformats.org/officeDocument/2006/relationships/image" Target="../media/image555.png"/><Relationship Id="rId2" Type="http://schemas.openxmlformats.org/officeDocument/2006/relationships/image" Target="../media/image4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2.png"/><Relationship Id="rId11" Type="http://schemas.openxmlformats.org/officeDocument/2006/relationships/image" Target="../media/image554.png"/><Relationship Id="rId5" Type="http://schemas.openxmlformats.org/officeDocument/2006/relationships/image" Target="../media/image551.png"/><Relationship Id="rId4" Type="http://schemas.openxmlformats.org/officeDocument/2006/relationships/image" Target="../media/image5470.png"/><Relationship Id="rId9" Type="http://schemas.openxmlformats.org/officeDocument/2006/relationships/image" Target="../media/image5520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0.png"/><Relationship Id="rId3" Type="http://schemas.openxmlformats.org/officeDocument/2006/relationships/image" Target="../media/image5550.png"/><Relationship Id="rId7" Type="http://schemas.openxmlformats.org/officeDocument/2006/relationships/image" Target="../media/image559.png"/><Relationship Id="rId2" Type="http://schemas.openxmlformats.org/officeDocument/2006/relationships/image" Target="../media/image4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8.png"/><Relationship Id="rId5" Type="http://schemas.openxmlformats.org/officeDocument/2006/relationships/image" Target="../media/image557.png"/><Relationship Id="rId10" Type="http://schemas.openxmlformats.org/officeDocument/2006/relationships/image" Target="../media/image562.png"/><Relationship Id="rId4" Type="http://schemas.openxmlformats.org/officeDocument/2006/relationships/image" Target="../media/image5560.png"/><Relationship Id="rId9" Type="http://schemas.openxmlformats.org/officeDocument/2006/relationships/image" Target="../media/image561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8.png"/><Relationship Id="rId13" Type="http://schemas.openxmlformats.org/officeDocument/2006/relationships/image" Target="../media/image556.png"/><Relationship Id="rId3" Type="http://schemas.openxmlformats.org/officeDocument/2006/relationships/image" Target="../media/image563.png"/><Relationship Id="rId7" Type="http://schemas.openxmlformats.org/officeDocument/2006/relationships/image" Target="../media/image567.png"/><Relationship Id="rId12" Type="http://schemas.openxmlformats.org/officeDocument/2006/relationships/image" Target="../media/image570.png"/><Relationship Id="rId2" Type="http://schemas.openxmlformats.org/officeDocument/2006/relationships/image" Target="../media/image4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6.png"/><Relationship Id="rId11" Type="http://schemas.openxmlformats.org/officeDocument/2006/relationships/image" Target="../media/image554.png"/><Relationship Id="rId5" Type="http://schemas.openxmlformats.org/officeDocument/2006/relationships/image" Target="../media/image565.png"/><Relationship Id="rId4" Type="http://schemas.openxmlformats.org/officeDocument/2006/relationships/image" Target="../media/image564.png"/><Relationship Id="rId9" Type="http://schemas.openxmlformats.org/officeDocument/2006/relationships/image" Target="../media/image569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0.png"/><Relationship Id="rId3" Type="http://schemas.openxmlformats.org/officeDocument/2006/relationships/image" Target="../media/image571.png"/><Relationship Id="rId7" Type="http://schemas.openxmlformats.org/officeDocument/2006/relationships/image" Target="../media/image574.png"/><Relationship Id="rId2" Type="http://schemas.openxmlformats.org/officeDocument/2006/relationships/image" Target="../media/image4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8.png"/><Relationship Id="rId5" Type="http://schemas.openxmlformats.org/officeDocument/2006/relationships/image" Target="../media/image573.png"/><Relationship Id="rId10" Type="http://schemas.openxmlformats.org/officeDocument/2006/relationships/image" Target="../media/image576.png"/><Relationship Id="rId4" Type="http://schemas.openxmlformats.org/officeDocument/2006/relationships/image" Target="../media/image572.png"/><Relationship Id="rId9" Type="http://schemas.openxmlformats.org/officeDocument/2006/relationships/image" Target="../media/image575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2.png"/><Relationship Id="rId13" Type="http://schemas.openxmlformats.org/officeDocument/2006/relationships/image" Target="../media/image556.png"/><Relationship Id="rId3" Type="http://schemas.openxmlformats.org/officeDocument/2006/relationships/image" Target="../media/image577.png"/><Relationship Id="rId7" Type="http://schemas.openxmlformats.org/officeDocument/2006/relationships/image" Target="../media/image581.png"/><Relationship Id="rId12" Type="http://schemas.openxmlformats.org/officeDocument/2006/relationships/image" Target="../media/image584.png"/><Relationship Id="rId2" Type="http://schemas.openxmlformats.org/officeDocument/2006/relationships/image" Target="../media/image4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0.png"/><Relationship Id="rId11" Type="http://schemas.openxmlformats.org/officeDocument/2006/relationships/image" Target="../media/image554.png"/><Relationship Id="rId5" Type="http://schemas.openxmlformats.org/officeDocument/2006/relationships/image" Target="../media/image579.png"/><Relationship Id="rId4" Type="http://schemas.openxmlformats.org/officeDocument/2006/relationships/image" Target="../media/image578.png"/><Relationship Id="rId9" Type="http://schemas.openxmlformats.org/officeDocument/2006/relationships/image" Target="../media/image583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0.png"/><Relationship Id="rId3" Type="http://schemas.openxmlformats.org/officeDocument/2006/relationships/image" Target="../media/image585.png"/><Relationship Id="rId7" Type="http://schemas.openxmlformats.org/officeDocument/2006/relationships/image" Target="../media/image588.png"/><Relationship Id="rId2" Type="http://schemas.openxmlformats.org/officeDocument/2006/relationships/image" Target="../media/image4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7.png"/><Relationship Id="rId5" Type="http://schemas.openxmlformats.org/officeDocument/2006/relationships/image" Target="../media/image557.png"/><Relationship Id="rId10" Type="http://schemas.openxmlformats.org/officeDocument/2006/relationships/image" Target="../media/image590.png"/><Relationship Id="rId4" Type="http://schemas.openxmlformats.org/officeDocument/2006/relationships/image" Target="../media/image586.png"/><Relationship Id="rId9" Type="http://schemas.openxmlformats.org/officeDocument/2006/relationships/image" Target="../media/image589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5.png"/><Relationship Id="rId13" Type="http://schemas.openxmlformats.org/officeDocument/2006/relationships/image" Target="../media/image556.png"/><Relationship Id="rId3" Type="http://schemas.openxmlformats.org/officeDocument/2006/relationships/image" Target="../media/image591.png"/><Relationship Id="rId7" Type="http://schemas.openxmlformats.org/officeDocument/2006/relationships/image" Target="../media/image594.png"/><Relationship Id="rId12" Type="http://schemas.openxmlformats.org/officeDocument/2006/relationships/image" Target="../media/image597.png"/><Relationship Id="rId2" Type="http://schemas.openxmlformats.org/officeDocument/2006/relationships/image" Target="../media/image4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2.png"/><Relationship Id="rId11" Type="http://schemas.openxmlformats.org/officeDocument/2006/relationships/image" Target="../media/image554.png"/><Relationship Id="rId5" Type="http://schemas.openxmlformats.org/officeDocument/2006/relationships/image" Target="../media/image593.png"/><Relationship Id="rId4" Type="http://schemas.openxmlformats.org/officeDocument/2006/relationships/image" Target="../media/image592.png"/><Relationship Id="rId9" Type="http://schemas.openxmlformats.org/officeDocument/2006/relationships/image" Target="../media/image596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1.png"/><Relationship Id="rId3" Type="http://schemas.openxmlformats.org/officeDocument/2006/relationships/image" Target="../media/image598.png"/><Relationship Id="rId7" Type="http://schemas.openxmlformats.org/officeDocument/2006/relationships/image" Target="../media/image600.png"/><Relationship Id="rId2" Type="http://schemas.openxmlformats.org/officeDocument/2006/relationships/image" Target="../media/image4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8.png"/><Relationship Id="rId5" Type="http://schemas.openxmlformats.org/officeDocument/2006/relationships/image" Target="../media/image599.png"/><Relationship Id="rId10" Type="http://schemas.openxmlformats.org/officeDocument/2006/relationships/image" Target="../media/image603.png"/><Relationship Id="rId4" Type="http://schemas.openxmlformats.org/officeDocument/2006/relationships/image" Target="../media/image572.png"/><Relationship Id="rId9" Type="http://schemas.openxmlformats.org/officeDocument/2006/relationships/image" Target="../media/image602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9.png"/><Relationship Id="rId13" Type="http://schemas.openxmlformats.org/officeDocument/2006/relationships/image" Target="../media/image614.png"/><Relationship Id="rId3" Type="http://schemas.openxmlformats.org/officeDocument/2006/relationships/image" Target="../media/image605.png"/><Relationship Id="rId7" Type="http://schemas.openxmlformats.org/officeDocument/2006/relationships/image" Target="../media/image608.png"/><Relationship Id="rId12" Type="http://schemas.openxmlformats.org/officeDocument/2006/relationships/image" Target="../media/image613.png"/><Relationship Id="rId2" Type="http://schemas.openxmlformats.org/officeDocument/2006/relationships/image" Target="../media/image4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70.png"/><Relationship Id="rId11" Type="http://schemas.openxmlformats.org/officeDocument/2006/relationships/image" Target="../media/image612.png"/><Relationship Id="rId5" Type="http://schemas.openxmlformats.org/officeDocument/2006/relationships/image" Target="../media/image607.png"/><Relationship Id="rId10" Type="http://schemas.openxmlformats.org/officeDocument/2006/relationships/image" Target="../media/image611.png"/><Relationship Id="rId4" Type="http://schemas.openxmlformats.org/officeDocument/2006/relationships/image" Target="../media/image606.png"/><Relationship Id="rId9" Type="http://schemas.openxmlformats.org/officeDocument/2006/relationships/image" Target="../media/image610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5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7.png"/><Relationship Id="rId7" Type="http://schemas.openxmlformats.org/officeDocument/2006/relationships/image" Target="../media/image621.png"/><Relationship Id="rId2" Type="http://schemas.openxmlformats.org/officeDocument/2006/relationships/image" Target="../media/image6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0.png"/><Relationship Id="rId5" Type="http://schemas.openxmlformats.org/officeDocument/2006/relationships/image" Target="../media/image619.png"/><Relationship Id="rId4" Type="http://schemas.openxmlformats.org/officeDocument/2006/relationships/image" Target="../media/image618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20.png"/><Relationship Id="rId2" Type="http://schemas.openxmlformats.org/officeDocument/2006/relationships/image" Target="../media/image6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4.png"/><Relationship Id="rId5" Type="http://schemas.openxmlformats.org/officeDocument/2006/relationships/image" Target="../media/image6230.png"/><Relationship Id="rId4" Type="http://schemas.openxmlformats.org/officeDocument/2006/relationships/image" Target="../media/image623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0.png"/><Relationship Id="rId3" Type="http://schemas.openxmlformats.org/officeDocument/2006/relationships/image" Target="../media/image626.png"/><Relationship Id="rId7" Type="http://schemas.openxmlformats.org/officeDocument/2006/relationships/image" Target="../media/image629.png"/><Relationship Id="rId2" Type="http://schemas.openxmlformats.org/officeDocument/2006/relationships/image" Target="../media/image6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80.png"/><Relationship Id="rId5" Type="http://schemas.openxmlformats.org/officeDocument/2006/relationships/image" Target="../media/image628.png"/><Relationship Id="rId4" Type="http://schemas.openxmlformats.org/officeDocument/2006/relationships/image" Target="../media/image627.png"/><Relationship Id="rId9" Type="http://schemas.openxmlformats.org/officeDocument/2006/relationships/image" Target="../media/image631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8.png"/><Relationship Id="rId3" Type="http://schemas.openxmlformats.org/officeDocument/2006/relationships/image" Target="../media/image633.png"/><Relationship Id="rId7" Type="http://schemas.openxmlformats.org/officeDocument/2006/relationships/image" Target="../media/image637.png"/><Relationship Id="rId12" Type="http://schemas.openxmlformats.org/officeDocument/2006/relationships/image" Target="../media/image642.png"/><Relationship Id="rId2" Type="http://schemas.openxmlformats.org/officeDocument/2006/relationships/image" Target="../media/image6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6.png"/><Relationship Id="rId11" Type="http://schemas.openxmlformats.org/officeDocument/2006/relationships/image" Target="../media/image641.png"/><Relationship Id="rId5" Type="http://schemas.openxmlformats.org/officeDocument/2006/relationships/image" Target="../media/image635.png"/><Relationship Id="rId10" Type="http://schemas.openxmlformats.org/officeDocument/2006/relationships/image" Target="../media/image640.png"/><Relationship Id="rId4" Type="http://schemas.openxmlformats.org/officeDocument/2006/relationships/image" Target="../media/image634.png"/><Relationship Id="rId9" Type="http://schemas.openxmlformats.org/officeDocument/2006/relationships/image" Target="../media/image639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6.png"/><Relationship Id="rId3" Type="http://schemas.openxmlformats.org/officeDocument/2006/relationships/image" Target="../media/image6420.png"/><Relationship Id="rId7" Type="http://schemas.openxmlformats.org/officeDocument/2006/relationships/image" Target="../media/image645.png"/><Relationship Id="rId2" Type="http://schemas.openxmlformats.org/officeDocument/2006/relationships/image" Target="../media/image6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4.png"/><Relationship Id="rId11" Type="http://schemas.openxmlformats.org/officeDocument/2006/relationships/image" Target="../media/image649.png"/><Relationship Id="rId5" Type="http://schemas.openxmlformats.org/officeDocument/2006/relationships/image" Target="../media/image635.png"/><Relationship Id="rId10" Type="http://schemas.openxmlformats.org/officeDocument/2006/relationships/image" Target="../media/image648.png"/><Relationship Id="rId4" Type="http://schemas.openxmlformats.org/officeDocument/2006/relationships/image" Target="../media/image643.png"/><Relationship Id="rId9" Type="http://schemas.openxmlformats.org/officeDocument/2006/relationships/image" Target="../media/image647.pn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6.png"/><Relationship Id="rId3" Type="http://schemas.openxmlformats.org/officeDocument/2006/relationships/image" Target="../media/image651.png"/><Relationship Id="rId7" Type="http://schemas.openxmlformats.org/officeDocument/2006/relationships/image" Target="../media/image655.png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4.png"/><Relationship Id="rId5" Type="http://schemas.openxmlformats.org/officeDocument/2006/relationships/image" Target="../media/image653.png"/><Relationship Id="rId4" Type="http://schemas.openxmlformats.org/officeDocument/2006/relationships/image" Target="../media/image652.png"/><Relationship Id="rId9" Type="http://schemas.openxmlformats.org/officeDocument/2006/relationships/image" Target="../media/image657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2.png"/><Relationship Id="rId3" Type="http://schemas.openxmlformats.org/officeDocument/2006/relationships/image" Target="../media/image658.png"/><Relationship Id="rId7" Type="http://schemas.openxmlformats.org/officeDocument/2006/relationships/image" Target="../media/image661.png"/><Relationship Id="rId12" Type="http://schemas.openxmlformats.org/officeDocument/2006/relationships/image" Target="../media/image666.png"/><Relationship Id="rId2" Type="http://schemas.openxmlformats.org/officeDocument/2006/relationships/image" Target="../media/image6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0.png"/><Relationship Id="rId11" Type="http://schemas.openxmlformats.org/officeDocument/2006/relationships/image" Target="../media/image665.png"/><Relationship Id="rId5" Type="http://schemas.openxmlformats.org/officeDocument/2006/relationships/image" Target="../media/image635.png"/><Relationship Id="rId10" Type="http://schemas.openxmlformats.org/officeDocument/2006/relationships/image" Target="../media/image664.png"/><Relationship Id="rId4" Type="http://schemas.openxmlformats.org/officeDocument/2006/relationships/image" Target="../media/image659.png"/><Relationship Id="rId9" Type="http://schemas.openxmlformats.org/officeDocument/2006/relationships/image" Target="../media/image663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0.png"/><Relationship Id="rId3" Type="http://schemas.openxmlformats.org/officeDocument/2006/relationships/image" Target="../media/image6660.png"/><Relationship Id="rId7" Type="http://schemas.openxmlformats.org/officeDocument/2006/relationships/image" Target="../media/image669.png"/><Relationship Id="rId12" Type="http://schemas.openxmlformats.org/officeDocument/2006/relationships/image" Target="../media/image673.png"/><Relationship Id="rId2" Type="http://schemas.openxmlformats.org/officeDocument/2006/relationships/image" Target="../media/image6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8.png"/><Relationship Id="rId11" Type="http://schemas.openxmlformats.org/officeDocument/2006/relationships/image" Target="../media/image672.png"/><Relationship Id="rId5" Type="http://schemas.openxmlformats.org/officeDocument/2006/relationships/image" Target="../media/image635.png"/><Relationship Id="rId10" Type="http://schemas.openxmlformats.org/officeDocument/2006/relationships/image" Target="../media/image671.png"/><Relationship Id="rId4" Type="http://schemas.openxmlformats.org/officeDocument/2006/relationships/image" Target="../media/image667.png"/><Relationship Id="rId9" Type="http://schemas.openxmlformats.org/officeDocument/2006/relationships/image" Target="../media/image663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8.png"/><Relationship Id="rId13" Type="http://schemas.openxmlformats.org/officeDocument/2006/relationships/image" Target="../media/image683.png"/><Relationship Id="rId3" Type="http://schemas.openxmlformats.org/officeDocument/2006/relationships/image" Target="../media/image674.png"/><Relationship Id="rId7" Type="http://schemas.openxmlformats.org/officeDocument/2006/relationships/image" Target="../media/image677.png"/><Relationship Id="rId12" Type="http://schemas.openxmlformats.org/officeDocument/2006/relationships/image" Target="../media/image682.png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76.png"/><Relationship Id="rId11" Type="http://schemas.openxmlformats.org/officeDocument/2006/relationships/image" Target="../media/image681.png"/><Relationship Id="rId5" Type="http://schemas.openxmlformats.org/officeDocument/2006/relationships/image" Target="../media/image6750.png"/><Relationship Id="rId10" Type="http://schemas.openxmlformats.org/officeDocument/2006/relationships/image" Target="../media/image680.png"/><Relationship Id="rId4" Type="http://schemas.openxmlformats.org/officeDocument/2006/relationships/image" Target="../media/image675.png"/><Relationship Id="rId9" Type="http://schemas.openxmlformats.org/officeDocument/2006/relationships/image" Target="../media/image679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9.png"/><Relationship Id="rId3" Type="http://schemas.openxmlformats.org/officeDocument/2006/relationships/image" Target="../media/image684.png"/><Relationship Id="rId7" Type="http://schemas.openxmlformats.org/officeDocument/2006/relationships/image" Target="../media/image688.png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7.png"/><Relationship Id="rId5" Type="http://schemas.openxmlformats.org/officeDocument/2006/relationships/image" Target="../media/image686.png"/><Relationship Id="rId4" Type="http://schemas.openxmlformats.org/officeDocument/2006/relationships/image" Target="../media/image685.png"/><Relationship Id="rId9" Type="http://schemas.openxmlformats.org/officeDocument/2006/relationships/image" Target="../media/image690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7.png"/><Relationship Id="rId3" Type="http://schemas.openxmlformats.org/officeDocument/2006/relationships/image" Target="../media/image692.png"/><Relationship Id="rId7" Type="http://schemas.openxmlformats.org/officeDocument/2006/relationships/image" Target="../media/image696.png"/><Relationship Id="rId2" Type="http://schemas.openxmlformats.org/officeDocument/2006/relationships/image" Target="../media/image52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5.png"/><Relationship Id="rId11" Type="http://schemas.openxmlformats.org/officeDocument/2006/relationships/image" Target="../media/image700.png"/><Relationship Id="rId5" Type="http://schemas.openxmlformats.org/officeDocument/2006/relationships/image" Target="../media/image694.png"/><Relationship Id="rId10" Type="http://schemas.openxmlformats.org/officeDocument/2006/relationships/image" Target="../media/image699.png"/><Relationship Id="rId4" Type="http://schemas.openxmlformats.org/officeDocument/2006/relationships/image" Target="../media/image693.png"/><Relationship Id="rId9" Type="http://schemas.openxmlformats.org/officeDocument/2006/relationships/image" Target="../media/image698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7.png"/><Relationship Id="rId3" Type="http://schemas.openxmlformats.org/officeDocument/2006/relationships/image" Target="../media/image702.png"/><Relationship Id="rId7" Type="http://schemas.openxmlformats.org/officeDocument/2006/relationships/image" Target="../media/image706.png"/><Relationship Id="rId2" Type="http://schemas.openxmlformats.org/officeDocument/2006/relationships/image" Target="../media/image54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05.png"/><Relationship Id="rId5" Type="http://schemas.openxmlformats.org/officeDocument/2006/relationships/image" Target="../media/image704.png"/><Relationship Id="rId4" Type="http://schemas.openxmlformats.org/officeDocument/2006/relationships/image" Target="../media/image703.png"/><Relationship Id="rId9" Type="http://schemas.openxmlformats.org/officeDocument/2006/relationships/image" Target="../media/image708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image" Target="../media/image604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6.png"/><Relationship Id="rId3" Type="http://schemas.openxmlformats.org/officeDocument/2006/relationships/image" Target="../media/image711.png"/><Relationship Id="rId7" Type="http://schemas.openxmlformats.org/officeDocument/2006/relationships/image" Target="../media/image715.png"/><Relationship Id="rId12" Type="http://schemas.openxmlformats.org/officeDocument/2006/relationships/image" Target="../media/image719.png"/><Relationship Id="rId2" Type="http://schemas.openxmlformats.org/officeDocument/2006/relationships/image" Target="../media/image6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4.png"/><Relationship Id="rId11" Type="http://schemas.openxmlformats.org/officeDocument/2006/relationships/image" Target="../media/image7100.png"/><Relationship Id="rId5" Type="http://schemas.openxmlformats.org/officeDocument/2006/relationships/image" Target="../media/image713.png"/><Relationship Id="rId10" Type="http://schemas.openxmlformats.org/officeDocument/2006/relationships/image" Target="../media/image718.png"/><Relationship Id="rId4" Type="http://schemas.openxmlformats.org/officeDocument/2006/relationships/image" Target="../media/image712.png"/><Relationship Id="rId9" Type="http://schemas.openxmlformats.org/officeDocument/2006/relationships/image" Target="../media/image717.png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5.png"/><Relationship Id="rId13" Type="http://schemas.openxmlformats.org/officeDocument/2006/relationships/image" Target="../media/image730.png"/><Relationship Id="rId3" Type="http://schemas.openxmlformats.org/officeDocument/2006/relationships/image" Target="../media/image720.png"/><Relationship Id="rId7" Type="http://schemas.openxmlformats.org/officeDocument/2006/relationships/image" Target="../media/image724.png"/><Relationship Id="rId12" Type="http://schemas.openxmlformats.org/officeDocument/2006/relationships/image" Target="../media/image729.png"/><Relationship Id="rId2" Type="http://schemas.openxmlformats.org/officeDocument/2006/relationships/image" Target="../media/image69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23.png"/><Relationship Id="rId11" Type="http://schemas.openxmlformats.org/officeDocument/2006/relationships/image" Target="../media/image728.png"/><Relationship Id="rId5" Type="http://schemas.openxmlformats.org/officeDocument/2006/relationships/image" Target="../media/image722.png"/><Relationship Id="rId10" Type="http://schemas.openxmlformats.org/officeDocument/2006/relationships/image" Target="../media/image727.png"/><Relationship Id="rId4" Type="http://schemas.openxmlformats.org/officeDocument/2006/relationships/image" Target="../media/image721.png"/><Relationship Id="rId9" Type="http://schemas.openxmlformats.org/officeDocument/2006/relationships/image" Target="../media/image726.png"/><Relationship Id="rId14" Type="http://schemas.openxmlformats.org/officeDocument/2006/relationships/image" Target="../media/image719.png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1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2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7.png"/><Relationship Id="rId13" Type="http://schemas.openxmlformats.org/officeDocument/2006/relationships/image" Target="../media/image742.png"/><Relationship Id="rId3" Type="http://schemas.openxmlformats.org/officeDocument/2006/relationships/image" Target="../media/image733.png"/><Relationship Id="rId7" Type="http://schemas.openxmlformats.org/officeDocument/2006/relationships/image" Target="../media/image736.png"/><Relationship Id="rId12" Type="http://schemas.openxmlformats.org/officeDocument/2006/relationships/image" Target="../media/image741.png"/><Relationship Id="rId2" Type="http://schemas.openxmlformats.org/officeDocument/2006/relationships/image" Target="../media/image73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35.png"/><Relationship Id="rId11" Type="http://schemas.openxmlformats.org/officeDocument/2006/relationships/image" Target="../media/image740.png"/><Relationship Id="rId5" Type="http://schemas.openxmlformats.org/officeDocument/2006/relationships/image" Target="../media/image734.png"/><Relationship Id="rId10" Type="http://schemas.openxmlformats.org/officeDocument/2006/relationships/image" Target="../media/image739.png"/><Relationship Id="rId4" Type="http://schemas.openxmlformats.org/officeDocument/2006/relationships/image" Target="../media/image7330.png"/><Relationship Id="rId9" Type="http://schemas.openxmlformats.org/officeDocument/2006/relationships/image" Target="../media/image738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4.png"/><Relationship Id="rId2" Type="http://schemas.openxmlformats.org/officeDocument/2006/relationships/image" Target="../media/image7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7.png"/><Relationship Id="rId5" Type="http://schemas.openxmlformats.org/officeDocument/2006/relationships/image" Target="../media/image746.png"/><Relationship Id="rId4" Type="http://schemas.openxmlformats.org/officeDocument/2006/relationships/image" Target="../media/image745.png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3.png"/><Relationship Id="rId3" Type="http://schemas.openxmlformats.org/officeDocument/2006/relationships/image" Target="../media/image748.png"/><Relationship Id="rId7" Type="http://schemas.openxmlformats.org/officeDocument/2006/relationships/image" Target="../media/image752.png"/><Relationship Id="rId2" Type="http://schemas.openxmlformats.org/officeDocument/2006/relationships/image" Target="../media/image7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1.png"/><Relationship Id="rId5" Type="http://schemas.openxmlformats.org/officeDocument/2006/relationships/image" Target="../media/image750.png"/><Relationship Id="rId10" Type="http://schemas.openxmlformats.org/officeDocument/2006/relationships/image" Target="../media/image755.png"/><Relationship Id="rId4" Type="http://schemas.openxmlformats.org/officeDocument/2006/relationships/image" Target="../media/image749.png"/><Relationship Id="rId9" Type="http://schemas.openxmlformats.org/officeDocument/2006/relationships/image" Target="../media/image754.png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1.png"/><Relationship Id="rId3" Type="http://schemas.openxmlformats.org/officeDocument/2006/relationships/image" Target="../media/image756.png"/><Relationship Id="rId7" Type="http://schemas.openxmlformats.org/officeDocument/2006/relationships/image" Target="../media/image760.png"/><Relationship Id="rId2" Type="http://schemas.openxmlformats.org/officeDocument/2006/relationships/image" Target="../media/image7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9.png"/><Relationship Id="rId5" Type="http://schemas.openxmlformats.org/officeDocument/2006/relationships/image" Target="../media/image758.png"/><Relationship Id="rId4" Type="http://schemas.openxmlformats.org/officeDocument/2006/relationships/image" Target="../media/image757.pn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70.png"/><Relationship Id="rId13" Type="http://schemas.openxmlformats.org/officeDocument/2006/relationships/image" Target="../media/image7610.png"/><Relationship Id="rId3" Type="http://schemas.openxmlformats.org/officeDocument/2006/relationships/image" Target="../media/image7520.png"/><Relationship Id="rId7" Type="http://schemas.openxmlformats.org/officeDocument/2006/relationships/image" Target="../media/image7560.png"/><Relationship Id="rId12" Type="http://schemas.openxmlformats.org/officeDocument/2006/relationships/image" Target="../media/image762.png"/><Relationship Id="rId2" Type="http://schemas.openxmlformats.org/officeDocument/2006/relationships/image" Target="../media/image7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50.png"/><Relationship Id="rId11" Type="http://schemas.openxmlformats.org/officeDocument/2006/relationships/image" Target="../media/image7600.png"/><Relationship Id="rId5" Type="http://schemas.openxmlformats.org/officeDocument/2006/relationships/image" Target="../media/image7540.png"/><Relationship Id="rId10" Type="http://schemas.openxmlformats.org/officeDocument/2006/relationships/image" Target="../media/image7590.png"/><Relationship Id="rId4" Type="http://schemas.openxmlformats.org/officeDocument/2006/relationships/image" Target="../media/image7530.png"/><Relationship Id="rId9" Type="http://schemas.openxmlformats.org/officeDocument/2006/relationships/image" Target="../media/image7580.png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8.png"/><Relationship Id="rId3" Type="http://schemas.openxmlformats.org/officeDocument/2006/relationships/image" Target="../media/image763.png"/><Relationship Id="rId7" Type="http://schemas.openxmlformats.org/officeDocument/2006/relationships/image" Target="../media/image767.png"/><Relationship Id="rId12" Type="http://schemas.openxmlformats.org/officeDocument/2006/relationships/image" Target="../media/image772.png"/><Relationship Id="rId2" Type="http://schemas.openxmlformats.org/officeDocument/2006/relationships/image" Target="../media/image7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6.png"/><Relationship Id="rId11" Type="http://schemas.openxmlformats.org/officeDocument/2006/relationships/image" Target="../media/image771.png"/><Relationship Id="rId5" Type="http://schemas.openxmlformats.org/officeDocument/2006/relationships/image" Target="../media/image765.png"/><Relationship Id="rId10" Type="http://schemas.openxmlformats.org/officeDocument/2006/relationships/image" Target="../media/image770.png"/><Relationship Id="rId4" Type="http://schemas.openxmlformats.org/officeDocument/2006/relationships/image" Target="../media/image764.png"/><Relationship Id="rId9" Type="http://schemas.openxmlformats.org/officeDocument/2006/relationships/image" Target="../media/image769.png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8.png"/><Relationship Id="rId13" Type="http://schemas.openxmlformats.org/officeDocument/2006/relationships/image" Target="../media/image783.png"/><Relationship Id="rId3" Type="http://schemas.openxmlformats.org/officeDocument/2006/relationships/image" Target="../media/image7730.png"/><Relationship Id="rId7" Type="http://schemas.openxmlformats.org/officeDocument/2006/relationships/image" Target="../media/image777.png"/><Relationship Id="rId12" Type="http://schemas.openxmlformats.org/officeDocument/2006/relationships/image" Target="../media/image782.png"/><Relationship Id="rId2" Type="http://schemas.openxmlformats.org/officeDocument/2006/relationships/image" Target="../media/image7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6.png"/><Relationship Id="rId11" Type="http://schemas.openxmlformats.org/officeDocument/2006/relationships/image" Target="../media/image781.png"/><Relationship Id="rId5" Type="http://schemas.openxmlformats.org/officeDocument/2006/relationships/image" Target="../media/image775.png"/><Relationship Id="rId10" Type="http://schemas.openxmlformats.org/officeDocument/2006/relationships/image" Target="../media/image780.png"/><Relationship Id="rId4" Type="http://schemas.openxmlformats.org/officeDocument/2006/relationships/image" Target="../media/image774.png"/><Relationship Id="rId9" Type="http://schemas.openxmlformats.org/officeDocument/2006/relationships/image" Target="../media/image779.png"/><Relationship Id="rId14" Type="http://schemas.openxmlformats.org/officeDocument/2006/relationships/image" Target="../media/image784.png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9.png"/><Relationship Id="rId13" Type="http://schemas.openxmlformats.org/officeDocument/2006/relationships/image" Target="../media/image794.png"/><Relationship Id="rId3" Type="http://schemas.openxmlformats.org/officeDocument/2006/relationships/image" Target="../media/image785.png"/><Relationship Id="rId7" Type="http://schemas.openxmlformats.org/officeDocument/2006/relationships/image" Target="../media/image788.png"/><Relationship Id="rId12" Type="http://schemas.openxmlformats.org/officeDocument/2006/relationships/image" Target="../media/image793.png"/><Relationship Id="rId2" Type="http://schemas.openxmlformats.org/officeDocument/2006/relationships/image" Target="../media/image7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60.png"/><Relationship Id="rId11" Type="http://schemas.openxmlformats.org/officeDocument/2006/relationships/image" Target="../media/image792.png"/><Relationship Id="rId5" Type="http://schemas.openxmlformats.org/officeDocument/2006/relationships/image" Target="../media/image787.png"/><Relationship Id="rId10" Type="http://schemas.openxmlformats.org/officeDocument/2006/relationships/image" Target="../media/image791.png"/><Relationship Id="rId4" Type="http://schemas.openxmlformats.org/officeDocument/2006/relationships/image" Target="../media/image786.png"/><Relationship Id="rId9" Type="http://schemas.openxmlformats.org/officeDocument/2006/relationships/image" Target="../media/image790.png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9.png"/><Relationship Id="rId13" Type="http://schemas.openxmlformats.org/officeDocument/2006/relationships/image" Target="../media/image804.png"/><Relationship Id="rId3" Type="http://schemas.openxmlformats.org/officeDocument/2006/relationships/image" Target="../media/image795.png"/><Relationship Id="rId7" Type="http://schemas.openxmlformats.org/officeDocument/2006/relationships/image" Target="../media/image798.png"/><Relationship Id="rId12" Type="http://schemas.openxmlformats.org/officeDocument/2006/relationships/image" Target="../media/image803.png"/><Relationship Id="rId2" Type="http://schemas.openxmlformats.org/officeDocument/2006/relationships/image" Target="../media/image7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60.png"/><Relationship Id="rId11" Type="http://schemas.openxmlformats.org/officeDocument/2006/relationships/image" Target="../media/image802.png"/><Relationship Id="rId5" Type="http://schemas.openxmlformats.org/officeDocument/2006/relationships/image" Target="../media/image797.png"/><Relationship Id="rId10" Type="http://schemas.openxmlformats.org/officeDocument/2006/relationships/image" Target="../media/image801.png"/><Relationship Id="rId4" Type="http://schemas.openxmlformats.org/officeDocument/2006/relationships/image" Target="../media/image796.png"/><Relationship Id="rId9" Type="http://schemas.openxmlformats.org/officeDocument/2006/relationships/image" Target="../media/image800.png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9.png"/><Relationship Id="rId13" Type="http://schemas.openxmlformats.org/officeDocument/2006/relationships/image" Target="../media/image814.png"/><Relationship Id="rId3" Type="http://schemas.openxmlformats.org/officeDocument/2006/relationships/image" Target="../media/image805.png"/><Relationship Id="rId7" Type="http://schemas.openxmlformats.org/officeDocument/2006/relationships/image" Target="../media/image808.png"/><Relationship Id="rId12" Type="http://schemas.openxmlformats.org/officeDocument/2006/relationships/image" Target="../media/image813.png"/><Relationship Id="rId2" Type="http://schemas.openxmlformats.org/officeDocument/2006/relationships/image" Target="../media/image7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60.png"/><Relationship Id="rId11" Type="http://schemas.openxmlformats.org/officeDocument/2006/relationships/image" Target="../media/image812.png"/><Relationship Id="rId5" Type="http://schemas.openxmlformats.org/officeDocument/2006/relationships/image" Target="../media/image807.png"/><Relationship Id="rId10" Type="http://schemas.openxmlformats.org/officeDocument/2006/relationships/image" Target="../media/image811.png"/><Relationship Id="rId4" Type="http://schemas.openxmlformats.org/officeDocument/2006/relationships/image" Target="../media/image806.png"/><Relationship Id="rId9" Type="http://schemas.openxmlformats.org/officeDocument/2006/relationships/image" Target="../media/image810.png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6.png"/><Relationship Id="rId13" Type="http://schemas.openxmlformats.org/officeDocument/2006/relationships/image" Target="../media/image821.png"/><Relationship Id="rId3" Type="http://schemas.openxmlformats.org/officeDocument/2006/relationships/image" Target="../media/image8110.png"/><Relationship Id="rId7" Type="http://schemas.openxmlformats.org/officeDocument/2006/relationships/image" Target="../media/image815.png"/><Relationship Id="rId12" Type="http://schemas.openxmlformats.org/officeDocument/2006/relationships/image" Target="../media/image820.png"/><Relationship Id="rId2" Type="http://schemas.openxmlformats.org/officeDocument/2006/relationships/image" Target="../media/image7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40.png"/><Relationship Id="rId11" Type="http://schemas.openxmlformats.org/officeDocument/2006/relationships/image" Target="../media/image819.png"/><Relationship Id="rId5" Type="http://schemas.openxmlformats.org/officeDocument/2006/relationships/image" Target="../media/image8130.png"/><Relationship Id="rId10" Type="http://schemas.openxmlformats.org/officeDocument/2006/relationships/image" Target="../media/image818.png"/><Relationship Id="rId4" Type="http://schemas.openxmlformats.org/officeDocument/2006/relationships/image" Target="../media/image8120.png"/><Relationship Id="rId9" Type="http://schemas.openxmlformats.org/officeDocument/2006/relationships/image" Target="../media/image817.png"/><Relationship Id="rId14" Type="http://schemas.openxmlformats.org/officeDocument/2006/relationships/image" Target="../media/image822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3611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91A2B-D9CE-8F39-E229-AD91EF2CD0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89" y="1122364"/>
            <a:ext cx="7931368" cy="1866496"/>
          </a:xfrm>
        </p:spPr>
        <p:txBody>
          <a:bodyPr/>
          <a:lstStyle/>
          <a:p>
            <a:r>
              <a:rPr lang="en-US" dirty="0"/>
              <a:t>Unit – 3</a:t>
            </a:r>
            <a:br>
              <a:rPr lang="en-US" dirty="0"/>
            </a:br>
            <a:r>
              <a:rPr lang="en-US" dirty="0"/>
              <a:t>Linear Transformation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1CA9521-912C-4693-3D1B-1AF42751DBB3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B.Tech.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1</a:t>
                </a:r>
                <a:r>
                  <a:rPr lang="en-US" baseline="30000" dirty="0"/>
                  <a:t>st</a:t>
                </a:r>
                <a:r>
                  <a:rPr lang="en-US" dirty="0"/>
                  <a:t> Semester</a:t>
                </a:r>
              </a:p>
              <a:p>
                <a:pPr>
                  <a:lnSpc>
                    <a:spcPct val="125000"/>
                  </a:lnSpc>
                </a:pPr>
                <a:r>
                  <a:rPr lang="en-US" b="1" dirty="0"/>
                  <a:t>Mathematics – I (</a:t>
                </a:r>
                <a:r>
                  <a:rPr lang="en-US" dirty="0"/>
                  <a:t>2601HS101</a:t>
                </a:r>
                <a:r>
                  <a:rPr lang="en-US" b="1" dirty="0"/>
                  <a:t>)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1CA9521-912C-4693-3D1B-1AF42751DB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blipFill>
                <a:blip r:embed="rId2"/>
                <a:stretch>
                  <a:fillRect b="-99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3">
            <a:extLst>
              <a:ext uri="{FF2B5EF4-FFF2-40B4-BE49-F238E27FC236}">
                <a16:creationId xmlns:a16="http://schemas.microsoft.com/office/drawing/2014/main" id="{A5CAC28B-7C95-0781-4835-2E15AA78AF8E}"/>
              </a:ext>
            </a:extLst>
          </p:cNvPr>
          <p:cNvSpPr txBox="1">
            <a:spLocks/>
          </p:cNvSpPr>
          <p:nvPr/>
        </p:nvSpPr>
        <p:spPr>
          <a:xfrm>
            <a:off x="531292" y="3859133"/>
            <a:ext cx="7035300" cy="115448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b="0" dirty="0">
                <a:latin typeface="+mn-lt"/>
              </a:rPr>
              <a:t>explain linear transformation concepts with examples using change of basis and matrix representation techniques. </a:t>
            </a:r>
          </a:p>
        </p:txBody>
      </p:sp>
      <p:sp>
        <p:nvSpPr>
          <p:cNvPr id="6" name="Title 13">
            <a:extLst>
              <a:ext uri="{FF2B5EF4-FFF2-40B4-BE49-F238E27FC236}">
                <a16:creationId xmlns:a16="http://schemas.microsoft.com/office/drawing/2014/main" id="{CA6D073A-33DA-19C5-E211-F859A8C2E062}"/>
              </a:ext>
            </a:extLst>
          </p:cNvPr>
          <p:cNvSpPr txBox="1">
            <a:spLocks/>
          </p:cNvSpPr>
          <p:nvPr/>
        </p:nvSpPr>
        <p:spPr>
          <a:xfrm>
            <a:off x="531292" y="3365202"/>
            <a:ext cx="2943968" cy="51472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FF0000"/>
                </a:solidFill>
              </a:rPr>
              <a:t>Course Outcome:</a:t>
            </a:r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19B6BED5-E82B-5584-6567-EEF41A7E4FB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prstClr val="white">
                <a:lumMod val="65000"/>
              </a:prstClr>
            </a:solidFill>
          </a:ln>
        </p:spPr>
      </p:pic>
    </p:spTree>
    <p:extLst>
      <p:ext uri="{BB962C8B-B14F-4D97-AF65-F5344CB8AC3E}">
        <p14:creationId xmlns:p14="http://schemas.microsoft.com/office/powerpoint/2010/main" val="2633169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429768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646362"/>
            <a:ext cx="9007807" cy="3898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Topics of Unit 3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Linear Transformations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Kernel, Range and Rank-Nullity Theorem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Matrix Representation of Linear Transformations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Change of Basis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Similarity of Matrices</a:t>
            </a:r>
          </a:p>
        </p:txBody>
      </p:sp>
    </p:spTree>
    <p:extLst>
      <p:ext uri="{BB962C8B-B14F-4D97-AF65-F5344CB8AC3E}">
        <p14:creationId xmlns:p14="http://schemas.microsoft.com/office/powerpoint/2010/main" val="138175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429768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646362"/>
            <a:ext cx="9007807" cy="3898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>
                <a:solidFill>
                  <a:srgbClr val="FF0000"/>
                </a:solidFill>
              </a:rPr>
              <a:t>Outline </a:t>
            </a:r>
            <a:r>
              <a:rPr lang="en-US" sz="2800" b="1" dirty="0">
                <a:solidFill>
                  <a:srgbClr val="FF0000"/>
                </a:solidFill>
              </a:rPr>
              <a:t>of Unit 3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Linear Transformations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Kernel, Range and Rank-Nullity Theorem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Matrix Representation of Linear Transformations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Change of Basis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</a:rPr>
              <a:t>Similarity of Matrices</a:t>
            </a:r>
          </a:p>
        </p:txBody>
      </p:sp>
    </p:spTree>
    <p:extLst>
      <p:ext uri="{BB962C8B-B14F-4D97-AF65-F5344CB8AC3E}">
        <p14:creationId xmlns:p14="http://schemas.microsoft.com/office/powerpoint/2010/main" val="2139209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Method-1</a:t>
            </a:r>
            <a:br>
              <a:rPr lang="en-US" dirty="0"/>
            </a:br>
            <a:r>
              <a:rPr lang="en-IN" dirty="0"/>
              <a:t>Linear Transformations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563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AAA5B-0092-97CB-EB76-08E968F02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251DE-5464-7A19-154A-FB0CCE24A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403792"/>
          </a:xfrm>
        </p:spPr>
        <p:txBody>
          <a:bodyPr/>
          <a:lstStyle/>
          <a:p>
            <a:pPr lvl="0">
              <a:lnSpc>
                <a:spcPts val="3600"/>
              </a:lnSpc>
            </a:pPr>
            <a:r>
              <a:rPr lang="en-US" b="1" dirty="0"/>
              <a:t>Linear Transformation</a:t>
            </a:r>
            <a:r>
              <a:rPr lang="en-US" dirty="0"/>
              <a:t> is a mapping between vector spaces that preserves vector addition and scalar multiplication.</a:t>
            </a:r>
            <a:endParaRPr lang="en-IN" dirty="0"/>
          </a:p>
          <a:p>
            <a:pPr lvl="0">
              <a:lnSpc>
                <a:spcPts val="3600"/>
              </a:lnSpc>
            </a:pPr>
            <a:r>
              <a:rPr lang="en-US" dirty="0"/>
              <a:t>Linear transformations can be represented using </a:t>
            </a:r>
            <a:r>
              <a:rPr lang="en-US" b="1" dirty="0"/>
              <a:t>matrices</a:t>
            </a:r>
            <a:r>
              <a:rPr lang="en-US" dirty="0"/>
              <a:t>, which simplify computations and analysis.</a:t>
            </a:r>
            <a:endParaRPr lang="en-IN" dirty="0"/>
          </a:p>
          <a:p>
            <a:pPr lvl="0">
              <a:lnSpc>
                <a:spcPts val="3600"/>
              </a:lnSpc>
            </a:pPr>
            <a:r>
              <a:rPr lang="en-US" dirty="0"/>
              <a:t>The </a:t>
            </a:r>
            <a:r>
              <a:rPr lang="en-US" b="1" dirty="0"/>
              <a:t>kernel</a:t>
            </a:r>
            <a:r>
              <a:rPr lang="en-US" dirty="0"/>
              <a:t>, </a:t>
            </a:r>
            <a:r>
              <a:rPr lang="en-US" b="1" dirty="0"/>
              <a:t>range</a:t>
            </a:r>
            <a:r>
              <a:rPr lang="en-US" dirty="0"/>
              <a:t>, and </a:t>
            </a:r>
            <a:r>
              <a:rPr lang="en-US" b="1" dirty="0"/>
              <a:t>Rank–Nullity Theorem</a:t>
            </a:r>
            <a:r>
              <a:rPr lang="en-US" dirty="0"/>
              <a:t> help us to understand the properties of a linear transformation.</a:t>
            </a:r>
          </a:p>
          <a:p>
            <a:pPr>
              <a:lnSpc>
                <a:spcPts val="3600"/>
              </a:lnSpc>
            </a:pPr>
            <a:r>
              <a:rPr lang="en-US" dirty="0"/>
              <a:t>Different matrix representations of the same transformation can be obtained by changing the </a:t>
            </a:r>
            <a:r>
              <a:rPr lang="en-US" b="1" dirty="0"/>
              <a:t>basis</a:t>
            </a:r>
            <a:r>
              <a:rPr lang="en-US" dirty="0"/>
              <a:t>, leading to the concept of </a:t>
            </a:r>
            <a:r>
              <a:rPr lang="en-US" b="1" dirty="0"/>
              <a:t>similar matrices.</a:t>
            </a:r>
          </a:p>
          <a:p>
            <a:pPr>
              <a:lnSpc>
                <a:spcPts val="3600"/>
              </a:lnSpc>
            </a:pPr>
            <a:r>
              <a:rPr lang="en-US" dirty="0"/>
              <a:t>Linear transformations have important applications in Artificial Intelligence, Machine Learning, computer graphics, image processing, and data analysis</a:t>
            </a:r>
            <a:r>
              <a:rPr lang="en-US" b="1" dirty="0"/>
              <a:t>.</a:t>
            </a:r>
            <a:endParaRPr lang="en-IN" dirty="0"/>
          </a:p>
          <a:p>
            <a:pPr>
              <a:lnSpc>
                <a:spcPct val="100000"/>
              </a:lnSpc>
            </a:pPr>
            <a:endParaRPr lang="en-IN" dirty="0"/>
          </a:p>
          <a:p>
            <a:pPr lvl="0">
              <a:lnSpc>
                <a:spcPct val="100000"/>
              </a:lnSpc>
            </a:pPr>
            <a:endParaRPr lang="en-US" dirty="0"/>
          </a:p>
          <a:p>
            <a:pPr lvl="0">
              <a:lnSpc>
                <a:spcPct val="1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826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0C34B-70EB-1BEB-20D5-D3626BC95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DFADE8E9-FCF2-1444-7A77-51FFA43084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1707" y="760841"/>
                <a:ext cx="12040293" cy="268275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IN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be two vector spaces. A </a:t>
                </a:r>
                <a:r>
                  <a:rPr lang="en-IN" sz="2800" b="1" dirty="0">
                    <a:solidFill>
                      <a:srgbClr val="FF0000"/>
                    </a:solidFill>
                  </a:rPr>
                  <a:t>linear transformation</a:t>
                </a:r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a mapping (function)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: </m:t>
                        </m:r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d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such that</a:t>
                </a:r>
              </a:p>
              <a:p>
                <a:pPr lvl="1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pPr lvl="1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; for all vectors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and scalar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IN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IN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DFADE8E9-FCF2-1444-7A77-51FFA4308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07" y="760841"/>
                <a:ext cx="12040293" cy="2682750"/>
              </a:xfrm>
              <a:prstGeom prst="rect">
                <a:avLst/>
              </a:prstGeom>
              <a:blipFill>
                <a:blip r:embed="rId2"/>
                <a:stretch>
                  <a:fillRect l="-962" r="-1013" b="-704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661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279BC-F84B-ECDE-3672-D741BFBBD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AD373-6C28-67DC-15A1-EA93700AD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6D7E3DC0-013E-BC6C-DCE8-080F2A221B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1706" y="892915"/>
                <a:ext cx="12040293" cy="97971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∶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be a linear transformation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called the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image </a:t>
                </a:r>
                <a:r>
                  <a:rPr lang="en-US" sz="2800" dirty="0">
                    <a:solidFill>
                      <a:srgbClr val="002060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under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Content Placeholder 4">
                <a:extLst>
                  <a:ext uri="{FF2B5EF4-FFF2-40B4-BE49-F238E27FC236}">
                    <a16:creationId xmlns:a16="http://schemas.microsoft.com/office/drawing/2014/main" id="{6D7E3DC0-013E-BC6C-DCE8-080F2A221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06" y="892915"/>
                <a:ext cx="12040293" cy="979713"/>
              </a:xfrm>
              <a:prstGeom prst="rect">
                <a:avLst/>
              </a:prstGeom>
              <a:blipFill>
                <a:blip r:embed="rId2"/>
                <a:stretch>
                  <a:fillRect l="-962" t="-4348" r="-1013" b="-15528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25BD09BA-3037-8F2E-DDCD-73970B510F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1707" y="4777102"/>
                <a:ext cx="12040293" cy="97971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/>
                <a:r>
                  <a:rPr lang="en-IN" sz="2800" dirty="0">
                    <a:solidFill>
                      <a:srgbClr val="00206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, then the linear transformation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called </a:t>
                </a:r>
                <a:r>
                  <a:rPr lang="en-IN" sz="2800" b="1" dirty="0">
                    <a:solidFill>
                      <a:srgbClr val="FF0000"/>
                    </a:solidFill>
                  </a:rPr>
                  <a:t>linear operator</a:t>
                </a:r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25BD09BA-3037-8F2E-DDCD-73970B510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07" y="4777102"/>
                <a:ext cx="12040293" cy="979713"/>
              </a:xfrm>
              <a:prstGeom prst="rect">
                <a:avLst/>
              </a:prstGeom>
              <a:blipFill>
                <a:blip r:embed="rId3"/>
                <a:stretch>
                  <a:fillRect l="-962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1959F1-2E72-7FDC-89D4-E99E344AA17B}"/>
                  </a:ext>
                </a:extLst>
              </p:cNvPr>
              <p:cNvSpPr txBox="1"/>
              <p:nvPr/>
            </p:nvSpPr>
            <p:spPr>
              <a:xfrm>
                <a:off x="390623" y="2819585"/>
                <a:ext cx="9484817" cy="1150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15000"/>
                  </a:lnSpc>
                  <a:spcAft>
                    <a:spcPts val="800"/>
                  </a:spcAft>
                  <a:buClr>
                    <a:srgbClr val="002060"/>
                  </a:buClr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If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∶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ℝ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2</m:t>
                        </m:r>
                      </m:sup>
                    </m:sSup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→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ℝ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 </a:t>
                </a:r>
                <a:r>
                  <a:rPr lang="en-US" sz="2800" i="0" dirty="0">
                    <a:solidFill>
                      <a:srgbClr val="002060"/>
                    </a:solidFill>
                    <a:effectLst/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be a linear transformation defined as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, </a:t>
                </a:r>
              </a:p>
              <a:p>
                <a:pPr lvl="0" algn="just">
                  <a:lnSpc>
                    <a:spcPct val="115000"/>
                  </a:lnSpc>
                  <a:spcAft>
                    <a:spcPts val="800"/>
                  </a:spcAft>
                  <a:buClr>
                    <a:srgbClr val="002060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x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y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)=(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x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y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x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y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 </a:t>
                </a:r>
                <a:r>
                  <a:rPr lang="en-US" sz="2800" i="0" dirty="0">
                    <a:solidFill>
                      <a:srgbClr val="002060"/>
                    </a:solidFill>
                    <a:effectLst/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then</a:t>
                </a:r>
                <a14:m>
                  <m:oMath xmlns:m="http://schemas.openxmlformats.org/officeDocument/2006/math"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1, 0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1+0, 1−0</m:t>
                        </m:r>
                      </m:e>
                    </m:d>
                    <m:r>
                      <a:rPr lang="en-IN" sz="2800" b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=</m:t>
                    </m:r>
                    <m:r>
                      <a:rPr lang="en-IN" sz="2800" b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(</m:t>
                    </m:r>
                    <m:r>
                      <a:rPr lang="en-IN" sz="28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𝟏</m:t>
                    </m:r>
                    <m:r>
                      <a:rPr lang="en-IN" sz="2800" b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, </m:t>
                    </m:r>
                    <m:r>
                      <a:rPr lang="en-IN" sz="28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𝟏</m:t>
                    </m:r>
                    <m:r>
                      <a:rPr lang="en-IN" sz="2800" b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.</a:t>
                </a:r>
                <a:endParaRPr lang="en-IN" sz="2800" dirty="0">
                  <a:solidFill>
                    <a:srgbClr val="002060"/>
                  </a:solidFill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1959F1-2E72-7FDC-89D4-E99E344AA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23" y="2819585"/>
                <a:ext cx="9484817" cy="1150187"/>
              </a:xfrm>
              <a:prstGeom prst="rect">
                <a:avLst/>
              </a:prstGeom>
              <a:blipFill>
                <a:blip r:embed="rId4"/>
                <a:stretch>
                  <a:fillRect l="-1285" t="-4255" b="-148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D6DAA3EF-48E1-93A9-15B0-EBD6F26CC41B}"/>
              </a:ext>
            </a:extLst>
          </p:cNvPr>
          <p:cNvSpPr txBox="1">
            <a:spLocks/>
          </p:cNvSpPr>
          <p:nvPr/>
        </p:nvSpPr>
        <p:spPr>
          <a:xfrm>
            <a:off x="151706" y="2152727"/>
            <a:ext cx="2931962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800" b="1" dirty="0">
                <a:solidFill>
                  <a:srgbClr val="301B92"/>
                </a:solidFill>
              </a:rPr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5A4BD8-14D6-1403-F40C-547B6F526C08}"/>
                  </a:ext>
                </a:extLst>
              </p:cNvPr>
              <p:cNvSpPr txBox="1"/>
              <p:nvPr/>
            </p:nvSpPr>
            <p:spPr>
              <a:xfrm>
                <a:off x="317076" y="4096630"/>
                <a:ext cx="10801639" cy="552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73050" indent="-27305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ea typeface="Times New Roman" panose="02020603050405020304" pitchFamily="18" charset="0"/>
                    <a:cs typeface="Shruti" panose="020B0502040204020203" pitchFamily="34" charset="0"/>
                  </a:rPr>
                  <a:t>So</a:t>
                </a:r>
                <a:r>
                  <a:rPr lang="en-US" sz="2800" dirty="0">
                    <a:solidFill>
                      <a:srgbClr val="002060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(1, 1)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  <a:ea typeface="Times New Roman" panose="02020603050405020304" pitchFamily="18" charset="0"/>
                    <a:cs typeface="Shruti" panose="020B0502040204020203" pitchFamily="34" charset="0"/>
                  </a:rPr>
                  <a:t>is </a:t>
                </a:r>
                <a:r>
                  <a:rPr lang="en-US" sz="2800" b="1" dirty="0">
                    <a:solidFill>
                      <a:srgbClr val="FF0000"/>
                    </a:solidFill>
                    <a:ea typeface="Times New Roman" panose="02020603050405020304" pitchFamily="18" charset="0"/>
                    <a:cs typeface="Shruti" panose="020B0502040204020203" pitchFamily="34" charset="0"/>
                  </a:rPr>
                  <a:t>image</a:t>
                </a:r>
                <a:r>
                  <a:rPr lang="en-US" sz="2800" dirty="0">
                    <a:solidFill>
                      <a:srgbClr val="002060"/>
                    </a:solidFill>
                    <a:ea typeface="Times New Roman" panose="02020603050405020304" pitchFamily="18" charset="0"/>
                    <a:cs typeface="Shruti" panose="020B0502040204020203" pitchFamily="34" charset="0"/>
                  </a:rPr>
                  <a:t> of element</a:t>
                </a:r>
                <a:r>
                  <a:rPr lang="en-US" sz="2800" dirty="0">
                    <a:solidFill>
                      <a:srgbClr val="002060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(1, 0)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  <a:ea typeface="Times New Roman" panose="02020603050405020304" pitchFamily="18" charset="0"/>
                    <a:cs typeface="Shruti" panose="020B0502040204020203" pitchFamily="34" charset="0"/>
                  </a:rPr>
                  <a:t>under the transformation</a:t>
                </a:r>
                <a:r>
                  <a:rPr lang="en-US" sz="2800" dirty="0">
                    <a:solidFill>
                      <a:srgbClr val="002060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 T.</a:t>
                </a:r>
                <a:endParaRPr lang="en-IN" sz="2800" dirty="0">
                  <a:solidFill>
                    <a:srgbClr val="002060"/>
                  </a:solidFill>
                  <a:latin typeface="Cambria" panose="02040503050406030204" pitchFamily="18" charset="0"/>
                  <a:ea typeface="Times New Roman" panose="02020603050405020304" pitchFamily="18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5A4BD8-14D6-1403-F40C-547B6F526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76" y="4096630"/>
                <a:ext cx="10801639" cy="552074"/>
              </a:xfrm>
              <a:prstGeom prst="rect">
                <a:avLst/>
              </a:prstGeom>
              <a:blipFill>
                <a:blip r:embed="rId5"/>
                <a:stretch>
                  <a:fillRect l="-1129" t="-7692" b="-296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334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  <p:bldP spid="7" grpId="0"/>
      <p:bldP spid="9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62F75-62A6-B29E-DFDE-1A3D718F4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D2314-3B49-E60B-E06A-9DA4EF343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Procedure to Check Mapping T is a Linear Transformation or Not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D17599F-FCE8-0645-EBE9-3B0F1AEC2CFD}"/>
              </a:ext>
            </a:extLst>
          </p:cNvPr>
          <p:cNvGrpSpPr/>
          <p:nvPr/>
        </p:nvGrpSpPr>
        <p:grpSpPr>
          <a:xfrm>
            <a:off x="261581" y="1694405"/>
            <a:ext cx="11668839" cy="1048463"/>
            <a:chOff x="261581" y="1435119"/>
            <a:chExt cx="11668839" cy="10484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3C1F9A44-9722-FF3B-CD85-B26A4450E3C3}"/>
                    </a:ext>
                  </a:extLst>
                </p:cNvPr>
                <p:cNvSpPr/>
                <p:nvPr/>
              </p:nvSpPr>
              <p:spPr>
                <a:xfrm>
                  <a:off x="359740" y="1450166"/>
                  <a:ext cx="11570680" cy="1033416"/>
                </a:xfrm>
                <a:custGeom>
                  <a:avLst/>
                  <a:gdLst>
                    <a:gd name="connsiteX0" fmla="*/ 0 w 4693176"/>
                    <a:gd name="connsiteY0" fmla="*/ 0 h 1255998"/>
                    <a:gd name="connsiteX1" fmla="*/ 4065177 w 4693176"/>
                    <a:gd name="connsiteY1" fmla="*/ 0 h 1255998"/>
                    <a:gd name="connsiteX2" fmla="*/ 4693176 w 4693176"/>
                    <a:gd name="connsiteY2" fmla="*/ 627999 h 1255998"/>
                    <a:gd name="connsiteX3" fmla="*/ 4065177 w 4693176"/>
                    <a:gd name="connsiteY3" fmla="*/ 1255998 h 1255998"/>
                    <a:gd name="connsiteX4" fmla="*/ 0 w 4693176"/>
                    <a:gd name="connsiteY4" fmla="*/ 1255998 h 1255998"/>
                    <a:gd name="connsiteX5" fmla="*/ 0 w 4693176"/>
                    <a:gd name="connsiteY5" fmla="*/ 0 h 1255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93176" h="1255998">
                      <a:moveTo>
                        <a:pt x="4693176" y="1255997"/>
                      </a:moveTo>
                      <a:lnTo>
                        <a:pt x="627999" y="1255997"/>
                      </a:lnTo>
                      <a:lnTo>
                        <a:pt x="0" y="627999"/>
                      </a:lnTo>
                      <a:lnTo>
                        <a:pt x="627999" y="1"/>
                      </a:lnTo>
                      <a:lnTo>
                        <a:pt x="4693176" y="1"/>
                      </a:lnTo>
                      <a:lnTo>
                        <a:pt x="4693176" y="1255997"/>
                      </a:lnTo>
                      <a:close/>
                    </a:path>
                  </a:pathLst>
                </a:custGeom>
              </p:spPr>
              <p:style>
                <a:lnRef idx="2">
                  <a:schemeClr val="dk2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2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867859" tIns="220981" rIns="412496" bIns="220981" numCol="1" spcCol="1270" anchor="ctr" anchorCtr="0">
                  <a:noAutofit/>
                </a:bodyPr>
                <a:lstStyle/>
                <a:p>
                  <a:pPr marL="719138" lvl="0" defTabSz="2578100"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2800" dirty="0">
                      <a:solidFill>
                        <a:srgbClr val="002060"/>
                      </a:solidFill>
                    </a:rPr>
                    <a:t>Select two elements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and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from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and one scalar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.</a:t>
                  </a:r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3C1F9A44-9722-FF3B-CD85-B26A4450E3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740" y="1450166"/>
                  <a:ext cx="11570680" cy="1033416"/>
                </a:xfrm>
                <a:custGeom>
                  <a:avLst/>
                  <a:gdLst>
                    <a:gd name="connsiteX0" fmla="*/ 0 w 4693176"/>
                    <a:gd name="connsiteY0" fmla="*/ 0 h 1255998"/>
                    <a:gd name="connsiteX1" fmla="*/ 4065177 w 4693176"/>
                    <a:gd name="connsiteY1" fmla="*/ 0 h 1255998"/>
                    <a:gd name="connsiteX2" fmla="*/ 4693176 w 4693176"/>
                    <a:gd name="connsiteY2" fmla="*/ 627999 h 1255998"/>
                    <a:gd name="connsiteX3" fmla="*/ 4065177 w 4693176"/>
                    <a:gd name="connsiteY3" fmla="*/ 1255998 h 1255998"/>
                    <a:gd name="connsiteX4" fmla="*/ 0 w 4693176"/>
                    <a:gd name="connsiteY4" fmla="*/ 1255998 h 1255998"/>
                    <a:gd name="connsiteX5" fmla="*/ 0 w 4693176"/>
                    <a:gd name="connsiteY5" fmla="*/ 0 h 1255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93176" h="1255998">
                      <a:moveTo>
                        <a:pt x="4693176" y="1255997"/>
                      </a:moveTo>
                      <a:lnTo>
                        <a:pt x="627999" y="1255997"/>
                      </a:lnTo>
                      <a:lnTo>
                        <a:pt x="0" y="627999"/>
                      </a:lnTo>
                      <a:lnTo>
                        <a:pt x="627999" y="1"/>
                      </a:lnTo>
                      <a:lnTo>
                        <a:pt x="4693176" y="1"/>
                      </a:lnTo>
                      <a:lnTo>
                        <a:pt x="4693176" y="1255997"/>
                      </a:lnTo>
                      <a:close/>
                    </a:path>
                  </a:pathLst>
                </a:cu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1BEB7B0-9918-8501-9F12-F958182FBC10}"/>
                </a:ext>
              </a:extLst>
            </p:cNvPr>
            <p:cNvSpPr/>
            <p:nvPr/>
          </p:nvSpPr>
          <p:spPr>
            <a:xfrm>
              <a:off x="261581" y="1435119"/>
              <a:ext cx="977871" cy="1033414"/>
            </a:xfrm>
            <a:prstGeom prst="ellipse">
              <a:avLst/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/>
              <a:r>
                <a:rPr lang="en-IN" sz="3600" b="1" dirty="0">
                  <a:solidFill>
                    <a:schemeClr val="tx1"/>
                  </a:solidFill>
                </a:rPr>
                <a:t>1</a:t>
              </a:r>
              <a:endParaRPr lang="en-IN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8C7B44E-6C31-DE10-96B3-3C7FC0CCCA2B}"/>
              </a:ext>
            </a:extLst>
          </p:cNvPr>
          <p:cNvGrpSpPr/>
          <p:nvPr/>
        </p:nvGrpSpPr>
        <p:grpSpPr>
          <a:xfrm>
            <a:off x="261579" y="4123598"/>
            <a:ext cx="11668841" cy="1141842"/>
            <a:chOff x="261579" y="4211092"/>
            <a:chExt cx="11668841" cy="7637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60C3E4A2-8C87-DC26-014E-E9EA15B373DB}"/>
                    </a:ext>
                  </a:extLst>
                </p:cNvPr>
                <p:cNvSpPr/>
                <p:nvPr/>
              </p:nvSpPr>
              <p:spPr>
                <a:xfrm>
                  <a:off x="374003" y="4211092"/>
                  <a:ext cx="11556417" cy="763759"/>
                </a:xfrm>
                <a:custGeom>
                  <a:avLst/>
                  <a:gdLst>
                    <a:gd name="connsiteX0" fmla="*/ 0 w 4693176"/>
                    <a:gd name="connsiteY0" fmla="*/ 0 h 1255998"/>
                    <a:gd name="connsiteX1" fmla="*/ 4065177 w 4693176"/>
                    <a:gd name="connsiteY1" fmla="*/ 0 h 1255998"/>
                    <a:gd name="connsiteX2" fmla="*/ 4693176 w 4693176"/>
                    <a:gd name="connsiteY2" fmla="*/ 627999 h 1255998"/>
                    <a:gd name="connsiteX3" fmla="*/ 4065177 w 4693176"/>
                    <a:gd name="connsiteY3" fmla="*/ 1255998 h 1255998"/>
                    <a:gd name="connsiteX4" fmla="*/ 0 w 4693176"/>
                    <a:gd name="connsiteY4" fmla="*/ 1255998 h 1255998"/>
                    <a:gd name="connsiteX5" fmla="*/ 0 w 4693176"/>
                    <a:gd name="connsiteY5" fmla="*/ 0 h 1255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93176" h="1255998">
                      <a:moveTo>
                        <a:pt x="4693176" y="1255997"/>
                      </a:moveTo>
                      <a:lnTo>
                        <a:pt x="627999" y="1255997"/>
                      </a:lnTo>
                      <a:lnTo>
                        <a:pt x="0" y="627999"/>
                      </a:lnTo>
                      <a:lnTo>
                        <a:pt x="627999" y="1"/>
                      </a:lnTo>
                      <a:lnTo>
                        <a:pt x="4693176" y="1"/>
                      </a:lnTo>
                      <a:lnTo>
                        <a:pt x="4693176" y="1255997"/>
                      </a:lnTo>
                      <a:close/>
                    </a:path>
                  </a:pathLst>
                </a:custGeom>
              </p:spPr>
              <p:style>
                <a:lnRef idx="2">
                  <a:schemeClr val="dk2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2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867859" tIns="220981" rIns="412496" bIns="220981" numCol="1" spcCol="1270" anchor="ctr" anchorCtr="0">
                  <a:noAutofit/>
                </a:bodyPr>
                <a:lstStyle/>
                <a:p>
                  <a:pPr marL="723900" defTabSz="257810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2800" dirty="0">
                      <a:solidFill>
                        <a:srgbClr val="002060"/>
                      </a:solidFill>
                    </a:rPr>
                    <a:t>Verify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 and 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ku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</m:d>
                    </m:oMath>
                  </a14:m>
                  <a:r>
                    <a:rPr lang="en-IN" sz="2800" dirty="0">
                      <a:solidFill>
                        <a:srgbClr val="002060"/>
                      </a:solidFill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60C3E4A2-8C87-DC26-014E-E9EA15B373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003" y="4211092"/>
                  <a:ext cx="11556417" cy="763759"/>
                </a:xfrm>
                <a:custGeom>
                  <a:avLst/>
                  <a:gdLst>
                    <a:gd name="connsiteX0" fmla="*/ 0 w 4693176"/>
                    <a:gd name="connsiteY0" fmla="*/ 0 h 1255998"/>
                    <a:gd name="connsiteX1" fmla="*/ 4065177 w 4693176"/>
                    <a:gd name="connsiteY1" fmla="*/ 0 h 1255998"/>
                    <a:gd name="connsiteX2" fmla="*/ 4693176 w 4693176"/>
                    <a:gd name="connsiteY2" fmla="*/ 627999 h 1255998"/>
                    <a:gd name="connsiteX3" fmla="*/ 4065177 w 4693176"/>
                    <a:gd name="connsiteY3" fmla="*/ 1255998 h 1255998"/>
                    <a:gd name="connsiteX4" fmla="*/ 0 w 4693176"/>
                    <a:gd name="connsiteY4" fmla="*/ 1255998 h 1255998"/>
                    <a:gd name="connsiteX5" fmla="*/ 0 w 4693176"/>
                    <a:gd name="connsiteY5" fmla="*/ 0 h 1255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93176" h="1255998">
                      <a:moveTo>
                        <a:pt x="4693176" y="1255997"/>
                      </a:moveTo>
                      <a:lnTo>
                        <a:pt x="627999" y="1255997"/>
                      </a:lnTo>
                      <a:lnTo>
                        <a:pt x="0" y="627999"/>
                      </a:lnTo>
                      <a:lnTo>
                        <a:pt x="627999" y="1"/>
                      </a:lnTo>
                      <a:lnTo>
                        <a:pt x="4693176" y="1"/>
                      </a:lnTo>
                      <a:lnTo>
                        <a:pt x="4693176" y="1255997"/>
                      </a:lnTo>
                      <a:close/>
                    </a:path>
                  </a:pathLst>
                </a:cu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46DCD52-05A9-A3A0-C69B-64F8FC8D3B73}"/>
                </a:ext>
              </a:extLst>
            </p:cNvPr>
            <p:cNvSpPr/>
            <p:nvPr/>
          </p:nvSpPr>
          <p:spPr>
            <a:xfrm>
              <a:off x="261579" y="4283761"/>
              <a:ext cx="977871" cy="691090"/>
            </a:xfrm>
            <a:prstGeom prst="ellipse">
              <a:avLst/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/>
              <a:r>
                <a:rPr lang="en-IN" sz="3600" b="1" dirty="0">
                  <a:solidFill>
                    <a:schemeClr val="tx1"/>
                  </a:solidFill>
                </a:rPr>
                <a:t>3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97F8ADB-885A-0C31-75F5-3B954428AE81}"/>
              </a:ext>
            </a:extLst>
          </p:cNvPr>
          <p:cNvGrpSpPr/>
          <p:nvPr/>
        </p:nvGrpSpPr>
        <p:grpSpPr>
          <a:xfrm>
            <a:off x="261580" y="2919333"/>
            <a:ext cx="11668840" cy="1052341"/>
            <a:chOff x="261580" y="2820271"/>
            <a:chExt cx="11668840" cy="10523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898C6DB3-C312-F207-D190-E99BCAAE9216}"/>
                    </a:ext>
                  </a:extLst>
                </p:cNvPr>
                <p:cNvSpPr/>
                <p:nvPr/>
              </p:nvSpPr>
              <p:spPr>
                <a:xfrm>
                  <a:off x="374001" y="2839196"/>
                  <a:ext cx="11556419" cy="1033416"/>
                </a:xfrm>
                <a:custGeom>
                  <a:avLst/>
                  <a:gdLst>
                    <a:gd name="connsiteX0" fmla="*/ 0 w 4693176"/>
                    <a:gd name="connsiteY0" fmla="*/ 0 h 1255998"/>
                    <a:gd name="connsiteX1" fmla="*/ 4065177 w 4693176"/>
                    <a:gd name="connsiteY1" fmla="*/ 0 h 1255998"/>
                    <a:gd name="connsiteX2" fmla="*/ 4693176 w 4693176"/>
                    <a:gd name="connsiteY2" fmla="*/ 627999 h 1255998"/>
                    <a:gd name="connsiteX3" fmla="*/ 4065177 w 4693176"/>
                    <a:gd name="connsiteY3" fmla="*/ 1255998 h 1255998"/>
                    <a:gd name="connsiteX4" fmla="*/ 0 w 4693176"/>
                    <a:gd name="connsiteY4" fmla="*/ 1255998 h 1255998"/>
                    <a:gd name="connsiteX5" fmla="*/ 0 w 4693176"/>
                    <a:gd name="connsiteY5" fmla="*/ 0 h 1255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93176" h="1255998">
                      <a:moveTo>
                        <a:pt x="4693176" y="1255997"/>
                      </a:moveTo>
                      <a:lnTo>
                        <a:pt x="627999" y="1255997"/>
                      </a:lnTo>
                      <a:lnTo>
                        <a:pt x="0" y="627999"/>
                      </a:lnTo>
                      <a:lnTo>
                        <a:pt x="627999" y="1"/>
                      </a:lnTo>
                      <a:lnTo>
                        <a:pt x="4693176" y="1"/>
                      </a:lnTo>
                      <a:lnTo>
                        <a:pt x="4693176" y="1255997"/>
                      </a:lnTo>
                      <a:close/>
                    </a:path>
                  </a:pathLst>
                </a:custGeom>
              </p:spPr>
              <p:style>
                <a:lnRef idx="2">
                  <a:schemeClr val="dk2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2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867859" tIns="220981" rIns="412496" bIns="220981" numCol="1" spcCol="1270" anchor="ctr" anchorCtr="0">
                  <a:noAutofit/>
                </a:bodyPr>
                <a:lstStyle/>
                <a:p>
                  <a:pPr marL="723900" defTabSz="257810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2800" dirty="0">
                      <a:solidFill>
                        <a:srgbClr val="002060"/>
                      </a:solidFill>
                    </a:rPr>
                    <a:t>Find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</m:oMath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898C6DB3-C312-F207-D190-E99BCAAE92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001" y="2839196"/>
                  <a:ext cx="11556419" cy="1033416"/>
                </a:xfrm>
                <a:custGeom>
                  <a:avLst/>
                  <a:gdLst>
                    <a:gd name="connsiteX0" fmla="*/ 0 w 4693176"/>
                    <a:gd name="connsiteY0" fmla="*/ 0 h 1255998"/>
                    <a:gd name="connsiteX1" fmla="*/ 4065177 w 4693176"/>
                    <a:gd name="connsiteY1" fmla="*/ 0 h 1255998"/>
                    <a:gd name="connsiteX2" fmla="*/ 4693176 w 4693176"/>
                    <a:gd name="connsiteY2" fmla="*/ 627999 h 1255998"/>
                    <a:gd name="connsiteX3" fmla="*/ 4065177 w 4693176"/>
                    <a:gd name="connsiteY3" fmla="*/ 1255998 h 1255998"/>
                    <a:gd name="connsiteX4" fmla="*/ 0 w 4693176"/>
                    <a:gd name="connsiteY4" fmla="*/ 1255998 h 1255998"/>
                    <a:gd name="connsiteX5" fmla="*/ 0 w 4693176"/>
                    <a:gd name="connsiteY5" fmla="*/ 0 h 1255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93176" h="1255998">
                      <a:moveTo>
                        <a:pt x="4693176" y="1255997"/>
                      </a:moveTo>
                      <a:lnTo>
                        <a:pt x="627999" y="1255997"/>
                      </a:lnTo>
                      <a:lnTo>
                        <a:pt x="0" y="627999"/>
                      </a:lnTo>
                      <a:lnTo>
                        <a:pt x="627999" y="1"/>
                      </a:lnTo>
                      <a:lnTo>
                        <a:pt x="4693176" y="1"/>
                      </a:lnTo>
                      <a:lnTo>
                        <a:pt x="4693176" y="1255997"/>
                      </a:lnTo>
                      <a:close/>
                    </a:path>
                  </a:pathLst>
                </a:cu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DA2B1FD-EDD2-4749-C5D4-DC66F58288A2}"/>
                </a:ext>
              </a:extLst>
            </p:cNvPr>
            <p:cNvSpPr/>
            <p:nvPr/>
          </p:nvSpPr>
          <p:spPr>
            <a:xfrm>
              <a:off x="261580" y="2820271"/>
              <a:ext cx="977871" cy="1033414"/>
            </a:xfrm>
            <a:prstGeom prst="ellipse">
              <a:avLst/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/>
              <a:r>
                <a:rPr lang="en-IN" sz="3600" b="1" dirty="0">
                  <a:solidFill>
                    <a:schemeClr val="tx1"/>
                  </a:solidFill>
                </a:rPr>
                <a:t>2</a:t>
              </a:r>
              <a:endParaRPr lang="en-IN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68690-78C7-11E9-2673-815B0204270E}"/>
              </a:ext>
            </a:extLst>
          </p:cNvPr>
          <p:cNvGrpSpPr/>
          <p:nvPr/>
        </p:nvGrpSpPr>
        <p:grpSpPr>
          <a:xfrm>
            <a:off x="261580" y="5475292"/>
            <a:ext cx="11668840" cy="1033416"/>
            <a:chOff x="261580" y="5464364"/>
            <a:chExt cx="11668840" cy="10334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3923139B-0476-6583-8843-E4580437A8E4}"/>
                    </a:ext>
                  </a:extLst>
                </p:cNvPr>
                <p:cNvSpPr/>
                <p:nvPr/>
              </p:nvSpPr>
              <p:spPr>
                <a:xfrm>
                  <a:off x="374001" y="5464364"/>
                  <a:ext cx="11556419" cy="1033416"/>
                </a:xfrm>
                <a:custGeom>
                  <a:avLst/>
                  <a:gdLst>
                    <a:gd name="connsiteX0" fmla="*/ 0 w 4693176"/>
                    <a:gd name="connsiteY0" fmla="*/ 0 h 1255998"/>
                    <a:gd name="connsiteX1" fmla="*/ 4065177 w 4693176"/>
                    <a:gd name="connsiteY1" fmla="*/ 0 h 1255998"/>
                    <a:gd name="connsiteX2" fmla="*/ 4693176 w 4693176"/>
                    <a:gd name="connsiteY2" fmla="*/ 627999 h 1255998"/>
                    <a:gd name="connsiteX3" fmla="*/ 4065177 w 4693176"/>
                    <a:gd name="connsiteY3" fmla="*/ 1255998 h 1255998"/>
                    <a:gd name="connsiteX4" fmla="*/ 0 w 4693176"/>
                    <a:gd name="connsiteY4" fmla="*/ 1255998 h 1255998"/>
                    <a:gd name="connsiteX5" fmla="*/ 0 w 4693176"/>
                    <a:gd name="connsiteY5" fmla="*/ 0 h 1255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93176" h="1255998">
                      <a:moveTo>
                        <a:pt x="4693176" y="1255997"/>
                      </a:moveTo>
                      <a:lnTo>
                        <a:pt x="627999" y="1255997"/>
                      </a:lnTo>
                      <a:lnTo>
                        <a:pt x="0" y="627999"/>
                      </a:lnTo>
                      <a:lnTo>
                        <a:pt x="627999" y="1"/>
                      </a:lnTo>
                      <a:lnTo>
                        <a:pt x="4693176" y="1"/>
                      </a:lnTo>
                      <a:lnTo>
                        <a:pt x="4693176" y="1255997"/>
                      </a:lnTo>
                      <a:close/>
                    </a:path>
                  </a:pathLst>
                </a:custGeom>
              </p:spPr>
              <p:style>
                <a:lnRef idx="2">
                  <a:schemeClr val="dk2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2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867859" tIns="220981" rIns="412496" bIns="220981" numCol="1" spcCol="1270" anchor="ctr" anchorCtr="0">
                  <a:noAutofit/>
                </a:bodyPr>
                <a:lstStyle/>
                <a:p>
                  <a:pPr marL="723900" defTabSz="2578100"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2800" dirty="0">
                      <a:solidFill>
                        <a:srgbClr val="002060"/>
                      </a:solidFill>
                    </a:rPr>
                    <a:t>If both conditions are satisfied, then the given mapping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is a linear transformation otherwise not</a:t>
                  </a:r>
                  <a:r>
                    <a:rPr lang="en-IN" sz="2800" dirty="0">
                      <a:solidFill>
                        <a:srgbClr val="002060"/>
                      </a:solidFill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3923139B-0476-6583-8843-E4580437A8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001" y="5464364"/>
                  <a:ext cx="11556419" cy="1033416"/>
                </a:xfrm>
                <a:custGeom>
                  <a:avLst/>
                  <a:gdLst>
                    <a:gd name="connsiteX0" fmla="*/ 0 w 4693176"/>
                    <a:gd name="connsiteY0" fmla="*/ 0 h 1255998"/>
                    <a:gd name="connsiteX1" fmla="*/ 4065177 w 4693176"/>
                    <a:gd name="connsiteY1" fmla="*/ 0 h 1255998"/>
                    <a:gd name="connsiteX2" fmla="*/ 4693176 w 4693176"/>
                    <a:gd name="connsiteY2" fmla="*/ 627999 h 1255998"/>
                    <a:gd name="connsiteX3" fmla="*/ 4065177 w 4693176"/>
                    <a:gd name="connsiteY3" fmla="*/ 1255998 h 1255998"/>
                    <a:gd name="connsiteX4" fmla="*/ 0 w 4693176"/>
                    <a:gd name="connsiteY4" fmla="*/ 1255998 h 1255998"/>
                    <a:gd name="connsiteX5" fmla="*/ 0 w 4693176"/>
                    <a:gd name="connsiteY5" fmla="*/ 0 h 1255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93176" h="1255998">
                      <a:moveTo>
                        <a:pt x="4693176" y="1255997"/>
                      </a:moveTo>
                      <a:lnTo>
                        <a:pt x="627999" y="1255997"/>
                      </a:lnTo>
                      <a:lnTo>
                        <a:pt x="0" y="627999"/>
                      </a:lnTo>
                      <a:lnTo>
                        <a:pt x="627999" y="1"/>
                      </a:lnTo>
                      <a:lnTo>
                        <a:pt x="4693176" y="1"/>
                      </a:lnTo>
                      <a:lnTo>
                        <a:pt x="4693176" y="1255997"/>
                      </a:lnTo>
                      <a:close/>
                    </a:path>
                  </a:pathLst>
                </a:custGeom>
                <a:blipFill>
                  <a:blip r:embed="rId5"/>
                  <a:stretch>
                    <a:fillRect t="-1163" b="-110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B786A72-B91B-35E8-D9D1-885A6E02F494}"/>
                </a:ext>
              </a:extLst>
            </p:cNvPr>
            <p:cNvSpPr/>
            <p:nvPr/>
          </p:nvSpPr>
          <p:spPr>
            <a:xfrm>
              <a:off x="261580" y="5464364"/>
              <a:ext cx="977871" cy="1033414"/>
            </a:xfrm>
            <a:prstGeom prst="ellipse">
              <a:avLst/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/>
              <a:r>
                <a:rPr lang="en-IN" sz="3600" b="1" dirty="0">
                  <a:solidFill>
                    <a:schemeClr val="tx1"/>
                  </a:solidFill>
                </a:rPr>
                <a:t>4</a:t>
              </a:r>
              <a:endParaRPr lang="en-IN" sz="2800" b="1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A4FE8A-2CF1-0A00-490C-7D4215884551}"/>
                  </a:ext>
                </a:extLst>
              </p:cNvPr>
              <p:cNvSpPr txBox="1"/>
              <p:nvPr/>
            </p:nvSpPr>
            <p:spPr>
              <a:xfrm>
                <a:off x="262647" y="898702"/>
                <a:ext cx="4717915" cy="552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15000"/>
                  </a:lnSpc>
                  <a:spcAft>
                    <a:spcPts val="800"/>
                  </a:spcAft>
                  <a:buClr>
                    <a:srgbClr val="002060"/>
                  </a:buClr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Let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 :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be </a:t>
                </a:r>
                <a:r>
                  <a:rPr lang="en-US" sz="2800" i="0" dirty="0">
                    <a:solidFill>
                      <a:srgbClr val="002060"/>
                    </a:solidFill>
                    <a:effectLst/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any mapping.</a:t>
                </a:r>
                <a:endParaRPr lang="en-IN" sz="2800" dirty="0">
                  <a:solidFill>
                    <a:srgbClr val="002060"/>
                  </a:solidFill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A4FE8A-2CF1-0A00-490C-7D4215884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47" y="898702"/>
                <a:ext cx="4717915" cy="552074"/>
              </a:xfrm>
              <a:prstGeom prst="rect">
                <a:avLst/>
              </a:prstGeom>
              <a:blipFill>
                <a:blip r:embed="rId6"/>
                <a:stretch>
                  <a:fillRect l="-2584" t="-5495" r="-1034" b="-296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BFE7FEC-C281-8D79-967A-965892194CB3}"/>
                  </a:ext>
                </a:extLst>
              </p:cNvPr>
              <p:cNvSpPr txBox="1"/>
              <p:nvPr/>
            </p:nvSpPr>
            <p:spPr>
              <a:xfrm>
                <a:off x="4082815" y="3233842"/>
                <a:ext cx="234436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BFE7FEC-C281-8D79-967A-965892194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815" y="3233842"/>
                <a:ext cx="234436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9981DF-DE8F-5F50-C998-6223E4956BC0}"/>
                  </a:ext>
                </a:extLst>
              </p:cNvPr>
              <p:cNvSpPr txBox="1"/>
              <p:nvPr/>
            </p:nvSpPr>
            <p:spPr>
              <a:xfrm>
                <a:off x="6374948" y="3217899"/>
                <a:ext cx="1893564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  <a:latin typeface="+mj-lt"/>
                  </a:rPr>
                  <a:t>a</a:t>
                </a:r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nd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ku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9981DF-DE8F-5F50-C998-6223E4956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4948" y="3217899"/>
                <a:ext cx="1893564" cy="954107"/>
              </a:xfrm>
              <a:prstGeom prst="rect">
                <a:avLst/>
              </a:prstGeom>
              <a:blipFill>
                <a:blip r:embed="rId8"/>
                <a:stretch>
                  <a:fillRect l="-6774" t="-70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0AB14D-2EC5-18BB-F2E7-1B2AF4B8D577}"/>
                  </a:ext>
                </a:extLst>
              </p:cNvPr>
              <p:cNvSpPr txBox="1"/>
              <p:nvPr/>
            </p:nvSpPr>
            <p:spPr>
              <a:xfrm>
                <a:off x="8268512" y="3262806"/>
                <a:ext cx="11965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0AB14D-2EC5-18BB-F2E7-1B2AF4B8D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512" y="3262806"/>
                <a:ext cx="1196501" cy="523220"/>
              </a:xfrm>
              <a:prstGeom prst="rect">
                <a:avLst/>
              </a:prstGeom>
              <a:blipFill>
                <a:blip r:embed="rId9"/>
                <a:stretch>
                  <a:fillRect t="-11628" r="-7614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6200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E170E-52CE-A1FA-2EE8-7BAD106CF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5C74D-82B4-67CA-150C-C44FF3E17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Some Standard Linear Transformations</a:t>
            </a:r>
          </a:p>
        </p:txBody>
      </p:sp>
      <p:sp>
        <p:nvSpPr>
          <p:cNvPr id="33" name="Content Placeholder 4">
            <a:extLst>
              <a:ext uri="{FF2B5EF4-FFF2-40B4-BE49-F238E27FC236}">
                <a16:creationId xmlns:a16="http://schemas.microsoft.com/office/drawing/2014/main" id="{FE11E527-A52A-B507-F439-1B747EB7DDD4}"/>
              </a:ext>
            </a:extLst>
          </p:cNvPr>
          <p:cNvSpPr txBox="1">
            <a:spLocks/>
          </p:cNvSpPr>
          <p:nvPr/>
        </p:nvSpPr>
        <p:spPr>
          <a:xfrm>
            <a:off x="192649" y="864729"/>
            <a:ext cx="3577968" cy="5874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IN" sz="2800" b="1" dirty="0">
                <a:solidFill>
                  <a:srgbClr val="002060"/>
                </a:solidFill>
              </a:rPr>
              <a:t>1) Zero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27FC2941-AF1B-FD98-6A9D-058AB8C492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5964" y="1518128"/>
                <a:ext cx="12036036" cy="104029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30000"/>
                  </a:lnSpc>
                </a:pPr>
                <a:r>
                  <a:rPr lang="en-IN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be two vector spaces. The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b="0" dirty="0">
                    <a:solidFill>
                      <a:srgbClr val="002060"/>
                    </a:solidFill>
                    <a:latin typeface="+mj-lt"/>
                  </a:rPr>
                  <a:t>defined by 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</m:t>
                    </m:r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d>
                    <m:r>
                      <a:rPr lang="en-IN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br>
                  <a:rPr lang="en-US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IN" sz="28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a zero linear transformation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27FC2941-AF1B-FD98-6A9D-058AB8C49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64" y="1518128"/>
                <a:ext cx="12036036" cy="1040290"/>
              </a:xfrm>
              <a:prstGeom prst="rect">
                <a:avLst/>
              </a:prstGeom>
              <a:blipFill>
                <a:blip r:embed="rId2"/>
                <a:stretch>
                  <a:fillRect l="-963" t="-4094" b="-21637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9EA355-7CCB-FB95-C445-F00147E688C7}"/>
                  </a:ext>
                </a:extLst>
              </p:cNvPr>
              <p:cNvSpPr txBox="1"/>
              <p:nvPr/>
            </p:nvSpPr>
            <p:spPr>
              <a:xfrm>
                <a:off x="192648" y="3186759"/>
                <a:ext cx="11571262" cy="3251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800"/>
                  </a:spcAft>
                  <a:buNone/>
                </a:pPr>
                <a:r>
                  <a:rPr lang="en-US" sz="2800" i="0" dirty="0">
                    <a:solidFill>
                      <a:srgbClr val="002060"/>
                    </a:solidFill>
                    <a:effectLst/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    Let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u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and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k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∈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ℝ</m:t>
                    </m:r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hruti" panose="020B0502040204020203" pitchFamily="34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u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=0,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v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=0</m:t>
                    </m:r>
                    <m:r>
                      <a:rPr lang="en-IN" sz="280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Shruti" panose="020B0502040204020203" pitchFamily="34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u</m:t>
                        </m:r>
                      </m:e>
                    </m:d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v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=0</m:t>
                    </m:r>
                  </m:oMath>
                </a14:m>
                <a:endParaRPr lang="en-IN" sz="2800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Shruti" panose="020B0502040204020203" pitchFamily="34" charset="0"/>
                </a:endParaRPr>
              </a:p>
              <a:p>
                <a:pPr marL="360363">
                  <a:lnSpc>
                    <a:spcPct val="13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u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v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=0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u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v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           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∵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u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v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V</m:t>
                          </m:r>
                        </m:e>
                      </m:d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Shruti" panose="020B0502040204020203" pitchFamily="34" charset="0"/>
                </a:endParaRPr>
              </a:p>
              <a:p>
                <a:pPr marL="360363">
                  <a:lnSpc>
                    <a:spcPct val="13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and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ku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=0=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kT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u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                  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 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∵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ku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V</m:t>
                          </m:r>
                        </m:e>
                      </m:d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Shruti" panose="020B0502040204020203" pitchFamily="34" charset="0"/>
                </a:endParaRPr>
              </a:p>
              <a:p>
                <a:pPr>
                  <a:lnSpc>
                    <a:spcPct val="13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u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v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u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v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and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ku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k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u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.</a:t>
                </a:r>
                <a:endParaRPr lang="en-IN" sz="2800" dirty="0">
                  <a:solidFill>
                    <a:srgbClr val="002060"/>
                  </a:solidFill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Shruti" panose="020B0502040204020203" pitchFamily="34" charset="0"/>
                </a:endParaRPr>
              </a:p>
              <a:p>
                <a:pPr lvl="0">
                  <a:lnSpc>
                    <a:spcPct val="130000"/>
                  </a:lnSpc>
                  <a:spcAft>
                    <a:spcPts val="800"/>
                  </a:spcAft>
                  <a:buClr>
                    <a:srgbClr val="002060"/>
                  </a:buClr>
                </a:pPr>
                <a:r>
                  <a:rPr lang="en-US" sz="2800" i="0" dirty="0">
                    <a:solidFill>
                      <a:srgbClr val="002060"/>
                    </a:solidFill>
                    <a:effectLst/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     Hence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, T </a:t>
                </a:r>
                <a:r>
                  <a:rPr lang="en-US" sz="2800" i="0" dirty="0">
                    <a:solidFill>
                      <a:srgbClr val="002060"/>
                    </a:solidFill>
                    <a:effectLst/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is a linear transformation and it is called </a:t>
                </a:r>
                <a:r>
                  <a:rPr lang="en-US" sz="2800" b="1" i="0" dirty="0">
                    <a:solidFill>
                      <a:srgbClr val="FF0000"/>
                    </a:solidFill>
                    <a:effectLst/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zero transformation</a:t>
                </a:r>
                <a:r>
                  <a:rPr lang="en-US" sz="2800" b="1" i="0" dirty="0">
                    <a:solidFill>
                      <a:srgbClr val="002060"/>
                    </a:solidFill>
                    <a:effectLst/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.</a:t>
                </a:r>
                <a:endParaRPr lang="en-IN" sz="2800" dirty="0">
                  <a:solidFill>
                    <a:srgbClr val="002060"/>
                  </a:solidFill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9EA355-7CCB-FB95-C445-F00147E68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48" y="3186759"/>
                <a:ext cx="11571262" cy="3251531"/>
              </a:xfrm>
              <a:prstGeom prst="rect">
                <a:avLst/>
              </a:prstGeom>
              <a:blipFill>
                <a:blip r:embed="rId3"/>
                <a:stretch>
                  <a:fillRect b="-45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39F982-4532-C07D-89FA-6B0B51332B8D}"/>
              </a:ext>
            </a:extLst>
          </p:cNvPr>
          <p:cNvSpPr txBox="1">
            <a:spLocks/>
          </p:cNvSpPr>
          <p:nvPr/>
        </p:nvSpPr>
        <p:spPr>
          <a:xfrm>
            <a:off x="155964" y="2692490"/>
            <a:ext cx="1419917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800" b="1" dirty="0">
                <a:solidFill>
                  <a:srgbClr val="301B92"/>
                </a:solidFill>
              </a:rPr>
              <a:t>Proof:</a:t>
            </a:r>
          </a:p>
        </p:txBody>
      </p:sp>
    </p:spTree>
    <p:extLst>
      <p:ext uri="{BB962C8B-B14F-4D97-AF65-F5344CB8AC3E}">
        <p14:creationId xmlns:p14="http://schemas.microsoft.com/office/powerpoint/2010/main" val="3092407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1AC40-E42E-427B-9286-19B4A579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Some Standard Linear Transformations</a:t>
            </a:r>
          </a:p>
        </p:txBody>
      </p:sp>
      <p:sp>
        <p:nvSpPr>
          <p:cNvPr id="35" name="Content Placeholder 4">
            <a:extLst>
              <a:ext uri="{FF2B5EF4-FFF2-40B4-BE49-F238E27FC236}">
                <a16:creationId xmlns:a16="http://schemas.microsoft.com/office/drawing/2014/main" id="{4DC99B47-4A62-A4D5-B0DD-3902415039D2}"/>
              </a:ext>
            </a:extLst>
          </p:cNvPr>
          <p:cNvSpPr txBox="1">
            <a:spLocks/>
          </p:cNvSpPr>
          <p:nvPr/>
        </p:nvSpPr>
        <p:spPr>
          <a:xfrm>
            <a:off x="239257" y="886753"/>
            <a:ext cx="3038200" cy="5874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IN" sz="2800" b="1" dirty="0">
                <a:solidFill>
                  <a:srgbClr val="002060"/>
                </a:solidFill>
              </a:rPr>
              <a:t>2) Identity Operator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4">
                <a:extLst>
                  <a:ext uri="{FF2B5EF4-FFF2-40B4-BE49-F238E27FC236}">
                    <a16:creationId xmlns:a16="http://schemas.microsoft.com/office/drawing/2014/main" id="{69D7520A-0B9C-A3F1-3920-659CEE1E65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9256" y="1552454"/>
                <a:ext cx="12040293" cy="1204718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50000"/>
                  </a:lnSpc>
                </a:pPr>
                <a:r>
                  <a:rPr lang="en-IN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be a vector space. The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b="0" dirty="0">
                    <a:solidFill>
                      <a:srgbClr val="002060"/>
                    </a:solidFill>
                    <a:latin typeface="+mj-lt"/>
                  </a:rPr>
                  <a:t>defined by 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𝐈</m:t>
                    </m:r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d>
                    <m:r>
                      <a:rPr lang="en-IN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I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;∀ 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a identity linear operator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6" name="Content Placeholder 4">
                <a:extLst>
                  <a:ext uri="{FF2B5EF4-FFF2-40B4-BE49-F238E27FC236}">
                    <a16:creationId xmlns:a16="http://schemas.microsoft.com/office/drawing/2014/main" id="{69D7520A-0B9C-A3F1-3920-659CEE1E6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256" y="1552454"/>
                <a:ext cx="12040293" cy="1204718"/>
              </a:xfrm>
              <a:prstGeom prst="rect">
                <a:avLst/>
              </a:prstGeom>
              <a:blipFill>
                <a:blip r:embed="rId2"/>
                <a:stretch>
                  <a:fillRect l="-911" b="-18782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4D0723CB-7448-5AAA-C6BC-6FD461065148}"/>
              </a:ext>
            </a:extLst>
          </p:cNvPr>
          <p:cNvSpPr txBox="1">
            <a:spLocks/>
          </p:cNvSpPr>
          <p:nvPr/>
        </p:nvSpPr>
        <p:spPr>
          <a:xfrm>
            <a:off x="239256" y="2835448"/>
            <a:ext cx="1419917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800" b="1" dirty="0">
                <a:solidFill>
                  <a:srgbClr val="301B92"/>
                </a:solidFill>
              </a:rPr>
              <a:t>Proof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FB02D0-BD0F-762D-5DA1-85A8D397E7FF}"/>
                  </a:ext>
                </a:extLst>
              </p:cNvPr>
              <p:cNvSpPr txBox="1"/>
              <p:nvPr/>
            </p:nvSpPr>
            <p:spPr>
              <a:xfrm>
                <a:off x="239255" y="3264581"/>
                <a:ext cx="12040293" cy="3251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800"/>
                  </a:spcAft>
                  <a:buNone/>
                </a:pPr>
                <a:r>
                  <a:rPr lang="en-US" sz="2800" dirty="0">
                    <a:solidFill>
                      <a:srgbClr val="002060"/>
                    </a:solidFill>
                    <a:effectLst/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    Let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u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v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V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and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k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∈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ℝ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hruti" panose="020B0502040204020203" pitchFamily="34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I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u</m:t>
                        </m:r>
                      </m:e>
                    </m:d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u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I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v</m:t>
                        </m:r>
                      </m:e>
                    </m:d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v</m:t>
                    </m:r>
                    <m:r>
                      <a:rPr lang="en-IN" sz="2800" i="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Shruti" panose="020B0502040204020203" pitchFamily="34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I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u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I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v</m:t>
                        </m:r>
                      </m:e>
                    </m:d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u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v</m:t>
                    </m:r>
                  </m:oMath>
                </a14:m>
                <a:endParaRPr lang="en-IN" sz="2800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Shruti" panose="020B0502040204020203" pitchFamily="34" charset="0"/>
                </a:endParaRPr>
              </a:p>
              <a:p>
                <a:pPr marL="360363">
                  <a:lnSpc>
                    <a:spcPct val="13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I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u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v</m:t>
                          </m:r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u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v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I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u</m:t>
                          </m:r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I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v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           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∵</m:t>
                          </m:r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u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v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V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Shruti" panose="020B0502040204020203" pitchFamily="34" charset="0"/>
                </a:endParaRPr>
              </a:p>
              <a:p>
                <a:pPr marL="360363">
                  <a:lnSpc>
                    <a:spcPct val="13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and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I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ku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ku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k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I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u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m:t>                       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∵</m:t>
                          </m:r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ku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hruti" panose="020B0502040204020203" pitchFamily="34" charset="0"/>
                            </a:rPr>
                            <m:t>V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Shruti" panose="020B0502040204020203" pitchFamily="34" charset="0"/>
                </a:endParaRPr>
              </a:p>
              <a:p>
                <a:pPr>
                  <a:lnSpc>
                    <a:spcPct val="13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I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u</m:t>
                        </m:r>
                        <m: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v</m:t>
                        </m:r>
                      </m:e>
                    </m:d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I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u</m:t>
                        </m:r>
                      </m:e>
                    </m:d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I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v</m:t>
                        </m:r>
                      </m:e>
                    </m:d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and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I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ku</m:t>
                        </m:r>
                      </m:e>
                    </m:d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k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I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u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.</a:t>
                </a:r>
                <a:endParaRPr lang="en-IN" sz="2800" dirty="0">
                  <a:solidFill>
                    <a:srgbClr val="002060"/>
                  </a:solidFill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Shruti" panose="020B0502040204020203" pitchFamily="34" charset="0"/>
                </a:endParaRPr>
              </a:p>
              <a:p>
                <a:pPr lvl="0">
                  <a:lnSpc>
                    <a:spcPct val="130000"/>
                  </a:lnSpc>
                  <a:spcAft>
                    <a:spcPts val="800"/>
                  </a:spcAft>
                  <a:buClr>
                    <a:srgbClr val="002060"/>
                  </a:buClr>
                </a:pPr>
                <a:r>
                  <a:rPr lang="en-US" sz="2800" dirty="0">
                    <a:solidFill>
                      <a:srgbClr val="002060"/>
                    </a:solidFill>
                    <a:effectLst/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     Hence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, I 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is a linear transformation and it is called </a:t>
                </a:r>
                <a:r>
                  <a:rPr lang="en-IN" sz="2800" b="1" dirty="0">
                    <a:solidFill>
                      <a:srgbClr val="FF0000"/>
                    </a:solidFill>
                  </a:rPr>
                  <a:t>Identity</a:t>
                </a:r>
                <a:r>
                  <a:rPr lang="en-US" sz="2800" b="1" dirty="0">
                    <a:solidFill>
                      <a:srgbClr val="FF0000"/>
                    </a:solidFill>
                    <a:effectLst/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 </a:t>
                </a:r>
                <a:r>
                  <a:rPr lang="en-IN" sz="2800" b="1" dirty="0">
                    <a:solidFill>
                      <a:srgbClr val="FF0000"/>
                    </a:solidFill>
                  </a:rPr>
                  <a:t>Operator on V.</a:t>
                </a:r>
                <a:endParaRPr lang="en-IN" sz="2800" dirty="0">
                  <a:solidFill>
                    <a:srgbClr val="FF0000"/>
                  </a:solidFill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FB02D0-BD0F-762D-5DA1-85A8D397E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255" y="3264581"/>
                <a:ext cx="12040293" cy="3251531"/>
              </a:xfrm>
              <a:prstGeom prst="rect">
                <a:avLst/>
              </a:prstGeom>
              <a:blipFill>
                <a:blip r:embed="rId3"/>
                <a:stretch>
                  <a:fillRect b="-45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449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45104-D168-C2BC-DC7B-316A0C832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8E95D-C855-E361-39EE-455463ACB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Linear Transformations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DD731026-B45C-52C8-49E9-E807400842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2647" y="1450776"/>
                <a:ext cx="11920236" cy="395780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0363" indent="-360363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  <a:p>
                <a:pPr marL="360363" indent="-360363"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  <a:p>
                <a:pPr marL="360363" lvl="0" indent="-360363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d>
                    <m:r>
                      <m:rPr>
                        <m:nor/>
                      </m:rPr>
                      <a:rPr lang="en-US" sz="2800" i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800" i="0">
                        <a:solidFill>
                          <a:srgbClr val="002060"/>
                        </a:solidFill>
                      </a:rPr>
                      <m:t>for</m:t>
                    </m:r>
                    <m:r>
                      <m:rPr>
                        <m:nor/>
                      </m:rPr>
                      <a:rPr lang="en-US" sz="2800" i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800" i="0">
                        <a:solidFill>
                          <a:srgbClr val="002060"/>
                        </a:solidFill>
                      </a:rPr>
                      <m:t>all</m:t>
                    </m:r>
                    <m:r>
                      <m:rPr>
                        <m:nor/>
                      </m:rPr>
                      <a:rPr lang="en-US" sz="2800" i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nor/>
                      </m:rPr>
                      <a:rPr lang="en-US" sz="2800" i="0">
                        <a:solidFill>
                          <a:srgbClr val="002060"/>
                        </a:solidFill>
                      </a:rPr>
                      <m:t>.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pPr marL="360363" indent="-360363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 marL="0" indent="360363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are vectors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,….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are scalars in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DD731026-B45C-52C8-49E9-E80740084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47" y="1450776"/>
                <a:ext cx="11920236" cy="3957803"/>
              </a:xfrm>
              <a:prstGeom prst="rect">
                <a:avLst/>
              </a:prstGeom>
              <a:blipFill>
                <a:blip r:embed="rId2"/>
                <a:stretch>
                  <a:fillRect b="-154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E74546-B0B9-F373-A73C-810FC3893DAA}"/>
                  </a:ext>
                </a:extLst>
              </p:cNvPr>
              <p:cNvSpPr txBox="1"/>
              <p:nvPr/>
            </p:nvSpPr>
            <p:spPr>
              <a:xfrm>
                <a:off x="262647" y="898702"/>
                <a:ext cx="8210144" cy="552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15000"/>
                  </a:lnSpc>
                  <a:spcAft>
                    <a:spcPts val="800"/>
                  </a:spcAft>
                  <a:buClr>
                    <a:srgbClr val="002060"/>
                  </a:buClr>
                </a:pPr>
                <a:r>
                  <a:rPr lang="en-US" sz="2800" i="0" dirty="0">
                    <a:solidFill>
                      <a:srgbClr val="002060"/>
                    </a:solidFill>
                    <a:effectLst/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If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 :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 </a:t>
                </a:r>
                <a:r>
                  <a:rPr lang="en-US" sz="2800" i="0" dirty="0">
                    <a:solidFill>
                      <a:srgbClr val="002060"/>
                    </a:solidFill>
                    <a:effectLst/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is a linear transformation, then</a:t>
                </a:r>
                <a:endParaRPr lang="en-IN" sz="2800" dirty="0">
                  <a:solidFill>
                    <a:srgbClr val="002060"/>
                  </a:solidFill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E74546-B0B9-F373-A73C-810FC3893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47" y="898702"/>
                <a:ext cx="8210144" cy="552074"/>
              </a:xfrm>
              <a:prstGeom prst="rect">
                <a:avLst/>
              </a:prstGeom>
              <a:blipFill>
                <a:blip r:embed="rId3"/>
                <a:stretch>
                  <a:fillRect l="-1485" t="-5495" b="-296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2578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9A511-123C-B6D3-B893-6982EC0D1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3E9CB9F-8ECD-316F-0C37-BB4415F724C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3E9CB9F-8ECD-316F-0C37-BB4415F724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12307A6E-55AC-F86B-0FCA-0DCC126986E2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C1DA200-23DD-F1FA-7321-493006E698E1}"/>
              </a:ext>
            </a:extLst>
          </p:cNvPr>
          <p:cNvSpPr/>
          <p:nvPr/>
        </p:nvSpPr>
        <p:spPr>
          <a:xfrm>
            <a:off x="122278" y="849956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4FF7F3-567B-3E14-6C28-37310A9336B5}"/>
                  </a:ext>
                </a:extLst>
              </p:cNvPr>
              <p:cNvSpPr txBox="1"/>
              <p:nvPr/>
            </p:nvSpPr>
            <p:spPr>
              <a:xfrm>
                <a:off x="1763487" y="774550"/>
                <a:ext cx="10428513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Show that the following functions are linear transformations.</a:t>
                </a:r>
                <a:br>
                  <a:rPr lang="en-US" sz="2800" dirty="0">
                    <a:solidFill>
                      <a:srgbClr val="002060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i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T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∶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ℝ</m:t>
                        </m:r>
                      </m:e>
                      <m:sup>
                        <m: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p>
                    </m:sSup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→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ℝ</m:t>
                        </m:r>
                      </m:e>
                      <m:sup>
                        <m: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p>
                    </m:sSup>
                    <m:r>
                      <a:rPr lang="en-IN" sz="2800" b="0" i="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; 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T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x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y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)=(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x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+3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y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, 3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x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y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Calibri" panose="020F0502020204030204" pitchFamily="34" charset="0"/>
                    <a:cs typeface="Shruti" panose="020B0502040204020203" pitchFamily="34" charset="0"/>
                  </a:rPr>
                  <a:t>.</a:t>
                </a:r>
                <a:endParaRPr lang="en-IN" sz="2800" dirty="0">
                  <a:solidFill>
                    <a:srgbClr val="002060"/>
                  </a:solidFill>
                  <a:effectLst/>
                  <a:latin typeface="Cambria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4FF7F3-567B-3E14-6C28-37310A933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487" y="774550"/>
                <a:ext cx="10428513" cy="954107"/>
              </a:xfrm>
              <a:prstGeom prst="rect">
                <a:avLst/>
              </a:prstGeom>
              <a:blipFill>
                <a:blip r:embed="rId3"/>
                <a:stretch>
                  <a:fillRect l="-1169" t="-6369" r="-1169" b="-16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0A98C7-7CEC-5A7C-59F4-0D9E10AD7BDE}"/>
                  </a:ext>
                </a:extLst>
              </p:cNvPr>
              <p:cNvSpPr txBox="1"/>
              <p:nvPr/>
            </p:nvSpPr>
            <p:spPr>
              <a:xfrm>
                <a:off x="1763487" y="1992935"/>
                <a:ext cx="903421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b="0" dirty="0">
                    <a:solidFill>
                      <a:srgbClr val="002060"/>
                    </a:solidFill>
                    <a:latin typeface="+mj-lt"/>
                  </a:rPr>
                  <a:t>be the vectors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IN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IN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0A98C7-7CEC-5A7C-59F4-0D9E10AD7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487" y="1992935"/>
                <a:ext cx="9034215" cy="523220"/>
              </a:xfrm>
              <a:prstGeom prst="rect">
                <a:avLst/>
              </a:prstGeom>
              <a:blipFill>
                <a:blip r:embed="rId4"/>
                <a:stretch>
                  <a:fillRect l="-1350" t="-11628" r="-1350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8132BFB-1484-3745-9BAA-BEB3D5309E6C}"/>
                  </a:ext>
                </a:extLst>
              </p:cNvPr>
              <p:cNvSpPr txBox="1"/>
              <p:nvPr/>
            </p:nvSpPr>
            <p:spPr>
              <a:xfrm>
                <a:off x="1763487" y="2832935"/>
                <a:ext cx="6307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b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8132BFB-1484-3745-9BAA-BEB3D5309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487" y="2832935"/>
                <a:ext cx="6307705" cy="523220"/>
              </a:xfrm>
              <a:prstGeom prst="rect">
                <a:avLst/>
              </a:prstGeom>
              <a:blipFill>
                <a:blip r:embed="rId5"/>
                <a:stretch>
                  <a:fillRect l="-1932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93C1919-A7AA-3793-3C2F-C34A0A19C099}"/>
                  </a:ext>
                </a:extLst>
              </p:cNvPr>
              <p:cNvSpPr txBox="1"/>
              <p:nvPr/>
            </p:nvSpPr>
            <p:spPr>
              <a:xfrm>
                <a:off x="4045324" y="4123455"/>
                <a:ext cx="80517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3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93C1919-A7AA-3793-3C2F-C34A0A19C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5324" y="4123455"/>
                <a:ext cx="805173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96B6B81-75E3-6520-58A5-EDBCF6D5F8E8}"/>
                  </a:ext>
                </a:extLst>
              </p:cNvPr>
              <p:cNvSpPr txBox="1"/>
              <p:nvPr/>
            </p:nvSpPr>
            <p:spPr>
              <a:xfrm>
                <a:off x="4050308" y="3489894"/>
                <a:ext cx="406929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96B6B81-75E3-6520-58A5-EDBCF6D5F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308" y="3489894"/>
                <a:ext cx="406929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C9DF8BF-35B4-40CC-B6F8-ABDFF4F5EEF4}"/>
              </a:ext>
            </a:extLst>
          </p:cNvPr>
          <p:cNvSpPr/>
          <p:nvPr/>
        </p:nvSpPr>
        <p:spPr>
          <a:xfrm>
            <a:off x="122278" y="1992833"/>
            <a:ext cx="1440000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4BFA3D1B-00C2-6F1F-9B0B-1C945A53B0BD}"/>
                  </a:ext>
                </a:extLst>
              </p:cNvPr>
              <p:cNvSpPr/>
              <p:nvPr/>
            </p:nvSpPr>
            <p:spPr>
              <a:xfrm>
                <a:off x="205273" y="4808990"/>
                <a:ext cx="3069382" cy="149179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1" indent="-457200">
                  <a:lnSpc>
                    <a:spcPct val="150000"/>
                  </a:lnSpc>
                </a:pPr>
                <a:r>
                  <a:rPr lang="en-IN" sz="2000" b="1" i="0" dirty="0">
                    <a:solidFill>
                      <a:srgbClr val="002060"/>
                    </a:solidFill>
                    <a:latin typeface="+mj-lt"/>
                  </a:rPr>
                  <a:t>Conditions for LT:</a:t>
                </a:r>
                <a:endParaRPr lang="en-IN" sz="20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lvl="1" indent="-457200"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2060"/>
                    </a:solidFill>
                  </a:rPr>
                  <a:t>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</m:oMath>
                </a14:m>
                <a:endParaRPr lang="en-IN" sz="2000" dirty="0">
                  <a:solidFill>
                    <a:srgbClr val="002060"/>
                  </a:solidFill>
                </a:endParaRPr>
              </a:p>
              <a:p>
                <a:pPr lvl="1" indent="-457200"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2060"/>
                    </a:solidFill>
                  </a:rPr>
                  <a:t>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</m:oMath>
                </a14:m>
                <a:endParaRPr lang="en-IN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4BFA3D1B-00C2-6F1F-9B0B-1C945A53B0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73" y="4808990"/>
                <a:ext cx="3069382" cy="1491790"/>
              </a:xfrm>
              <a:prstGeom prst="rect">
                <a:avLst/>
              </a:prstGeom>
              <a:blipFill>
                <a:blip r:embed="rId8"/>
                <a:stretch>
                  <a:fillRect l="-1572" b="-797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6BC38F-176B-22AD-55E4-1F55055299D4}"/>
              </a:ext>
            </a:extLst>
          </p:cNvPr>
          <p:cNvCxnSpPr>
            <a:cxnSpLocks/>
          </p:cNvCxnSpPr>
          <p:nvPr/>
        </p:nvCxnSpPr>
        <p:spPr>
          <a:xfrm>
            <a:off x="4588213" y="1770056"/>
            <a:ext cx="371596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57E311E-ABEC-04C3-2E5A-B627C899E63E}"/>
                  </a:ext>
                </a:extLst>
              </p:cNvPr>
              <p:cNvSpPr txBox="1"/>
              <p:nvPr/>
            </p:nvSpPr>
            <p:spPr>
              <a:xfrm>
                <a:off x="4048566" y="4808990"/>
                <a:ext cx="90439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800" dirty="0"/>
                  <a:t> ……..</a:t>
                </a:r>
                <a:r>
                  <a:rPr lang="en-IN" sz="2800" dirty="0">
                    <a:solidFill>
                      <a:srgbClr val="FF0000"/>
                    </a:solidFill>
                  </a:rPr>
                  <a:t>(1)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57E311E-ABEC-04C3-2E5A-B627C899E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566" y="4808990"/>
                <a:ext cx="9043958" cy="523220"/>
              </a:xfrm>
              <a:prstGeom prst="rect">
                <a:avLst/>
              </a:prstGeom>
              <a:blipFill>
                <a:blip r:embed="rId9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767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8" grpId="0"/>
      <p:bldP spid="29" grpId="0"/>
      <p:bldP spid="42" grpId="0"/>
      <p:bldP spid="48" grpId="0" animBg="1"/>
      <p:bldP spid="48" grpId="1" animBg="1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94477-A57B-D3AF-70C9-60B35917F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A1DA778-2E25-957D-5086-3BB89DCBA85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A1DA778-2E25-957D-5086-3BB89DCBA8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E8EA462-DEE0-A06F-1D36-01B4B29B716D}"/>
                  </a:ext>
                </a:extLst>
              </p:cNvPr>
              <p:cNvSpPr txBox="1"/>
              <p:nvPr/>
            </p:nvSpPr>
            <p:spPr>
              <a:xfrm>
                <a:off x="244440" y="773628"/>
                <a:ext cx="34825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Now</m:t>
                      </m:r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E8EA462-DEE0-A06F-1D36-01B4B29B7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440" y="773628"/>
                <a:ext cx="34825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2981F0C-C659-C3E7-EA9D-9E971E1FD7CB}"/>
                  </a:ext>
                </a:extLst>
              </p:cNvPr>
              <p:cNvSpPr txBox="1"/>
              <p:nvPr/>
            </p:nvSpPr>
            <p:spPr>
              <a:xfrm>
                <a:off x="2979429" y="4018257"/>
                <a:ext cx="786400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m:rPr>
                              <m:sty m:val="p"/>
                            </m:rP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₂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2981F0C-C659-C3E7-EA9D-9E971E1FD7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9429" y="4018257"/>
                <a:ext cx="786400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813C585-0D41-F7E5-C9BB-E8E8558BF691}"/>
                  </a:ext>
                </a:extLst>
              </p:cNvPr>
              <p:cNvSpPr txBox="1"/>
              <p:nvPr/>
            </p:nvSpPr>
            <p:spPr>
              <a:xfrm>
                <a:off x="1050004" y="3250997"/>
                <a:ext cx="200448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</m:d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813C585-0D41-F7E5-C9BB-E8E8558BF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004" y="3250997"/>
                <a:ext cx="200448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B57872E-9C92-C6C4-92F7-0D8246E9054C}"/>
                  </a:ext>
                </a:extLst>
              </p:cNvPr>
              <p:cNvSpPr txBox="1"/>
              <p:nvPr/>
            </p:nvSpPr>
            <p:spPr>
              <a:xfrm>
                <a:off x="1815496" y="1359275"/>
                <a:ext cx="35758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,3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B57872E-9C92-C6C4-92F7-0D8246E90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5496" y="1359275"/>
                <a:ext cx="357589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9DF9717-970A-9C99-06E2-BDDB2F13FE42}"/>
                  </a:ext>
                </a:extLst>
              </p:cNvPr>
              <p:cNvSpPr txBox="1"/>
              <p:nvPr/>
            </p:nvSpPr>
            <p:spPr>
              <a:xfrm>
                <a:off x="375115" y="1926085"/>
                <a:ext cx="36932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9DF9717-970A-9C99-06E2-BDDB2F13F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115" y="1926085"/>
                <a:ext cx="3693231" cy="523220"/>
              </a:xfrm>
              <a:prstGeom prst="rect">
                <a:avLst/>
              </a:prstGeom>
              <a:blipFill>
                <a:blip r:embed="rId7"/>
                <a:stretch>
                  <a:fillRect l="-3471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19C237D-0E9A-B04B-BE12-A3A0569195C2}"/>
                  </a:ext>
                </a:extLst>
              </p:cNvPr>
              <p:cNvSpPr txBox="1"/>
              <p:nvPr/>
            </p:nvSpPr>
            <p:spPr>
              <a:xfrm>
                <a:off x="1816351" y="2530569"/>
                <a:ext cx="37843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,3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19C237D-0E9A-B04B-BE12-A3A056919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351" y="2530569"/>
                <a:ext cx="378439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ight Arrow 3">
            <a:extLst>
              <a:ext uri="{FF2B5EF4-FFF2-40B4-BE49-F238E27FC236}">
                <a16:creationId xmlns:a16="http://schemas.microsoft.com/office/drawing/2014/main" id="{4CD3C46E-9F46-B5EB-FF06-9D6CD231A5A9}"/>
              </a:ext>
            </a:extLst>
          </p:cNvPr>
          <p:cNvSpPr/>
          <p:nvPr/>
        </p:nvSpPr>
        <p:spPr>
          <a:xfrm flipV="1">
            <a:off x="317996" y="3312724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97F475F0-738A-70D3-4566-81AB8BF2E123}"/>
                  </a:ext>
                </a:extLst>
              </p:cNvPr>
              <p:cNvSpPr/>
              <p:nvPr/>
            </p:nvSpPr>
            <p:spPr>
              <a:xfrm>
                <a:off x="8434813" y="1076762"/>
                <a:ext cx="3406349" cy="152616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1" indent="-457200">
                  <a:lnSpc>
                    <a:spcPct val="150000"/>
                  </a:lnSpc>
                </a:pPr>
                <a:r>
                  <a:rPr lang="en-IN" sz="2000" b="1" i="0" dirty="0">
                    <a:solidFill>
                      <a:srgbClr val="002060"/>
                    </a:solidFill>
                    <a:latin typeface="+mj-lt"/>
                  </a:rPr>
                  <a:t>Conditions for LT:</a:t>
                </a:r>
                <a:endParaRPr lang="en-IN" sz="20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lvl="1" indent="-457200"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2060"/>
                    </a:solidFill>
                  </a:rPr>
                  <a:t>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</m:oMath>
                </a14:m>
                <a:endParaRPr lang="en-IN" sz="2000" dirty="0">
                  <a:solidFill>
                    <a:srgbClr val="002060"/>
                  </a:solidFill>
                </a:endParaRPr>
              </a:p>
              <a:p>
                <a:pPr lvl="1" indent="-457200"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2060"/>
                    </a:solidFill>
                  </a:rPr>
                  <a:t>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</m:oMath>
                </a14:m>
                <a:endParaRPr lang="en-IN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97F475F0-738A-70D3-4566-81AB8BF2E1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4813" y="1076762"/>
                <a:ext cx="3406349" cy="1526161"/>
              </a:xfrm>
              <a:prstGeom prst="rect">
                <a:avLst/>
              </a:prstGeom>
              <a:blipFill>
                <a:blip r:embed="rId9"/>
                <a:stretch>
                  <a:fillRect l="-1418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F180D229-A7E5-00E9-5B97-F56DFF51CC0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000" b="92778" l="5000" r="95556">
                        <a14:foregroundMark x1="12222" y1="55556" x2="11667" y2="62778"/>
                        <a14:foregroundMark x1="29444" y1="91111" x2="29444" y2="91111"/>
                        <a14:foregroundMark x1="6111" y1="55000" x2="6111" y2="55000"/>
                        <a14:foregroundMark x1="6111" y1="53889" x2="6111" y2="53889"/>
                        <a14:foregroundMark x1="5000" y1="53333" x2="6667" y2="56667"/>
                        <a14:foregroundMark x1="27222" y1="92778" x2="31111" y2="92222"/>
                        <a14:foregroundMark x1="26667" y1="91111" x2="29444" y2="92222"/>
                        <a14:foregroundMark x1="86667" y1="10000" x2="90556" y2="12778"/>
                        <a14:foregroundMark x1="90000" y1="5000" x2="95556" y2="5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8517" y="1592641"/>
            <a:ext cx="360000" cy="36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928A73-145D-A9D7-7533-1FE7C89CCF53}"/>
                  </a:ext>
                </a:extLst>
              </p:cNvPr>
              <p:cNvSpPr txBox="1"/>
              <p:nvPr/>
            </p:nvSpPr>
            <p:spPr>
              <a:xfrm>
                <a:off x="2979429" y="4666331"/>
                <a:ext cx="90439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800" dirty="0"/>
                  <a:t> ……..</a:t>
                </a:r>
                <a:r>
                  <a:rPr lang="en-IN" sz="2800" dirty="0">
                    <a:solidFill>
                      <a:srgbClr val="FF0000"/>
                    </a:solidFill>
                  </a:rPr>
                  <a:t>(2)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928A73-145D-A9D7-7533-1FE7C89CC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9429" y="4666331"/>
                <a:ext cx="9043958" cy="523220"/>
              </a:xfrm>
              <a:prstGeom prst="rect">
                <a:avLst/>
              </a:prstGeom>
              <a:blipFill>
                <a:blip r:embed="rId12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3A38315B-3626-1F94-45EA-CE2F50D33D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6897" y="5371181"/>
                <a:ext cx="6779187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IN" sz="2800" b="1" dirty="0">
                    <a:solidFill>
                      <a:srgbClr val="FF0000"/>
                    </a:solidFill>
                    <a:latin typeface="+mj-lt"/>
                  </a:rPr>
                  <a:t>From (1) &amp; (2) , </a:t>
                </a:r>
                <a14:m>
                  <m:oMath xmlns:m="http://schemas.openxmlformats.org/officeDocument/2006/math">
                    <m:r>
                      <a:rPr lang="en-IN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</m:t>
                    </m:r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  <m:r>
                          <a:rPr lang="en-IN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d>
                    <m:r>
                      <a:rPr lang="en-I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</m:t>
                    </m:r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</m:d>
                    <m:r>
                      <a:rPr lang="en-IN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</m:t>
                    </m:r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d>
                  </m:oMath>
                </a14:m>
                <a:endParaRPr lang="en-IN" sz="28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3A38315B-3626-1F94-45EA-CE2F50D33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97" y="5371181"/>
                <a:ext cx="6779187" cy="540000"/>
              </a:xfrm>
              <a:prstGeom prst="rect">
                <a:avLst/>
              </a:prstGeom>
              <a:blipFill>
                <a:blip r:embed="rId13"/>
                <a:stretch>
                  <a:fillRect l="-1888" t="-12360" b="-2584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8B0301C1-0C89-7D28-428F-0B2357CFA17B}"/>
              </a:ext>
            </a:extLst>
          </p:cNvPr>
          <p:cNvGrpSpPr/>
          <p:nvPr/>
        </p:nvGrpSpPr>
        <p:grpSpPr>
          <a:xfrm>
            <a:off x="317996" y="5846966"/>
            <a:ext cx="4173167" cy="738664"/>
            <a:chOff x="7976683" y="1367061"/>
            <a:chExt cx="4173167" cy="7386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5478957-A1E5-2E68-B560-7FE5645CABAB}"/>
                    </a:ext>
                  </a:extLst>
                </p:cNvPr>
                <p:cNvSpPr txBox="1"/>
                <p:nvPr/>
              </p:nvSpPr>
              <p:spPr>
                <a:xfrm>
                  <a:off x="7976684" y="1367061"/>
                  <a:ext cx="4173166" cy="7386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1" indent="-457200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A9D3B87-B6A5-CFA9-D653-19B128D37D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6684" y="1367061"/>
                  <a:ext cx="4173166" cy="73866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F3F05A9-2A80-3F0F-E45D-84CB4CF51E91}"/>
                </a:ext>
              </a:extLst>
            </p:cNvPr>
            <p:cNvSpPr/>
            <p:nvPr/>
          </p:nvSpPr>
          <p:spPr>
            <a:xfrm>
              <a:off x="7976683" y="1515483"/>
              <a:ext cx="4095345" cy="51842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239C747-A2E2-D411-EF4D-4A0E2CC2FD59}"/>
              </a:ext>
            </a:extLst>
          </p:cNvPr>
          <p:cNvGrpSpPr/>
          <p:nvPr/>
        </p:nvGrpSpPr>
        <p:grpSpPr>
          <a:xfrm>
            <a:off x="317996" y="5975665"/>
            <a:ext cx="9682038" cy="526890"/>
            <a:chOff x="4543662" y="546202"/>
            <a:chExt cx="8153659" cy="5268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B618D84-EE2E-0B0D-E570-01A55E28A736}"/>
                    </a:ext>
                  </a:extLst>
                </p:cNvPr>
                <p:cNvSpPr txBox="1"/>
                <p:nvPr/>
              </p:nvSpPr>
              <p:spPr>
                <a:xfrm>
                  <a:off x="4543662" y="549872"/>
                  <a:ext cx="815365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  <m:r>
                        <a:rPr lang="en-IN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IN" sz="2800" dirty="0"/>
                    <a:t> ……..</a:t>
                  </a:r>
                  <a:r>
                    <a:rPr lang="en-IN" sz="2800" dirty="0">
                      <a:solidFill>
                        <a:srgbClr val="FF0000"/>
                      </a:solidFill>
                    </a:rPr>
                    <a:t>(1)</a:t>
                  </a:r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B618D84-EE2E-0B0D-E570-01A55E28A7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3662" y="549872"/>
                  <a:ext cx="8153659" cy="523220"/>
                </a:xfrm>
                <a:prstGeom prst="rect">
                  <a:avLst/>
                </a:prstGeom>
                <a:blipFill>
                  <a:blip r:embed="rId15"/>
                  <a:stretch>
                    <a:fillRect t="-12791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EB93D6B-313F-157C-67B9-B2C38380E42D}"/>
                </a:ext>
              </a:extLst>
            </p:cNvPr>
            <p:cNvSpPr/>
            <p:nvPr/>
          </p:nvSpPr>
          <p:spPr>
            <a:xfrm>
              <a:off x="4543662" y="546202"/>
              <a:ext cx="8153659" cy="51842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8A8B283-F124-EA80-F117-0EF06B6BFDA5}"/>
                  </a:ext>
                </a:extLst>
              </p:cNvPr>
              <p:cNvSpPr txBox="1"/>
              <p:nvPr/>
            </p:nvSpPr>
            <p:spPr>
              <a:xfrm>
                <a:off x="2979429" y="3291455"/>
                <a:ext cx="766539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,3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,3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8A8B283-F124-EA80-F117-0EF06B6BF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9429" y="3291455"/>
                <a:ext cx="7665395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31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0" grpId="0"/>
      <p:bldP spid="38" grpId="0"/>
      <p:bldP spid="39" grpId="0"/>
      <p:bldP spid="47" grpId="0" animBg="1"/>
      <p:bldP spid="48" grpId="0" animBg="1"/>
      <p:bldP spid="5" grpId="0"/>
      <p:bldP spid="11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C288E-A298-6D89-26FD-AE3B58E3D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1ABCE9D-C219-E15E-A051-1537D494D33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1ABCE9D-C219-E15E-A051-1537D494D3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7A01F52-04E4-A0C3-7B4B-623EB181AE69}"/>
                  </a:ext>
                </a:extLst>
              </p:cNvPr>
              <p:cNvSpPr txBox="1"/>
              <p:nvPr/>
            </p:nvSpPr>
            <p:spPr>
              <a:xfrm>
                <a:off x="129473" y="711201"/>
                <a:ext cx="10716868" cy="6668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ku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7A01F52-04E4-A0C3-7B4B-623EB181A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73" y="711201"/>
                <a:ext cx="10716868" cy="666849"/>
              </a:xfrm>
              <a:prstGeom prst="rect">
                <a:avLst/>
              </a:prstGeom>
              <a:blipFill>
                <a:blip r:embed="rId3"/>
                <a:stretch>
                  <a:fillRect l="-1138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CFA73B8-536E-0273-144E-16990C22EC71}"/>
                  </a:ext>
                </a:extLst>
              </p:cNvPr>
              <p:cNvSpPr txBox="1"/>
              <p:nvPr/>
            </p:nvSpPr>
            <p:spPr>
              <a:xfrm>
                <a:off x="129473" y="1433319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indent="-4572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ku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CFA73B8-536E-0273-144E-16990C22E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73" y="1433319"/>
                <a:ext cx="612842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0BFE47-C54D-AF08-A85A-BC2DC82DFE8B}"/>
                  </a:ext>
                </a:extLst>
              </p:cNvPr>
              <p:cNvSpPr txBox="1"/>
              <p:nvPr/>
            </p:nvSpPr>
            <p:spPr>
              <a:xfrm>
                <a:off x="1502579" y="2863757"/>
                <a:ext cx="44159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indent="-4572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0BFE47-C54D-AF08-A85A-BC2DC82DF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579" y="2863757"/>
                <a:ext cx="44159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51DC774-3F90-0FAF-FDDB-FDE6BA7C0153}"/>
                  </a:ext>
                </a:extLst>
              </p:cNvPr>
              <p:cNvSpPr txBox="1"/>
              <p:nvPr/>
            </p:nvSpPr>
            <p:spPr>
              <a:xfrm>
                <a:off x="1502579" y="3598757"/>
                <a:ext cx="26613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51DC774-3F90-0FAF-FDDB-FDE6BA7C0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579" y="3598757"/>
                <a:ext cx="266132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A979C672-CB91-77FE-8837-20F6A3DB7294}"/>
              </a:ext>
            </a:extLst>
          </p:cNvPr>
          <p:cNvSpPr txBox="1">
            <a:spLocks/>
          </p:cNvSpPr>
          <p:nvPr/>
        </p:nvSpPr>
        <p:spPr>
          <a:xfrm>
            <a:off x="74120" y="4293097"/>
            <a:ext cx="5731257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IN" sz="2800" b="1" i="0" dirty="0">
                <a:solidFill>
                  <a:srgbClr val="FF0000"/>
                </a:solidFill>
                <a:latin typeface="+mj-lt"/>
              </a:rPr>
              <a:t>Hence,  T is a Linear Transformation.</a:t>
            </a:r>
            <a:endParaRPr lang="en-IN" sz="2800" b="1" dirty="0">
              <a:solidFill>
                <a:srgbClr val="FF0000"/>
              </a:solidFill>
              <a:latin typeface="Cambria Math" panose="020405030504060302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28FAC43-5D58-B8BF-D720-A0E7854B4182}"/>
              </a:ext>
            </a:extLst>
          </p:cNvPr>
          <p:cNvGrpSpPr/>
          <p:nvPr/>
        </p:nvGrpSpPr>
        <p:grpSpPr>
          <a:xfrm>
            <a:off x="4171313" y="5538435"/>
            <a:ext cx="4173167" cy="738664"/>
            <a:chOff x="7976683" y="1367061"/>
            <a:chExt cx="4173167" cy="7386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A9D3B87-B6A5-CFA9-D653-19B128D37DEE}"/>
                    </a:ext>
                  </a:extLst>
                </p:cNvPr>
                <p:cNvSpPr txBox="1"/>
                <p:nvPr/>
              </p:nvSpPr>
              <p:spPr>
                <a:xfrm>
                  <a:off x="7976684" y="1367061"/>
                  <a:ext cx="4173166" cy="7386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1" indent="-457200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A9D3B87-B6A5-CFA9-D653-19B128D37D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6684" y="1367061"/>
                  <a:ext cx="4173166" cy="73866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1CD315D-5699-0D16-C351-3998C9068276}"/>
                </a:ext>
              </a:extLst>
            </p:cNvPr>
            <p:cNvSpPr/>
            <p:nvPr/>
          </p:nvSpPr>
          <p:spPr>
            <a:xfrm>
              <a:off x="7976683" y="1515483"/>
              <a:ext cx="4095345" cy="51842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444ED7-742A-79D0-0B96-986C3EC2BA0C}"/>
                  </a:ext>
                </a:extLst>
              </p:cNvPr>
              <p:cNvSpPr txBox="1"/>
              <p:nvPr/>
            </p:nvSpPr>
            <p:spPr>
              <a:xfrm>
                <a:off x="1502579" y="2148538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444ED7-742A-79D0-0B96-986C3EC2B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579" y="2148538"/>
                <a:ext cx="612842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C40FD9C-74A4-7288-1C81-6595D9CB6F42}"/>
                  </a:ext>
                </a:extLst>
              </p:cNvPr>
              <p:cNvSpPr/>
              <p:nvPr/>
            </p:nvSpPr>
            <p:spPr>
              <a:xfrm>
                <a:off x="8616402" y="4826567"/>
                <a:ext cx="3414409" cy="152616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1" indent="-457200">
                  <a:lnSpc>
                    <a:spcPct val="150000"/>
                  </a:lnSpc>
                </a:pPr>
                <a:r>
                  <a:rPr lang="en-IN" sz="2000" b="1" i="0" dirty="0">
                    <a:solidFill>
                      <a:srgbClr val="002060"/>
                    </a:solidFill>
                    <a:latin typeface="+mj-lt"/>
                  </a:rPr>
                  <a:t>Conditions for LT:</a:t>
                </a:r>
                <a:endParaRPr lang="en-IN" sz="20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lvl="1" indent="-457200"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2060"/>
                    </a:solidFill>
                  </a:rPr>
                  <a:t>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</m:oMath>
                </a14:m>
                <a:endParaRPr lang="en-IN" sz="2000" dirty="0">
                  <a:solidFill>
                    <a:srgbClr val="002060"/>
                  </a:solidFill>
                </a:endParaRPr>
              </a:p>
              <a:p>
                <a:pPr lvl="1" indent="-457200"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2060"/>
                    </a:solidFill>
                  </a:rPr>
                  <a:t>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</m:oMath>
                </a14:m>
                <a:endParaRPr lang="en-IN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C40FD9C-74A4-7288-1C81-6595D9CB6F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402" y="4826567"/>
                <a:ext cx="3414409" cy="1526161"/>
              </a:xfrm>
              <a:prstGeom prst="rect">
                <a:avLst/>
              </a:prstGeom>
              <a:blipFill>
                <a:blip r:embed="rId9"/>
                <a:stretch>
                  <a:fillRect l="-1235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F62839D8-71B3-44A4-9A10-E2589C01279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000" b="92778" l="5000" r="95556">
                        <a14:foregroundMark x1="12222" y1="55556" x2="11667" y2="62778"/>
                        <a14:foregroundMark x1="29444" y1="91111" x2="29444" y2="91111"/>
                        <a14:foregroundMark x1="6111" y1="55000" x2="6111" y2="55000"/>
                        <a14:foregroundMark x1="6111" y1="53889" x2="6111" y2="53889"/>
                        <a14:foregroundMark x1="5000" y1="53333" x2="6667" y2="56667"/>
                        <a14:foregroundMark x1="27222" y1="92778" x2="31111" y2="92222"/>
                        <a14:foregroundMark x1="26667" y1="91111" x2="29444" y2="92222"/>
                        <a14:foregroundMark x1="86667" y1="10000" x2="90556" y2="12778"/>
                        <a14:foregroundMark x1="90000" y1="5000" x2="95556" y2="5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793" y="584528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41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7" grpId="0"/>
      <p:bldP spid="13" grpId="0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9085F-1C45-363B-B880-5C78DAB63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496D542-B244-4DAF-E46B-57553E953C0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496D542-B244-4DAF-E46B-57553E953C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D956A237-AD5C-CA7A-B3EF-5AAE9C947C6A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1B06084-A206-2052-D0BA-9608D8F6C8AA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9927C9-AF69-CF52-D340-220128A7F650}"/>
                  </a:ext>
                </a:extLst>
              </p:cNvPr>
              <p:cNvSpPr txBox="1"/>
              <p:nvPr/>
            </p:nvSpPr>
            <p:spPr>
              <a:xfrm>
                <a:off x="1763487" y="779140"/>
                <a:ext cx="10428513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Show that the following functions are linear transformations.</a:t>
                </a:r>
                <a:b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Calibri" panose="020F0502020204030204" pitchFamily="34" charset="0"/>
                    <a:cs typeface="Shruti" panose="020B0502040204020203" pitchFamily="34" charset="0"/>
                  </a:rPr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i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T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∶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ℝ</m:t>
                        </m:r>
                      </m:e>
                      <m:sup>
                        <m: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p>
                    </m:sSup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→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ℝ</m:t>
                        </m:r>
                      </m:e>
                      <m:sup>
                        <m: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p>
                    </m:sSup>
                    <m:r>
                      <a:rPr lang="en-IN" sz="2800" b="0" i="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; 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T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x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y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)=(2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x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y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x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y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Calibri" panose="020F0502020204030204" pitchFamily="34" charset="0"/>
                    <a:cs typeface="Shruti" panose="020B0502040204020203" pitchFamily="34" charset="0"/>
                  </a:rPr>
                  <a:t>.</a:t>
                </a:r>
                <a:endParaRPr lang="en-IN" sz="2800" dirty="0">
                  <a:solidFill>
                    <a:srgbClr val="002060"/>
                  </a:solidFill>
                  <a:effectLst/>
                  <a:latin typeface="Cambria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9927C9-AF69-CF52-D340-220128A7F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487" y="779140"/>
                <a:ext cx="10428513" cy="954107"/>
              </a:xfrm>
              <a:prstGeom prst="rect">
                <a:avLst/>
              </a:prstGeom>
              <a:blipFill>
                <a:blip r:embed="rId3"/>
                <a:stretch>
                  <a:fillRect l="-1169" t="-6410" r="-1169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5DECB0-DCBC-5686-A2E1-F90BC64A0C93}"/>
                  </a:ext>
                </a:extLst>
              </p:cNvPr>
              <p:cNvSpPr txBox="1"/>
              <p:nvPr/>
            </p:nvSpPr>
            <p:spPr>
              <a:xfrm>
                <a:off x="1763487" y="2071446"/>
                <a:ext cx="91412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b="0" dirty="0">
                    <a:solidFill>
                      <a:srgbClr val="002060"/>
                    </a:solidFill>
                    <a:latin typeface="+mj-lt"/>
                  </a:rPr>
                  <a:t>be the vectors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IN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IN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5DECB0-DCBC-5686-A2E1-F90BC64A0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487" y="2071446"/>
                <a:ext cx="9141219" cy="523220"/>
              </a:xfrm>
              <a:prstGeom prst="rect">
                <a:avLst/>
              </a:prstGeom>
              <a:blipFill>
                <a:blip r:embed="rId4"/>
                <a:stretch>
                  <a:fillRect l="-1333" t="-11628" r="-133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5B2C574-434E-B786-8EC4-4FEC48B3CF54}"/>
                  </a:ext>
                </a:extLst>
              </p:cNvPr>
              <p:cNvSpPr txBox="1"/>
              <p:nvPr/>
            </p:nvSpPr>
            <p:spPr>
              <a:xfrm>
                <a:off x="1763487" y="2880607"/>
                <a:ext cx="6307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b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5B2C574-434E-B786-8EC4-4FEC48B3C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487" y="2880607"/>
                <a:ext cx="6307705" cy="523220"/>
              </a:xfrm>
              <a:prstGeom prst="rect">
                <a:avLst/>
              </a:prstGeom>
              <a:blipFill>
                <a:blip r:embed="rId5"/>
                <a:stretch>
                  <a:fillRect l="-1932"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85FB1C6-1797-1538-E326-2593E598C257}"/>
                  </a:ext>
                </a:extLst>
              </p:cNvPr>
              <p:cNvSpPr txBox="1"/>
              <p:nvPr/>
            </p:nvSpPr>
            <p:spPr>
              <a:xfrm>
                <a:off x="4027253" y="4364884"/>
                <a:ext cx="80517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800" dirty="0">
                    <a:solidFill>
                      <a:srgbClr val="FF000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85FB1C6-1797-1538-E326-2593E598C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253" y="4364884"/>
                <a:ext cx="8051736" cy="523220"/>
              </a:xfrm>
              <a:prstGeom prst="rect">
                <a:avLst/>
              </a:prstGeom>
              <a:blipFill>
                <a:blip r:embed="rId6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7FA4770-0C35-461C-AF56-D1F5C54F3471}"/>
                  </a:ext>
                </a:extLst>
              </p:cNvPr>
              <p:cNvSpPr txBox="1"/>
              <p:nvPr/>
            </p:nvSpPr>
            <p:spPr>
              <a:xfrm>
                <a:off x="4027253" y="3555723"/>
                <a:ext cx="406929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7FA4770-0C35-461C-AF56-D1F5C54F3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253" y="3555723"/>
                <a:ext cx="406929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63CE4A8-1BD1-3EEA-0AFB-E806E8649762}"/>
              </a:ext>
            </a:extLst>
          </p:cNvPr>
          <p:cNvSpPr/>
          <p:nvPr/>
        </p:nvSpPr>
        <p:spPr>
          <a:xfrm>
            <a:off x="122278" y="2094401"/>
            <a:ext cx="1440000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2D08FA41-5ECF-EA10-9AB3-AA4EBEF86011}"/>
                  </a:ext>
                </a:extLst>
              </p:cNvPr>
              <p:cNvSpPr/>
              <p:nvPr/>
            </p:nvSpPr>
            <p:spPr>
              <a:xfrm>
                <a:off x="205273" y="4838327"/>
                <a:ext cx="3066517" cy="152616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1" indent="-457200">
                  <a:lnSpc>
                    <a:spcPct val="150000"/>
                  </a:lnSpc>
                </a:pPr>
                <a:r>
                  <a:rPr lang="en-IN" sz="2000" b="1" i="0" dirty="0">
                    <a:solidFill>
                      <a:srgbClr val="002060"/>
                    </a:solidFill>
                    <a:latin typeface="+mj-lt"/>
                  </a:rPr>
                  <a:t>Conditions for LT:</a:t>
                </a:r>
                <a:endParaRPr lang="en-IN" sz="20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lvl="1" indent="-457200"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2060"/>
                    </a:solidFill>
                  </a:rPr>
                  <a:t>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</m:oMath>
                </a14:m>
                <a:endParaRPr lang="en-IN" sz="2000" dirty="0">
                  <a:solidFill>
                    <a:srgbClr val="002060"/>
                  </a:solidFill>
                </a:endParaRPr>
              </a:p>
              <a:p>
                <a:pPr lvl="1" indent="-457200"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2060"/>
                    </a:solidFill>
                  </a:rPr>
                  <a:t>2) </a:t>
                </a:r>
                <a14:m>
                  <m:oMath xmlns:m="http://schemas.openxmlformats.org/officeDocument/2006/math"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</m:oMath>
                </a14:m>
                <a:endParaRPr lang="en-IN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2D08FA41-5ECF-EA10-9AB3-AA4EBEF860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73" y="4838327"/>
                <a:ext cx="3066517" cy="1526161"/>
              </a:xfrm>
              <a:prstGeom prst="rect">
                <a:avLst/>
              </a:prstGeom>
              <a:blipFill>
                <a:blip r:embed="rId8"/>
                <a:stretch>
                  <a:fillRect l="-1572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013034-39A0-3EA3-0029-25BCD4209096}"/>
              </a:ext>
            </a:extLst>
          </p:cNvPr>
          <p:cNvCxnSpPr>
            <a:cxnSpLocks/>
          </p:cNvCxnSpPr>
          <p:nvPr/>
        </p:nvCxnSpPr>
        <p:spPr>
          <a:xfrm>
            <a:off x="4699512" y="1756811"/>
            <a:ext cx="355059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B2C883-E3A4-5338-036F-6259EE4863F1}"/>
                  </a:ext>
                </a:extLst>
              </p:cNvPr>
              <p:cNvSpPr txBox="1"/>
              <p:nvPr/>
            </p:nvSpPr>
            <p:spPr>
              <a:xfrm>
                <a:off x="4027253" y="5182048"/>
                <a:ext cx="82073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8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₂)</m:t>
                      </m:r>
                      <m:r>
                        <m:rPr>
                          <m:nor/>
                        </m:rPr>
                        <a:rPr lang="en-IN" sz="2800" i="0" dirty="0"/>
                        <m:t>……..</m:t>
                      </m:r>
                      <m:r>
                        <m:rPr>
                          <m:nor/>
                        </m:rPr>
                        <a:rPr lang="en-IN" sz="2800" i="0" dirty="0">
                          <a:solidFill>
                            <a:srgbClr val="FF0000"/>
                          </a:solidFill>
                        </a:rPr>
                        <m:t>(1)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B2C883-E3A4-5338-036F-6259EE486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253" y="5182048"/>
                <a:ext cx="820737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9491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8" grpId="0"/>
      <p:bldP spid="29" grpId="0"/>
      <p:bldP spid="42" grpId="0"/>
      <p:bldP spid="48" grpId="0" animBg="1"/>
      <p:bldP spid="48" grpId="1" animBg="1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0024F-D58C-1548-8CD2-5BD3F582B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701727D-D62E-0B61-77DE-8F744B05235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701727D-D62E-0B61-77DE-8F744B0523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D568691-28D6-227F-E6D7-A1EF488028AD}"/>
                  </a:ext>
                </a:extLst>
              </p:cNvPr>
              <p:cNvSpPr txBox="1"/>
              <p:nvPr/>
            </p:nvSpPr>
            <p:spPr>
              <a:xfrm>
                <a:off x="112551" y="793907"/>
                <a:ext cx="34575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i="0" dirty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Now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D568691-28D6-227F-E6D7-A1EF48802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51" y="793907"/>
                <a:ext cx="34575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C85C703-79E8-D968-4158-4EBCFFC685B7}"/>
                  </a:ext>
                </a:extLst>
              </p:cNvPr>
              <p:cNvSpPr txBox="1"/>
              <p:nvPr/>
            </p:nvSpPr>
            <p:spPr>
              <a:xfrm>
                <a:off x="956932" y="3254942"/>
                <a:ext cx="210421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C85C703-79E8-D968-4158-4EBCFFC68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932" y="3254942"/>
                <a:ext cx="210421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B0DBFF2-90A4-7449-7DF9-064215ED8437}"/>
                  </a:ext>
                </a:extLst>
              </p:cNvPr>
              <p:cNvSpPr txBox="1"/>
              <p:nvPr/>
            </p:nvSpPr>
            <p:spPr>
              <a:xfrm>
                <a:off x="2982337" y="3996914"/>
                <a:ext cx="899991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m:rPr>
                              <m:sty m:val="p"/>
                            </m:rP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₂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B0DBFF2-90A4-7449-7DF9-064215ED8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337" y="3996914"/>
                <a:ext cx="899991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F17430B-21A9-6C01-22B6-60C01FF1AC0D}"/>
                  </a:ext>
                </a:extLst>
              </p:cNvPr>
              <p:cNvSpPr txBox="1"/>
              <p:nvPr/>
            </p:nvSpPr>
            <p:spPr>
              <a:xfrm>
                <a:off x="1694353" y="1393821"/>
                <a:ext cx="35758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=(2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F17430B-21A9-6C01-22B6-60C01FF1A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353" y="1393821"/>
                <a:ext cx="357589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AD638E8-1B37-7CA3-E786-B56BB727E5CA}"/>
                  </a:ext>
                </a:extLst>
              </p:cNvPr>
              <p:cNvSpPr txBox="1"/>
              <p:nvPr/>
            </p:nvSpPr>
            <p:spPr>
              <a:xfrm>
                <a:off x="254921" y="2033974"/>
                <a:ext cx="368400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AD638E8-1B37-7CA3-E786-B56BB727E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21" y="2033974"/>
                <a:ext cx="3684002" cy="523220"/>
              </a:xfrm>
              <a:prstGeom prst="rect">
                <a:avLst/>
              </a:prstGeom>
              <a:blipFill>
                <a:blip r:embed="rId7"/>
                <a:stretch>
                  <a:fillRect l="-3477"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5781B1B-91DA-7A8D-5347-A02FF7EA7B34}"/>
                  </a:ext>
                </a:extLst>
              </p:cNvPr>
              <p:cNvSpPr txBox="1"/>
              <p:nvPr/>
            </p:nvSpPr>
            <p:spPr>
              <a:xfrm>
                <a:off x="1694353" y="2638571"/>
                <a:ext cx="37843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=(2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5781B1B-91DA-7A8D-5347-A02FF7EA7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353" y="2638571"/>
                <a:ext cx="378439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ight Arrow 3">
            <a:extLst>
              <a:ext uri="{FF2B5EF4-FFF2-40B4-BE49-F238E27FC236}">
                <a16:creationId xmlns:a16="http://schemas.microsoft.com/office/drawing/2014/main" id="{9815A003-8C67-8D96-952E-CA08A43FC1DE}"/>
              </a:ext>
            </a:extLst>
          </p:cNvPr>
          <p:cNvSpPr/>
          <p:nvPr/>
        </p:nvSpPr>
        <p:spPr>
          <a:xfrm flipV="1">
            <a:off x="206690" y="3318284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A2E27B4F-50B4-13FD-AFA6-B792A16E80F1}"/>
                  </a:ext>
                </a:extLst>
              </p:cNvPr>
              <p:cNvSpPr/>
              <p:nvPr/>
            </p:nvSpPr>
            <p:spPr>
              <a:xfrm>
                <a:off x="8567841" y="910626"/>
                <a:ext cx="3414409" cy="152616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1" indent="-457200">
                  <a:lnSpc>
                    <a:spcPct val="150000"/>
                  </a:lnSpc>
                </a:pPr>
                <a:r>
                  <a:rPr lang="en-IN" sz="2000" b="1" i="0" dirty="0">
                    <a:solidFill>
                      <a:srgbClr val="002060"/>
                    </a:solidFill>
                    <a:latin typeface="+mj-lt"/>
                  </a:rPr>
                  <a:t>Conditions for LT:</a:t>
                </a:r>
                <a:endParaRPr lang="en-IN" sz="20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lvl="1" indent="-457200"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2060"/>
                    </a:solidFill>
                  </a:rPr>
                  <a:t>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</m:oMath>
                </a14:m>
                <a:endParaRPr lang="en-IN" sz="2000" dirty="0">
                  <a:solidFill>
                    <a:srgbClr val="002060"/>
                  </a:solidFill>
                </a:endParaRPr>
              </a:p>
              <a:p>
                <a:pPr lvl="1" indent="-457200"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2060"/>
                    </a:solidFill>
                  </a:rPr>
                  <a:t>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</m:oMath>
                </a14:m>
                <a:endParaRPr lang="en-IN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A2E27B4F-50B4-13FD-AFA6-B792A16E80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7841" y="910626"/>
                <a:ext cx="3414409" cy="1526161"/>
              </a:xfrm>
              <a:prstGeom prst="rect">
                <a:avLst/>
              </a:prstGeom>
              <a:blipFill>
                <a:blip r:embed="rId9"/>
                <a:stretch>
                  <a:fillRect l="-1235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FB7C3A4-479B-1A12-2AF9-83DB68174E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000" b="92778" l="5000" r="95556">
                        <a14:foregroundMark x1="12222" y1="55556" x2="11667" y2="62778"/>
                        <a14:foregroundMark x1="29444" y1="91111" x2="29444" y2="91111"/>
                        <a14:foregroundMark x1="6111" y1="55000" x2="6111" y2="55000"/>
                        <a14:foregroundMark x1="6111" y1="53889" x2="6111" y2="53889"/>
                        <a14:foregroundMark x1="5000" y1="53333" x2="6667" y2="56667"/>
                        <a14:foregroundMark x1="27222" y1="92778" x2="31111" y2="92222"/>
                        <a14:foregroundMark x1="26667" y1="91111" x2="29444" y2="92222"/>
                        <a14:foregroundMark x1="86667" y1="10000" x2="90556" y2="12778"/>
                        <a14:foregroundMark x1="90000" y1="5000" x2="95556" y2="5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4778" y="1462174"/>
            <a:ext cx="360000" cy="360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56F7E73-6157-BFC6-0409-1F348FAD9E33}"/>
              </a:ext>
            </a:extLst>
          </p:cNvPr>
          <p:cNvGrpSpPr/>
          <p:nvPr/>
        </p:nvGrpSpPr>
        <p:grpSpPr>
          <a:xfrm>
            <a:off x="186990" y="5979838"/>
            <a:ext cx="3917468" cy="534065"/>
            <a:chOff x="1996950" y="778226"/>
            <a:chExt cx="3917468" cy="5340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BEAF8B6-7EB0-6829-84D9-4660436A3CE3}"/>
                    </a:ext>
                  </a:extLst>
                </p:cNvPr>
                <p:cNvSpPr txBox="1"/>
                <p:nvPr/>
              </p:nvSpPr>
              <p:spPr>
                <a:xfrm>
                  <a:off x="1996952" y="778226"/>
                  <a:ext cx="391746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>
                    <a:buNone/>
                    <a:tabLst>
                      <a:tab pos="447675" algn="l"/>
                    </a:tabLs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T</m:t>
                        </m:r>
                        <m: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x</m:t>
                        </m:r>
                        <m: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y</m:t>
                        </m:r>
                        <m: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)=(2</m:t>
                        </m:r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y</m:t>
                        </m:r>
                        <m: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x</m:t>
                        </m:r>
                        <m: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y</m:t>
                        </m:r>
                        <m: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)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Calibri" panose="020F0502020204030204" pitchFamily="34" charset="0"/>
                    <a:cs typeface="Shrut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BEAF8B6-7EB0-6829-84D9-4660436A3C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6952" y="778226"/>
                  <a:ext cx="3917466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DC91A84-958A-E66E-9DCA-521A46DBAFD6}"/>
                </a:ext>
              </a:extLst>
            </p:cNvPr>
            <p:cNvSpPr/>
            <p:nvPr/>
          </p:nvSpPr>
          <p:spPr>
            <a:xfrm>
              <a:off x="1996950" y="805991"/>
              <a:ext cx="3839645" cy="5063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FD43790-E1B1-E991-1CDA-8739E236B1BF}"/>
                  </a:ext>
                </a:extLst>
              </p:cNvPr>
              <p:cNvSpPr txBox="1"/>
              <p:nvPr/>
            </p:nvSpPr>
            <p:spPr>
              <a:xfrm>
                <a:off x="2975853" y="3254083"/>
                <a:ext cx="756892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+(2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FD43790-E1B1-E991-1CDA-8739E236B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853" y="3254083"/>
                <a:ext cx="7568929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BD56CF2-538A-6411-D0AD-AE1EF2CFEEF7}"/>
                  </a:ext>
                </a:extLst>
              </p:cNvPr>
              <p:cNvSpPr txBox="1"/>
              <p:nvPr/>
            </p:nvSpPr>
            <p:spPr>
              <a:xfrm>
                <a:off x="2975853" y="4689589"/>
                <a:ext cx="82073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800" i="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₂)</m:t>
                      </m:r>
                      <m:r>
                        <m:rPr>
                          <m:nor/>
                        </m:rPr>
                        <a:rPr lang="en-IN" sz="2800" i="0" dirty="0"/>
                        <m:t>……..</m:t>
                      </m:r>
                      <m:r>
                        <m:rPr>
                          <m:nor/>
                        </m:rPr>
                        <a:rPr lang="en-IN" sz="2800" i="0" dirty="0">
                          <a:solidFill>
                            <a:srgbClr val="FF0000"/>
                          </a:solidFill>
                        </a:rPr>
                        <m:t>(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</a:rPr>
                        <m:t>2</m:t>
                      </m:r>
                      <m:r>
                        <m:rPr>
                          <m:nor/>
                        </m:rPr>
                        <a:rPr lang="en-IN" sz="2800" i="0" dirty="0">
                          <a:solidFill>
                            <a:srgbClr val="FF0000"/>
                          </a:solidFill>
                        </a:rPr>
                        <m:t>)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BD56CF2-538A-6411-D0AD-AE1EF2CFE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853" y="4689589"/>
                <a:ext cx="8207377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87AA34E4-CFA2-016A-DEA7-0EEE46789AF2}"/>
              </a:ext>
            </a:extLst>
          </p:cNvPr>
          <p:cNvGrpSpPr/>
          <p:nvPr/>
        </p:nvGrpSpPr>
        <p:grpSpPr>
          <a:xfrm>
            <a:off x="186990" y="5985261"/>
            <a:ext cx="10374501" cy="523220"/>
            <a:chOff x="2512863" y="5828512"/>
            <a:chExt cx="8222991" cy="52322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20EF853-8C2D-2CEB-D340-710620F5E6A3}"/>
                </a:ext>
              </a:extLst>
            </p:cNvPr>
            <p:cNvSpPr/>
            <p:nvPr/>
          </p:nvSpPr>
          <p:spPr>
            <a:xfrm>
              <a:off x="2512863" y="5845432"/>
              <a:ext cx="7574720" cy="5063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C2915F4-430B-117D-9AC3-716AA6168A0B}"/>
                    </a:ext>
                  </a:extLst>
                </p:cNvPr>
                <p:cNvSpPr txBox="1"/>
                <p:nvPr/>
              </p:nvSpPr>
              <p:spPr>
                <a:xfrm>
                  <a:off x="2528477" y="5828512"/>
                  <a:ext cx="820737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  <m:r>
                              <a:rPr lang="en-IN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</m:d>
                        <m:r>
                          <a:rPr lang="en-IN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IN" sz="28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800" i="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N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800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₂)</m:t>
                        </m:r>
                        <m:r>
                          <m:rPr>
                            <m:nor/>
                          </m:rPr>
                          <a:rPr lang="en-IN" sz="2800" i="0" dirty="0"/>
                          <m:t>……..</m:t>
                        </m:r>
                        <m:r>
                          <m:rPr>
                            <m:nor/>
                          </m:rPr>
                          <a:rPr lang="en-IN" sz="2800" i="0" dirty="0">
                            <a:solidFill>
                              <a:srgbClr val="FF0000"/>
                            </a:solidFill>
                          </a:rPr>
                          <m:t>(1)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C2915F4-430B-117D-9AC3-716AA6168A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8477" y="5828512"/>
                  <a:ext cx="8207377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B7411277-E104-7858-523D-BE359DAB9C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704" y="5309425"/>
                <a:ext cx="6779187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IN" sz="2800" b="1" dirty="0">
                    <a:solidFill>
                      <a:srgbClr val="FF0000"/>
                    </a:solidFill>
                    <a:latin typeface="+mj-lt"/>
                  </a:rPr>
                  <a:t>From (1) &amp; (2) , </a:t>
                </a:r>
                <a14:m>
                  <m:oMath xmlns:m="http://schemas.openxmlformats.org/officeDocument/2006/math">
                    <m:r>
                      <a:rPr lang="en-IN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</m:t>
                    </m:r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  <m:r>
                          <a:rPr lang="en-IN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d>
                    <m:r>
                      <a:rPr lang="en-I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</m:t>
                    </m:r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</m:d>
                    <m:r>
                      <a:rPr lang="en-IN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</m:t>
                    </m:r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d>
                  </m:oMath>
                </a14:m>
                <a:endParaRPr lang="en-IN" sz="28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B7411277-E104-7858-523D-BE359DAB9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4" y="5309425"/>
                <a:ext cx="6779187" cy="540000"/>
              </a:xfrm>
              <a:prstGeom prst="rect">
                <a:avLst/>
              </a:prstGeom>
              <a:blipFill>
                <a:blip r:embed="rId16"/>
                <a:stretch>
                  <a:fillRect l="-1799" t="-12360" b="-2584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435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/>
      <p:bldP spid="30" grpId="0"/>
      <p:bldP spid="38" grpId="0"/>
      <p:bldP spid="39" grpId="0"/>
      <p:bldP spid="47" grpId="0" animBg="1"/>
      <p:bldP spid="48" grpId="0" animBg="1"/>
      <p:bldP spid="11" grpId="0"/>
      <p:bldP spid="14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F266-DBF9-8E63-E181-CE6B3D55F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608DA6B-234D-632A-22A2-338C332FCE4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608DA6B-234D-632A-22A2-338C332FCE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7A92FC-9680-0ABC-50D7-D347244B5A44}"/>
                  </a:ext>
                </a:extLst>
              </p:cNvPr>
              <p:cNvSpPr txBox="1"/>
              <p:nvPr/>
            </p:nvSpPr>
            <p:spPr>
              <a:xfrm>
                <a:off x="129473" y="711201"/>
                <a:ext cx="10716868" cy="6668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ku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7A92FC-9680-0ABC-50D7-D347244B5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73" y="711201"/>
                <a:ext cx="10716868" cy="666849"/>
              </a:xfrm>
              <a:prstGeom prst="rect">
                <a:avLst/>
              </a:prstGeom>
              <a:blipFill>
                <a:blip r:embed="rId3"/>
                <a:stretch>
                  <a:fillRect l="-1138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617B1D-29D5-CD86-D8D3-E4460F49976E}"/>
                  </a:ext>
                </a:extLst>
              </p:cNvPr>
              <p:cNvSpPr txBox="1"/>
              <p:nvPr/>
            </p:nvSpPr>
            <p:spPr>
              <a:xfrm>
                <a:off x="129473" y="1433319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indent="-4572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ku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617B1D-29D5-CD86-D8D3-E4460F499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73" y="1433319"/>
                <a:ext cx="612842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F861CF-D5BD-1C4E-C699-0B87D63287A5}"/>
                  </a:ext>
                </a:extLst>
              </p:cNvPr>
              <p:cNvSpPr txBox="1"/>
              <p:nvPr/>
            </p:nvSpPr>
            <p:spPr>
              <a:xfrm>
                <a:off x="1502579" y="2863757"/>
                <a:ext cx="44159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indent="-4572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F861CF-D5BD-1C4E-C699-0B87D6328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579" y="2863757"/>
                <a:ext cx="44159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55B41-4294-C792-EECB-2C2DE6B62EBE}"/>
                  </a:ext>
                </a:extLst>
              </p:cNvPr>
              <p:cNvSpPr txBox="1"/>
              <p:nvPr/>
            </p:nvSpPr>
            <p:spPr>
              <a:xfrm>
                <a:off x="1502579" y="3598757"/>
                <a:ext cx="26613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55B41-4294-C792-EECB-2C2DE6B62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579" y="3598757"/>
                <a:ext cx="266132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80937837-34C1-3DC6-C621-7C878CEE984B}"/>
              </a:ext>
            </a:extLst>
          </p:cNvPr>
          <p:cNvSpPr txBox="1">
            <a:spLocks/>
          </p:cNvSpPr>
          <p:nvPr/>
        </p:nvSpPr>
        <p:spPr>
          <a:xfrm>
            <a:off x="74120" y="4293097"/>
            <a:ext cx="6021880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IN" sz="2800" b="1" i="0" dirty="0">
                <a:solidFill>
                  <a:srgbClr val="FF0000"/>
                </a:solidFill>
                <a:latin typeface="+mj-lt"/>
              </a:rPr>
              <a:t>Hence,  T is a Linear Transformation.</a:t>
            </a:r>
            <a:endParaRPr lang="en-IN" sz="2800" b="1" dirty="0">
              <a:solidFill>
                <a:srgbClr val="FF0000"/>
              </a:solidFill>
              <a:latin typeface="Cambria Math" panose="020405030504060302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053E363-0ADA-0DD0-61E5-40252BDF53D9}"/>
              </a:ext>
            </a:extLst>
          </p:cNvPr>
          <p:cNvGrpSpPr/>
          <p:nvPr/>
        </p:nvGrpSpPr>
        <p:grpSpPr>
          <a:xfrm>
            <a:off x="233467" y="5465077"/>
            <a:ext cx="4173166" cy="738664"/>
            <a:chOff x="7976684" y="1367061"/>
            <a:chExt cx="4173166" cy="7386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6CF16E3-F831-26E2-E918-50D4869294DD}"/>
                    </a:ext>
                  </a:extLst>
                </p:cNvPr>
                <p:cNvSpPr txBox="1"/>
                <p:nvPr/>
              </p:nvSpPr>
              <p:spPr>
                <a:xfrm>
                  <a:off x="7976684" y="1367061"/>
                  <a:ext cx="4173166" cy="7386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1" indent="-457200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6CF16E3-F831-26E2-E918-50D4869294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6684" y="1367061"/>
                  <a:ext cx="4173166" cy="73866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C866F37-750B-455A-6AEB-5A9BD58253B8}"/>
                </a:ext>
              </a:extLst>
            </p:cNvPr>
            <p:cNvSpPr/>
            <p:nvPr/>
          </p:nvSpPr>
          <p:spPr>
            <a:xfrm>
              <a:off x="7976684" y="1515483"/>
              <a:ext cx="3813240" cy="51842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BF65CA1-0AC0-2CA2-A455-F719C5656A84}"/>
                  </a:ext>
                </a:extLst>
              </p:cNvPr>
              <p:cNvSpPr txBox="1"/>
              <p:nvPr/>
            </p:nvSpPr>
            <p:spPr>
              <a:xfrm>
                <a:off x="1502579" y="2148538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BF65CA1-0AC0-2CA2-A455-F719C5656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579" y="2148538"/>
                <a:ext cx="612842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D465F32-3E0E-5FAE-1254-5C4CB10F007F}"/>
                  </a:ext>
                </a:extLst>
              </p:cNvPr>
              <p:cNvSpPr/>
              <p:nvPr/>
            </p:nvSpPr>
            <p:spPr>
              <a:xfrm>
                <a:off x="8616402" y="4826567"/>
                <a:ext cx="3414409" cy="152616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1" indent="-457200">
                  <a:lnSpc>
                    <a:spcPct val="150000"/>
                  </a:lnSpc>
                </a:pPr>
                <a:r>
                  <a:rPr lang="en-IN" sz="2000" b="1" i="0" dirty="0">
                    <a:solidFill>
                      <a:srgbClr val="002060"/>
                    </a:solidFill>
                    <a:latin typeface="+mj-lt"/>
                  </a:rPr>
                  <a:t>Conditions for LT:</a:t>
                </a:r>
                <a:endParaRPr lang="en-IN" sz="20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lvl="1" indent="-457200"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2060"/>
                    </a:solidFill>
                  </a:rPr>
                  <a:t>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</m:oMath>
                </a14:m>
                <a:endParaRPr lang="en-IN" sz="2000" dirty="0">
                  <a:solidFill>
                    <a:srgbClr val="002060"/>
                  </a:solidFill>
                </a:endParaRPr>
              </a:p>
              <a:p>
                <a:pPr lvl="1" indent="-457200"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2060"/>
                    </a:solidFill>
                  </a:rPr>
                  <a:t>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</m:oMath>
                </a14:m>
                <a:endParaRPr lang="en-IN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D465F32-3E0E-5FAE-1254-5C4CB10F00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402" y="4826567"/>
                <a:ext cx="3414409" cy="1526161"/>
              </a:xfrm>
              <a:prstGeom prst="rect">
                <a:avLst/>
              </a:prstGeom>
              <a:blipFill>
                <a:blip r:embed="rId9"/>
                <a:stretch>
                  <a:fillRect l="-1235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E99A2C3-4FB1-1291-A879-16AB4EC896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000" b="92778" l="5000" r="95556">
                        <a14:foregroundMark x1="12222" y1="55556" x2="11667" y2="62778"/>
                        <a14:foregroundMark x1="29444" y1="91111" x2="29444" y2="91111"/>
                        <a14:foregroundMark x1="6111" y1="55000" x2="6111" y2="55000"/>
                        <a14:foregroundMark x1="6111" y1="53889" x2="6111" y2="53889"/>
                        <a14:foregroundMark x1="5000" y1="53333" x2="6667" y2="56667"/>
                        <a14:foregroundMark x1="27222" y1="92778" x2="31111" y2="92222"/>
                        <a14:foregroundMark x1="26667" y1="91111" x2="29444" y2="92222"/>
                        <a14:foregroundMark x1="86667" y1="10000" x2="90556" y2="12778"/>
                        <a14:foregroundMark x1="90000" y1="5000" x2="95556" y2="5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401" y="5818206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140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7" grpId="0"/>
      <p:bldP spid="13" grpId="0"/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D7234-21E5-B83D-14BE-6586A6080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1E32776-844F-DA0E-FEAD-7B0EB84A233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Example:2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1E32776-844F-DA0E-FEAD-7B0EB84A23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77C88610-0EF6-C355-A266-B73F804DD777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5A7A6E3-EB19-D449-2C9D-57ACF51A0FA8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3C45CD-9DB3-B4AD-2AF9-58890DC2273F}"/>
                  </a:ext>
                </a:extLst>
              </p:cNvPr>
              <p:cNvSpPr txBox="1"/>
              <p:nvPr/>
            </p:nvSpPr>
            <p:spPr>
              <a:xfrm>
                <a:off x="1684969" y="689693"/>
                <a:ext cx="10824648" cy="13115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Check whether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T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∶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ℝ</m:t>
                        </m:r>
                      </m:e>
                      <m:sup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p>
                    </m:sSup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→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pPr>
                      <m:e>
                        <m:r>
                          <a:rPr lang="en-IN" sz="2800" i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ℝ</m:t>
                        </m:r>
                      </m:e>
                      <m:sup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p>
                    </m:sSup>
                    <m:r>
                      <a:rPr lang="en-IN" sz="2800" b="0" i="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 </m:t>
                    </m:r>
                  </m:oMath>
                </a14:m>
                <a:r>
                  <a:rPr lang="en-IN" sz="2800" b="0" i="0" dirty="0">
                    <a:solidFill>
                      <a:srgbClr val="002060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defined by, </a:t>
                </a:r>
              </a:p>
              <a:p>
                <a:pPr>
                  <a:lnSpc>
                    <a:spcPct val="150000"/>
                  </a:lnSpc>
                  <a:tabLst>
                    <a:tab pos="4476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T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(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)=(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+1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+2,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)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Calibri" panose="020F0502020204030204" pitchFamily="34" charset="0"/>
                    <a:cs typeface="Shruti" panose="020B0502040204020203" pitchFamily="34" charset="0"/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is a linear transformation or not?</a:t>
                </a:r>
                <a:r>
                  <a:rPr lang="en-IN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Calibri" panose="020F0502020204030204" pitchFamily="34" charset="0"/>
                    <a:cs typeface="Shruti" panose="020B0502040204020203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3C45CD-9DB3-B4AD-2AF9-58890DC22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969" y="689693"/>
                <a:ext cx="10824648" cy="1311513"/>
              </a:xfrm>
              <a:prstGeom prst="rect">
                <a:avLst/>
              </a:prstGeom>
              <a:blipFill>
                <a:blip r:embed="rId3"/>
                <a:stretch>
                  <a:fillRect l="-1126" b="-1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DD0267-2B64-4B59-25EF-380C658954B8}"/>
                  </a:ext>
                </a:extLst>
              </p:cNvPr>
              <p:cNvSpPr txBox="1"/>
              <p:nvPr/>
            </p:nvSpPr>
            <p:spPr>
              <a:xfrm>
                <a:off x="1684969" y="2182876"/>
                <a:ext cx="100824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b="0" dirty="0">
                    <a:solidFill>
                      <a:srgbClr val="002060"/>
                    </a:solidFill>
                    <a:latin typeface="+mj-lt"/>
                  </a:rPr>
                  <a:t>be the vectors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IN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IN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DD0267-2B64-4B59-25EF-380C65895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969" y="2182876"/>
                <a:ext cx="10082499" cy="523220"/>
              </a:xfrm>
              <a:prstGeom prst="rect">
                <a:avLst/>
              </a:prstGeom>
              <a:blipFill>
                <a:blip r:embed="rId4"/>
                <a:stretch>
                  <a:fillRect l="-1209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95F4D2A-C246-42F8-C4F5-26A9364C3E12}"/>
                  </a:ext>
                </a:extLst>
              </p:cNvPr>
              <p:cNvSpPr txBox="1"/>
              <p:nvPr/>
            </p:nvSpPr>
            <p:spPr>
              <a:xfrm>
                <a:off x="122278" y="2953797"/>
                <a:ext cx="722262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b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IN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95F4D2A-C246-42F8-C4F5-26A9364C3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78" y="2953797"/>
                <a:ext cx="7222623" cy="523220"/>
              </a:xfrm>
              <a:prstGeom prst="rect">
                <a:avLst/>
              </a:prstGeom>
              <a:blipFill>
                <a:blip r:embed="rId5"/>
                <a:stretch>
                  <a:fillRect l="-1688"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EFE04CE-D317-8680-D276-F5AFB6B24F2F}"/>
                  </a:ext>
                </a:extLst>
              </p:cNvPr>
              <p:cNvSpPr txBox="1"/>
              <p:nvPr/>
            </p:nvSpPr>
            <p:spPr>
              <a:xfrm>
                <a:off x="2366587" y="4348762"/>
                <a:ext cx="76534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+4</m:t>
                        </m:r>
                      </m:e>
                    </m:d>
                  </m:oMath>
                </a14:m>
                <a:r>
                  <a:rPr lang="en-IN" sz="2800" dirty="0"/>
                  <a:t>……..</a:t>
                </a:r>
                <a:r>
                  <a:rPr lang="en-IN" sz="2800" dirty="0">
                    <a:solidFill>
                      <a:srgbClr val="FF0000"/>
                    </a:solidFill>
                  </a:rPr>
                  <a:t>(1)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EFE04CE-D317-8680-D276-F5AFB6B24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587" y="4348762"/>
                <a:ext cx="7653421" cy="523220"/>
              </a:xfrm>
              <a:prstGeom prst="rect">
                <a:avLst/>
              </a:prstGeom>
              <a:blipFill>
                <a:blip r:embed="rId6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F3A688B-08B2-B2D2-047C-DEA94750EAEC}"/>
              </a:ext>
            </a:extLst>
          </p:cNvPr>
          <p:cNvSpPr/>
          <p:nvPr/>
        </p:nvSpPr>
        <p:spPr>
          <a:xfrm>
            <a:off x="122278" y="2192826"/>
            <a:ext cx="1440000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B79D1FE-7159-85E0-5876-E7FF86E5E541}"/>
                  </a:ext>
                </a:extLst>
              </p:cNvPr>
              <p:cNvSpPr txBox="1"/>
              <p:nvPr/>
            </p:nvSpPr>
            <p:spPr>
              <a:xfrm>
                <a:off x="2366587" y="3667824"/>
                <a:ext cx="466702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B79D1FE-7159-85E0-5876-E7FF86E5E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587" y="3667824"/>
                <a:ext cx="466702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D821A5A-BE62-D5B2-FAFB-FAC3340A3833}"/>
                  </a:ext>
                </a:extLst>
              </p:cNvPr>
              <p:cNvSpPr/>
              <p:nvPr/>
            </p:nvSpPr>
            <p:spPr>
              <a:xfrm>
                <a:off x="8794574" y="5053652"/>
                <a:ext cx="3109778" cy="1380149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1" indent="-457200">
                  <a:lnSpc>
                    <a:spcPct val="150000"/>
                  </a:lnSpc>
                </a:pPr>
                <a:r>
                  <a:rPr lang="en-IN" sz="2000" b="1" i="0" dirty="0">
                    <a:solidFill>
                      <a:srgbClr val="002060"/>
                    </a:solidFill>
                    <a:latin typeface="+mj-lt"/>
                  </a:rPr>
                  <a:t>Conditions for LT:</a:t>
                </a:r>
                <a:endParaRPr lang="en-IN" sz="20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lvl="1" indent="-457200"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2060"/>
                    </a:solidFill>
                  </a:rPr>
                  <a:t>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</m:oMath>
                </a14:m>
                <a:endParaRPr lang="en-IN" sz="2000" dirty="0">
                  <a:solidFill>
                    <a:srgbClr val="002060"/>
                  </a:solidFill>
                </a:endParaRPr>
              </a:p>
              <a:p>
                <a:pPr lvl="1" indent="-457200"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2060"/>
                    </a:solidFill>
                  </a:rPr>
                  <a:t>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</m:oMath>
                </a14:m>
                <a:endParaRPr lang="en-IN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D821A5A-BE62-D5B2-FAFB-FAC3340A38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574" y="5053652"/>
                <a:ext cx="3109778" cy="1380149"/>
              </a:xfrm>
              <a:prstGeom prst="rect">
                <a:avLst/>
              </a:prstGeom>
              <a:blipFill>
                <a:blip r:embed="rId8"/>
                <a:stretch>
                  <a:fillRect l="-1550" b="-9052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5A013EC-50AD-4014-17D2-512B7E0BBC30}"/>
              </a:ext>
            </a:extLst>
          </p:cNvPr>
          <p:cNvCxnSpPr>
            <a:cxnSpLocks/>
          </p:cNvCxnSpPr>
          <p:nvPr/>
        </p:nvCxnSpPr>
        <p:spPr>
          <a:xfrm>
            <a:off x="4128230" y="2058733"/>
            <a:ext cx="31786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45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8" grpId="0"/>
      <p:bldP spid="42" grpId="0"/>
      <p:bldP spid="11" grpId="0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7155F-81E3-49D7-7D27-676DFB8DB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275E16C-7E33-AC76-2D9F-B75422C9191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Example:2(Continue)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275E16C-7E33-AC76-2D9F-B75422C919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7E598F8C-2714-8CA6-189D-B0EDFD42FD9D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935125C-F8D4-CC7D-6054-97165DA4CE66}"/>
                  </a:ext>
                </a:extLst>
              </p:cNvPr>
              <p:cNvSpPr txBox="1"/>
              <p:nvPr/>
            </p:nvSpPr>
            <p:spPr>
              <a:xfrm>
                <a:off x="992736" y="862125"/>
                <a:ext cx="34144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935125C-F8D4-CC7D-6054-97165DA4C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736" y="862125"/>
                <a:ext cx="341440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8FBD0F9-EE14-D51A-FE08-D3B33703E297}"/>
                  </a:ext>
                </a:extLst>
              </p:cNvPr>
              <p:cNvSpPr txBox="1"/>
              <p:nvPr/>
            </p:nvSpPr>
            <p:spPr>
              <a:xfrm>
                <a:off x="4058246" y="892027"/>
                <a:ext cx="410231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+1,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+2,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8FBD0F9-EE14-D51A-FE08-D3B33703E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246" y="892027"/>
                <a:ext cx="410231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919ED3D-C1FC-4CFD-16B3-8847FA1D93D7}"/>
                  </a:ext>
                </a:extLst>
              </p:cNvPr>
              <p:cNvSpPr txBox="1"/>
              <p:nvPr/>
            </p:nvSpPr>
            <p:spPr>
              <a:xfrm>
                <a:off x="694683" y="1486815"/>
                <a:ext cx="355313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&amp; 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919ED3D-C1FC-4CFD-16B3-8847FA1D9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83" y="1486815"/>
                <a:ext cx="355313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F26AAA5-81DD-A3D0-E3A8-228CFEFCEDC2}"/>
                  </a:ext>
                </a:extLst>
              </p:cNvPr>
              <p:cNvSpPr txBox="1"/>
              <p:nvPr/>
            </p:nvSpPr>
            <p:spPr>
              <a:xfrm>
                <a:off x="4026011" y="1541562"/>
                <a:ext cx="42858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+1,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+2,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F26AAA5-81DD-A3D0-E3A8-228CFEFCE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011" y="1541562"/>
                <a:ext cx="428582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8399F1-04FC-382E-A92F-18A48774EBFF}"/>
                  </a:ext>
                </a:extLst>
              </p:cNvPr>
              <p:cNvSpPr txBox="1"/>
              <p:nvPr/>
            </p:nvSpPr>
            <p:spPr>
              <a:xfrm>
                <a:off x="782050" y="2190102"/>
                <a:ext cx="21751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b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8399F1-04FC-382E-A92F-18A48774E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50" y="2190102"/>
                <a:ext cx="217515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4C0C8A-34F7-3578-B008-64C3CE921224}"/>
                  </a:ext>
                </a:extLst>
              </p:cNvPr>
              <p:cNvSpPr txBox="1"/>
              <p:nvPr/>
            </p:nvSpPr>
            <p:spPr>
              <a:xfrm>
                <a:off x="2805602" y="2220980"/>
                <a:ext cx="840808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+1,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+2,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+4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+1,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+2,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4C0C8A-34F7-3578-B008-64C3CE921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5602" y="2220980"/>
                <a:ext cx="840808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2DE793-C6DF-7846-B958-71E2F37E1C04}"/>
                  </a:ext>
                </a:extLst>
              </p:cNvPr>
              <p:cNvSpPr txBox="1"/>
              <p:nvPr/>
            </p:nvSpPr>
            <p:spPr>
              <a:xfrm>
                <a:off x="2805602" y="2878355"/>
                <a:ext cx="76613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lang="en-IN" sz="2800" dirty="0"/>
                  <a:t> ……..</a:t>
                </a:r>
                <a:r>
                  <a:rPr lang="en-IN" sz="2800" dirty="0">
                    <a:solidFill>
                      <a:srgbClr val="FF0000"/>
                    </a:solidFill>
                  </a:rPr>
                  <a:t>(2)</a:t>
                </a:r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2DE793-C6DF-7846-B958-71E2F37E1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5602" y="2878355"/>
                <a:ext cx="7661360" cy="523220"/>
              </a:xfrm>
              <a:prstGeom prst="rect">
                <a:avLst/>
              </a:prstGeom>
              <a:blipFill>
                <a:blip r:embed="rId9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D41C21E-6E17-F0AA-E972-59403BCB13CF}"/>
                  </a:ext>
                </a:extLst>
              </p:cNvPr>
              <p:cNvSpPr/>
              <p:nvPr/>
            </p:nvSpPr>
            <p:spPr>
              <a:xfrm>
                <a:off x="8486306" y="4128679"/>
                <a:ext cx="3500421" cy="148363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1" indent="-457200">
                  <a:lnSpc>
                    <a:spcPct val="150000"/>
                  </a:lnSpc>
                </a:pPr>
                <a:r>
                  <a:rPr lang="en-IN" sz="2000" b="1" i="0" dirty="0">
                    <a:solidFill>
                      <a:srgbClr val="002060"/>
                    </a:solidFill>
                    <a:latin typeface="+mj-lt"/>
                  </a:rPr>
                  <a:t>Conditions for LT:</a:t>
                </a:r>
                <a:endParaRPr lang="en-IN" sz="20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lvl="1" indent="-457200"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2060"/>
                    </a:solidFill>
                  </a:rPr>
                  <a:t>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</m:oMath>
                </a14:m>
                <a:endParaRPr lang="en-IN" sz="2000" dirty="0">
                  <a:solidFill>
                    <a:srgbClr val="002060"/>
                  </a:solidFill>
                </a:endParaRPr>
              </a:p>
              <a:p>
                <a:pPr lvl="1" indent="-457200"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2060"/>
                    </a:solidFill>
                  </a:rPr>
                  <a:t>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</m:oMath>
                </a14:m>
                <a:endParaRPr lang="en-IN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D41C21E-6E17-F0AA-E972-59403BCB13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6306" y="4128679"/>
                <a:ext cx="3500421" cy="1483631"/>
              </a:xfrm>
              <a:prstGeom prst="rect">
                <a:avLst/>
              </a:prstGeom>
              <a:blipFill>
                <a:blip r:embed="rId10"/>
                <a:stretch>
                  <a:fillRect l="-1207" b="-1200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C8F714C-F538-0F37-1C34-FD32E71C95F4}"/>
              </a:ext>
            </a:extLst>
          </p:cNvPr>
          <p:cNvSpPr txBox="1"/>
          <p:nvPr/>
        </p:nvSpPr>
        <p:spPr>
          <a:xfrm>
            <a:off x="205273" y="840452"/>
            <a:ext cx="10177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Now, </a:t>
            </a:r>
            <a:endParaRPr lang="en-IN" sz="2800" dirty="0"/>
          </a:p>
        </p:txBody>
      </p:sp>
      <p:sp>
        <p:nvSpPr>
          <p:cNvPr id="13" name="Right Arrow 3">
            <a:extLst>
              <a:ext uri="{FF2B5EF4-FFF2-40B4-BE49-F238E27FC236}">
                <a16:creationId xmlns:a16="http://schemas.microsoft.com/office/drawing/2014/main" id="{66BB5EB0-7F5A-B360-642A-A232D63F02B9}"/>
              </a:ext>
            </a:extLst>
          </p:cNvPr>
          <p:cNvSpPr/>
          <p:nvPr/>
        </p:nvSpPr>
        <p:spPr>
          <a:xfrm flipV="1">
            <a:off x="205273" y="2285416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02C52B4-606C-3807-C166-DFE151D8BEA8}"/>
              </a:ext>
            </a:extLst>
          </p:cNvPr>
          <p:cNvGrpSpPr/>
          <p:nvPr/>
        </p:nvGrpSpPr>
        <p:grpSpPr>
          <a:xfrm>
            <a:off x="99293" y="5930138"/>
            <a:ext cx="6122081" cy="546266"/>
            <a:chOff x="4247818" y="4453373"/>
            <a:chExt cx="6122081" cy="5462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0510613-4C5B-4072-7F54-A24B0E96FB2D}"/>
                    </a:ext>
                  </a:extLst>
                </p:cNvPr>
                <p:cNvSpPr txBox="1"/>
                <p:nvPr/>
              </p:nvSpPr>
              <p:spPr>
                <a:xfrm>
                  <a:off x="4247818" y="4457185"/>
                  <a:ext cx="612208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T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(</m:t>
                      </m:r>
                      <m:sSub>
                        <m:sSub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)=(</m:t>
                      </m:r>
                      <m:sSub>
                        <m:sSub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,</m:t>
                      </m:r>
                      <m:sSub>
                        <m:sSub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+2,</m:t>
                      </m:r>
                      <m:sSub>
                        <m:sSub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)</m:t>
                      </m:r>
                    </m:oMath>
                  </a14:m>
                  <a:r>
                    <a:rPr lang="en-IN" sz="2800" dirty="0">
                      <a:solidFill>
                        <a:srgbClr val="002060"/>
                      </a:solidFill>
                      <a:effectLst/>
                      <a:latin typeface="Cambria" panose="02040503050406030204" pitchFamily="18" charset="0"/>
                      <a:ea typeface="Calibri" panose="020F0502020204030204" pitchFamily="34" charset="0"/>
                      <a:cs typeface="Shruti" panose="020B0502040204020203" pitchFamily="34" charset="0"/>
                    </a:rPr>
                    <a:t> </a:t>
                  </a:r>
                  <a:endParaRPr lang="en-IN" sz="28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0510613-4C5B-4072-7F54-A24B0E96FB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7818" y="4457185"/>
                  <a:ext cx="6122081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85F641E-2F86-F36B-D62E-67AD9AF0F92F}"/>
                </a:ext>
              </a:extLst>
            </p:cNvPr>
            <p:cNvSpPr/>
            <p:nvPr/>
          </p:nvSpPr>
          <p:spPr>
            <a:xfrm>
              <a:off x="4247818" y="4453373"/>
              <a:ext cx="5907859" cy="54626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DC914BFD-85B9-CE88-AA8A-459ABCFE8A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5273" y="3588679"/>
                <a:ext cx="6779187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IN" sz="2800" b="1" dirty="0">
                    <a:solidFill>
                      <a:srgbClr val="FF0000"/>
                    </a:solidFill>
                    <a:latin typeface="+mj-lt"/>
                  </a:rPr>
                  <a:t>From (1) &amp; (2) , </a:t>
                </a:r>
                <a14:m>
                  <m:oMath xmlns:m="http://schemas.openxmlformats.org/officeDocument/2006/math">
                    <m:r>
                      <a:rPr lang="en-IN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</m:t>
                    </m:r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  <m:r>
                          <a:rPr lang="en-IN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d>
                    <m:r>
                      <a:rPr lang="en-IN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IN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</m:t>
                    </m:r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</m:d>
                    <m:r>
                      <a:rPr lang="en-IN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</m:t>
                    </m:r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d>
                  </m:oMath>
                </a14:m>
                <a:endParaRPr lang="en-IN" sz="28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DC914BFD-85B9-CE88-AA8A-459ABCFE8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73" y="3588679"/>
                <a:ext cx="6779187" cy="540000"/>
              </a:xfrm>
              <a:prstGeom prst="rect">
                <a:avLst/>
              </a:prstGeom>
              <a:blipFill>
                <a:blip r:embed="rId12"/>
                <a:stretch>
                  <a:fillRect l="-1888" t="-13636" b="-2727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E5A2184A-AF66-C838-FE4F-B53343FD9809}"/>
              </a:ext>
            </a:extLst>
          </p:cNvPr>
          <p:cNvGrpSpPr/>
          <p:nvPr/>
        </p:nvGrpSpPr>
        <p:grpSpPr>
          <a:xfrm>
            <a:off x="81857" y="5927036"/>
            <a:ext cx="9310318" cy="540000"/>
            <a:chOff x="33219" y="5550635"/>
            <a:chExt cx="9310318" cy="540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8D6B2D59-8891-93E9-BC5C-C8441AF0F88C}"/>
                    </a:ext>
                  </a:extLst>
                </p:cNvPr>
                <p:cNvSpPr txBox="1"/>
                <p:nvPr/>
              </p:nvSpPr>
              <p:spPr>
                <a:xfrm>
                  <a:off x="33219" y="5550635"/>
                  <a:ext cx="931031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+1,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+2,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+4</m:t>
                          </m:r>
                        </m:e>
                      </m:d>
                    </m:oMath>
                  </a14:m>
                  <a:r>
                    <a:rPr lang="en-IN" sz="2800" dirty="0">
                      <a:solidFill>
                        <a:srgbClr val="002060"/>
                      </a:solidFill>
                    </a:rPr>
                    <a:t>……..(1)</a:t>
                  </a: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8D6B2D59-8891-93E9-BC5C-C8441AF0F8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19" y="5550635"/>
                  <a:ext cx="9310318" cy="523220"/>
                </a:xfrm>
                <a:prstGeom prst="rect">
                  <a:avLst/>
                </a:prstGeom>
                <a:blipFill>
                  <a:blip r:embed="rId13"/>
                  <a:stretch>
                    <a:fillRect t="-12941" b="-3294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AF38DAE-A03C-226A-FE47-3816B80D2695}"/>
                </a:ext>
              </a:extLst>
            </p:cNvPr>
            <p:cNvSpPr/>
            <p:nvPr/>
          </p:nvSpPr>
          <p:spPr>
            <a:xfrm>
              <a:off x="64791" y="5550635"/>
              <a:ext cx="8660920" cy="5400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E18A09CB-4C6A-B562-C187-DC9581CDF629}"/>
              </a:ext>
            </a:extLst>
          </p:cNvPr>
          <p:cNvSpPr txBox="1">
            <a:spLocks/>
          </p:cNvSpPr>
          <p:nvPr/>
        </p:nvSpPr>
        <p:spPr>
          <a:xfrm>
            <a:off x="205273" y="4310489"/>
            <a:ext cx="6216792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IN" sz="2800" b="1" i="0" dirty="0">
                <a:solidFill>
                  <a:srgbClr val="FF0000"/>
                </a:solidFill>
                <a:latin typeface="+mj-lt"/>
              </a:rPr>
              <a:t>Hence,  T </a:t>
            </a:r>
            <a:r>
              <a:rPr lang="en-IN" sz="2800" b="1" dirty="0">
                <a:solidFill>
                  <a:srgbClr val="FF0000"/>
                </a:solidFill>
                <a:latin typeface="+mj-lt"/>
              </a:rPr>
              <a:t>is</a:t>
            </a:r>
            <a:r>
              <a:rPr lang="en-IN" sz="2800" b="1" i="0" dirty="0">
                <a:solidFill>
                  <a:srgbClr val="FF0000"/>
                </a:solidFill>
                <a:latin typeface="+mj-lt"/>
              </a:rPr>
              <a:t> not a Linear Transformation.</a:t>
            </a:r>
            <a:endParaRPr lang="en-IN" sz="2800" b="1" dirty="0">
              <a:solidFill>
                <a:srgbClr val="FF0000"/>
              </a:solidFill>
              <a:latin typeface="Cambria Math" panose="02040503050406030204" pitchFamily="18" charset="0"/>
            </a:endParaRPr>
          </a:p>
        </p:txBody>
      </p:sp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6181CC20-DA7D-AB37-AA08-E27958376F4D}"/>
              </a:ext>
            </a:extLst>
          </p:cNvPr>
          <p:cNvSpPr/>
          <p:nvPr/>
        </p:nvSpPr>
        <p:spPr>
          <a:xfrm>
            <a:off x="11527276" y="4733791"/>
            <a:ext cx="301558" cy="331773"/>
          </a:xfrm>
          <a:prstGeom prst="mathMultiply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63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8" grpId="0"/>
      <p:bldP spid="39" grpId="0"/>
      <p:bldP spid="3" grpId="0"/>
      <p:bldP spid="5" grpId="0"/>
      <p:bldP spid="10" grpId="0"/>
      <p:bldP spid="12" grpId="0" animBg="1"/>
      <p:bldP spid="12" grpId="1" animBg="1"/>
      <p:bldP spid="9" grpId="0"/>
      <p:bldP spid="13" grpId="0" animBg="1"/>
      <p:bldP spid="18" grpId="0"/>
      <p:bldP spid="25" grpId="0"/>
      <p:bldP spid="6" grpId="0" animBg="1"/>
      <p:bldP spid="6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2FFBB-3081-D65E-250E-6478A13CD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1D588B3-295E-A367-8062-3BF8F118649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1D588B3-295E-A367-8062-3BF8F11864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61F9E501-DB95-3385-C0E6-65EEDD063FD0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48B4A85-B34A-88D8-B3AF-31BE73184A01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4D910F-2BDB-5DFD-FFA2-12B412D894B1}"/>
                  </a:ext>
                </a:extLst>
              </p:cNvPr>
              <p:cNvSpPr txBox="1"/>
              <p:nvPr/>
            </p:nvSpPr>
            <p:spPr>
              <a:xfrm>
                <a:off x="1846481" y="712799"/>
                <a:ext cx="10428513" cy="12900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Check whether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T</m:t>
                    </m:r>
                    <m: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∶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𝕄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2×2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IN" sz="2800" b="0" i="0" dirty="0">
                    <a:solidFill>
                      <a:srgbClr val="002060"/>
                    </a:solidFill>
                    <a:effectLst/>
                    <a:latin typeface="+mj-lt"/>
                    <a:ea typeface="Calibri" panose="020F0502020204030204" pitchFamily="34" charset="0"/>
                    <a:cs typeface="Shruti" panose="020B0502040204020203" pitchFamily="34" charset="0"/>
                  </a:rPr>
                  <a:t> defined by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T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</m:mr>
                        </m:m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IN" sz="2800" b="0" i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</a:rPr>
                      <m:t>is</m:t>
                    </m:r>
                    <m:r>
                      <m:rPr>
                        <m:nor/>
                      </m:rPr>
                      <a:rPr lang="en-US" sz="2800" b="0" i="0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800" b="0" i="0" dirty="0" smtClean="0">
                        <a:solidFill>
                          <a:srgbClr val="002060"/>
                        </a:solidFill>
                      </a:rPr>
                      <m:t>a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</a:rPr>
                      <m:t>linear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</a:rPr>
                      <m:t>transformation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</a:rPr>
                      <m:t>or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800" i="0" dirty="0">
                        <a:solidFill>
                          <a:srgbClr val="002060"/>
                        </a:solidFill>
                      </a:rPr>
                      <m:t>not</m:t>
                    </m:r>
                    <m:r>
                      <m:rPr>
                        <m:nor/>
                      </m:rPr>
                      <a:rPr lang="en-US" sz="2800" b="0" i="0" dirty="0" smtClean="0">
                        <a:solidFill>
                          <a:srgbClr val="002060"/>
                        </a:solidFill>
                      </a:rPr>
                      <m:t>?</m:t>
                    </m:r>
                  </m:oMath>
                </a14:m>
                <a:endParaRPr lang="en-IN" sz="2800" dirty="0">
                  <a:solidFill>
                    <a:srgbClr val="002060"/>
                  </a:solidFill>
                  <a:effectLst/>
                  <a:latin typeface="Cambria" panose="02040503050406030204" pitchFamily="18" charset="0"/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4D910F-2BDB-5DFD-FFA2-12B412D89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481" y="712799"/>
                <a:ext cx="10428513" cy="1290097"/>
              </a:xfrm>
              <a:prstGeom prst="rect">
                <a:avLst/>
              </a:prstGeom>
              <a:blipFill>
                <a:blip r:embed="rId3"/>
                <a:stretch>
                  <a:fillRect l="-12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8A741D-00CC-B87E-9B37-626A64AA4D9F}"/>
                  </a:ext>
                </a:extLst>
              </p:cNvPr>
              <p:cNvSpPr txBox="1"/>
              <p:nvPr/>
            </p:nvSpPr>
            <p:spPr>
              <a:xfrm>
                <a:off x="122279" y="2621424"/>
                <a:ext cx="11103440" cy="907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IN" sz="2800" b="0" dirty="0">
                    <a:solidFill>
                      <a:srgbClr val="002060"/>
                    </a:solidFill>
                    <a:latin typeface="+mj-lt"/>
                  </a:rPr>
                  <a:t> be two matrices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𝕄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2×2</m:t>
                        </m:r>
                      </m:sub>
                    </m:sSub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IN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IN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8A741D-00CC-B87E-9B37-626A64AA4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79" y="2621424"/>
                <a:ext cx="11103440" cy="907749"/>
              </a:xfrm>
              <a:prstGeom prst="rect">
                <a:avLst/>
              </a:prstGeom>
              <a:blipFill>
                <a:blip r:embed="rId4"/>
                <a:stretch>
                  <a:fillRect l="-10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7050EBD-E17D-496B-55AC-D6CB1D2FCB68}"/>
                  </a:ext>
                </a:extLst>
              </p:cNvPr>
              <p:cNvSpPr txBox="1"/>
              <p:nvPr/>
            </p:nvSpPr>
            <p:spPr>
              <a:xfrm>
                <a:off x="132936" y="3661029"/>
                <a:ext cx="7222623" cy="907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b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T</m:t>
                    </m:r>
                    <m:d>
                      <m:dPr>
                        <m:begChr m:val="{"/>
                        <m:endChr m:val="}"/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b</m:t>
                                      </m:r>
                                    </m:e>
                                    <m:sub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b</m:t>
                                      </m:r>
                                    </m:e>
                                    <m:sub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7050EBD-E17D-496B-55AC-D6CB1D2FC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36" y="3661029"/>
                <a:ext cx="7222623" cy="907749"/>
              </a:xfrm>
              <a:prstGeom prst="rect">
                <a:avLst/>
              </a:prstGeom>
              <a:blipFill>
                <a:blip r:embed="rId5"/>
                <a:stretch>
                  <a:fillRect l="-17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3FE3A4D-BC01-E5AF-B5E7-E7334788131F}"/>
                  </a:ext>
                </a:extLst>
              </p:cNvPr>
              <p:cNvSpPr txBox="1"/>
              <p:nvPr/>
            </p:nvSpPr>
            <p:spPr>
              <a:xfrm>
                <a:off x="2483320" y="5883591"/>
                <a:ext cx="51918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sz="2800" dirty="0"/>
                  <a:t>……..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3FE3A4D-BC01-E5AF-B5E7-E73347881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320" y="5883591"/>
                <a:ext cx="5191804" cy="523220"/>
              </a:xfrm>
              <a:prstGeom prst="rect">
                <a:avLst/>
              </a:prstGeom>
              <a:blipFill>
                <a:blip r:embed="rId6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2CE9929-C1E6-0200-AAF9-326AD77E03EF}"/>
              </a:ext>
            </a:extLst>
          </p:cNvPr>
          <p:cNvSpPr/>
          <p:nvPr/>
        </p:nvSpPr>
        <p:spPr>
          <a:xfrm>
            <a:off x="132936" y="2031296"/>
            <a:ext cx="1440000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B461CAB-85FF-240B-E326-2DC5F4C1915D}"/>
                  </a:ext>
                </a:extLst>
              </p:cNvPr>
              <p:cNvSpPr/>
              <p:nvPr/>
            </p:nvSpPr>
            <p:spPr>
              <a:xfrm>
                <a:off x="8910998" y="5026662"/>
                <a:ext cx="3109778" cy="1380149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1" indent="-457200">
                  <a:lnSpc>
                    <a:spcPct val="150000"/>
                  </a:lnSpc>
                </a:pPr>
                <a:r>
                  <a:rPr lang="en-IN" sz="2000" b="1" i="0" dirty="0">
                    <a:solidFill>
                      <a:srgbClr val="002060"/>
                    </a:solidFill>
                    <a:latin typeface="+mj-lt"/>
                  </a:rPr>
                  <a:t>Conditions for LT:</a:t>
                </a:r>
                <a:endParaRPr lang="en-IN" sz="20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lvl="1" indent="-457200"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2060"/>
                    </a:solidFill>
                  </a:rPr>
                  <a:t>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</m:oMath>
                </a14:m>
                <a:endParaRPr lang="en-IN" sz="2000" dirty="0">
                  <a:solidFill>
                    <a:srgbClr val="002060"/>
                  </a:solidFill>
                </a:endParaRPr>
              </a:p>
              <a:p>
                <a:pPr lvl="1" indent="-457200"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2060"/>
                    </a:solidFill>
                  </a:rPr>
                  <a:t>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</m:oMath>
                </a14:m>
                <a:endParaRPr lang="en-IN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B461CAB-85FF-240B-E326-2DC5F4C191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0998" y="5026662"/>
                <a:ext cx="3109778" cy="1380149"/>
              </a:xfrm>
              <a:prstGeom prst="rect">
                <a:avLst/>
              </a:prstGeom>
              <a:blipFill>
                <a:blip r:embed="rId7"/>
                <a:stretch>
                  <a:fillRect l="-1550" b="-9052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E8540C-5EA8-CEED-214D-618062F358D1}"/>
                  </a:ext>
                </a:extLst>
              </p:cNvPr>
              <p:cNvSpPr txBox="1"/>
              <p:nvPr/>
            </p:nvSpPr>
            <p:spPr>
              <a:xfrm>
                <a:off x="2483319" y="4726082"/>
                <a:ext cx="3781294" cy="9361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T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E8540C-5EA8-CEED-214D-618062F35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319" y="4726082"/>
                <a:ext cx="3781294" cy="9361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AF6829-266E-06E8-1935-B7738CBA195D}"/>
              </a:ext>
            </a:extLst>
          </p:cNvPr>
          <p:cNvCxnSpPr>
            <a:cxnSpLocks/>
          </p:cNvCxnSpPr>
          <p:nvPr/>
        </p:nvCxnSpPr>
        <p:spPr>
          <a:xfrm>
            <a:off x="8681308" y="1675909"/>
            <a:ext cx="26779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682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8" grpId="0"/>
      <p:bldP spid="42" grpId="0"/>
      <p:bldP spid="12" grpId="0" animBg="1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88B78-9B1F-A325-B709-B2AE77FB1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9CAB85E-E42C-AC00-41AA-3AC088CBC77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9CAB85E-E42C-AC00-41AA-3AC088CBC7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9B3BCA6-0C50-FCEE-0D31-3F21FD25CC81}"/>
                  </a:ext>
                </a:extLst>
              </p:cNvPr>
              <p:cNvSpPr/>
              <p:nvPr/>
            </p:nvSpPr>
            <p:spPr>
              <a:xfrm>
                <a:off x="8433881" y="5062271"/>
                <a:ext cx="3597698" cy="1380149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1" indent="-457200">
                  <a:lnSpc>
                    <a:spcPct val="150000"/>
                  </a:lnSpc>
                </a:pPr>
                <a:r>
                  <a:rPr lang="en-IN" sz="2000" b="1" i="0" dirty="0">
                    <a:solidFill>
                      <a:srgbClr val="002060"/>
                    </a:solidFill>
                    <a:latin typeface="+mj-lt"/>
                  </a:rPr>
                  <a:t>Conditions for LT:</a:t>
                </a:r>
                <a:endParaRPr lang="en-IN" sz="20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lvl="1" indent="-457200"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2060"/>
                    </a:solidFill>
                  </a:rPr>
                  <a:t>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</m:oMath>
                </a14:m>
                <a:endParaRPr lang="en-IN" sz="2000" dirty="0">
                  <a:solidFill>
                    <a:srgbClr val="002060"/>
                  </a:solidFill>
                </a:endParaRPr>
              </a:p>
              <a:p>
                <a:pPr lvl="1" indent="-457200"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2060"/>
                    </a:solidFill>
                  </a:rPr>
                  <a:t>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</m:oMath>
                </a14:m>
                <a:endParaRPr lang="en-IN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9B3BCA6-0C50-FCEE-0D31-3F21FD25CC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3881" y="5062271"/>
                <a:ext cx="3597698" cy="1380149"/>
              </a:xfrm>
              <a:prstGeom prst="rect">
                <a:avLst/>
              </a:prstGeom>
              <a:blipFill>
                <a:blip r:embed="rId3"/>
                <a:stretch>
                  <a:fillRect l="-1342" b="-8584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3325A982-EBE8-5852-F88B-DB7BA14D9F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421" y="4311392"/>
                <a:ext cx="6779187" cy="5400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IN" sz="2800" b="1" dirty="0">
                    <a:solidFill>
                      <a:srgbClr val="FF0000"/>
                    </a:solidFill>
                    <a:latin typeface="+mj-lt"/>
                  </a:rPr>
                  <a:t>From (1) &amp; (2) , </a:t>
                </a:r>
                <a14:m>
                  <m:oMath xmlns:m="http://schemas.openxmlformats.org/officeDocument/2006/math">
                    <m:r>
                      <a:rPr lang="en-IN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</m:t>
                    </m:r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  <m:r>
                          <a:rPr lang="en-IN" sz="28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</m:d>
                    <m:r>
                      <a:rPr lang="en-IN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IN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</m:t>
                    </m:r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d>
                    <m:r>
                      <a:rPr lang="en-IN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</m:t>
                    </m:r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</m:d>
                  </m:oMath>
                </a14:m>
                <a:endParaRPr lang="en-IN" sz="28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3325A982-EBE8-5852-F88B-DB7BA14D9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21" y="4311392"/>
                <a:ext cx="6779187" cy="540000"/>
              </a:xfrm>
              <a:prstGeom prst="rect">
                <a:avLst/>
              </a:prstGeom>
              <a:blipFill>
                <a:blip r:embed="rId4"/>
                <a:stretch>
                  <a:fillRect l="-1799" t="-12360" b="-26966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8AB12D-1981-721A-1DF3-E6B3A5826E98}"/>
                  </a:ext>
                </a:extLst>
              </p:cNvPr>
              <p:cNvSpPr txBox="1"/>
              <p:nvPr/>
            </p:nvSpPr>
            <p:spPr>
              <a:xfrm>
                <a:off x="205273" y="732603"/>
                <a:ext cx="4016531" cy="907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b="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T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8AB12D-1981-721A-1DF3-E6B3A5826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73" y="732603"/>
                <a:ext cx="4016531" cy="907749"/>
              </a:xfrm>
              <a:prstGeom prst="rect">
                <a:avLst/>
              </a:prstGeom>
              <a:blipFill>
                <a:blip r:embed="rId5"/>
                <a:stretch>
                  <a:fillRect l="-31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29812E-BEA8-0B4A-8187-5673C57E4989}"/>
                  </a:ext>
                </a:extLst>
              </p:cNvPr>
              <p:cNvSpPr txBox="1"/>
              <p:nvPr/>
            </p:nvSpPr>
            <p:spPr>
              <a:xfrm>
                <a:off x="649502" y="1864066"/>
                <a:ext cx="3572302" cy="907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&amp;</a:t>
                </a:r>
                <a:r>
                  <a:rPr lang="en-IN" sz="2800" b="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T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29812E-BEA8-0B4A-8187-5673C57E4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502" y="1864066"/>
                <a:ext cx="3572302" cy="907749"/>
              </a:xfrm>
              <a:prstGeom prst="rect">
                <a:avLst/>
              </a:prstGeom>
              <a:blipFill>
                <a:blip r:embed="rId6"/>
                <a:stretch>
                  <a:fillRect l="-35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D4E89C-E9AF-607F-066C-AC6AAEB43E38}"/>
                  </a:ext>
                </a:extLst>
              </p:cNvPr>
              <p:cNvSpPr txBox="1"/>
              <p:nvPr/>
            </p:nvSpPr>
            <p:spPr>
              <a:xfrm>
                <a:off x="782051" y="2905931"/>
                <a:ext cx="22432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b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D4E89C-E9AF-607F-066C-AC6AAEB43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51" y="2905931"/>
                <a:ext cx="224325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Arrow 3">
            <a:extLst>
              <a:ext uri="{FF2B5EF4-FFF2-40B4-BE49-F238E27FC236}">
                <a16:creationId xmlns:a16="http://schemas.microsoft.com/office/drawing/2014/main" id="{B950D35F-1FCD-072F-EF26-F099E1A665A6}"/>
              </a:ext>
            </a:extLst>
          </p:cNvPr>
          <p:cNvSpPr/>
          <p:nvPr/>
        </p:nvSpPr>
        <p:spPr>
          <a:xfrm flipV="1">
            <a:off x="205273" y="3001245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78B381-CF39-8448-4073-BDA7B9C85778}"/>
                  </a:ext>
                </a:extLst>
              </p:cNvPr>
              <p:cNvSpPr txBox="1"/>
              <p:nvPr/>
            </p:nvSpPr>
            <p:spPr>
              <a:xfrm>
                <a:off x="2843243" y="2887208"/>
                <a:ext cx="4647056" cy="5952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78B381-CF39-8448-4073-BDA7B9C85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243" y="2887208"/>
                <a:ext cx="4647056" cy="59522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124C0233-E41F-7FA8-1E29-72B9E7A40425}"/>
              </a:ext>
            </a:extLst>
          </p:cNvPr>
          <p:cNvGrpSpPr/>
          <p:nvPr/>
        </p:nvGrpSpPr>
        <p:grpSpPr>
          <a:xfrm>
            <a:off x="345827" y="5558717"/>
            <a:ext cx="3249039" cy="945054"/>
            <a:chOff x="3015575" y="3146340"/>
            <a:chExt cx="3249039" cy="9450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771DAB4-8237-2EDF-8CB7-460C1B1C5C48}"/>
                    </a:ext>
                  </a:extLst>
                </p:cNvPr>
                <p:cNvSpPr txBox="1"/>
                <p:nvPr/>
              </p:nvSpPr>
              <p:spPr>
                <a:xfrm>
                  <a:off x="3015575" y="3153916"/>
                  <a:ext cx="3249038" cy="81958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i="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T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</m:mr>
                            </m:m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771DAB4-8237-2EDF-8CB7-460C1B1C5C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5575" y="3153916"/>
                  <a:ext cx="3249038" cy="81958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E219A42-0064-1690-605C-D6A6D484C70B}"/>
                </a:ext>
              </a:extLst>
            </p:cNvPr>
            <p:cNvSpPr/>
            <p:nvPr/>
          </p:nvSpPr>
          <p:spPr>
            <a:xfrm>
              <a:off x="3015576" y="3146340"/>
              <a:ext cx="3249038" cy="94505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FFAA9FC-6A4A-74DE-D845-8B1685187F0D}"/>
              </a:ext>
            </a:extLst>
          </p:cNvPr>
          <p:cNvGrpSpPr/>
          <p:nvPr/>
        </p:nvGrpSpPr>
        <p:grpSpPr>
          <a:xfrm>
            <a:off x="352630" y="5733630"/>
            <a:ext cx="6779187" cy="595228"/>
            <a:chOff x="1354578" y="5607889"/>
            <a:chExt cx="6779187" cy="595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CE76F548-E718-94F6-ACC0-B0B42C6552AA}"/>
                    </a:ext>
                  </a:extLst>
                </p:cNvPr>
                <p:cNvSpPr txBox="1"/>
                <p:nvPr/>
              </p:nvSpPr>
              <p:spPr>
                <a:xfrm>
                  <a:off x="1354578" y="5661174"/>
                  <a:ext cx="677918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IN" sz="2800" dirty="0">
                      <a:solidFill>
                        <a:srgbClr val="00206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IN" sz="2800" dirty="0"/>
                    <a:t> ……..</a:t>
                  </a:r>
                  <a:r>
                    <a:rPr lang="en-IN" sz="2800" dirty="0">
                      <a:solidFill>
                        <a:srgbClr val="FF0000"/>
                      </a:solidFill>
                    </a:rPr>
                    <a:t>(1)</a:t>
                  </a:r>
                  <a:endParaRPr lang="en-IN" sz="28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CE76F548-E718-94F6-ACC0-B0B42C6552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4578" y="5661174"/>
                  <a:ext cx="6779187" cy="523220"/>
                </a:xfrm>
                <a:prstGeom prst="rect">
                  <a:avLst/>
                </a:prstGeom>
                <a:blipFill>
                  <a:blip r:embed="rId10"/>
                  <a:stretch>
                    <a:fillRect t="-10465" b="-3255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5277F3D-9BFA-18E1-5772-DF54919DCCBB}"/>
                </a:ext>
              </a:extLst>
            </p:cNvPr>
            <p:cNvSpPr/>
            <p:nvPr/>
          </p:nvSpPr>
          <p:spPr>
            <a:xfrm>
              <a:off x="1354579" y="5607889"/>
              <a:ext cx="6534554" cy="59522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906D631-3E5C-C1EC-A346-3E0602685C8C}"/>
                  </a:ext>
                </a:extLst>
              </p:cNvPr>
              <p:cNvSpPr txBox="1"/>
              <p:nvPr/>
            </p:nvSpPr>
            <p:spPr>
              <a:xfrm>
                <a:off x="4125338" y="885845"/>
                <a:ext cx="2414892" cy="560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906D631-3E5C-C1EC-A346-3E0602685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5338" y="885845"/>
                <a:ext cx="2414892" cy="56066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C8541C7-E55B-4472-2417-2321F91AB891}"/>
                  </a:ext>
                </a:extLst>
              </p:cNvPr>
              <p:cNvSpPr txBox="1"/>
              <p:nvPr/>
            </p:nvSpPr>
            <p:spPr>
              <a:xfrm>
                <a:off x="4125338" y="2012622"/>
                <a:ext cx="2059832" cy="560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C8541C7-E55B-4472-2417-2321F91AB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5338" y="2012622"/>
                <a:ext cx="2059832" cy="56066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881501C-60CC-39CA-89B5-2EB47A27D059}"/>
                  </a:ext>
                </a:extLst>
              </p:cNvPr>
              <p:cNvSpPr txBox="1"/>
              <p:nvPr/>
            </p:nvSpPr>
            <p:spPr>
              <a:xfrm>
                <a:off x="2843243" y="3633114"/>
                <a:ext cx="6213209" cy="5952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IN" sz="2800" dirty="0"/>
                  <a:t> ……..</a:t>
                </a:r>
                <a:r>
                  <a:rPr lang="en-IN" sz="2800" dirty="0">
                    <a:solidFill>
                      <a:srgbClr val="FF0000"/>
                    </a:solidFill>
                  </a:rPr>
                  <a:t>(2)</a:t>
                </a:r>
                <a:endParaRPr lang="en-IN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881501C-60CC-39CA-89B5-2EB47A27D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243" y="3633114"/>
                <a:ext cx="6213209" cy="595228"/>
              </a:xfrm>
              <a:prstGeom prst="rect">
                <a:avLst/>
              </a:prstGeom>
              <a:blipFill>
                <a:blip r:embed="rId13"/>
                <a:stretch>
                  <a:fillRect t="-3061" b="-234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Content Placeholder 4">
            <a:extLst>
              <a:ext uri="{FF2B5EF4-FFF2-40B4-BE49-F238E27FC236}">
                <a16:creationId xmlns:a16="http://schemas.microsoft.com/office/drawing/2014/main" id="{A76657DA-2338-612E-C04A-15FDB4F7EDEA}"/>
              </a:ext>
            </a:extLst>
          </p:cNvPr>
          <p:cNvSpPr txBox="1">
            <a:spLocks/>
          </p:cNvSpPr>
          <p:nvPr/>
        </p:nvSpPr>
        <p:spPr>
          <a:xfrm>
            <a:off x="160421" y="4934711"/>
            <a:ext cx="6779187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IN" sz="2800" b="1" i="0" dirty="0">
                <a:solidFill>
                  <a:srgbClr val="FF0000"/>
                </a:solidFill>
                <a:latin typeface="+mj-lt"/>
              </a:rPr>
              <a:t>Hence,  T is not a Linear Transformation.</a:t>
            </a:r>
            <a:endParaRPr lang="en-IN" sz="2800" b="1" dirty="0">
              <a:solidFill>
                <a:srgbClr val="FF0000"/>
              </a:solidFill>
              <a:latin typeface="Cambria Math" panose="02040503050406030204" pitchFamily="18" charset="0"/>
            </a:endParaRPr>
          </a:p>
        </p:txBody>
      </p:sp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000A5E99-48BD-F4F3-580E-8CD2CF8CFFB9}"/>
              </a:ext>
            </a:extLst>
          </p:cNvPr>
          <p:cNvSpPr/>
          <p:nvPr/>
        </p:nvSpPr>
        <p:spPr>
          <a:xfrm>
            <a:off x="11424642" y="5621028"/>
            <a:ext cx="301558" cy="331773"/>
          </a:xfrm>
          <a:prstGeom prst="mathMultiply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834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8" grpId="0"/>
      <p:bldP spid="7" grpId="0"/>
      <p:bldP spid="8" grpId="0"/>
      <p:bldP spid="11" grpId="0"/>
      <p:bldP spid="14" grpId="0" animBg="1"/>
      <p:bldP spid="19" grpId="0"/>
      <p:bldP spid="35" grpId="0"/>
      <p:bldP spid="37" grpId="0"/>
      <p:bldP spid="41" grpId="0"/>
      <p:bldP spid="42" grpId="0"/>
      <p:bldP spid="3" grpId="0" animBg="1"/>
      <p:bldP spid="3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90610-6347-68FA-BBCF-FF2DBE278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B031739-6E73-AF88-1CAC-5794D5414B5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Example:4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B031739-6E73-AF88-1CAC-5794D5414B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1C0A2D5A-EFA8-13E1-750E-D9AF8B16F214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DEA2213-2BC9-787B-6F24-2056E6716B95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365872-462A-197D-F512-94AC556262A6}"/>
                  </a:ext>
                </a:extLst>
              </p:cNvPr>
              <p:cNvSpPr txBox="1"/>
              <p:nvPr/>
            </p:nvSpPr>
            <p:spPr>
              <a:xfrm>
                <a:off x="1931205" y="658990"/>
                <a:ext cx="10223239" cy="1792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Define a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∶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by</a:t>
                </a:r>
                <a14:m>
                  <m:oMath xmlns:m="http://schemas.openxmlformats.org/officeDocument/2006/math"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d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Show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a linear transformation. Also find the image of the polynomial </a:t>
                </a:r>
                <a:br>
                  <a:rPr lang="en-US" sz="2800" dirty="0">
                    <a:solidFill>
                      <a:srgbClr val="002060"/>
                    </a:solidFill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q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365872-462A-197D-F512-94AC55626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1205" y="658990"/>
                <a:ext cx="10223239" cy="1792863"/>
              </a:xfrm>
              <a:prstGeom prst="rect">
                <a:avLst/>
              </a:prstGeom>
              <a:blipFill>
                <a:blip r:embed="rId3"/>
                <a:stretch>
                  <a:fillRect l="-1252" r="-1193" b="-8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DBEC17-86DD-CE2E-1BCF-CC4316EBD010}"/>
                  </a:ext>
                </a:extLst>
              </p:cNvPr>
              <p:cNvSpPr txBox="1"/>
              <p:nvPr/>
            </p:nvSpPr>
            <p:spPr>
              <a:xfrm>
                <a:off x="1931205" y="2547204"/>
                <a:ext cx="983855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be the two polynomials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IN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IN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DBEC17-86DD-CE2E-1BCF-CC4316EBD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1205" y="2547204"/>
                <a:ext cx="9838554" cy="523220"/>
              </a:xfrm>
              <a:prstGeom prst="rect">
                <a:avLst/>
              </a:prstGeom>
              <a:blipFill>
                <a:blip r:embed="rId4"/>
                <a:stretch>
                  <a:fillRect l="-1301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D78DC04-FAA7-B9C3-C140-E9AC3DC9B08F}"/>
              </a:ext>
            </a:extLst>
          </p:cNvPr>
          <p:cNvSpPr/>
          <p:nvPr/>
        </p:nvSpPr>
        <p:spPr>
          <a:xfrm>
            <a:off x="122279" y="2590047"/>
            <a:ext cx="1440000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73B8EAD-1362-6EE8-3F7F-38E47BE9EBEA}"/>
                  </a:ext>
                </a:extLst>
              </p:cNvPr>
              <p:cNvSpPr txBox="1"/>
              <p:nvPr/>
            </p:nvSpPr>
            <p:spPr>
              <a:xfrm>
                <a:off x="2023704" y="3276709"/>
                <a:ext cx="1482496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73B8EAD-1362-6EE8-3F7F-38E47BE9E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704" y="3276709"/>
                <a:ext cx="1482496" cy="5786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AAD029-4517-EF7C-737C-72D1C698B7EF}"/>
                  </a:ext>
                </a:extLst>
              </p:cNvPr>
              <p:cNvSpPr txBox="1"/>
              <p:nvPr/>
            </p:nvSpPr>
            <p:spPr>
              <a:xfrm>
                <a:off x="122279" y="3950745"/>
                <a:ext cx="3207007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b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d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d>
                      </m:e>
                    </m:d>
                  </m:oMath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AAD029-4517-EF7C-737C-72D1C698B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79" y="3950745"/>
                <a:ext cx="3207007" cy="578685"/>
              </a:xfrm>
              <a:prstGeom prst="rect">
                <a:avLst/>
              </a:prstGeom>
              <a:blipFill>
                <a:blip r:embed="rId6"/>
                <a:stretch>
                  <a:fillRect l="-3802" t="-5263" b="-24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4D46B8-0B3A-B0D1-45A2-9A55F64CFE8E}"/>
                  </a:ext>
                </a:extLst>
              </p:cNvPr>
              <p:cNvSpPr txBox="1"/>
              <p:nvPr/>
            </p:nvSpPr>
            <p:spPr>
              <a:xfrm>
                <a:off x="3329286" y="5343892"/>
                <a:ext cx="37135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4D46B8-0B3A-B0D1-45A2-9A55F64CF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9286" y="5343892"/>
                <a:ext cx="371353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9E642E-214C-0BBE-F9BC-7CAE57B2F885}"/>
                  </a:ext>
                </a:extLst>
              </p:cNvPr>
              <p:cNvSpPr txBox="1"/>
              <p:nvPr/>
            </p:nvSpPr>
            <p:spPr>
              <a:xfrm>
                <a:off x="3329286" y="6027198"/>
                <a:ext cx="133526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9E642E-214C-0BBE-F9BC-7CAE57B2F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9286" y="6027198"/>
                <a:ext cx="1335269" cy="523220"/>
              </a:xfrm>
              <a:prstGeom prst="rect">
                <a:avLst/>
              </a:prstGeom>
              <a:blipFill>
                <a:blip r:embed="rId8"/>
                <a:stretch>
                  <a:fillRect r="-25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7450902-F499-3190-5BE3-BDEA86786118}"/>
                  </a:ext>
                </a:extLst>
              </p:cNvPr>
              <p:cNvSpPr txBox="1"/>
              <p:nvPr/>
            </p:nvSpPr>
            <p:spPr>
              <a:xfrm>
                <a:off x="3333527" y="3303171"/>
                <a:ext cx="183610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7450902-F499-3190-5BE3-BDEA86786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527" y="3303171"/>
                <a:ext cx="183610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A72C5C6-B21C-61DA-7A17-0D9A3705CA79}"/>
                  </a:ext>
                </a:extLst>
              </p:cNvPr>
              <p:cNvSpPr txBox="1"/>
              <p:nvPr/>
            </p:nvSpPr>
            <p:spPr>
              <a:xfrm>
                <a:off x="3329286" y="4675051"/>
                <a:ext cx="27824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A72C5C6-B21C-61DA-7A17-0D9A3705C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9286" y="4675051"/>
                <a:ext cx="2782431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Arrow 3">
            <a:extLst>
              <a:ext uri="{FF2B5EF4-FFF2-40B4-BE49-F238E27FC236}">
                <a16:creationId xmlns:a16="http://schemas.microsoft.com/office/drawing/2014/main" id="{EC814FCA-FC7D-5503-5AFB-16EF14BF2AD9}"/>
              </a:ext>
            </a:extLst>
          </p:cNvPr>
          <p:cNvSpPr/>
          <p:nvPr/>
        </p:nvSpPr>
        <p:spPr>
          <a:xfrm flipV="1">
            <a:off x="1276018" y="3344204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FBBEE0-19DE-C5A1-B1B8-BD840174014E}"/>
                  </a:ext>
                </a:extLst>
              </p:cNvPr>
              <p:cNvSpPr txBox="1"/>
              <p:nvPr/>
            </p:nvSpPr>
            <p:spPr>
              <a:xfrm>
                <a:off x="4961148" y="6027198"/>
                <a:ext cx="176066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m:rPr>
                          <m:sty m:val="p"/>
                        </m:rP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FBBEE0-19DE-C5A1-B1B8-BD8401740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148" y="6027198"/>
                <a:ext cx="1760665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DCE43A8-5083-F7E7-7761-71942EC616E8}"/>
                  </a:ext>
                </a:extLst>
              </p:cNvPr>
              <p:cNvSpPr txBox="1"/>
              <p:nvPr/>
            </p:nvSpPr>
            <p:spPr>
              <a:xfrm>
                <a:off x="5155841" y="3267745"/>
                <a:ext cx="2231267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and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d>
                      </m:e>
                    </m:d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DCE43A8-5083-F7E7-7761-71942EC61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5841" y="3267745"/>
                <a:ext cx="2231267" cy="578685"/>
              </a:xfrm>
              <a:prstGeom prst="rect">
                <a:avLst/>
              </a:prstGeom>
              <a:blipFill>
                <a:blip r:embed="rId12"/>
                <a:stretch>
                  <a:fillRect l="-5738" t="-5263" b="-24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6743B5F-CAD0-3513-4F83-AF9D0400F524}"/>
                  </a:ext>
                </a:extLst>
              </p:cNvPr>
              <p:cNvSpPr txBox="1"/>
              <p:nvPr/>
            </p:nvSpPr>
            <p:spPr>
              <a:xfrm>
                <a:off x="7086395" y="3303755"/>
                <a:ext cx="276347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6743B5F-CAD0-3513-4F83-AF9D0400F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395" y="3303755"/>
                <a:ext cx="2763471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C3B8DE86-02B7-3F60-8E48-45B455099F49}"/>
              </a:ext>
            </a:extLst>
          </p:cNvPr>
          <p:cNvSpPr/>
          <p:nvPr/>
        </p:nvSpPr>
        <p:spPr>
          <a:xfrm>
            <a:off x="3700389" y="3323566"/>
            <a:ext cx="1455452" cy="506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indent="-457200">
              <a:lnSpc>
                <a:spcPct val="150000"/>
              </a:lnSpc>
            </a:pPr>
            <a:endParaRPr lang="en-IN" sz="2000" b="1" dirty="0">
              <a:solidFill>
                <a:srgbClr val="FF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4ACD8D-0A9E-5C56-48B4-8145E8442E67}"/>
              </a:ext>
            </a:extLst>
          </p:cNvPr>
          <p:cNvSpPr/>
          <p:nvPr/>
        </p:nvSpPr>
        <p:spPr>
          <a:xfrm>
            <a:off x="7481206" y="3303171"/>
            <a:ext cx="1361354" cy="506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indent="-457200">
              <a:lnSpc>
                <a:spcPct val="150000"/>
              </a:lnSpc>
            </a:pPr>
            <a:endParaRPr lang="en-IN" sz="20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430C6B0-D912-052B-B31C-E0B49D2ACDE3}"/>
                  </a:ext>
                </a:extLst>
              </p:cNvPr>
              <p:cNvSpPr/>
              <p:nvPr/>
            </p:nvSpPr>
            <p:spPr>
              <a:xfrm>
                <a:off x="8378760" y="4993423"/>
                <a:ext cx="3593685" cy="147917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1" indent="-457200">
                  <a:lnSpc>
                    <a:spcPct val="150000"/>
                  </a:lnSpc>
                </a:pPr>
                <a:r>
                  <a:rPr lang="en-IN" sz="2000" b="1" i="0" dirty="0">
                    <a:solidFill>
                      <a:srgbClr val="002060"/>
                    </a:solidFill>
                    <a:latin typeface="+mj-lt"/>
                  </a:rPr>
                  <a:t>Conditions for LT:</a:t>
                </a:r>
                <a:endParaRPr lang="en-IN" sz="20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lvl="1" indent="-457200"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2060"/>
                    </a:solidFill>
                  </a:rPr>
                  <a:t>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</m:oMath>
                </a14:m>
                <a:endParaRPr lang="en-IN" sz="2000" dirty="0">
                  <a:solidFill>
                    <a:srgbClr val="002060"/>
                  </a:solidFill>
                </a:endParaRPr>
              </a:p>
              <a:p>
                <a:pPr lvl="1" indent="-457200"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2060"/>
                    </a:solidFill>
                  </a:rPr>
                  <a:t>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</m:oMath>
                </a14:m>
                <a:endParaRPr lang="en-IN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430C6B0-D912-052B-B31C-E0B49D2ACD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8760" y="4993423"/>
                <a:ext cx="3593685" cy="1479171"/>
              </a:xfrm>
              <a:prstGeom prst="rect">
                <a:avLst/>
              </a:prstGeom>
              <a:blipFill>
                <a:blip r:embed="rId14"/>
                <a:stretch>
                  <a:fillRect l="-1174" b="-1606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C19DDD9-7086-04AF-FD58-A7F7FE21D52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5000" b="92778" l="5000" r="95556">
                        <a14:foregroundMark x1="12222" y1="55556" x2="11667" y2="62778"/>
                        <a14:foregroundMark x1="29444" y1="91111" x2="29444" y2="91111"/>
                        <a14:foregroundMark x1="6111" y1="55000" x2="6111" y2="55000"/>
                        <a14:foregroundMark x1="6111" y1="53889" x2="6111" y2="53889"/>
                        <a14:foregroundMark x1="5000" y1="53333" x2="6667" y2="56667"/>
                        <a14:foregroundMark x1="27222" y1="92778" x2="31111" y2="92222"/>
                        <a14:foregroundMark x1="26667" y1="91111" x2="29444" y2="92222"/>
                        <a14:foregroundMark x1="86667" y1="10000" x2="90556" y2="12778"/>
                        <a14:foregroundMark x1="90000" y1="5000" x2="95556" y2="5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0274" y="5553008"/>
            <a:ext cx="360000" cy="3600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11789E-6DA2-8CDB-FDC4-2398AF406F23}"/>
              </a:ext>
            </a:extLst>
          </p:cNvPr>
          <p:cNvCxnSpPr>
            <a:cxnSpLocks/>
          </p:cNvCxnSpPr>
          <p:nvPr/>
        </p:nvCxnSpPr>
        <p:spPr>
          <a:xfrm>
            <a:off x="6981466" y="1370882"/>
            <a:ext cx="268161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A81037F-3FF6-9478-7C89-95495DA93EC2}"/>
                  </a:ext>
                </a:extLst>
              </p:cNvPr>
              <p:cNvSpPr txBox="1"/>
              <p:nvPr/>
            </p:nvSpPr>
            <p:spPr>
              <a:xfrm>
                <a:off x="3329286" y="4014104"/>
                <a:ext cx="269213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)(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800" dirty="0">
                    <a:solidFill>
                      <a:srgbClr val="FF0000"/>
                    </a:solidFill>
                  </a:rPr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A81037F-3FF6-9478-7C89-95495DA93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9286" y="4014104"/>
                <a:ext cx="2692135" cy="523220"/>
              </a:xfrm>
              <a:prstGeom prst="rect">
                <a:avLst/>
              </a:prstGeom>
              <a:blipFill>
                <a:blip r:embed="rId17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485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7" grpId="0"/>
      <p:bldP spid="10" grpId="0"/>
      <p:bldP spid="11" grpId="0"/>
      <p:bldP spid="13" grpId="0"/>
      <p:bldP spid="16" grpId="0"/>
      <p:bldP spid="17" grpId="0" animBg="1"/>
      <p:bldP spid="18" grpId="0"/>
      <p:bldP spid="19" grpId="0"/>
      <p:bldP spid="20" grpId="0"/>
      <p:bldP spid="21" grpId="0" animBg="1"/>
      <p:bldP spid="21" grpId="1" animBg="1"/>
      <p:bldP spid="22" grpId="0" animBg="1"/>
      <p:bldP spid="22" grpId="1" animBg="1"/>
      <p:bldP spid="5" grpId="0" animBg="1"/>
      <p:bldP spid="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6600D-A4A5-4C77-866A-FEB4D840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CDBA12A-552B-7304-E280-CF012D64393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Method:1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Example:4(Continue)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CDBA12A-552B-7304-E280-CF012D6439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35DC32-0FEA-A2F4-24F3-0A0ECBCA0524}"/>
                  </a:ext>
                </a:extLst>
              </p:cNvPr>
              <p:cNvSpPr txBox="1"/>
              <p:nvPr/>
            </p:nvSpPr>
            <p:spPr>
              <a:xfrm>
                <a:off x="148928" y="906649"/>
                <a:ext cx="24678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indent="-4572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i="0" dirty="0" smtClean="0">
                          <a:solidFill>
                            <a:srgbClr val="002060"/>
                          </a:solidFill>
                        </a:rPr>
                        <m:t>Now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kp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35DC32-0FEA-A2F4-24F3-0A0ECBCA0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28" y="906649"/>
                <a:ext cx="246781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ECF044-6628-E295-B87F-192F7D9194AE}"/>
                  </a:ext>
                </a:extLst>
              </p:cNvPr>
              <p:cNvSpPr txBox="1"/>
              <p:nvPr/>
            </p:nvSpPr>
            <p:spPr>
              <a:xfrm>
                <a:off x="2397524" y="2516532"/>
                <a:ext cx="26613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ECF044-6628-E295-B87F-192F7D919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524" y="2516532"/>
                <a:ext cx="266132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6002A5A3-1040-BD50-A59C-B443FCF89F87}"/>
              </a:ext>
            </a:extLst>
          </p:cNvPr>
          <p:cNvSpPr txBox="1">
            <a:spLocks/>
          </p:cNvSpPr>
          <p:nvPr/>
        </p:nvSpPr>
        <p:spPr>
          <a:xfrm>
            <a:off x="148928" y="3244311"/>
            <a:ext cx="5625148" cy="54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IN" sz="2800" b="1" i="0" dirty="0">
                <a:solidFill>
                  <a:srgbClr val="FF0000"/>
                </a:solidFill>
                <a:latin typeface="+mj-lt"/>
              </a:rPr>
              <a:t>Hence,  T is a Linear Transformation.</a:t>
            </a:r>
            <a:endParaRPr lang="en-IN" sz="2800" b="1" dirty="0">
              <a:solidFill>
                <a:srgbClr val="FF0000"/>
              </a:solidFill>
              <a:latin typeface="Cambria Math" panose="020405030504060302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EE730CC-7E83-351D-8661-74A083CD1C6B}"/>
              </a:ext>
            </a:extLst>
          </p:cNvPr>
          <p:cNvGrpSpPr/>
          <p:nvPr/>
        </p:nvGrpSpPr>
        <p:grpSpPr>
          <a:xfrm>
            <a:off x="428019" y="5450331"/>
            <a:ext cx="3326857" cy="821892"/>
            <a:chOff x="7976683" y="1367061"/>
            <a:chExt cx="3326857" cy="8218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7001135-B482-357C-BB99-715E0C9BEBD5}"/>
                    </a:ext>
                  </a:extLst>
                </p:cNvPr>
                <p:cNvSpPr txBox="1"/>
                <p:nvPr/>
              </p:nvSpPr>
              <p:spPr>
                <a:xfrm>
                  <a:off x="7976684" y="1367061"/>
                  <a:ext cx="3326856" cy="821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1" indent="-457200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  <m:d>
                              <m:d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</m:d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7001135-B482-357C-BB99-715E0C9BEB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6684" y="1367061"/>
                  <a:ext cx="3326856" cy="82189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0378969-FCD7-61C1-38FF-35AFE96CA638}"/>
                </a:ext>
              </a:extLst>
            </p:cNvPr>
            <p:cNvSpPr/>
            <p:nvPr/>
          </p:nvSpPr>
          <p:spPr>
            <a:xfrm>
              <a:off x="7976683" y="1515483"/>
              <a:ext cx="3064211" cy="67347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D33702-EB4B-6D5A-A0EF-7C9C4498CD28}"/>
                  </a:ext>
                </a:extLst>
              </p:cNvPr>
              <p:cNvSpPr txBox="1"/>
              <p:nvPr/>
            </p:nvSpPr>
            <p:spPr>
              <a:xfrm>
                <a:off x="2397524" y="1731305"/>
                <a:ext cx="259276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D33702-EB4B-6D5A-A0EF-7C9C4498C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524" y="1731305"/>
                <a:ext cx="259276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C162E89-AFD1-6AAC-F149-5C590C3DFA0E}"/>
                  </a:ext>
                </a:extLst>
              </p:cNvPr>
              <p:cNvSpPr/>
              <p:nvPr/>
            </p:nvSpPr>
            <p:spPr>
              <a:xfrm>
                <a:off x="8437126" y="4873557"/>
                <a:ext cx="3593685" cy="1479171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1" indent="-457200">
                  <a:lnSpc>
                    <a:spcPct val="150000"/>
                  </a:lnSpc>
                </a:pPr>
                <a:r>
                  <a:rPr lang="en-IN" sz="2000" b="1" i="0" dirty="0">
                    <a:solidFill>
                      <a:srgbClr val="002060"/>
                    </a:solidFill>
                    <a:latin typeface="+mj-lt"/>
                  </a:rPr>
                  <a:t>Conditions for LT:</a:t>
                </a:r>
                <a:endParaRPr lang="en-IN" sz="20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lvl="1" indent="-457200"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2060"/>
                    </a:solidFill>
                  </a:rPr>
                  <a:t>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</m:oMath>
                </a14:m>
                <a:endParaRPr lang="en-IN" sz="2000" dirty="0">
                  <a:solidFill>
                    <a:srgbClr val="002060"/>
                  </a:solidFill>
                </a:endParaRPr>
              </a:p>
              <a:p>
                <a:pPr lvl="1" indent="-457200"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2060"/>
                    </a:solidFill>
                  </a:rPr>
                  <a:t>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0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d>
                  </m:oMath>
                </a14:m>
                <a:endParaRPr lang="en-IN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C162E89-AFD1-6AAC-F149-5C590C3DFA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7126" y="4873557"/>
                <a:ext cx="3593685" cy="1479171"/>
              </a:xfrm>
              <a:prstGeom prst="rect">
                <a:avLst/>
              </a:prstGeom>
              <a:blipFill>
                <a:blip r:embed="rId7"/>
                <a:stretch>
                  <a:fillRect l="-1174" b="-1606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6125E73-FE03-5996-A1B3-A4B3BEBEE129}"/>
                  </a:ext>
                </a:extLst>
              </p:cNvPr>
              <p:cNvSpPr txBox="1"/>
              <p:nvPr/>
            </p:nvSpPr>
            <p:spPr>
              <a:xfrm>
                <a:off x="2397524" y="945981"/>
                <a:ext cx="24610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kp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6125E73-FE03-5996-A1B3-A4B3BEBEE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524" y="945981"/>
                <a:ext cx="246109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24B2406-55EB-BD7E-FC12-9737F216F5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000" b="92778" l="5000" r="95556">
                        <a14:foregroundMark x1="12222" y1="55556" x2="11667" y2="62778"/>
                        <a14:foregroundMark x1="29444" y1="91111" x2="29444" y2="91111"/>
                        <a14:foregroundMark x1="6111" y1="55000" x2="6111" y2="55000"/>
                        <a14:foregroundMark x1="6111" y1="53889" x2="6111" y2="53889"/>
                        <a14:foregroundMark x1="5000" y1="53333" x2="6667" y2="56667"/>
                        <a14:foregroundMark x1="27222" y1="92778" x2="31111" y2="92222"/>
                        <a14:foregroundMark x1="26667" y1="91111" x2="29444" y2="92222"/>
                        <a14:foregroundMark x1="86667" y1="10000" x2="90556" y2="12778"/>
                        <a14:foregroundMark x1="90000" y1="5000" x2="95556" y2="5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517" y="5861277"/>
            <a:ext cx="360000" cy="360000"/>
          </a:xfrm>
          <a:prstGeom prst="rect">
            <a:avLst/>
          </a:prstGeom>
        </p:spPr>
      </p:pic>
      <p:sp>
        <p:nvSpPr>
          <p:cNvPr id="14" name="Right Arrow 3">
            <a:extLst>
              <a:ext uri="{FF2B5EF4-FFF2-40B4-BE49-F238E27FC236}">
                <a16:creationId xmlns:a16="http://schemas.microsoft.com/office/drawing/2014/main" id="{EDF69818-9A5D-4810-8892-0A59006AE033}"/>
              </a:ext>
            </a:extLst>
          </p:cNvPr>
          <p:cNvSpPr/>
          <p:nvPr/>
        </p:nvSpPr>
        <p:spPr>
          <a:xfrm flipV="1">
            <a:off x="279425" y="3791695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3967651-08BB-40DA-819E-1FC5B73CDF25}"/>
                  </a:ext>
                </a:extLst>
              </p:cNvPr>
              <p:cNvSpPr txBox="1"/>
              <p:nvPr/>
            </p:nvSpPr>
            <p:spPr>
              <a:xfrm>
                <a:off x="976505" y="3662824"/>
                <a:ext cx="3326856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</m:e>
                      </m:d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d>
                        <m:dPr>
                          <m:ctrlP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3967651-08BB-40DA-819E-1FC5B73CD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505" y="3662824"/>
                <a:ext cx="3326856" cy="57868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F0A4D8A-3A91-4F00-BEB7-67061942F337}"/>
                  </a:ext>
                </a:extLst>
              </p:cNvPr>
              <p:cNvSpPr txBox="1"/>
              <p:nvPr/>
            </p:nvSpPr>
            <p:spPr>
              <a:xfrm>
                <a:off x="2254343" y="4319076"/>
                <a:ext cx="424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+1)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F0A4D8A-3A91-4F00-BEB7-67061942F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4343" y="4319076"/>
                <a:ext cx="4249200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39D73C0-B48E-4FEA-BD8C-82A00786D3D4}"/>
                  </a:ext>
                </a:extLst>
              </p:cNvPr>
              <p:cNvSpPr txBox="1"/>
              <p:nvPr/>
            </p:nvSpPr>
            <p:spPr>
              <a:xfrm>
                <a:off x="2254343" y="4919863"/>
                <a:ext cx="273594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39D73C0-B48E-4FEA-BD8C-82A00786D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4343" y="4919863"/>
                <a:ext cx="2735946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288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5" grpId="0"/>
      <p:bldP spid="16" grpId="0" animBg="1"/>
      <p:bldP spid="21" grpId="0"/>
      <p:bldP spid="14" grpId="0" animBg="1"/>
      <p:bldP spid="18" grpId="0"/>
      <p:bldP spid="19" grpId="0"/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6A372-8153-6C91-DCC5-701C3E86F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1C232-80B2-402E-0163-DA594FD2F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Method-2</a:t>
            </a:r>
            <a:br>
              <a:rPr lang="en-US" dirty="0"/>
            </a:br>
            <a:r>
              <a:rPr lang="en-IN" dirty="0"/>
              <a:t>Kernel, Range and Rank-Nullity Theorem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3963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41DDE-8F2C-E78F-47BB-498DDF707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2F144-35AB-CF79-93F2-700E909A5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Standard Matrix of the Linear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091E0874-9B13-F729-7818-AFE589C45A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1707" y="979714"/>
                <a:ext cx="12040293" cy="4856882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0363" lvl="0" indent="-360363"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the linear transformation defined in the form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for every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then the matrix A is called the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standard matrix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  <a:p>
                <a:pPr marL="360363" lvl="0" indent="-360363"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It is denoted by </a:t>
                </a:r>
                <a14:m>
                  <m:oMath xmlns:m="http://schemas.openxmlformats.org/officeDocument/2006/math">
                    <m:r>
                      <a:rPr lang="en-IN" sz="28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</m:t>
                    </m:r>
                    <m:r>
                      <a:rPr lang="en-IN" sz="28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.</a:t>
                </a:r>
              </a:p>
              <a:p>
                <a:pPr marL="360363" lvl="0" indent="-360363"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be a linear transformation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dim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dim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then order of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8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</m:t>
                    </m:r>
                    <m:r>
                      <a:rPr lang="en-IN" sz="28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8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</a:p>
              <a:p>
                <a:pPr marL="360363" indent="-360363"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The standard basis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  <m:sub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  <m:sub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I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  <m:sub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𝐧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the standard basis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I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  <m:sub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I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  <m:sub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  <m:sup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…, </m:t>
                        </m:r>
                        <m:sSubSup>
                          <m:sSubSupPr>
                            <m:ctrlPr>
                              <a:rPr lang="en-I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  <m:sub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𝐦</m:t>
                            </m:r>
                          </m:sub>
                          <m:sup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091E0874-9B13-F729-7818-AFE589C45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07" y="979714"/>
                <a:ext cx="12040293" cy="4856882"/>
              </a:xfrm>
              <a:prstGeom prst="rect">
                <a:avLst/>
              </a:prstGeom>
              <a:blipFill>
                <a:blip r:embed="rId2"/>
                <a:stretch>
                  <a:fillRect l="-962" r="-1013" b="-3894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41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52046-8103-19DD-86A4-5302EA1A8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21A377A-AB1F-A7B3-27AE-153619A25DE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Procedure to Find the Standard Matrix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b="0" dirty="0"/>
                  <a:t> </a:t>
                </a:r>
                <a:endParaRPr lang="en-IN" b="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21A377A-AB1F-A7B3-27AE-153619A25D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A836DD5-A1C7-C6F0-1DC0-0EA5CFE63C7D}"/>
                  </a:ext>
                </a:extLst>
              </p:cNvPr>
              <p:cNvSpPr txBox="1"/>
              <p:nvPr/>
            </p:nvSpPr>
            <p:spPr>
              <a:xfrm>
                <a:off x="141051" y="1022660"/>
                <a:ext cx="97519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sz="2800" dirty="0">
                    <a:solidFill>
                      <a:srgbClr val="002060"/>
                    </a:solidFill>
                  </a:rPr>
                  <a:t>1) Write the standard basis </a:t>
                </a:r>
                <a14:m>
                  <m:oMath xmlns:m="http://schemas.openxmlformats.org/officeDocument/2006/math"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of the domain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A836DD5-A1C7-C6F0-1DC0-0EA5CFE63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51" y="1022660"/>
                <a:ext cx="9751979" cy="523220"/>
              </a:xfrm>
              <a:prstGeom prst="rect">
                <a:avLst/>
              </a:prstGeom>
              <a:blipFill>
                <a:blip r:embed="rId3"/>
                <a:stretch>
                  <a:fillRect l="-1250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F85F17-BBA4-37BF-74C2-0D1A8F11B4E3}"/>
                  </a:ext>
                </a:extLst>
              </p:cNvPr>
              <p:cNvSpPr txBox="1"/>
              <p:nvPr/>
            </p:nvSpPr>
            <p:spPr>
              <a:xfrm>
                <a:off x="141051" y="1798972"/>
                <a:ext cx="5079460" cy="553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15000"/>
                  </a:lnSpc>
                  <a:spcAft>
                    <a:spcPts val="800"/>
                  </a:spcAft>
                  <a:buClr>
                    <a:srgbClr val="002060"/>
                  </a:buClr>
                </a:pPr>
                <a:r>
                  <a:rPr lang="en-US" sz="2800" dirty="0">
                    <a:solidFill>
                      <a:srgbClr val="002060"/>
                    </a:solidFill>
                  </a:rPr>
                  <a:t>2) Find </a:t>
                </a:r>
                <a14:m>
                  <m:oMath xmlns:m="http://schemas.openxmlformats.org/officeDocument/2006/math">
                    <m:r>
                      <a:rPr lang="en-IN" sz="28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</m:t>
                    </m:r>
                    <m:d>
                      <m:dPr>
                        <m:ctrlP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I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</m:t>
                    </m:r>
                    <m:d>
                      <m:dPr>
                        <m:ctrlP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I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en-I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</m:t>
                    </m:r>
                    <m:r>
                      <a:rPr lang="en-I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  <m:sub>
                        <m:r>
                          <a:rPr lang="en-IN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sub>
                    </m:sSub>
                    <m:r>
                      <a:rPr lang="en-I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800" dirty="0">
                    <a:solidFill>
                      <a:srgbClr val="FF000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F85F17-BBA4-37BF-74C2-0D1A8F11B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51" y="1798972"/>
                <a:ext cx="5079460" cy="553741"/>
              </a:xfrm>
              <a:prstGeom prst="rect">
                <a:avLst/>
              </a:prstGeom>
              <a:blipFill>
                <a:blip r:embed="rId4"/>
                <a:stretch>
                  <a:fillRect l="-2401" t="-5495" b="-296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1A0BCB-5390-504C-CF33-15257FB384B7}"/>
                  </a:ext>
                </a:extLst>
              </p:cNvPr>
              <p:cNvSpPr txBox="1"/>
              <p:nvPr/>
            </p:nvSpPr>
            <p:spPr>
              <a:xfrm>
                <a:off x="141050" y="2557828"/>
                <a:ext cx="12050949" cy="3390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0363" lvl="0" indent="-360363" algn="just">
                  <a:lnSpc>
                    <a:spcPct val="115000"/>
                  </a:lnSpc>
                  <a:spcAft>
                    <a:spcPts val="800"/>
                  </a:spcAft>
                  <a:buClr>
                    <a:srgbClr val="002060"/>
                  </a:buClr>
                  <a:tabLst>
                    <a:tab pos="360363" algn="l"/>
                  </a:tabLst>
                </a:pPr>
                <a:r>
                  <a:rPr lang="en-IN" sz="2800" dirty="0">
                    <a:solidFill>
                      <a:srgbClr val="002060"/>
                    </a:solidFill>
                  </a:rPr>
                  <a:t>3) Write 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into the </a:t>
                </a:r>
                <a:r>
                  <a:rPr lang="en-IN" sz="2800" b="1" dirty="0">
                    <a:solidFill>
                      <a:srgbClr val="FF0000"/>
                    </a:solidFill>
                  </a:rPr>
                  <a:t>linear combination </a:t>
                </a:r>
                <a:r>
                  <a:rPr lang="en-IN" sz="2800" dirty="0">
                    <a:solidFill>
                      <a:srgbClr val="002060"/>
                    </a:solidFill>
                  </a:rPr>
                  <a:t>of the vectors</a:t>
                </a:r>
                <a:br>
                  <a:rPr lang="en-IN" sz="2800" dirty="0">
                    <a:solidFill>
                      <a:srgbClr val="002060"/>
                    </a:solidFill>
                  </a:rPr>
                </a:br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  <m:sup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</a:p>
              <a:p>
                <a:pPr indent="360363">
                  <a:lnSpc>
                    <a:spcPct val="13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i.e.,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pPr marL="982663">
                  <a:lnSpc>
                    <a:spcPct val="130000"/>
                  </a:lnSpc>
                </a:pPr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pPr marL="1166813">
                  <a:lnSpc>
                    <a:spcPct val="130000"/>
                  </a:lnSpc>
                </a:pPr>
                <a:endParaRPr lang="en-IN" sz="2800" dirty="0">
                  <a:solidFill>
                    <a:srgbClr val="002060"/>
                  </a:solidFill>
                </a:endParaRPr>
              </a:p>
              <a:p>
                <a:pPr marL="1166813" indent="-87313" algn="just">
                  <a:lnSpc>
                    <a:spcPct val="130000"/>
                  </a:lnSpc>
                  <a:spcAft>
                    <a:spcPts val="800"/>
                  </a:spcAft>
                  <a:buClr>
                    <a:srgbClr val="002060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bSup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bSup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bSup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  <m:sup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1A0BCB-5390-504C-CF33-15257FB38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50" y="2557828"/>
                <a:ext cx="12050949" cy="3390159"/>
              </a:xfrm>
              <a:prstGeom prst="rect">
                <a:avLst/>
              </a:prstGeom>
              <a:blipFill>
                <a:blip r:embed="rId5"/>
                <a:stretch>
                  <a:fillRect l="-1012" t="-1079" r="-1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6A582862-8C35-8A84-3595-6645256C10B3}"/>
              </a:ext>
            </a:extLst>
          </p:cNvPr>
          <p:cNvSpPr/>
          <p:nvPr/>
        </p:nvSpPr>
        <p:spPr>
          <a:xfrm rot="16200000">
            <a:off x="3572616" y="4820820"/>
            <a:ext cx="808458" cy="6328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129193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45A33-45B3-0C05-D63F-506EBDBD7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7725B-89A2-8689-01CA-8FF40E067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to Find the Standard Matrix [T]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9D5E1A-9702-0736-A028-BEB9887D6800}"/>
                  </a:ext>
                </a:extLst>
              </p:cNvPr>
              <p:cNvSpPr txBox="1"/>
              <p:nvPr/>
            </p:nvSpPr>
            <p:spPr>
              <a:xfrm>
                <a:off x="150778" y="963067"/>
                <a:ext cx="11804516" cy="5468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dirty="0">
                    <a:solidFill>
                      <a:srgbClr val="002060"/>
                    </a:solidFill>
                  </a:rPr>
                  <a:t>4) Write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p>
                    </m:sSubSup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p>
                    </m:sSubSup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p>
                    </m:sSubSup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into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th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column of the matrix for 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 2, …, 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9D5E1A-9702-0736-A028-BEB9887D6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78" y="963067"/>
                <a:ext cx="11804516" cy="546816"/>
              </a:xfrm>
              <a:prstGeom prst="rect">
                <a:avLst/>
              </a:prstGeom>
              <a:blipFill>
                <a:blip r:embed="rId2"/>
                <a:stretch>
                  <a:fillRect l="-1085" t="-7778" b="-3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949307F-6FD4-4C15-29EB-BC05578E27B8}"/>
                  </a:ext>
                </a:extLst>
              </p:cNvPr>
              <p:cNvSpPr txBox="1"/>
              <p:nvPr/>
            </p:nvSpPr>
            <p:spPr>
              <a:xfrm>
                <a:off x="150778" y="1747158"/>
                <a:ext cx="10549647" cy="16672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Clr>
                    <a:srgbClr val="002060"/>
                  </a:buClr>
                </a:pPr>
                <a:r>
                  <a:rPr lang="en-US" sz="2800" dirty="0">
                    <a:solidFill>
                      <a:srgbClr val="002060"/>
                    </a:solidFill>
                  </a:rPr>
                  <a:t>5) The resulting matrix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b>
                                <m:sup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the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standard matrix of </a:t>
                </a:r>
                <a14:m>
                  <m:oMath xmlns:m="http://schemas.openxmlformats.org/officeDocument/2006/math"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949307F-6FD4-4C15-29EB-BC05578E2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78" y="1747158"/>
                <a:ext cx="10549647" cy="1667251"/>
              </a:xfrm>
              <a:prstGeom prst="rect">
                <a:avLst/>
              </a:prstGeom>
              <a:blipFill>
                <a:blip r:embed="rId3"/>
                <a:stretch>
                  <a:fillRect l="-1214" r="-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3192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0829A-569E-CD7B-9A00-BAACE5E41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B247A-B968-9085-A1AB-15F0D0B21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Kernel and Range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EFD573-3EBD-4B6B-FF83-8371A9F8497C}"/>
              </a:ext>
            </a:extLst>
          </p:cNvPr>
          <p:cNvSpPr txBox="1">
            <a:spLocks/>
          </p:cNvSpPr>
          <p:nvPr/>
        </p:nvSpPr>
        <p:spPr>
          <a:xfrm>
            <a:off x="151707" y="847701"/>
            <a:ext cx="1229621" cy="5874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IN" sz="2800" b="1" dirty="0">
                <a:solidFill>
                  <a:srgbClr val="002060"/>
                </a:solidFill>
              </a:rPr>
              <a:t>Kernel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819E8AB6-96AC-F34E-93ED-C8EBB35848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1707" y="1493800"/>
                <a:ext cx="12040293" cy="303928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IN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be a linear transformation. The </a:t>
                </a:r>
                <a:r>
                  <a:rPr lang="en-IN" sz="2800" b="1" dirty="0">
                    <a:solidFill>
                      <a:srgbClr val="FF0000"/>
                    </a:solidFill>
                  </a:rPr>
                  <a:t>kernel</a:t>
                </a:r>
                <a:r>
                  <a:rPr lang="en-IN" sz="2800" dirty="0">
                    <a:solidFill>
                      <a:srgbClr val="002060"/>
                    </a:solidFill>
                  </a:rPr>
                  <a:t> or </a:t>
                </a:r>
                <a:r>
                  <a:rPr lang="en-IN" sz="2800" b="1" dirty="0">
                    <a:solidFill>
                      <a:srgbClr val="FF0000"/>
                    </a:solidFill>
                  </a:rPr>
                  <a:t>null space </a:t>
                </a:r>
                <a:r>
                  <a:rPr lang="en-IN" sz="2800" dirty="0">
                    <a:solidFill>
                      <a:srgbClr val="002060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the set of all vectors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that maps to the zero vector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 </a:t>
                </a:r>
              </a:p>
              <a:p>
                <a:pPr lvl="0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IN" sz="2800" dirty="0">
                    <a:solidFill>
                      <a:srgbClr val="002060"/>
                    </a:solidFill>
                  </a:rPr>
                  <a:t>It is denoted by </a:t>
                </a:r>
                <a14:m>
                  <m:oMath xmlns:m="http://schemas.openxmlformats.org/officeDocument/2006/math"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𝐤𝐞𝐫</m:t>
                    </m:r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</m:d>
                  </m:oMath>
                </a14:m>
                <a:r>
                  <a:rPr lang="en-IN" sz="2800" dirty="0">
                    <a:solidFill>
                      <a:srgbClr val="FF0000"/>
                    </a:solidFill>
                  </a:rPr>
                  <a:t> </a:t>
                </a:r>
                <a:r>
                  <a:rPr lang="en-IN" sz="2800" dirty="0">
                    <a:solidFill>
                      <a:srgbClr val="002060"/>
                    </a:solidFill>
                  </a:rPr>
                  <a:t>or </a:t>
                </a:r>
                <a14:m>
                  <m:oMath xmlns:m="http://schemas.openxmlformats.org/officeDocument/2006/math"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𝐍</m:t>
                    </m:r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</m:d>
                  </m:oMath>
                </a14:m>
                <a:r>
                  <a:rPr lang="en-IN" sz="2800" b="1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  <a:p>
                <a:pPr marL="273050" indent="0">
                  <a:lnSpc>
                    <a:spcPct val="150000"/>
                  </a:lnSpc>
                  <a:spcBef>
                    <a:spcPts val="120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 , 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ker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=0}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819E8AB6-96AC-F34E-93ED-C8EBB3584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07" y="1493800"/>
                <a:ext cx="12040293" cy="3039289"/>
              </a:xfrm>
              <a:prstGeom prst="rect">
                <a:avLst/>
              </a:prstGeom>
              <a:blipFill>
                <a:blip r:embed="rId2"/>
                <a:stretch>
                  <a:fillRect l="-962" r="-1013" b="-3206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2680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754D-1211-999C-546E-DEE2BA7D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E8E54-64EA-32EC-02A0-7A0AC189D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Kernel and Range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B1345235-8F71-7B0C-8481-8D8B269F5B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1707" y="1617969"/>
                <a:ext cx="12040293" cy="2895665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IN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be a linear transformation. The </a:t>
                </a:r>
                <a:r>
                  <a:rPr lang="en-IN" sz="2800" b="1" dirty="0">
                    <a:solidFill>
                      <a:srgbClr val="FF0000"/>
                    </a:solidFill>
                  </a:rPr>
                  <a:t>Range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Space</a:t>
                </a:r>
                <a:r>
                  <a:rPr lang="en-IN" sz="2800" b="1" dirty="0">
                    <a:solidFill>
                      <a:srgbClr val="FF0000"/>
                    </a:solidFill>
                  </a:rPr>
                  <a:t> </a:t>
                </a:r>
                <a:r>
                  <a:rPr lang="en-IN" sz="2800" dirty="0">
                    <a:solidFill>
                      <a:srgbClr val="002060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the set of all vectors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that are images of at least one vector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under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 </a:t>
                </a:r>
              </a:p>
              <a:p>
                <a:pPr lvl="0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IN" sz="2800" dirty="0">
                    <a:solidFill>
                      <a:srgbClr val="002060"/>
                    </a:solidFill>
                  </a:rPr>
                  <a:t>It is denoted by </a:t>
                </a:r>
                <a14:m>
                  <m:oMath xmlns:m="http://schemas.openxmlformats.org/officeDocument/2006/math">
                    <m:r>
                      <a:rPr lang="en-I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𝐑</m:t>
                    </m:r>
                    <m:r>
                      <a:rPr lang="en-I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</m:t>
                    </m:r>
                    <m:r>
                      <a:rPr lang="en-I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  <a:p>
                <a:pPr marL="0" indent="273050">
                  <a:lnSpc>
                    <a:spcPct val="150000"/>
                  </a:lnSpc>
                  <a:spcBef>
                    <a:spcPts val="120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 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B1345235-8F71-7B0C-8481-8D8B269F5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07" y="1617969"/>
                <a:ext cx="12040293" cy="2895665"/>
              </a:xfrm>
              <a:prstGeom prst="rect">
                <a:avLst/>
              </a:prstGeom>
              <a:blipFill>
                <a:blip r:embed="rId2"/>
                <a:stretch>
                  <a:fillRect l="-962" r="-1013" b="-589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A97E1E6-2398-C873-59C3-F2BC0F7FFC84}"/>
              </a:ext>
            </a:extLst>
          </p:cNvPr>
          <p:cNvSpPr txBox="1">
            <a:spLocks/>
          </p:cNvSpPr>
          <p:nvPr/>
        </p:nvSpPr>
        <p:spPr>
          <a:xfrm>
            <a:off x="151707" y="913816"/>
            <a:ext cx="1229621" cy="5874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IN" sz="2800" b="1" dirty="0">
                <a:solidFill>
                  <a:srgbClr val="002060"/>
                </a:solidFill>
              </a:rPr>
              <a:t>Range</a:t>
            </a:r>
          </a:p>
        </p:txBody>
      </p:sp>
    </p:spTree>
    <p:extLst>
      <p:ext uri="{BB962C8B-B14F-4D97-AF65-F5344CB8AC3E}">
        <p14:creationId xmlns:p14="http://schemas.microsoft.com/office/powerpoint/2010/main" val="126525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FDABC-FDB4-F7FB-60C8-A69081AFE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43E7-E277-D2D3-A8B5-50C02D8E7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Remarks: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A4696CDB-C539-D698-DFE1-FD60ADFB5E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2539" y="711201"/>
                <a:ext cx="11706921" cy="254378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ker</m:t>
                    </m:r>
                    <m:r>
                      <a:rPr lang="en-IN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are always subspaces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respectively.</a:t>
                </a:r>
                <a:endParaRPr lang="en-IN" sz="2800" dirty="0">
                  <a:solidFill>
                    <a:srgbClr val="002060"/>
                  </a:solidFill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be a zero transformation, then </a:t>
                </a:r>
                <a14:m>
                  <m:oMath xmlns:m="http://schemas.openxmlformats.org/officeDocument/2006/math">
                    <m:r>
                      <a:rPr lang="en-IN" sz="28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𝐤𝐞𝐫</m:t>
                    </m:r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</m:d>
                    <m:r>
                      <a:rPr lang="en-I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IN" sz="28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𝐑</m:t>
                    </m:r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</m:d>
                    <m:r>
                      <a:rPr lang="en-I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be an identity operator, then </a:t>
                </a:r>
                <a14:m>
                  <m:oMath xmlns:m="http://schemas.openxmlformats.org/officeDocument/2006/math">
                    <m:r>
                      <a:rPr lang="en-IN" sz="28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𝐤𝐞𝐫</m:t>
                    </m:r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</m:d>
                    <m:r>
                      <a:rPr lang="en-I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IN" sz="28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𝐑</m:t>
                    </m:r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</m:d>
                    <m:r>
                      <a:rPr lang="en-I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𝐕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A4696CDB-C539-D698-DFE1-FD60ADFB5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39" y="711201"/>
                <a:ext cx="11706921" cy="2543783"/>
              </a:xfrm>
              <a:prstGeom prst="rect">
                <a:avLst/>
              </a:prstGeom>
              <a:blipFill>
                <a:blip r:embed="rId2"/>
                <a:stretch>
                  <a:fillRect l="-9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377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D429C-6F3B-F445-0E1E-D024DC2AE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3C65C-4CC8-04E5-AF7D-2E8D1D05B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Rank and Nullity of Linear Transformation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07F9E6-BBA7-65DE-4AF0-C19216F5B799}"/>
              </a:ext>
            </a:extLst>
          </p:cNvPr>
          <p:cNvSpPr txBox="1">
            <a:spLocks/>
          </p:cNvSpPr>
          <p:nvPr/>
        </p:nvSpPr>
        <p:spPr>
          <a:xfrm>
            <a:off x="151707" y="876885"/>
            <a:ext cx="986429" cy="5874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IN" sz="2800" b="1" dirty="0">
                <a:solidFill>
                  <a:srgbClr val="002060"/>
                </a:solidFill>
              </a:rPr>
              <a:t>Rank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0C409968-817D-ECEB-F1C7-B7532F2C1D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1707" y="1358894"/>
                <a:ext cx="12040293" cy="329092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IN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be a linear transformation. The rank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the dimension of the </a:t>
                </a:r>
                <a:r>
                  <a:rPr lang="en-IN" sz="2800" b="1" dirty="0">
                    <a:solidFill>
                      <a:srgbClr val="FF0000"/>
                    </a:solidFill>
                  </a:rPr>
                  <a:t>range space </a:t>
                </a:r>
                <a:r>
                  <a:rPr lang="en-IN" sz="2800" dirty="0">
                    <a:solidFill>
                      <a:srgbClr val="002060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 </a:t>
                </a:r>
              </a:p>
              <a:p>
                <a:pPr lvl="0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IN" sz="2800" dirty="0">
                    <a:solidFill>
                      <a:srgbClr val="002060"/>
                    </a:solidFill>
                  </a:rPr>
                  <a:t>It is denoted by </a:t>
                </a:r>
                <a14:m>
                  <m:oMath xmlns:m="http://schemas.openxmlformats.org/officeDocument/2006/math">
                    <m:r>
                      <a:rPr lang="en-IN" sz="28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𝐫𝐚𝐧𝐤</m:t>
                    </m:r>
                    <m:d>
                      <m:dPr>
                        <m:ctrlP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</m:d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  <a:p>
                <a:pPr marL="273050" lvl="0" indent="87313">
                  <a:lnSpc>
                    <a:spcPct val="150000"/>
                  </a:lnSpc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  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rank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dim</m:t>
                          </m:r>
                        </m:fName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4">
                <a:extLst>
                  <a:ext uri="{FF2B5EF4-FFF2-40B4-BE49-F238E27FC236}">
                    <a16:creationId xmlns:a16="http://schemas.microsoft.com/office/drawing/2014/main" id="{0C409968-817D-ECEB-F1C7-B7532F2C1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07" y="1358894"/>
                <a:ext cx="12040293" cy="3290927"/>
              </a:xfrm>
              <a:prstGeom prst="rect">
                <a:avLst/>
              </a:prstGeom>
              <a:blipFill>
                <a:blip r:embed="rId2"/>
                <a:stretch>
                  <a:fillRect l="-962" r="-10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5716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C9784-0D34-C30D-7B1F-0009157D4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9BF2-45AA-68AC-246B-9D384DFF4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Rank and Nullity of Linear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14DCCA46-E935-C44D-6A90-4896EA2656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1707" y="1733042"/>
                <a:ext cx="12040293" cy="297514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IN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be a linear transformation. The nullity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the dimension of the </a:t>
                </a:r>
                <a:r>
                  <a:rPr lang="en-IN" sz="2800" b="1" dirty="0">
                    <a:solidFill>
                      <a:srgbClr val="FF0000"/>
                    </a:solidFill>
                  </a:rPr>
                  <a:t>kernel</a:t>
                </a:r>
                <a:r>
                  <a:rPr lang="en-IN" sz="2800" dirty="0">
                    <a:solidFill>
                      <a:srgbClr val="002060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 </a:t>
                </a:r>
              </a:p>
              <a:p>
                <a:pPr lvl="0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IN" sz="2800" dirty="0">
                    <a:solidFill>
                      <a:srgbClr val="002060"/>
                    </a:solidFill>
                  </a:rPr>
                  <a:t>It is denoted by </a:t>
                </a:r>
                <a14:m>
                  <m:oMath xmlns:m="http://schemas.openxmlformats.org/officeDocument/2006/math">
                    <m:r>
                      <a:rPr lang="en-IN" sz="28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𝐧𝐮𝐥𝐥𝐢𝐭𝐲</m:t>
                    </m:r>
                    <m:d>
                      <m:dPr>
                        <m:ctrlP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</m:d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  <a:p>
                <a:pPr marL="273050" indent="0">
                  <a:lnSpc>
                    <a:spcPct val="150000"/>
                  </a:lnSpc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  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nullity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dim</m:t>
                          </m:r>
                        </m:fName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ker</m:t>
                              </m:r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14DCCA46-E935-C44D-6A90-4896EA265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07" y="1733042"/>
                <a:ext cx="12040293" cy="2975141"/>
              </a:xfrm>
              <a:prstGeom prst="rect">
                <a:avLst/>
              </a:prstGeom>
              <a:blipFill>
                <a:blip r:embed="rId2"/>
                <a:stretch>
                  <a:fillRect l="-962" r="-101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BC22432E-0804-3CB2-D36B-BFD50973A340}"/>
              </a:ext>
            </a:extLst>
          </p:cNvPr>
          <p:cNvSpPr txBox="1">
            <a:spLocks/>
          </p:cNvSpPr>
          <p:nvPr/>
        </p:nvSpPr>
        <p:spPr>
          <a:xfrm>
            <a:off x="151707" y="991642"/>
            <a:ext cx="1229621" cy="5874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IN" sz="2800" b="1" dirty="0">
                <a:solidFill>
                  <a:srgbClr val="002060"/>
                </a:solidFill>
              </a:rPr>
              <a:t>Nullity</a:t>
            </a:r>
          </a:p>
        </p:txBody>
      </p:sp>
    </p:spTree>
    <p:extLst>
      <p:ext uri="{BB962C8B-B14F-4D97-AF65-F5344CB8AC3E}">
        <p14:creationId xmlns:p14="http://schemas.microsoft.com/office/powerpoint/2010/main" val="2612432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3F8C8-8748-3C27-ECF6-96514F079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5A80F-EBB6-D089-656C-5A4752643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to Find </a:t>
            </a:r>
            <a:r>
              <a:rPr lang="en-US" dirty="0">
                <a:solidFill>
                  <a:schemeClr val="tx1"/>
                </a:solidFill>
              </a:rPr>
              <a:t>the Rank of </a:t>
            </a:r>
            <a:r>
              <a:rPr lang="en-US" sz="3600" dirty="0">
                <a:solidFill>
                  <a:schemeClr val="tx1"/>
                </a:solidFill>
              </a:rPr>
              <a:t>T</a:t>
            </a:r>
            <a:endParaRPr lang="en-IN" dirty="0">
              <a:solidFill>
                <a:schemeClr val="tx1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32D6127-81ED-A4C1-C152-7D846043B82D}"/>
              </a:ext>
            </a:extLst>
          </p:cNvPr>
          <p:cNvGrpSpPr/>
          <p:nvPr/>
        </p:nvGrpSpPr>
        <p:grpSpPr>
          <a:xfrm>
            <a:off x="261581" y="1694405"/>
            <a:ext cx="11668839" cy="1048463"/>
            <a:chOff x="261581" y="1435119"/>
            <a:chExt cx="11668839" cy="10484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9F30507B-FD6F-3987-15C7-A6827B200FF4}"/>
                    </a:ext>
                  </a:extLst>
                </p:cNvPr>
                <p:cNvSpPr/>
                <p:nvPr/>
              </p:nvSpPr>
              <p:spPr>
                <a:xfrm>
                  <a:off x="359740" y="1450166"/>
                  <a:ext cx="11570680" cy="1033416"/>
                </a:xfrm>
                <a:custGeom>
                  <a:avLst/>
                  <a:gdLst>
                    <a:gd name="connsiteX0" fmla="*/ 0 w 4693176"/>
                    <a:gd name="connsiteY0" fmla="*/ 0 h 1255998"/>
                    <a:gd name="connsiteX1" fmla="*/ 4065177 w 4693176"/>
                    <a:gd name="connsiteY1" fmla="*/ 0 h 1255998"/>
                    <a:gd name="connsiteX2" fmla="*/ 4693176 w 4693176"/>
                    <a:gd name="connsiteY2" fmla="*/ 627999 h 1255998"/>
                    <a:gd name="connsiteX3" fmla="*/ 4065177 w 4693176"/>
                    <a:gd name="connsiteY3" fmla="*/ 1255998 h 1255998"/>
                    <a:gd name="connsiteX4" fmla="*/ 0 w 4693176"/>
                    <a:gd name="connsiteY4" fmla="*/ 1255998 h 1255998"/>
                    <a:gd name="connsiteX5" fmla="*/ 0 w 4693176"/>
                    <a:gd name="connsiteY5" fmla="*/ 0 h 1255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93176" h="1255998">
                      <a:moveTo>
                        <a:pt x="4693176" y="1255997"/>
                      </a:moveTo>
                      <a:lnTo>
                        <a:pt x="627999" y="1255997"/>
                      </a:lnTo>
                      <a:lnTo>
                        <a:pt x="0" y="627999"/>
                      </a:lnTo>
                      <a:lnTo>
                        <a:pt x="627999" y="1"/>
                      </a:lnTo>
                      <a:lnTo>
                        <a:pt x="4693176" y="1"/>
                      </a:lnTo>
                      <a:lnTo>
                        <a:pt x="4693176" y="1255997"/>
                      </a:lnTo>
                      <a:close/>
                    </a:path>
                  </a:pathLst>
                </a:custGeom>
              </p:spPr>
              <p:style>
                <a:lnRef idx="2">
                  <a:schemeClr val="dk2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2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867859" tIns="220981" rIns="412496" bIns="220981" numCol="1" spcCol="1270" anchor="ctr" anchorCtr="0">
                  <a:noAutofit/>
                </a:bodyPr>
                <a:lstStyle/>
                <a:p>
                  <a:pPr marL="719138" lvl="0" defTabSz="2578100"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2800" dirty="0">
                      <a:solidFill>
                        <a:srgbClr val="002060"/>
                      </a:solidFill>
                    </a:rPr>
                    <a:t>Find the standard matrix </a:t>
                  </a:r>
                  <a14:m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of given linear transformation.</a:t>
                  </a:r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9F30507B-FD6F-3987-15C7-A6827B200F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740" y="1450166"/>
                  <a:ext cx="11570680" cy="1033416"/>
                </a:xfrm>
                <a:custGeom>
                  <a:avLst/>
                  <a:gdLst>
                    <a:gd name="connsiteX0" fmla="*/ 0 w 4693176"/>
                    <a:gd name="connsiteY0" fmla="*/ 0 h 1255998"/>
                    <a:gd name="connsiteX1" fmla="*/ 4065177 w 4693176"/>
                    <a:gd name="connsiteY1" fmla="*/ 0 h 1255998"/>
                    <a:gd name="connsiteX2" fmla="*/ 4693176 w 4693176"/>
                    <a:gd name="connsiteY2" fmla="*/ 627999 h 1255998"/>
                    <a:gd name="connsiteX3" fmla="*/ 4065177 w 4693176"/>
                    <a:gd name="connsiteY3" fmla="*/ 1255998 h 1255998"/>
                    <a:gd name="connsiteX4" fmla="*/ 0 w 4693176"/>
                    <a:gd name="connsiteY4" fmla="*/ 1255998 h 1255998"/>
                    <a:gd name="connsiteX5" fmla="*/ 0 w 4693176"/>
                    <a:gd name="connsiteY5" fmla="*/ 0 h 1255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93176" h="1255998">
                      <a:moveTo>
                        <a:pt x="4693176" y="1255997"/>
                      </a:moveTo>
                      <a:lnTo>
                        <a:pt x="627999" y="1255997"/>
                      </a:lnTo>
                      <a:lnTo>
                        <a:pt x="0" y="627999"/>
                      </a:lnTo>
                      <a:lnTo>
                        <a:pt x="627999" y="1"/>
                      </a:lnTo>
                      <a:lnTo>
                        <a:pt x="4693176" y="1"/>
                      </a:lnTo>
                      <a:lnTo>
                        <a:pt x="4693176" y="1255997"/>
                      </a:lnTo>
                      <a:close/>
                    </a:path>
                  </a:pathLst>
                </a:cu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31171C3-E099-AE4C-397A-6B09F4C7C386}"/>
                </a:ext>
              </a:extLst>
            </p:cNvPr>
            <p:cNvSpPr/>
            <p:nvPr/>
          </p:nvSpPr>
          <p:spPr>
            <a:xfrm>
              <a:off x="261581" y="1435119"/>
              <a:ext cx="977871" cy="1033414"/>
            </a:xfrm>
            <a:prstGeom prst="ellipse">
              <a:avLst/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/>
              <a:r>
                <a:rPr lang="en-IN" sz="3600" b="1" dirty="0">
                  <a:solidFill>
                    <a:schemeClr val="tx1"/>
                  </a:solidFill>
                </a:rPr>
                <a:t>1</a:t>
              </a:r>
              <a:endParaRPr lang="en-IN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22409DF-7D1A-DE63-F848-89B4456C8D4C}"/>
              </a:ext>
            </a:extLst>
          </p:cNvPr>
          <p:cNvGrpSpPr/>
          <p:nvPr/>
        </p:nvGrpSpPr>
        <p:grpSpPr>
          <a:xfrm>
            <a:off x="261579" y="4123598"/>
            <a:ext cx="11668841" cy="1141842"/>
            <a:chOff x="261579" y="4211092"/>
            <a:chExt cx="11668841" cy="7637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2551B16C-51D3-8C0D-74AF-11242B20AF5F}"/>
                    </a:ext>
                  </a:extLst>
                </p:cNvPr>
                <p:cNvSpPr/>
                <p:nvPr/>
              </p:nvSpPr>
              <p:spPr>
                <a:xfrm>
                  <a:off x="374003" y="4211092"/>
                  <a:ext cx="11556417" cy="763759"/>
                </a:xfrm>
                <a:custGeom>
                  <a:avLst/>
                  <a:gdLst>
                    <a:gd name="connsiteX0" fmla="*/ 0 w 4693176"/>
                    <a:gd name="connsiteY0" fmla="*/ 0 h 1255998"/>
                    <a:gd name="connsiteX1" fmla="*/ 4065177 w 4693176"/>
                    <a:gd name="connsiteY1" fmla="*/ 0 h 1255998"/>
                    <a:gd name="connsiteX2" fmla="*/ 4693176 w 4693176"/>
                    <a:gd name="connsiteY2" fmla="*/ 627999 h 1255998"/>
                    <a:gd name="connsiteX3" fmla="*/ 4065177 w 4693176"/>
                    <a:gd name="connsiteY3" fmla="*/ 1255998 h 1255998"/>
                    <a:gd name="connsiteX4" fmla="*/ 0 w 4693176"/>
                    <a:gd name="connsiteY4" fmla="*/ 1255998 h 1255998"/>
                    <a:gd name="connsiteX5" fmla="*/ 0 w 4693176"/>
                    <a:gd name="connsiteY5" fmla="*/ 0 h 1255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93176" h="1255998">
                      <a:moveTo>
                        <a:pt x="4693176" y="1255997"/>
                      </a:moveTo>
                      <a:lnTo>
                        <a:pt x="627999" y="1255997"/>
                      </a:lnTo>
                      <a:lnTo>
                        <a:pt x="0" y="627999"/>
                      </a:lnTo>
                      <a:lnTo>
                        <a:pt x="627999" y="1"/>
                      </a:lnTo>
                      <a:lnTo>
                        <a:pt x="4693176" y="1"/>
                      </a:lnTo>
                      <a:lnTo>
                        <a:pt x="4693176" y="1255997"/>
                      </a:lnTo>
                      <a:close/>
                    </a:path>
                  </a:pathLst>
                </a:custGeom>
              </p:spPr>
              <p:style>
                <a:lnRef idx="2">
                  <a:schemeClr val="dk2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2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867859" tIns="220981" rIns="412496" bIns="220981" numCol="1" spcCol="1270" anchor="ctr" anchorCtr="0">
                  <a:noAutofit/>
                </a:bodyPr>
                <a:lstStyle/>
                <a:p>
                  <a:pPr marL="723900" defTabSz="257810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2800" dirty="0">
                      <a:solidFill>
                        <a:srgbClr val="002060"/>
                      </a:solidFill>
                    </a:rPr>
                    <a:t>Find the basis of column space which is also the basis of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.</a:t>
                  </a:r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2551B16C-51D3-8C0D-74AF-11242B20AF5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003" y="4211092"/>
                  <a:ext cx="11556417" cy="763759"/>
                </a:xfrm>
                <a:custGeom>
                  <a:avLst/>
                  <a:gdLst>
                    <a:gd name="connsiteX0" fmla="*/ 0 w 4693176"/>
                    <a:gd name="connsiteY0" fmla="*/ 0 h 1255998"/>
                    <a:gd name="connsiteX1" fmla="*/ 4065177 w 4693176"/>
                    <a:gd name="connsiteY1" fmla="*/ 0 h 1255998"/>
                    <a:gd name="connsiteX2" fmla="*/ 4693176 w 4693176"/>
                    <a:gd name="connsiteY2" fmla="*/ 627999 h 1255998"/>
                    <a:gd name="connsiteX3" fmla="*/ 4065177 w 4693176"/>
                    <a:gd name="connsiteY3" fmla="*/ 1255998 h 1255998"/>
                    <a:gd name="connsiteX4" fmla="*/ 0 w 4693176"/>
                    <a:gd name="connsiteY4" fmla="*/ 1255998 h 1255998"/>
                    <a:gd name="connsiteX5" fmla="*/ 0 w 4693176"/>
                    <a:gd name="connsiteY5" fmla="*/ 0 h 1255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93176" h="1255998">
                      <a:moveTo>
                        <a:pt x="4693176" y="1255997"/>
                      </a:moveTo>
                      <a:lnTo>
                        <a:pt x="627999" y="1255997"/>
                      </a:lnTo>
                      <a:lnTo>
                        <a:pt x="0" y="627999"/>
                      </a:lnTo>
                      <a:lnTo>
                        <a:pt x="627999" y="1"/>
                      </a:lnTo>
                      <a:lnTo>
                        <a:pt x="4693176" y="1"/>
                      </a:lnTo>
                      <a:lnTo>
                        <a:pt x="4693176" y="1255997"/>
                      </a:lnTo>
                      <a:close/>
                    </a:path>
                  </a:pathLst>
                </a:cu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FF666E6-DF0F-0644-F6E2-5C7E9FEC252C}"/>
                </a:ext>
              </a:extLst>
            </p:cNvPr>
            <p:cNvSpPr/>
            <p:nvPr/>
          </p:nvSpPr>
          <p:spPr>
            <a:xfrm>
              <a:off x="261579" y="4283761"/>
              <a:ext cx="977871" cy="691090"/>
            </a:xfrm>
            <a:prstGeom prst="ellipse">
              <a:avLst/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/>
              <a:r>
                <a:rPr lang="en-IN" sz="3600" b="1" dirty="0">
                  <a:solidFill>
                    <a:schemeClr val="tx1"/>
                  </a:solidFill>
                </a:rPr>
                <a:t>3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BA5FB93-FAA5-DC66-A12A-79A25FE40436}"/>
              </a:ext>
            </a:extLst>
          </p:cNvPr>
          <p:cNvGrpSpPr/>
          <p:nvPr/>
        </p:nvGrpSpPr>
        <p:grpSpPr>
          <a:xfrm>
            <a:off x="261580" y="2919333"/>
            <a:ext cx="11668840" cy="1052341"/>
            <a:chOff x="261580" y="2820271"/>
            <a:chExt cx="11668840" cy="10523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CC3452D4-4B1B-E501-6FE6-D0E9D290B1B0}"/>
                    </a:ext>
                  </a:extLst>
                </p:cNvPr>
                <p:cNvSpPr/>
                <p:nvPr/>
              </p:nvSpPr>
              <p:spPr>
                <a:xfrm>
                  <a:off x="374001" y="2839196"/>
                  <a:ext cx="11556419" cy="1033416"/>
                </a:xfrm>
                <a:custGeom>
                  <a:avLst/>
                  <a:gdLst>
                    <a:gd name="connsiteX0" fmla="*/ 0 w 4693176"/>
                    <a:gd name="connsiteY0" fmla="*/ 0 h 1255998"/>
                    <a:gd name="connsiteX1" fmla="*/ 4065177 w 4693176"/>
                    <a:gd name="connsiteY1" fmla="*/ 0 h 1255998"/>
                    <a:gd name="connsiteX2" fmla="*/ 4693176 w 4693176"/>
                    <a:gd name="connsiteY2" fmla="*/ 627999 h 1255998"/>
                    <a:gd name="connsiteX3" fmla="*/ 4065177 w 4693176"/>
                    <a:gd name="connsiteY3" fmla="*/ 1255998 h 1255998"/>
                    <a:gd name="connsiteX4" fmla="*/ 0 w 4693176"/>
                    <a:gd name="connsiteY4" fmla="*/ 1255998 h 1255998"/>
                    <a:gd name="connsiteX5" fmla="*/ 0 w 4693176"/>
                    <a:gd name="connsiteY5" fmla="*/ 0 h 1255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93176" h="1255998">
                      <a:moveTo>
                        <a:pt x="4693176" y="1255997"/>
                      </a:moveTo>
                      <a:lnTo>
                        <a:pt x="627999" y="1255997"/>
                      </a:lnTo>
                      <a:lnTo>
                        <a:pt x="0" y="627999"/>
                      </a:lnTo>
                      <a:lnTo>
                        <a:pt x="627999" y="1"/>
                      </a:lnTo>
                      <a:lnTo>
                        <a:pt x="4693176" y="1"/>
                      </a:lnTo>
                      <a:lnTo>
                        <a:pt x="4693176" y="1255997"/>
                      </a:lnTo>
                      <a:close/>
                    </a:path>
                  </a:pathLst>
                </a:custGeom>
              </p:spPr>
              <p:style>
                <a:lnRef idx="2">
                  <a:schemeClr val="dk2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2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867859" tIns="220981" rIns="412496" bIns="220981" numCol="1" spcCol="1270" anchor="ctr" anchorCtr="0">
                  <a:noAutofit/>
                </a:bodyPr>
                <a:lstStyle/>
                <a:p>
                  <a:pPr marL="723900" defTabSz="257810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2800" dirty="0">
                      <a:solidFill>
                        <a:srgbClr val="002060"/>
                      </a:solidFill>
                    </a:rPr>
                    <a:t>Find the column space of standard matrix </a:t>
                  </a:r>
                  <a14:m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.</a:t>
                  </a:r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CC3452D4-4B1B-E501-6FE6-D0E9D290B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001" y="2839196"/>
                  <a:ext cx="11556419" cy="1033416"/>
                </a:xfrm>
                <a:custGeom>
                  <a:avLst/>
                  <a:gdLst>
                    <a:gd name="connsiteX0" fmla="*/ 0 w 4693176"/>
                    <a:gd name="connsiteY0" fmla="*/ 0 h 1255998"/>
                    <a:gd name="connsiteX1" fmla="*/ 4065177 w 4693176"/>
                    <a:gd name="connsiteY1" fmla="*/ 0 h 1255998"/>
                    <a:gd name="connsiteX2" fmla="*/ 4693176 w 4693176"/>
                    <a:gd name="connsiteY2" fmla="*/ 627999 h 1255998"/>
                    <a:gd name="connsiteX3" fmla="*/ 4065177 w 4693176"/>
                    <a:gd name="connsiteY3" fmla="*/ 1255998 h 1255998"/>
                    <a:gd name="connsiteX4" fmla="*/ 0 w 4693176"/>
                    <a:gd name="connsiteY4" fmla="*/ 1255998 h 1255998"/>
                    <a:gd name="connsiteX5" fmla="*/ 0 w 4693176"/>
                    <a:gd name="connsiteY5" fmla="*/ 0 h 1255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93176" h="1255998">
                      <a:moveTo>
                        <a:pt x="4693176" y="1255997"/>
                      </a:moveTo>
                      <a:lnTo>
                        <a:pt x="627999" y="1255997"/>
                      </a:lnTo>
                      <a:lnTo>
                        <a:pt x="0" y="627999"/>
                      </a:lnTo>
                      <a:lnTo>
                        <a:pt x="627999" y="1"/>
                      </a:lnTo>
                      <a:lnTo>
                        <a:pt x="4693176" y="1"/>
                      </a:lnTo>
                      <a:lnTo>
                        <a:pt x="4693176" y="1255997"/>
                      </a:lnTo>
                      <a:close/>
                    </a:path>
                  </a:pathLst>
                </a:cu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356F939-2C47-F828-B9AB-96EEE0DF71E1}"/>
                </a:ext>
              </a:extLst>
            </p:cNvPr>
            <p:cNvSpPr/>
            <p:nvPr/>
          </p:nvSpPr>
          <p:spPr>
            <a:xfrm>
              <a:off x="261580" y="2820271"/>
              <a:ext cx="977871" cy="1033414"/>
            </a:xfrm>
            <a:prstGeom prst="ellipse">
              <a:avLst/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/>
              <a:r>
                <a:rPr lang="en-IN" sz="3600" b="1" dirty="0">
                  <a:solidFill>
                    <a:schemeClr val="tx1"/>
                  </a:solidFill>
                </a:rPr>
                <a:t>2</a:t>
              </a:r>
              <a:endParaRPr lang="en-IN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E0CEB79-6DEA-ECB5-E95F-7054867A038E}"/>
              </a:ext>
            </a:extLst>
          </p:cNvPr>
          <p:cNvGrpSpPr/>
          <p:nvPr/>
        </p:nvGrpSpPr>
        <p:grpSpPr>
          <a:xfrm>
            <a:off x="261580" y="5475292"/>
            <a:ext cx="11668840" cy="1033416"/>
            <a:chOff x="261580" y="5464364"/>
            <a:chExt cx="11668840" cy="10334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4057BF13-F5D4-D1C1-C226-BB014629FF1F}"/>
                    </a:ext>
                  </a:extLst>
                </p:cNvPr>
                <p:cNvSpPr/>
                <p:nvPr/>
              </p:nvSpPr>
              <p:spPr>
                <a:xfrm>
                  <a:off x="374001" y="5464364"/>
                  <a:ext cx="11556419" cy="1033416"/>
                </a:xfrm>
                <a:custGeom>
                  <a:avLst/>
                  <a:gdLst>
                    <a:gd name="connsiteX0" fmla="*/ 0 w 4693176"/>
                    <a:gd name="connsiteY0" fmla="*/ 0 h 1255998"/>
                    <a:gd name="connsiteX1" fmla="*/ 4065177 w 4693176"/>
                    <a:gd name="connsiteY1" fmla="*/ 0 h 1255998"/>
                    <a:gd name="connsiteX2" fmla="*/ 4693176 w 4693176"/>
                    <a:gd name="connsiteY2" fmla="*/ 627999 h 1255998"/>
                    <a:gd name="connsiteX3" fmla="*/ 4065177 w 4693176"/>
                    <a:gd name="connsiteY3" fmla="*/ 1255998 h 1255998"/>
                    <a:gd name="connsiteX4" fmla="*/ 0 w 4693176"/>
                    <a:gd name="connsiteY4" fmla="*/ 1255998 h 1255998"/>
                    <a:gd name="connsiteX5" fmla="*/ 0 w 4693176"/>
                    <a:gd name="connsiteY5" fmla="*/ 0 h 1255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93176" h="1255998">
                      <a:moveTo>
                        <a:pt x="4693176" y="1255997"/>
                      </a:moveTo>
                      <a:lnTo>
                        <a:pt x="627999" y="1255997"/>
                      </a:lnTo>
                      <a:lnTo>
                        <a:pt x="0" y="627999"/>
                      </a:lnTo>
                      <a:lnTo>
                        <a:pt x="627999" y="1"/>
                      </a:lnTo>
                      <a:lnTo>
                        <a:pt x="4693176" y="1"/>
                      </a:lnTo>
                      <a:lnTo>
                        <a:pt x="4693176" y="1255997"/>
                      </a:lnTo>
                      <a:close/>
                    </a:path>
                  </a:pathLst>
                </a:custGeom>
              </p:spPr>
              <p:style>
                <a:lnRef idx="2">
                  <a:schemeClr val="dk2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2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867859" tIns="220981" rIns="412496" bIns="220981" numCol="1" spcCol="1270" anchor="ctr" anchorCtr="0">
                  <a:noAutofit/>
                </a:bodyPr>
                <a:lstStyle/>
                <a:p>
                  <a:pPr marL="719138" lvl="0"/>
                  <a:r>
                    <a:rPr lang="en-US" sz="2800" dirty="0">
                      <a:solidFill>
                        <a:srgbClr val="002060"/>
                      </a:solidFill>
                    </a:rPr>
                    <a:t>Number of elements in basis of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dim</m:t>
                          </m:r>
                        </m:fName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𝐫𝐚𝐧𝐤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</m:d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.</a:t>
                  </a:r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4057BF13-F5D4-D1C1-C226-BB014629FF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001" y="5464364"/>
                  <a:ext cx="11556419" cy="1033416"/>
                </a:xfrm>
                <a:custGeom>
                  <a:avLst/>
                  <a:gdLst>
                    <a:gd name="connsiteX0" fmla="*/ 0 w 4693176"/>
                    <a:gd name="connsiteY0" fmla="*/ 0 h 1255998"/>
                    <a:gd name="connsiteX1" fmla="*/ 4065177 w 4693176"/>
                    <a:gd name="connsiteY1" fmla="*/ 0 h 1255998"/>
                    <a:gd name="connsiteX2" fmla="*/ 4693176 w 4693176"/>
                    <a:gd name="connsiteY2" fmla="*/ 627999 h 1255998"/>
                    <a:gd name="connsiteX3" fmla="*/ 4065177 w 4693176"/>
                    <a:gd name="connsiteY3" fmla="*/ 1255998 h 1255998"/>
                    <a:gd name="connsiteX4" fmla="*/ 0 w 4693176"/>
                    <a:gd name="connsiteY4" fmla="*/ 1255998 h 1255998"/>
                    <a:gd name="connsiteX5" fmla="*/ 0 w 4693176"/>
                    <a:gd name="connsiteY5" fmla="*/ 0 h 1255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93176" h="1255998">
                      <a:moveTo>
                        <a:pt x="4693176" y="1255997"/>
                      </a:moveTo>
                      <a:lnTo>
                        <a:pt x="627999" y="1255997"/>
                      </a:lnTo>
                      <a:lnTo>
                        <a:pt x="0" y="627999"/>
                      </a:lnTo>
                      <a:lnTo>
                        <a:pt x="627999" y="1"/>
                      </a:lnTo>
                      <a:lnTo>
                        <a:pt x="4693176" y="1"/>
                      </a:lnTo>
                      <a:lnTo>
                        <a:pt x="4693176" y="1255997"/>
                      </a:lnTo>
                      <a:close/>
                    </a:path>
                  </a:pathLst>
                </a:cu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B5C543B-B7FD-4357-F622-BBCD965A8C77}"/>
                </a:ext>
              </a:extLst>
            </p:cNvPr>
            <p:cNvSpPr/>
            <p:nvPr/>
          </p:nvSpPr>
          <p:spPr>
            <a:xfrm>
              <a:off x="261580" y="5464364"/>
              <a:ext cx="977871" cy="1033414"/>
            </a:xfrm>
            <a:prstGeom prst="ellipse">
              <a:avLst/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/>
              <a:r>
                <a:rPr lang="en-IN" sz="3600" b="1" dirty="0">
                  <a:solidFill>
                    <a:schemeClr val="tx1"/>
                  </a:solidFill>
                </a:rPr>
                <a:t>4</a:t>
              </a:r>
              <a:endParaRPr lang="en-IN" sz="2800" b="1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823446-A124-B2F2-69D7-C3DD37DE2378}"/>
                  </a:ext>
                </a:extLst>
              </p:cNvPr>
              <p:cNvSpPr txBox="1"/>
              <p:nvPr/>
            </p:nvSpPr>
            <p:spPr>
              <a:xfrm>
                <a:off x="262647" y="898702"/>
                <a:ext cx="8210144" cy="552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15000"/>
                  </a:lnSpc>
                  <a:spcAft>
                    <a:spcPts val="800"/>
                  </a:spcAft>
                  <a:buClr>
                    <a:srgbClr val="002060"/>
                  </a:buClr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Let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 :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be a </a:t>
                </a:r>
                <a:r>
                  <a:rPr lang="en-US" sz="2800" dirty="0">
                    <a:solidFill>
                      <a:srgbClr val="002060"/>
                    </a:solidFill>
                  </a:rPr>
                  <a:t>Linear Transformation</a:t>
                </a:r>
                <a:r>
                  <a:rPr lang="en-US" sz="2800" i="0" dirty="0">
                    <a:solidFill>
                      <a:srgbClr val="002060"/>
                    </a:solidFill>
                    <a:effectLst/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.</a:t>
                </a:r>
                <a:endParaRPr lang="en-IN" sz="2800" dirty="0">
                  <a:solidFill>
                    <a:srgbClr val="002060"/>
                  </a:solidFill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823446-A124-B2F2-69D7-C3DD37DE2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47" y="898702"/>
                <a:ext cx="8210144" cy="552074"/>
              </a:xfrm>
              <a:prstGeom prst="rect">
                <a:avLst/>
              </a:prstGeom>
              <a:blipFill>
                <a:blip r:embed="rId6"/>
                <a:stretch>
                  <a:fillRect l="-1485" t="-5495" b="-296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478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D1AF5-42B6-F09B-580B-00EDE577B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827EF-B810-45A7-7945-035220F8B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to Find the Nullity of </a:t>
            </a:r>
            <a:r>
              <a:rPr lang="en-US" sz="3200" dirty="0">
                <a:solidFill>
                  <a:schemeClr val="tx1"/>
                </a:solidFill>
              </a:rPr>
              <a:t>T</a:t>
            </a:r>
            <a:endParaRPr lang="en-I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F425504-3101-3934-E3E2-73C67638A0B3}"/>
              </a:ext>
            </a:extLst>
          </p:cNvPr>
          <p:cNvGrpSpPr/>
          <p:nvPr/>
        </p:nvGrpSpPr>
        <p:grpSpPr>
          <a:xfrm>
            <a:off x="135121" y="1694405"/>
            <a:ext cx="11930419" cy="1048463"/>
            <a:chOff x="261581" y="1435119"/>
            <a:chExt cx="11668839" cy="10484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543F6A12-7508-27FB-7F67-A1CEDBB740C1}"/>
                    </a:ext>
                  </a:extLst>
                </p:cNvPr>
                <p:cNvSpPr/>
                <p:nvPr/>
              </p:nvSpPr>
              <p:spPr>
                <a:xfrm>
                  <a:off x="359740" y="1450166"/>
                  <a:ext cx="11570680" cy="1033416"/>
                </a:xfrm>
                <a:custGeom>
                  <a:avLst/>
                  <a:gdLst>
                    <a:gd name="connsiteX0" fmla="*/ 0 w 4693176"/>
                    <a:gd name="connsiteY0" fmla="*/ 0 h 1255998"/>
                    <a:gd name="connsiteX1" fmla="*/ 4065177 w 4693176"/>
                    <a:gd name="connsiteY1" fmla="*/ 0 h 1255998"/>
                    <a:gd name="connsiteX2" fmla="*/ 4693176 w 4693176"/>
                    <a:gd name="connsiteY2" fmla="*/ 627999 h 1255998"/>
                    <a:gd name="connsiteX3" fmla="*/ 4065177 w 4693176"/>
                    <a:gd name="connsiteY3" fmla="*/ 1255998 h 1255998"/>
                    <a:gd name="connsiteX4" fmla="*/ 0 w 4693176"/>
                    <a:gd name="connsiteY4" fmla="*/ 1255998 h 1255998"/>
                    <a:gd name="connsiteX5" fmla="*/ 0 w 4693176"/>
                    <a:gd name="connsiteY5" fmla="*/ 0 h 1255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93176" h="1255998">
                      <a:moveTo>
                        <a:pt x="4693176" y="1255997"/>
                      </a:moveTo>
                      <a:lnTo>
                        <a:pt x="627999" y="1255997"/>
                      </a:lnTo>
                      <a:lnTo>
                        <a:pt x="0" y="627999"/>
                      </a:lnTo>
                      <a:lnTo>
                        <a:pt x="627999" y="1"/>
                      </a:lnTo>
                      <a:lnTo>
                        <a:pt x="4693176" y="1"/>
                      </a:lnTo>
                      <a:lnTo>
                        <a:pt x="4693176" y="1255997"/>
                      </a:lnTo>
                      <a:close/>
                    </a:path>
                  </a:pathLst>
                </a:custGeom>
              </p:spPr>
              <p:style>
                <a:lnRef idx="2">
                  <a:schemeClr val="dk2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2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867859" tIns="220981" rIns="412496" bIns="220981" numCol="1" spcCol="1270" anchor="ctr" anchorCtr="0">
                  <a:noAutofit/>
                </a:bodyPr>
                <a:lstStyle/>
                <a:p>
                  <a:pPr marL="447675" lvl="0" algn="just" defTabSz="2578100"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2800" dirty="0">
                      <a:solidFill>
                        <a:srgbClr val="002060"/>
                      </a:solidFill>
                    </a:rPr>
                    <a:t>Construct homogeneous system </a:t>
                  </a:r>
                  <a14:m>
                    <m:oMath xmlns:m="http://schemas.openxmlformats.org/officeDocument/2006/math"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</m:t>
                      </m:r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from the given linear transformation.</a:t>
                  </a:r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543F6A12-7508-27FB-7F67-A1CEDBB740C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740" y="1450166"/>
                  <a:ext cx="11570680" cy="1033416"/>
                </a:xfrm>
                <a:custGeom>
                  <a:avLst/>
                  <a:gdLst>
                    <a:gd name="connsiteX0" fmla="*/ 0 w 4693176"/>
                    <a:gd name="connsiteY0" fmla="*/ 0 h 1255998"/>
                    <a:gd name="connsiteX1" fmla="*/ 4065177 w 4693176"/>
                    <a:gd name="connsiteY1" fmla="*/ 0 h 1255998"/>
                    <a:gd name="connsiteX2" fmla="*/ 4693176 w 4693176"/>
                    <a:gd name="connsiteY2" fmla="*/ 627999 h 1255998"/>
                    <a:gd name="connsiteX3" fmla="*/ 4065177 w 4693176"/>
                    <a:gd name="connsiteY3" fmla="*/ 1255998 h 1255998"/>
                    <a:gd name="connsiteX4" fmla="*/ 0 w 4693176"/>
                    <a:gd name="connsiteY4" fmla="*/ 1255998 h 1255998"/>
                    <a:gd name="connsiteX5" fmla="*/ 0 w 4693176"/>
                    <a:gd name="connsiteY5" fmla="*/ 0 h 1255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93176" h="1255998">
                      <a:moveTo>
                        <a:pt x="4693176" y="1255997"/>
                      </a:moveTo>
                      <a:lnTo>
                        <a:pt x="627999" y="1255997"/>
                      </a:lnTo>
                      <a:lnTo>
                        <a:pt x="0" y="627999"/>
                      </a:lnTo>
                      <a:lnTo>
                        <a:pt x="627999" y="1"/>
                      </a:lnTo>
                      <a:lnTo>
                        <a:pt x="4693176" y="1"/>
                      </a:lnTo>
                      <a:lnTo>
                        <a:pt x="4693176" y="1255997"/>
                      </a:lnTo>
                      <a:close/>
                    </a:path>
                  </a:pathLst>
                </a:custGeom>
                <a:blipFill>
                  <a:blip r:embed="rId2"/>
                  <a:stretch>
                    <a:fillRect t="-1163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41A2777-A27A-9F6A-2286-E73A8A8B2D95}"/>
                </a:ext>
              </a:extLst>
            </p:cNvPr>
            <p:cNvSpPr/>
            <p:nvPr/>
          </p:nvSpPr>
          <p:spPr>
            <a:xfrm>
              <a:off x="261581" y="1435119"/>
              <a:ext cx="977871" cy="1033414"/>
            </a:xfrm>
            <a:prstGeom prst="ellipse">
              <a:avLst/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/>
              <a:r>
                <a:rPr lang="en-IN" sz="3600" b="1" dirty="0">
                  <a:solidFill>
                    <a:schemeClr val="tx1"/>
                  </a:solidFill>
                </a:rPr>
                <a:t>1</a:t>
              </a:r>
              <a:endParaRPr lang="en-IN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606EAD1-E046-C4F3-DFBB-B593FDFF11F0}"/>
              </a:ext>
            </a:extLst>
          </p:cNvPr>
          <p:cNvGrpSpPr/>
          <p:nvPr/>
        </p:nvGrpSpPr>
        <p:grpSpPr>
          <a:xfrm>
            <a:off x="135119" y="4133326"/>
            <a:ext cx="11930421" cy="1141842"/>
            <a:chOff x="261579" y="4217599"/>
            <a:chExt cx="11668841" cy="7637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E962F8C-90AD-0CDE-514C-5F9737A4D859}"/>
                    </a:ext>
                  </a:extLst>
                </p:cNvPr>
                <p:cNvSpPr/>
                <p:nvPr/>
              </p:nvSpPr>
              <p:spPr>
                <a:xfrm>
                  <a:off x="374003" y="4217599"/>
                  <a:ext cx="11556417" cy="763759"/>
                </a:xfrm>
                <a:custGeom>
                  <a:avLst/>
                  <a:gdLst>
                    <a:gd name="connsiteX0" fmla="*/ 0 w 4693176"/>
                    <a:gd name="connsiteY0" fmla="*/ 0 h 1255998"/>
                    <a:gd name="connsiteX1" fmla="*/ 4065177 w 4693176"/>
                    <a:gd name="connsiteY1" fmla="*/ 0 h 1255998"/>
                    <a:gd name="connsiteX2" fmla="*/ 4693176 w 4693176"/>
                    <a:gd name="connsiteY2" fmla="*/ 627999 h 1255998"/>
                    <a:gd name="connsiteX3" fmla="*/ 4065177 w 4693176"/>
                    <a:gd name="connsiteY3" fmla="*/ 1255998 h 1255998"/>
                    <a:gd name="connsiteX4" fmla="*/ 0 w 4693176"/>
                    <a:gd name="connsiteY4" fmla="*/ 1255998 h 1255998"/>
                    <a:gd name="connsiteX5" fmla="*/ 0 w 4693176"/>
                    <a:gd name="connsiteY5" fmla="*/ 0 h 1255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93176" h="1255998">
                      <a:moveTo>
                        <a:pt x="4693176" y="1255997"/>
                      </a:moveTo>
                      <a:lnTo>
                        <a:pt x="627999" y="1255997"/>
                      </a:lnTo>
                      <a:lnTo>
                        <a:pt x="0" y="627999"/>
                      </a:lnTo>
                      <a:lnTo>
                        <a:pt x="627999" y="1"/>
                      </a:lnTo>
                      <a:lnTo>
                        <a:pt x="4693176" y="1"/>
                      </a:lnTo>
                      <a:lnTo>
                        <a:pt x="4693176" y="1255997"/>
                      </a:lnTo>
                      <a:close/>
                    </a:path>
                  </a:pathLst>
                </a:custGeom>
              </p:spPr>
              <p:style>
                <a:lnRef idx="2">
                  <a:schemeClr val="dk2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2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867859" tIns="220981" rIns="412496" bIns="220981" numCol="1" spcCol="1270" anchor="ctr" anchorCtr="0">
                  <a:noAutofit/>
                </a:bodyPr>
                <a:lstStyle/>
                <a:p>
                  <a:pPr marL="723900" indent="-276225" defTabSz="257810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2800" dirty="0">
                      <a:solidFill>
                        <a:srgbClr val="002060"/>
                      </a:solidFill>
                    </a:rPr>
                    <a:t>Find the basis for </a:t>
                  </a:r>
                  <a14:m>
                    <m:oMath xmlns:m="http://schemas.openxmlformats.org/officeDocument/2006/math"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𝐤𝐞𝐫</m:t>
                      </m:r>
                      <m:r>
                        <a:rPr lang="en-US" sz="2800" b="1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800" b="1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</m:t>
                      </m:r>
                      <m:r>
                        <a:rPr lang="en-US" sz="2800" b="1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from the solution space.</a:t>
                  </a:r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E962F8C-90AD-0CDE-514C-5F9737A4D85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003" y="4217599"/>
                  <a:ext cx="11556417" cy="763759"/>
                </a:xfrm>
                <a:custGeom>
                  <a:avLst/>
                  <a:gdLst>
                    <a:gd name="connsiteX0" fmla="*/ 0 w 4693176"/>
                    <a:gd name="connsiteY0" fmla="*/ 0 h 1255998"/>
                    <a:gd name="connsiteX1" fmla="*/ 4065177 w 4693176"/>
                    <a:gd name="connsiteY1" fmla="*/ 0 h 1255998"/>
                    <a:gd name="connsiteX2" fmla="*/ 4693176 w 4693176"/>
                    <a:gd name="connsiteY2" fmla="*/ 627999 h 1255998"/>
                    <a:gd name="connsiteX3" fmla="*/ 4065177 w 4693176"/>
                    <a:gd name="connsiteY3" fmla="*/ 1255998 h 1255998"/>
                    <a:gd name="connsiteX4" fmla="*/ 0 w 4693176"/>
                    <a:gd name="connsiteY4" fmla="*/ 1255998 h 1255998"/>
                    <a:gd name="connsiteX5" fmla="*/ 0 w 4693176"/>
                    <a:gd name="connsiteY5" fmla="*/ 0 h 1255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93176" h="1255998">
                      <a:moveTo>
                        <a:pt x="4693176" y="1255997"/>
                      </a:moveTo>
                      <a:lnTo>
                        <a:pt x="627999" y="1255997"/>
                      </a:lnTo>
                      <a:lnTo>
                        <a:pt x="0" y="627999"/>
                      </a:lnTo>
                      <a:lnTo>
                        <a:pt x="627999" y="1"/>
                      </a:lnTo>
                      <a:lnTo>
                        <a:pt x="4693176" y="1"/>
                      </a:lnTo>
                      <a:lnTo>
                        <a:pt x="4693176" y="1255997"/>
                      </a:lnTo>
                      <a:close/>
                    </a:path>
                  </a:pathLst>
                </a:cu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181CCCE-F728-7D7A-5FE8-1827AB281AAB}"/>
                </a:ext>
              </a:extLst>
            </p:cNvPr>
            <p:cNvSpPr/>
            <p:nvPr/>
          </p:nvSpPr>
          <p:spPr>
            <a:xfrm>
              <a:off x="261579" y="4283761"/>
              <a:ext cx="977871" cy="691090"/>
            </a:xfrm>
            <a:prstGeom prst="ellipse">
              <a:avLst/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/>
              <a:r>
                <a:rPr lang="en-IN" sz="3600" b="1" dirty="0">
                  <a:solidFill>
                    <a:schemeClr val="tx1"/>
                  </a:solidFill>
                </a:rPr>
                <a:t>3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92582D3-B1FF-BD52-AF4D-1EE916000225}"/>
              </a:ext>
            </a:extLst>
          </p:cNvPr>
          <p:cNvGrpSpPr/>
          <p:nvPr/>
        </p:nvGrpSpPr>
        <p:grpSpPr>
          <a:xfrm>
            <a:off x="135120" y="2919333"/>
            <a:ext cx="11930420" cy="1052341"/>
            <a:chOff x="261580" y="2820271"/>
            <a:chExt cx="11668840" cy="1052341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9DD3CFE-01F8-E17B-55DA-57998B09A36E}"/>
                </a:ext>
              </a:extLst>
            </p:cNvPr>
            <p:cNvSpPr/>
            <p:nvPr/>
          </p:nvSpPr>
          <p:spPr>
            <a:xfrm>
              <a:off x="374001" y="2839196"/>
              <a:ext cx="11556419" cy="1033416"/>
            </a:xfrm>
            <a:custGeom>
              <a:avLst/>
              <a:gdLst>
                <a:gd name="connsiteX0" fmla="*/ 0 w 4693176"/>
                <a:gd name="connsiteY0" fmla="*/ 0 h 1255998"/>
                <a:gd name="connsiteX1" fmla="*/ 4065177 w 4693176"/>
                <a:gd name="connsiteY1" fmla="*/ 0 h 1255998"/>
                <a:gd name="connsiteX2" fmla="*/ 4693176 w 4693176"/>
                <a:gd name="connsiteY2" fmla="*/ 627999 h 1255998"/>
                <a:gd name="connsiteX3" fmla="*/ 4065177 w 4693176"/>
                <a:gd name="connsiteY3" fmla="*/ 1255998 h 1255998"/>
                <a:gd name="connsiteX4" fmla="*/ 0 w 4693176"/>
                <a:gd name="connsiteY4" fmla="*/ 1255998 h 1255998"/>
                <a:gd name="connsiteX5" fmla="*/ 0 w 4693176"/>
                <a:gd name="connsiteY5" fmla="*/ 0 h 1255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93176" h="1255998">
                  <a:moveTo>
                    <a:pt x="4693176" y="1255997"/>
                  </a:moveTo>
                  <a:lnTo>
                    <a:pt x="627999" y="1255997"/>
                  </a:lnTo>
                  <a:lnTo>
                    <a:pt x="0" y="627999"/>
                  </a:lnTo>
                  <a:lnTo>
                    <a:pt x="627999" y="1"/>
                  </a:lnTo>
                  <a:lnTo>
                    <a:pt x="4693176" y="1"/>
                  </a:lnTo>
                  <a:lnTo>
                    <a:pt x="4693176" y="1255997"/>
                  </a:lnTo>
                  <a:close/>
                </a:path>
              </a:pathLst>
            </a:cu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67859" tIns="220981" rIns="412496" bIns="220981" numCol="1" spcCol="1270" anchor="ctr" anchorCtr="0">
              <a:noAutofit/>
            </a:bodyPr>
            <a:lstStyle/>
            <a:p>
              <a:pPr marL="447675" algn="just" defTabSz="2578100">
                <a:lnSpc>
                  <a:spcPct val="12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dirty="0">
                  <a:solidFill>
                    <a:srgbClr val="002060"/>
                  </a:solidFill>
                </a:rPr>
                <a:t>Find the solution of homogeneous system and write down the solution space.</a:t>
              </a:r>
              <a:endParaRPr lang="en-IN" sz="2800" dirty="0">
                <a:solidFill>
                  <a:srgbClr val="002060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5C3BAE3-00AF-A0C5-CCCB-B8FFEF3AB9B6}"/>
                </a:ext>
              </a:extLst>
            </p:cNvPr>
            <p:cNvSpPr/>
            <p:nvPr/>
          </p:nvSpPr>
          <p:spPr>
            <a:xfrm>
              <a:off x="261580" y="2820271"/>
              <a:ext cx="977871" cy="1033414"/>
            </a:xfrm>
            <a:prstGeom prst="ellipse">
              <a:avLst/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/>
              <a:r>
                <a:rPr lang="en-IN" sz="3600" b="1" dirty="0">
                  <a:solidFill>
                    <a:schemeClr val="tx1"/>
                  </a:solidFill>
                </a:rPr>
                <a:t>2</a:t>
              </a:r>
              <a:endParaRPr lang="en-IN" sz="2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A7EB8A7-B5B7-F85C-4EDF-96612B61B144}"/>
              </a:ext>
            </a:extLst>
          </p:cNvPr>
          <p:cNvGrpSpPr/>
          <p:nvPr/>
        </p:nvGrpSpPr>
        <p:grpSpPr>
          <a:xfrm>
            <a:off x="135120" y="5417364"/>
            <a:ext cx="11930420" cy="1091344"/>
            <a:chOff x="261580" y="5464364"/>
            <a:chExt cx="11668840" cy="10334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2B2CF3C7-FE35-8923-7783-B1DA6ECEAFDF}"/>
                    </a:ext>
                  </a:extLst>
                </p:cNvPr>
                <p:cNvSpPr/>
                <p:nvPr/>
              </p:nvSpPr>
              <p:spPr>
                <a:xfrm>
                  <a:off x="374001" y="5464364"/>
                  <a:ext cx="11556419" cy="1033416"/>
                </a:xfrm>
                <a:custGeom>
                  <a:avLst/>
                  <a:gdLst>
                    <a:gd name="connsiteX0" fmla="*/ 0 w 4693176"/>
                    <a:gd name="connsiteY0" fmla="*/ 0 h 1255998"/>
                    <a:gd name="connsiteX1" fmla="*/ 4065177 w 4693176"/>
                    <a:gd name="connsiteY1" fmla="*/ 0 h 1255998"/>
                    <a:gd name="connsiteX2" fmla="*/ 4693176 w 4693176"/>
                    <a:gd name="connsiteY2" fmla="*/ 627999 h 1255998"/>
                    <a:gd name="connsiteX3" fmla="*/ 4065177 w 4693176"/>
                    <a:gd name="connsiteY3" fmla="*/ 1255998 h 1255998"/>
                    <a:gd name="connsiteX4" fmla="*/ 0 w 4693176"/>
                    <a:gd name="connsiteY4" fmla="*/ 1255998 h 1255998"/>
                    <a:gd name="connsiteX5" fmla="*/ 0 w 4693176"/>
                    <a:gd name="connsiteY5" fmla="*/ 0 h 1255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93176" h="1255998">
                      <a:moveTo>
                        <a:pt x="4693176" y="1255997"/>
                      </a:moveTo>
                      <a:lnTo>
                        <a:pt x="627999" y="1255997"/>
                      </a:lnTo>
                      <a:lnTo>
                        <a:pt x="0" y="627999"/>
                      </a:lnTo>
                      <a:lnTo>
                        <a:pt x="627999" y="1"/>
                      </a:lnTo>
                      <a:lnTo>
                        <a:pt x="4693176" y="1"/>
                      </a:lnTo>
                      <a:lnTo>
                        <a:pt x="4693176" y="1255997"/>
                      </a:lnTo>
                      <a:close/>
                    </a:path>
                  </a:pathLst>
                </a:custGeom>
              </p:spPr>
              <p:style>
                <a:lnRef idx="2">
                  <a:schemeClr val="dk2">
                    <a:shade val="8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2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867859" tIns="220981" rIns="412496" bIns="220981" numCol="1" spcCol="1270" anchor="ctr" anchorCtr="0">
                  <a:noAutofit/>
                </a:bodyPr>
                <a:lstStyle/>
                <a:p>
                  <a:pPr marL="808038" lvl="0" indent="-360363"/>
                  <a:r>
                    <a:rPr lang="en-US" sz="2800" dirty="0">
                      <a:solidFill>
                        <a:srgbClr val="002060"/>
                      </a:solidFill>
                    </a:rPr>
                    <a:t>Number of elements in basis of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ker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dim</m:t>
                          </m:r>
                        </m:fName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ker</m:t>
                              </m:r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𝐧𝐮𝐥𝐥𝐢𝐭𝐲</m:t>
                      </m:r>
                      <m:r>
                        <a:rPr lang="en-IN" sz="28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</m:t>
                      </m:r>
                      <m:r>
                        <a:rPr lang="en-IN" sz="28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.</a:t>
                  </a:r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2B2CF3C7-FE35-8923-7783-B1DA6ECEAF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001" y="5464364"/>
                  <a:ext cx="11556419" cy="1033416"/>
                </a:xfrm>
                <a:custGeom>
                  <a:avLst/>
                  <a:gdLst>
                    <a:gd name="connsiteX0" fmla="*/ 0 w 4693176"/>
                    <a:gd name="connsiteY0" fmla="*/ 0 h 1255998"/>
                    <a:gd name="connsiteX1" fmla="*/ 4065177 w 4693176"/>
                    <a:gd name="connsiteY1" fmla="*/ 0 h 1255998"/>
                    <a:gd name="connsiteX2" fmla="*/ 4693176 w 4693176"/>
                    <a:gd name="connsiteY2" fmla="*/ 627999 h 1255998"/>
                    <a:gd name="connsiteX3" fmla="*/ 4065177 w 4693176"/>
                    <a:gd name="connsiteY3" fmla="*/ 1255998 h 1255998"/>
                    <a:gd name="connsiteX4" fmla="*/ 0 w 4693176"/>
                    <a:gd name="connsiteY4" fmla="*/ 1255998 h 1255998"/>
                    <a:gd name="connsiteX5" fmla="*/ 0 w 4693176"/>
                    <a:gd name="connsiteY5" fmla="*/ 0 h 1255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93176" h="1255998">
                      <a:moveTo>
                        <a:pt x="4693176" y="1255997"/>
                      </a:moveTo>
                      <a:lnTo>
                        <a:pt x="627999" y="1255997"/>
                      </a:lnTo>
                      <a:lnTo>
                        <a:pt x="0" y="627999"/>
                      </a:lnTo>
                      <a:lnTo>
                        <a:pt x="627999" y="1"/>
                      </a:lnTo>
                      <a:lnTo>
                        <a:pt x="4693176" y="1"/>
                      </a:lnTo>
                      <a:lnTo>
                        <a:pt x="4693176" y="1255997"/>
                      </a:lnTo>
                      <a:close/>
                    </a:path>
                  </a:pathLst>
                </a:cu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E022ED4-3251-18AD-7F49-CB96A27C7166}"/>
                </a:ext>
              </a:extLst>
            </p:cNvPr>
            <p:cNvSpPr/>
            <p:nvPr/>
          </p:nvSpPr>
          <p:spPr>
            <a:xfrm>
              <a:off x="261580" y="5464364"/>
              <a:ext cx="977871" cy="1033414"/>
            </a:xfrm>
            <a:prstGeom prst="ellipse">
              <a:avLst/>
            </a:prstGeom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/>
              <a:r>
                <a:rPr lang="en-IN" sz="3600" b="1" dirty="0">
                  <a:solidFill>
                    <a:schemeClr val="tx1"/>
                  </a:solidFill>
                </a:rPr>
                <a:t>4</a:t>
              </a:r>
              <a:endParaRPr lang="en-IN" sz="2800" b="1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4E5A48-714A-CC93-1968-A442384252EC}"/>
                  </a:ext>
                </a:extLst>
              </p:cNvPr>
              <p:cNvSpPr txBox="1"/>
              <p:nvPr/>
            </p:nvSpPr>
            <p:spPr>
              <a:xfrm>
                <a:off x="262647" y="898702"/>
                <a:ext cx="8210144" cy="552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15000"/>
                  </a:lnSpc>
                  <a:spcAft>
                    <a:spcPts val="800"/>
                  </a:spcAft>
                  <a:buClr>
                    <a:srgbClr val="002060"/>
                  </a:buClr>
                </a:pPr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Let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 :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be a </a:t>
                </a:r>
                <a:r>
                  <a:rPr lang="en-US" sz="2800" dirty="0">
                    <a:solidFill>
                      <a:srgbClr val="002060"/>
                    </a:solidFill>
                  </a:rPr>
                  <a:t>Linear Transformation</a:t>
                </a:r>
                <a:r>
                  <a:rPr lang="en-US" sz="2800" i="0" dirty="0">
                    <a:solidFill>
                      <a:srgbClr val="002060"/>
                    </a:solidFill>
                    <a:effectLst/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.</a:t>
                </a:r>
                <a:endParaRPr lang="en-IN" sz="2800" dirty="0">
                  <a:solidFill>
                    <a:srgbClr val="002060"/>
                  </a:solidFill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4E5A48-714A-CC93-1968-A44238425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47" y="898702"/>
                <a:ext cx="8210144" cy="552074"/>
              </a:xfrm>
              <a:prstGeom prst="rect">
                <a:avLst/>
              </a:prstGeom>
              <a:blipFill>
                <a:blip r:embed="rId5"/>
                <a:stretch>
                  <a:fillRect l="-1485" t="-5495" b="-296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0209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E288B-C06D-ABD2-E484-ACFEED1D6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90AD8-A903-0285-7F7C-938B83562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Rank-Nullity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433DC723-3A13-AB37-9B77-E0019A1EBD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4718" y="925210"/>
                <a:ext cx="11706921" cy="110787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IN" sz="2800" dirty="0">
                    <a:solidFill>
                      <a:srgbClr val="00206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a linear transformation from a finite dimensional vector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8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𝐫𝐚𝐧𝐤</m:t>
                    </m:r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</m:d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𝐧𝐮𝐥𝐥𝐢𝐭𝐲</m:t>
                    </m:r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𝐓</m:t>
                        </m:r>
                      </m:e>
                    </m:d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𝐝𝐢𝐦</m:t>
                    </m:r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</m:d>
                    <m:r>
                      <a:rPr lang="en-IN" sz="2800" b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433DC723-3A13-AB37-9B77-E0019A1EB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18" y="925210"/>
                <a:ext cx="11706921" cy="1107871"/>
              </a:xfrm>
              <a:prstGeom prst="rect">
                <a:avLst/>
              </a:prstGeom>
              <a:blipFill>
                <a:blip r:embed="rId2"/>
                <a:stretch>
                  <a:fillRect l="-938" t="-1648" b="-24176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9A4A8BC-6263-96DE-8FF8-88004FE0DC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1994" y="3429000"/>
                <a:ext cx="10311320" cy="133622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 algn="l">
                  <a:lnSpc>
                    <a:spcPct val="150000"/>
                  </a:lnSpc>
                </a:pPr>
                <a:r>
                  <a:rPr lang="en-IN" dirty="0">
                    <a:solidFill>
                      <a:srgbClr val="002060"/>
                    </a:solidFill>
                  </a:rPr>
                  <a:t>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d>
                      <m:dPr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IN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ρ</m:t>
                    </m:r>
                    <m:d>
                      <m:dPr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d>
                    <m:r>
                      <a:rPr lang="en-IN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dirty="0">
                  <a:solidFill>
                    <a:srgbClr val="002060"/>
                  </a:solidFill>
                  <a:latin typeface="+mj-lt"/>
                </a:endParaRPr>
              </a:p>
              <a:p>
                <a:pPr marL="982663" lvl="1" indent="-525463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nullity</m:t>
                    </m:r>
                    <m:d>
                      <m:dPr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nullity</m:t>
                    </m:r>
                    <m: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IN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η</m:t>
                    </m:r>
                    <m:d>
                      <m:dPr>
                        <m:ctrlPr>
                          <a:rPr lang="en-IN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d>
                    <m:r>
                      <a:rPr lang="en-IN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  <a:latin typeface="+mj-lt"/>
                  </a:rPr>
                  <a:t>	</a:t>
                </a:r>
                <a:endParaRPr lang="en-IN" dirty="0">
                  <a:solidFill>
                    <a:srgbClr val="00206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Font typeface="Wingdings 3" panose="05040102010807070707" pitchFamily="18" charset="2"/>
                  <a:buNone/>
                </a:pPr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9A4A8BC-6263-96DE-8FF8-88004FE0D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94" y="3429000"/>
                <a:ext cx="10311320" cy="13362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BA38676-5B14-90ED-6815-CA23A184E496}"/>
              </a:ext>
            </a:extLst>
          </p:cNvPr>
          <p:cNvSpPr/>
          <p:nvPr/>
        </p:nvSpPr>
        <p:spPr>
          <a:xfrm>
            <a:off x="261994" y="2701194"/>
            <a:ext cx="1547351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Remarks:</a:t>
            </a:r>
          </a:p>
        </p:txBody>
      </p:sp>
    </p:spTree>
    <p:extLst>
      <p:ext uri="{BB962C8B-B14F-4D97-AF65-F5344CB8AC3E}">
        <p14:creationId xmlns:p14="http://schemas.microsoft.com/office/powerpoint/2010/main" val="45994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4C14E-2FED-C940-B4D2-7E7AD267B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E0BD8E2-1977-763A-D552-34DEEA26F65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E0BD8E2-1977-763A-D552-34DEEA26F6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2BC4A38F-493C-6ADE-AAB0-60440B7BCA5E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1BEFA83-0290-AA4E-60FA-141E90CAB918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157B570-DBC0-D141-40C8-A53842D3ECF0}"/>
                  </a:ext>
                </a:extLst>
              </p:cNvPr>
              <p:cNvSpPr txBox="1"/>
              <p:nvPr/>
            </p:nvSpPr>
            <p:spPr>
              <a:xfrm>
                <a:off x="1996951" y="778226"/>
                <a:ext cx="10195049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800" dirty="0">
                    <a:solidFill>
                      <a:srgbClr val="002060"/>
                    </a:solidFill>
                  </a:rPr>
                  <a:t>Find the standard matrix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∶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defined by </a:t>
                </a:r>
                <a:br>
                  <a:rPr lang="en-US" sz="2800" dirty="0">
                    <a:solidFill>
                      <a:srgbClr val="002060"/>
                    </a:solidFill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157B570-DBC0-D141-40C8-A53842D3E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951" y="778226"/>
                <a:ext cx="10195049" cy="954107"/>
              </a:xfrm>
              <a:prstGeom prst="rect">
                <a:avLst/>
              </a:prstGeom>
              <a:blipFill>
                <a:blip r:embed="rId3"/>
                <a:stretch>
                  <a:fillRect l="-1256" t="-6410" r="-1196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7ECF8C6-64E2-6FE4-7AC1-269F3BE495B3}"/>
                  </a:ext>
                </a:extLst>
              </p:cNvPr>
              <p:cNvSpPr txBox="1"/>
              <p:nvPr/>
            </p:nvSpPr>
            <p:spPr>
              <a:xfrm>
                <a:off x="1996951" y="1870861"/>
                <a:ext cx="33240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Standard basis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: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7ECF8C6-64E2-6FE4-7AC1-269F3BE49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951" y="1870861"/>
                <a:ext cx="3324079" cy="523220"/>
              </a:xfrm>
              <a:prstGeom prst="rect">
                <a:avLst/>
              </a:prstGeom>
              <a:blipFill>
                <a:blip r:embed="rId4"/>
                <a:stretch>
                  <a:fillRect l="-3853" t="-11628" r="-1284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2ED6EC7-33FA-C7DC-30F5-2050A007D50B}"/>
                  </a:ext>
                </a:extLst>
              </p:cNvPr>
              <p:cNvSpPr txBox="1"/>
              <p:nvPr/>
            </p:nvSpPr>
            <p:spPr>
              <a:xfrm>
                <a:off x="842278" y="2368508"/>
                <a:ext cx="323656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2ED6EC7-33FA-C7DC-30F5-2050A007D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78" y="2368508"/>
                <a:ext cx="323656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9AAB9A7C-0089-B8D5-0C16-3CEB8681511B}"/>
              </a:ext>
            </a:extLst>
          </p:cNvPr>
          <p:cNvSpPr/>
          <p:nvPr/>
        </p:nvSpPr>
        <p:spPr>
          <a:xfrm>
            <a:off x="122278" y="1858785"/>
            <a:ext cx="1440000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p:sp>
        <p:nvSpPr>
          <p:cNvPr id="47" name="Right Arrow 3">
            <a:extLst>
              <a:ext uri="{FF2B5EF4-FFF2-40B4-BE49-F238E27FC236}">
                <a16:creationId xmlns:a16="http://schemas.microsoft.com/office/drawing/2014/main" id="{8FE94050-F589-E368-2BDD-A6A578105E15}"/>
              </a:ext>
            </a:extLst>
          </p:cNvPr>
          <p:cNvSpPr/>
          <p:nvPr/>
        </p:nvSpPr>
        <p:spPr>
          <a:xfrm flipV="1">
            <a:off x="122278" y="2429677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58F794-3A4F-07A1-BC66-193748DA7785}"/>
                  </a:ext>
                </a:extLst>
              </p:cNvPr>
              <p:cNvSpPr txBox="1"/>
              <p:nvPr/>
            </p:nvSpPr>
            <p:spPr>
              <a:xfrm>
                <a:off x="5191328" y="1834239"/>
                <a:ext cx="68783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IN" sz="2800" dirty="0"/>
                  <a:t>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58F794-3A4F-07A1-BC66-193748DA7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328" y="1834239"/>
                <a:ext cx="687839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822AD5-356F-5205-48F1-885D11D1AAF4}"/>
                  </a:ext>
                </a:extLst>
              </p:cNvPr>
              <p:cNvSpPr txBox="1"/>
              <p:nvPr/>
            </p:nvSpPr>
            <p:spPr>
              <a:xfrm>
                <a:off x="1789890" y="2937359"/>
                <a:ext cx="105934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(1+0+0,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1+2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,2(1)+3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,3(1)+4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−0)</m:t>
                      </m:r>
                    </m:oMath>
                  </m:oMathPara>
                </a14:m>
                <a:endParaRPr lang="en-IN" sz="2800" b="0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822AD5-356F-5205-48F1-885D11D1A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890" y="2937359"/>
                <a:ext cx="1059342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646AA19-8DF7-82CE-27E0-081F2491F0BE}"/>
              </a:ext>
            </a:extLst>
          </p:cNvPr>
          <p:cNvCxnSpPr/>
          <p:nvPr/>
        </p:nvCxnSpPr>
        <p:spPr>
          <a:xfrm>
            <a:off x="2110903" y="1763194"/>
            <a:ext cx="910508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98A84A-C6F6-CEE7-A274-CA4C92B7AB05}"/>
                  </a:ext>
                </a:extLst>
              </p:cNvPr>
              <p:cNvSpPr txBox="1"/>
              <p:nvPr/>
            </p:nvSpPr>
            <p:spPr>
              <a:xfrm>
                <a:off x="818639" y="4310199"/>
                <a:ext cx="277641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98A84A-C6F6-CEE7-A274-CA4C92B7A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639" y="4310199"/>
                <a:ext cx="277641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00F9A3-1712-BDBC-E34E-7982A6B444FE}"/>
                  </a:ext>
                </a:extLst>
              </p:cNvPr>
              <p:cNvSpPr txBox="1"/>
              <p:nvPr/>
            </p:nvSpPr>
            <p:spPr>
              <a:xfrm>
                <a:off x="3511685" y="4318699"/>
                <a:ext cx="20492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00F9A3-1712-BDBC-E34E-7982A6B44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685" y="4318699"/>
                <a:ext cx="2049294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535A54-82ED-F6D8-120A-A7B15727859E}"/>
                  </a:ext>
                </a:extLst>
              </p:cNvPr>
              <p:cNvSpPr txBox="1"/>
              <p:nvPr/>
            </p:nvSpPr>
            <p:spPr>
              <a:xfrm>
                <a:off x="842278" y="5066660"/>
                <a:ext cx="277641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535A54-82ED-F6D8-120A-A7B157278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78" y="5066660"/>
                <a:ext cx="2776411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1142203-2015-E869-C35D-F6CB5A6AECA0}"/>
                  </a:ext>
                </a:extLst>
              </p:cNvPr>
              <p:cNvSpPr txBox="1"/>
              <p:nvPr/>
            </p:nvSpPr>
            <p:spPr>
              <a:xfrm>
                <a:off x="3511685" y="5087775"/>
                <a:ext cx="20492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1142203-2015-E869-C35D-F6CB5A6AE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685" y="5087775"/>
                <a:ext cx="2049294" cy="523220"/>
              </a:xfrm>
              <a:prstGeom prst="rect">
                <a:avLst/>
              </a:prstGeom>
              <a:blipFill>
                <a:blip r:embed="rId11"/>
                <a:stretch>
                  <a:fillRect r="-32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8B4FCA-7353-AC43-6409-68A458B7BD40}"/>
                  </a:ext>
                </a:extLst>
              </p:cNvPr>
              <p:cNvSpPr txBox="1"/>
              <p:nvPr/>
            </p:nvSpPr>
            <p:spPr>
              <a:xfrm>
                <a:off x="1789890" y="3553739"/>
                <a:ext cx="260701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=(1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2, 3)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8B4FCA-7353-AC43-6409-68A458B7B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890" y="3553739"/>
                <a:ext cx="2607011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Arrow 3">
            <a:extLst>
              <a:ext uri="{FF2B5EF4-FFF2-40B4-BE49-F238E27FC236}">
                <a16:creationId xmlns:a16="http://schemas.microsoft.com/office/drawing/2014/main" id="{D549E6C7-32E2-CD3C-C6D6-A586EB7D1760}"/>
              </a:ext>
            </a:extLst>
          </p:cNvPr>
          <p:cNvSpPr/>
          <p:nvPr/>
        </p:nvSpPr>
        <p:spPr>
          <a:xfrm flipV="1">
            <a:off x="122278" y="437703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6" name="Right Arrow 3">
            <a:extLst>
              <a:ext uri="{FF2B5EF4-FFF2-40B4-BE49-F238E27FC236}">
                <a16:creationId xmlns:a16="http://schemas.microsoft.com/office/drawing/2014/main" id="{38A59DC6-F928-AD76-8F0B-765EAA5B2C3C}"/>
              </a:ext>
            </a:extLst>
          </p:cNvPr>
          <p:cNvSpPr/>
          <p:nvPr/>
        </p:nvSpPr>
        <p:spPr>
          <a:xfrm flipV="1">
            <a:off x="122278" y="513254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8CE1795-C9AF-2355-88E1-96923C1D4F5E}"/>
              </a:ext>
            </a:extLst>
          </p:cNvPr>
          <p:cNvCxnSpPr>
            <a:cxnSpLocks/>
          </p:cNvCxnSpPr>
          <p:nvPr/>
        </p:nvCxnSpPr>
        <p:spPr>
          <a:xfrm>
            <a:off x="6546718" y="3638575"/>
            <a:ext cx="0" cy="281292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F157BDE-4765-3AFF-915D-0E8B4703740C}"/>
              </a:ext>
            </a:extLst>
          </p:cNvPr>
          <p:cNvSpPr txBox="1"/>
          <p:nvPr/>
        </p:nvSpPr>
        <p:spPr>
          <a:xfrm>
            <a:off x="6663447" y="3507531"/>
            <a:ext cx="48261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0" dirty="0">
                <a:solidFill>
                  <a:srgbClr val="002060"/>
                </a:solidFill>
                <a:latin typeface="+mj-lt"/>
              </a:rPr>
              <a:t>The standard matrix is</a:t>
            </a:r>
            <a:endParaRPr lang="en-IN" sz="2800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4DAC3E8-AA2A-E537-519D-5299A5E652A8}"/>
                  </a:ext>
                </a:extLst>
              </p:cNvPr>
              <p:cNvSpPr txBox="1"/>
              <p:nvPr/>
            </p:nvSpPr>
            <p:spPr>
              <a:xfrm>
                <a:off x="6692632" y="4949346"/>
                <a:ext cx="108746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4DAC3E8-AA2A-E537-519D-5299A5E65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2632" y="4949346"/>
                <a:ext cx="1087469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705E5D2-E058-5B05-664E-B64C1C7F6A8B}"/>
                  </a:ext>
                </a:extLst>
              </p:cNvPr>
              <p:cNvSpPr txBox="1"/>
              <p:nvPr/>
            </p:nvSpPr>
            <p:spPr>
              <a:xfrm>
                <a:off x="8044777" y="3921315"/>
                <a:ext cx="51394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705E5D2-E058-5B05-664E-B64C1C7F6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4777" y="3921315"/>
                <a:ext cx="513940" cy="267765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Left Bracket 26">
            <a:extLst>
              <a:ext uri="{FF2B5EF4-FFF2-40B4-BE49-F238E27FC236}">
                <a16:creationId xmlns:a16="http://schemas.microsoft.com/office/drawing/2014/main" id="{77B4780B-FB30-049D-700D-AFA66074CA93}"/>
              </a:ext>
            </a:extLst>
          </p:cNvPr>
          <p:cNvSpPr/>
          <p:nvPr/>
        </p:nvSpPr>
        <p:spPr>
          <a:xfrm>
            <a:off x="7898864" y="4133837"/>
            <a:ext cx="145913" cy="2205447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AEF3FE1-F16F-A0E1-9C3D-4F53BADFACC9}"/>
                  </a:ext>
                </a:extLst>
              </p:cNvPr>
              <p:cNvSpPr txBox="1"/>
              <p:nvPr/>
            </p:nvSpPr>
            <p:spPr>
              <a:xfrm>
                <a:off x="8721663" y="3921315"/>
                <a:ext cx="51394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AEF3FE1-F16F-A0E1-9C3D-4F53BADFA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1663" y="3921315"/>
                <a:ext cx="513940" cy="267765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564F2D7-81D2-A683-7D27-E53F449AE71D}"/>
                  </a:ext>
                </a:extLst>
              </p:cNvPr>
              <p:cNvSpPr txBox="1"/>
              <p:nvPr/>
            </p:nvSpPr>
            <p:spPr>
              <a:xfrm>
                <a:off x="9295597" y="3921315"/>
                <a:ext cx="51394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IN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564F2D7-81D2-A683-7D27-E53F449AE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5597" y="3921315"/>
                <a:ext cx="513940" cy="2677656"/>
              </a:xfrm>
              <a:prstGeom prst="rect">
                <a:avLst/>
              </a:prstGeom>
              <a:blipFill>
                <a:blip r:embed="rId16"/>
                <a:stretch>
                  <a:fillRect r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Left Bracket 29">
            <a:extLst>
              <a:ext uri="{FF2B5EF4-FFF2-40B4-BE49-F238E27FC236}">
                <a16:creationId xmlns:a16="http://schemas.microsoft.com/office/drawing/2014/main" id="{96B261CF-B9A1-FA89-8585-5DADC1928EBF}"/>
              </a:ext>
            </a:extLst>
          </p:cNvPr>
          <p:cNvSpPr/>
          <p:nvPr/>
        </p:nvSpPr>
        <p:spPr>
          <a:xfrm flipH="1">
            <a:off x="10087580" y="4163055"/>
            <a:ext cx="150261" cy="2205447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B0FAB2-CEBE-D126-3749-098EE9B87A0B}"/>
              </a:ext>
            </a:extLst>
          </p:cNvPr>
          <p:cNvSpPr/>
          <p:nvPr/>
        </p:nvSpPr>
        <p:spPr>
          <a:xfrm>
            <a:off x="2206844" y="3566543"/>
            <a:ext cx="1616126" cy="506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indent="-457200">
              <a:lnSpc>
                <a:spcPct val="150000"/>
              </a:lnSpc>
            </a:pPr>
            <a:endParaRPr lang="en-IN" sz="2000" b="1" dirty="0">
              <a:solidFill>
                <a:srgbClr val="FF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BAC7983-7DB6-B886-E146-C6939FB61FF9}"/>
              </a:ext>
            </a:extLst>
          </p:cNvPr>
          <p:cNvSpPr/>
          <p:nvPr/>
        </p:nvSpPr>
        <p:spPr>
          <a:xfrm>
            <a:off x="3924457" y="4357158"/>
            <a:ext cx="1616126" cy="506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indent="-457200">
              <a:lnSpc>
                <a:spcPct val="150000"/>
              </a:lnSpc>
            </a:pPr>
            <a:endParaRPr lang="en-IN" sz="2000" b="1" dirty="0">
              <a:solidFill>
                <a:srgbClr val="FF000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0B879BA-5E83-0ED7-4006-9B09547F6BCB}"/>
              </a:ext>
            </a:extLst>
          </p:cNvPr>
          <p:cNvSpPr/>
          <p:nvPr/>
        </p:nvSpPr>
        <p:spPr>
          <a:xfrm>
            <a:off x="3944853" y="5125810"/>
            <a:ext cx="2397584" cy="506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indent="-457200">
              <a:lnSpc>
                <a:spcPct val="150000"/>
              </a:lnSpc>
            </a:pPr>
            <a:endParaRPr lang="en-IN" sz="20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E2F8B5A-57BF-36DF-64FF-2E4268A8CE8A}"/>
                  </a:ext>
                </a:extLst>
              </p:cNvPr>
              <p:cNvSpPr txBox="1"/>
              <p:nvPr/>
            </p:nvSpPr>
            <p:spPr>
              <a:xfrm>
                <a:off x="10237841" y="6106892"/>
                <a:ext cx="14964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IN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E2F8B5A-57BF-36DF-64FF-2E4268A8C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7841" y="6106892"/>
                <a:ext cx="1496497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8645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9" grpId="0"/>
      <p:bldP spid="47" grpId="0" animBg="1"/>
      <p:bldP spid="3" grpId="0"/>
      <p:bldP spid="7" grpId="0"/>
      <p:bldP spid="11" grpId="0"/>
      <p:bldP spid="12" grpId="0"/>
      <p:bldP spid="13" grpId="0"/>
      <p:bldP spid="14" grpId="0"/>
      <p:bldP spid="9" grpId="0"/>
      <p:bldP spid="15" grpId="0" animBg="1"/>
      <p:bldP spid="16" grpId="0" animBg="1"/>
      <p:bldP spid="21" grpId="0"/>
      <p:bldP spid="23" grpId="0"/>
      <p:bldP spid="26" grpId="0"/>
      <p:bldP spid="27" grpId="0" animBg="1"/>
      <p:bldP spid="28" grpId="0"/>
      <p:bldP spid="29" grpId="0"/>
      <p:bldP spid="30" grpId="0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2FBB-9545-710F-4F45-B33DA576C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A6E4F61-20EF-776E-C2E5-8A1A8BFE2B4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Example:2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A6E4F61-20EF-776E-C2E5-8A1A8BFE2B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A4645984-A7A7-65A0-68C2-A8D38DA00993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E7DF7AC-776C-560C-F3A0-E2583CDDCC41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5C8823-808A-64BC-FE20-229212BEE445}"/>
                  </a:ext>
                </a:extLst>
              </p:cNvPr>
              <p:cNvSpPr txBox="1"/>
              <p:nvPr/>
            </p:nvSpPr>
            <p:spPr>
              <a:xfrm>
                <a:off x="1996951" y="778226"/>
                <a:ext cx="10195049" cy="10095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∶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be the linear transformation defined by</a:t>
                </a:r>
                <a:br>
                  <a:rPr lang="en-US" sz="2800" dirty="0">
                    <a:solidFill>
                      <a:srgbClr val="002060"/>
                    </a:solidFill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d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d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Find the matrix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5C8823-808A-64BC-FE20-229212BEE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951" y="778226"/>
                <a:ext cx="10195049" cy="1009572"/>
              </a:xfrm>
              <a:prstGeom prst="rect">
                <a:avLst/>
              </a:prstGeom>
              <a:blipFill>
                <a:blip r:embed="rId3"/>
                <a:stretch>
                  <a:fillRect l="-1256" t="-6667" r="-1196" b="-13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B4B9AD-E9B3-EFD6-9FBE-77491C172CB6}"/>
                  </a:ext>
                </a:extLst>
              </p:cNvPr>
              <p:cNvSpPr txBox="1"/>
              <p:nvPr/>
            </p:nvSpPr>
            <p:spPr>
              <a:xfrm>
                <a:off x="2002803" y="1946777"/>
                <a:ext cx="376182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Standard basis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B4B9AD-E9B3-EFD6-9FBE-77491C172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2803" y="1946777"/>
                <a:ext cx="3761823" cy="523220"/>
              </a:xfrm>
              <a:prstGeom prst="rect">
                <a:avLst/>
              </a:prstGeom>
              <a:blipFill>
                <a:blip r:embed="rId4"/>
                <a:stretch>
                  <a:fillRect l="-3404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B8B054A-0D65-117A-F641-8EEF0FD4DE49}"/>
                  </a:ext>
                </a:extLst>
              </p:cNvPr>
              <p:cNvSpPr txBox="1"/>
              <p:nvPr/>
            </p:nvSpPr>
            <p:spPr>
              <a:xfrm>
                <a:off x="842278" y="2592244"/>
                <a:ext cx="13464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B8B054A-0D65-117A-F641-8EEF0FD4D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78" y="2592244"/>
                <a:ext cx="134644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61298A5-C466-0604-0637-77510A96BAE0}"/>
              </a:ext>
            </a:extLst>
          </p:cNvPr>
          <p:cNvSpPr/>
          <p:nvPr/>
        </p:nvSpPr>
        <p:spPr>
          <a:xfrm>
            <a:off x="122278" y="1926081"/>
            <a:ext cx="1440000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p:sp>
        <p:nvSpPr>
          <p:cNvPr id="47" name="Right Arrow 3">
            <a:extLst>
              <a:ext uri="{FF2B5EF4-FFF2-40B4-BE49-F238E27FC236}">
                <a16:creationId xmlns:a16="http://schemas.microsoft.com/office/drawing/2014/main" id="{ADABAB1A-3262-BBDB-1179-853D3DAFEF87}"/>
              </a:ext>
            </a:extLst>
          </p:cNvPr>
          <p:cNvSpPr/>
          <p:nvPr/>
        </p:nvSpPr>
        <p:spPr>
          <a:xfrm flipV="1">
            <a:off x="122278" y="2653413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2DFDE48-8678-19E3-867E-2D9BE710FAD5}"/>
                  </a:ext>
                </a:extLst>
              </p:cNvPr>
              <p:cNvSpPr txBox="1"/>
              <p:nvPr/>
            </p:nvSpPr>
            <p:spPr>
              <a:xfrm>
                <a:off x="5446974" y="1946777"/>
                <a:ext cx="8882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lang="en-IN" sz="2800" dirty="0"/>
                  <a:t> 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2DFDE48-8678-19E3-867E-2D9BE710F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6974" y="1946777"/>
                <a:ext cx="88822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D44354-0FEE-A9BA-4F87-99BD9E371FD5}"/>
                  </a:ext>
                </a:extLst>
              </p:cNvPr>
              <p:cNvSpPr txBox="1"/>
              <p:nvPr/>
            </p:nvSpPr>
            <p:spPr>
              <a:xfrm>
                <a:off x="1653702" y="3714347"/>
                <a:ext cx="325876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b="0" i="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=</a:t>
                </a:r>
                <a:r>
                  <a:rPr lang="en-IN" sz="2800" b="0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0</a:t>
                </a:r>
                <a:r>
                  <a:rPr lang="en-IN" sz="2800" b="0" i="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(1)+</a:t>
                </a:r>
                <a:r>
                  <a:rPr lang="en-IN" sz="2800" b="0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IN" sz="2800" b="0" i="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(x)+</a:t>
                </a:r>
                <a:r>
                  <a:rPr lang="en-IN" sz="2800" b="0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0</a:t>
                </a:r>
                <a:r>
                  <a:rPr lang="en-IN" sz="2800" b="0" i="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800" b="0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D44354-0FEE-A9BA-4F87-99BD9E371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3702" y="3714347"/>
                <a:ext cx="3258765" cy="523220"/>
              </a:xfrm>
              <a:prstGeom prst="rect">
                <a:avLst/>
              </a:prstGeom>
              <a:blipFill>
                <a:blip r:embed="rId7"/>
                <a:stretch>
                  <a:fillRect l="-3738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0D999E-29A9-39BD-ECDA-3A936B2EB3B0}"/>
              </a:ext>
            </a:extLst>
          </p:cNvPr>
          <p:cNvCxnSpPr>
            <a:cxnSpLocks/>
          </p:cNvCxnSpPr>
          <p:nvPr/>
        </p:nvCxnSpPr>
        <p:spPr>
          <a:xfrm>
            <a:off x="2110903" y="1792378"/>
            <a:ext cx="263619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F532995-9996-9772-178E-F00B8EDD7BBC}"/>
                  </a:ext>
                </a:extLst>
              </p:cNvPr>
              <p:cNvSpPr txBox="1"/>
              <p:nvPr/>
            </p:nvSpPr>
            <p:spPr>
              <a:xfrm>
                <a:off x="842278" y="4396942"/>
                <a:ext cx="134644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F532995-9996-9772-178E-F00B8EDD7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78" y="4396942"/>
                <a:ext cx="134644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Arrow 3">
            <a:extLst>
              <a:ext uri="{FF2B5EF4-FFF2-40B4-BE49-F238E27FC236}">
                <a16:creationId xmlns:a16="http://schemas.microsoft.com/office/drawing/2014/main" id="{47535C61-8B08-6CA6-C0AA-95429BD58D4E}"/>
              </a:ext>
            </a:extLst>
          </p:cNvPr>
          <p:cNvSpPr/>
          <p:nvPr/>
        </p:nvSpPr>
        <p:spPr>
          <a:xfrm flipV="1">
            <a:off x="122277" y="4463920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198B574-09D9-2EBF-BFD8-6AE1F2035268}"/>
              </a:ext>
            </a:extLst>
          </p:cNvPr>
          <p:cNvCxnSpPr>
            <a:cxnSpLocks/>
          </p:cNvCxnSpPr>
          <p:nvPr/>
        </p:nvCxnSpPr>
        <p:spPr>
          <a:xfrm>
            <a:off x="6096000" y="2727373"/>
            <a:ext cx="0" cy="364112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2BA5DA6-3243-6EEE-EDBD-55F070C71F3B}"/>
              </a:ext>
            </a:extLst>
          </p:cNvPr>
          <p:cNvSpPr txBox="1"/>
          <p:nvPr/>
        </p:nvSpPr>
        <p:spPr>
          <a:xfrm>
            <a:off x="6379953" y="2731442"/>
            <a:ext cx="48261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0" dirty="0">
                <a:solidFill>
                  <a:srgbClr val="002060"/>
                </a:solidFill>
                <a:latin typeface="+mj-lt"/>
              </a:rPr>
              <a:t>The standard matrix is</a:t>
            </a:r>
            <a:endParaRPr lang="en-IN" sz="2800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53983CA-03D8-2885-B83E-B0F4C9566CAB}"/>
                  </a:ext>
                </a:extLst>
              </p:cNvPr>
              <p:cNvSpPr txBox="1"/>
              <p:nvPr/>
            </p:nvSpPr>
            <p:spPr>
              <a:xfrm>
                <a:off x="6379953" y="4282693"/>
                <a:ext cx="10502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53983CA-03D8-2885-B83E-B0F4C9566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953" y="4282693"/>
                <a:ext cx="105023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DED67B6-8ABE-EFA1-3E87-26158F73285F}"/>
                  </a:ext>
                </a:extLst>
              </p:cNvPr>
              <p:cNvSpPr txBox="1"/>
              <p:nvPr/>
            </p:nvSpPr>
            <p:spPr>
              <a:xfrm>
                <a:off x="7776338" y="3560008"/>
                <a:ext cx="51394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DED67B6-8ABE-EFA1-3E87-26158F732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6338" y="3560008"/>
                <a:ext cx="513940" cy="203132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Left Bracket 26">
            <a:extLst>
              <a:ext uri="{FF2B5EF4-FFF2-40B4-BE49-F238E27FC236}">
                <a16:creationId xmlns:a16="http://schemas.microsoft.com/office/drawing/2014/main" id="{6506F317-52BB-88F6-60D5-3BE089DE9EBB}"/>
              </a:ext>
            </a:extLst>
          </p:cNvPr>
          <p:cNvSpPr/>
          <p:nvPr/>
        </p:nvSpPr>
        <p:spPr>
          <a:xfrm>
            <a:off x="7597592" y="3683984"/>
            <a:ext cx="145913" cy="1771847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382192-9B12-6D49-526F-4A329A8DE7F9}"/>
                  </a:ext>
                </a:extLst>
              </p:cNvPr>
              <p:cNvSpPr txBox="1"/>
              <p:nvPr/>
            </p:nvSpPr>
            <p:spPr>
              <a:xfrm>
                <a:off x="8371751" y="3580206"/>
                <a:ext cx="51394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382192-9B12-6D49-526F-4A329A8DE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1751" y="3580206"/>
                <a:ext cx="513940" cy="203132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Left Bracket 29">
            <a:extLst>
              <a:ext uri="{FF2B5EF4-FFF2-40B4-BE49-F238E27FC236}">
                <a16:creationId xmlns:a16="http://schemas.microsoft.com/office/drawing/2014/main" id="{F5F5EA6C-E708-71CE-96BC-2A11515FC0EF}"/>
              </a:ext>
            </a:extLst>
          </p:cNvPr>
          <p:cNvSpPr/>
          <p:nvPr/>
        </p:nvSpPr>
        <p:spPr>
          <a:xfrm flipH="1">
            <a:off x="8875959" y="3687299"/>
            <a:ext cx="150261" cy="1771847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E77DAD0-2696-14BA-4986-5ED6E5EF29AF}"/>
              </a:ext>
            </a:extLst>
          </p:cNvPr>
          <p:cNvSpPr/>
          <p:nvPr/>
        </p:nvSpPr>
        <p:spPr>
          <a:xfrm>
            <a:off x="1603300" y="3748374"/>
            <a:ext cx="3258765" cy="506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indent="-457200">
              <a:lnSpc>
                <a:spcPct val="150000"/>
              </a:lnSpc>
            </a:pPr>
            <a:endParaRPr lang="en-IN" sz="20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98530DA-EE58-3353-E2EB-C37D0438EF80}"/>
                  </a:ext>
                </a:extLst>
              </p:cNvPr>
              <p:cNvSpPr txBox="1"/>
              <p:nvPr/>
            </p:nvSpPr>
            <p:spPr>
              <a:xfrm>
                <a:off x="9052624" y="5221805"/>
                <a:ext cx="14964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IN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98530DA-EE58-3353-E2EB-C37D0438E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2624" y="5221805"/>
                <a:ext cx="1496497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E167A74-19DB-F4E2-C472-125598184952}"/>
                  </a:ext>
                </a:extLst>
              </p:cNvPr>
              <p:cNvSpPr txBox="1"/>
              <p:nvPr/>
            </p:nvSpPr>
            <p:spPr>
              <a:xfrm>
                <a:off x="6435836" y="1950770"/>
                <a:ext cx="44747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and Standard basis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E167A74-19DB-F4E2-C472-125598184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836" y="1950770"/>
                <a:ext cx="4474722" cy="523220"/>
              </a:xfrm>
              <a:prstGeom prst="rect">
                <a:avLst/>
              </a:prstGeom>
              <a:blipFill>
                <a:blip r:embed="rId13"/>
                <a:stretch>
                  <a:fillRect l="-2861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E8E7CD9-B99A-5518-B5BF-AF2326FBDDF5}"/>
                  </a:ext>
                </a:extLst>
              </p:cNvPr>
              <p:cNvSpPr txBox="1"/>
              <p:nvPr/>
            </p:nvSpPr>
            <p:spPr>
              <a:xfrm>
                <a:off x="10460864" y="1950770"/>
                <a:ext cx="14905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IN" sz="2800" dirty="0"/>
                  <a:t> 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E8E7CD9-B99A-5518-B5BF-AF2326FBD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0864" y="1950770"/>
                <a:ext cx="1490553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24D008A-9245-D42B-DF2D-4C82495EBAB5}"/>
                  </a:ext>
                </a:extLst>
              </p:cNvPr>
              <p:cNvSpPr txBox="1"/>
              <p:nvPr/>
            </p:nvSpPr>
            <p:spPr>
              <a:xfrm>
                <a:off x="1642879" y="5079537"/>
                <a:ext cx="20492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24D008A-9245-D42B-DF2D-4C82495EB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2879" y="5079537"/>
                <a:ext cx="2049294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8906F85-16DB-A888-5566-C9EFED00410B}"/>
                  </a:ext>
                </a:extLst>
              </p:cNvPr>
              <p:cNvSpPr txBox="1"/>
              <p:nvPr/>
            </p:nvSpPr>
            <p:spPr>
              <a:xfrm>
                <a:off x="1562278" y="5710999"/>
                <a:ext cx="325876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b="0" i="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=</a:t>
                </a:r>
                <a:r>
                  <a:rPr lang="en-IN" sz="2800" b="0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0</a:t>
                </a:r>
                <a:r>
                  <a:rPr lang="en-IN" sz="2800" b="0" i="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(1)+</a:t>
                </a:r>
                <a:r>
                  <a:rPr lang="en-IN" sz="2800" b="0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0</a:t>
                </a:r>
                <a:r>
                  <a:rPr lang="en-IN" sz="2800" b="0" i="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(x)+</a:t>
                </a:r>
                <a:r>
                  <a:rPr lang="en-IN" sz="2800" b="0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IN" sz="2800" b="0" i="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800" b="0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8906F85-16DB-A888-5566-C9EFED004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278" y="5710999"/>
                <a:ext cx="3258765" cy="523220"/>
              </a:xfrm>
              <a:prstGeom prst="rect">
                <a:avLst/>
              </a:prstGeom>
              <a:blipFill>
                <a:blip r:embed="rId16"/>
                <a:stretch>
                  <a:fillRect l="-3738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77693CD8-FAE5-5E59-093E-FD1C2D2BF5D5}"/>
              </a:ext>
            </a:extLst>
          </p:cNvPr>
          <p:cNvSpPr/>
          <p:nvPr/>
        </p:nvSpPr>
        <p:spPr>
          <a:xfrm>
            <a:off x="1603300" y="5745025"/>
            <a:ext cx="3104219" cy="506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indent="-457200">
              <a:lnSpc>
                <a:spcPct val="150000"/>
              </a:lnSpc>
            </a:pPr>
            <a:endParaRPr lang="en-IN" sz="20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31BE327-3945-92F2-0568-447AD0FCF249}"/>
                  </a:ext>
                </a:extLst>
              </p:cNvPr>
              <p:cNvSpPr txBox="1"/>
              <p:nvPr/>
            </p:nvSpPr>
            <p:spPr>
              <a:xfrm>
                <a:off x="1642879" y="3121471"/>
                <a:ext cx="10894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31BE327-3945-92F2-0568-447AD0FCF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2879" y="3121471"/>
                <a:ext cx="1089497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11E57A6-56CC-7074-AAAF-0480C8BC17DC}"/>
                  </a:ext>
                </a:extLst>
              </p:cNvPr>
              <p:cNvSpPr txBox="1"/>
              <p:nvPr/>
            </p:nvSpPr>
            <p:spPr>
              <a:xfrm>
                <a:off x="2059133" y="2578239"/>
                <a:ext cx="11607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11E57A6-56CC-7074-AAAF-0480C8BC1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133" y="2578239"/>
                <a:ext cx="1160717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718439D-C85B-9998-9030-3707D1FF83CC}"/>
                  </a:ext>
                </a:extLst>
              </p:cNvPr>
              <p:cNvSpPr txBox="1"/>
              <p:nvPr/>
            </p:nvSpPr>
            <p:spPr>
              <a:xfrm>
                <a:off x="2103771" y="4396942"/>
                <a:ext cx="126848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718439D-C85B-9998-9030-3707D1FF8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771" y="4396942"/>
                <a:ext cx="1268485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FBEFEAF-77D5-1F8B-A07C-06AAFC37CC17}"/>
              </a:ext>
            </a:extLst>
          </p:cNvPr>
          <p:cNvCxnSpPr>
            <a:cxnSpLocks/>
          </p:cNvCxnSpPr>
          <p:nvPr/>
        </p:nvCxnSpPr>
        <p:spPr>
          <a:xfrm>
            <a:off x="10629722" y="2478896"/>
            <a:ext cx="118955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657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9" grpId="0"/>
      <p:bldP spid="47" grpId="0" animBg="1"/>
      <p:bldP spid="3" grpId="0"/>
      <p:bldP spid="7" grpId="0"/>
      <p:bldP spid="11" grpId="0"/>
      <p:bldP spid="15" grpId="0" animBg="1"/>
      <p:bldP spid="21" grpId="0"/>
      <p:bldP spid="23" grpId="0"/>
      <p:bldP spid="26" grpId="0"/>
      <p:bldP spid="27" grpId="0" animBg="1"/>
      <p:bldP spid="28" grpId="0"/>
      <p:bldP spid="30" grpId="0" animBg="1"/>
      <p:bldP spid="31" grpId="0" animBg="1"/>
      <p:bldP spid="31" grpId="1" animBg="1"/>
      <p:bldP spid="36" grpId="0"/>
      <p:bldP spid="20" grpId="0"/>
      <p:bldP spid="22" grpId="0"/>
      <p:bldP spid="24" grpId="0"/>
      <p:bldP spid="25" grpId="0"/>
      <p:bldP spid="34" grpId="0" animBg="1"/>
      <p:bldP spid="34" grpId="1" animBg="1"/>
      <p:bldP spid="37" grpId="0"/>
      <p:bldP spid="41" grpId="0"/>
      <p:bldP spid="4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9BE77-929C-7201-4292-478FE38A8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4E438A6-1609-BF2A-1623-0182A067EF0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4E438A6-1609-BF2A-1623-0182A067EF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7442171D-9997-67ED-6A78-04CDD8C273D9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FCA5DA1-48DF-1AE1-FB2C-68E220872AC3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3E7103-70AD-99EB-6975-67DEC188D6DF}"/>
                  </a:ext>
                </a:extLst>
              </p:cNvPr>
              <p:cNvSpPr txBox="1"/>
              <p:nvPr/>
            </p:nvSpPr>
            <p:spPr>
              <a:xfrm>
                <a:off x="1846481" y="712799"/>
                <a:ext cx="10345519" cy="1720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800" dirty="0">
                    <a:solidFill>
                      <a:srgbClr val="00206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𝕄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2×2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𝕄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2×2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a linear transformation defined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MA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 Find the standard matrix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relative to the standard basis.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3E7103-70AD-99EB-6975-67DEC188D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481" y="712799"/>
                <a:ext cx="10345519" cy="1720984"/>
              </a:xfrm>
              <a:prstGeom prst="rect">
                <a:avLst/>
              </a:prstGeom>
              <a:blipFill>
                <a:blip r:embed="rId3"/>
                <a:stretch>
                  <a:fillRect l="-1237" t="-3901" r="-1179" b="-9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F08AB4-2A37-FAB9-3AB3-3E2CBDF54A8D}"/>
                  </a:ext>
                </a:extLst>
              </p:cNvPr>
              <p:cNvSpPr txBox="1"/>
              <p:nvPr/>
            </p:nvSpPr>
            <p:spPr>
              <a:xfrm>
                <a:off x="1846481" y="3324457"/>
                <a:ext cx="9515425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F08AB4-2A37-FAB9-3AB3-3E2CBDF54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481" y="3324457"/>
                <a:ext cx="9515425" cy="8107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FE10DAD-47E2-3993-F5C9-AE51BDFA5B80}"/>
              </a:ext>
            </a:extLst>
          </p:cNvPr>
          <p:cNvSpPr/>
          <p:nvPr/>
        </p:nvSpPr>
        <p:spPr>
          <a:xfrm>
            <a:off x="132936" y="2721964"/>
            <a:ext cx="1440000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765B0E-18C9-D1DB-6C00-C71823F49628}"/>
                  </a:ext>
                </a:extLst>
              </p:cNvPr>
              <p:cNvSpPr txBox="1"/>
              <p:nvPr/>
            </p:nvSpPr>
            <p:spPr>
              <a:xfrm>
                <a:off x="1846481" y="2612761"/>
                <a:ext cx="411657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Standard basis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𝕄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2×2</m:t>
                        </m:r>
                      </m:sub>
                    </m:sSub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are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765B0E-18C9-D1DB-6C00-C71823F49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481" y="2612761"/>
                <a:ext cx="4116574" cy="523220"/>
              </a:xfrm>
              <a:prstGeom prst="rect">
                <a:avLst/>
              </a:prstGeom>
              <a:blipFill>
                <a:blip r:embed="rId5"/>
                <a:stretch>
                  <a:fillRect l="-3111" t="-12941" r="-4000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8545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8C0B4-831A-09D3-2C97-635E4FA01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C006DD1-4806-1DF4-01F6-1F2F5CA7FDD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C006DD1-4806-1DF4-01F6-1F2F5CA7FD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3ADDD4-3398-B8D0-2656-9D4E248AE99D}"/>
                  </a:ext>
                </a:extLst>
              </p:cNvPr>
              <p:cNvSpPr txBox="1"/>
              <p:nvPr/>
            </p:nvSpPr>
            <p:spPr>
              <a:xfrm>
                <a:off x="190372" y="953761"/>
                <a:ext cx="21911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3ADDD4-3398-B8D0-2656-9D4E248AE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372" y="953761"/>
                <a:ext cx="2191131" cy="523220"/>
              </a:xfrm>
              <a:prstGeom prst="rect">
                <a:avLst/>
              </a:prstGeom>
              <a:blipFill>
                <a:blip r:embed="rId3"/>
                <a:stretch>
                  <a:fillRect l="-5556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B1E9021-964F-0097-5F54-278F7D74F49E}"/>
                  </a:ext>
                </a:extLst>
              </p:cNvPr>
              <p:cNvSpPr txBox="1"/>
              <p:nvPr/>
            </p:nvSpPr>
            <p:spPr>
              <a:xfrm>
                <a:off x="2101705" y="1844526"/>
                <a:ext cx="3175398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B1E9021-964F-0097-5F54-278F7D74F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705" y="1844526"/>
                <a:ext cx="3175398" cy="8107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354306E-C640-5C9E-4412-C48A96A94282}"/>
                  </a:ext>
                </a:extLst>
              </p:cNvPr>
              <p:cNvSpPr txBox="1"/>
              <p:nvPr/>
            </p:nvSpPr>
            <p:spPr>
              <a:xfrm>
                <a:off x="2101705" y="2765982"/>
                <a:ext cx="1939985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354306E-C640-5C9E-4412-C48A96A94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705" y="2765982"/>
                <a:ext cx="1939985" cy="8107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A6987D-488E-C44B-90BB-EADBA0AAFF05}"/>
                  </a:ext>
                </a:extLst>
              </p:cNvPr>
              <p:cNvSpPr txBox="1"/>
              <p:nvPr/>
            </p:nvSpPr>
            <p:spPr>
              <a:xfrm>
                <a:off x="2101704" y="3788650"/>
                <a:ext cx="8079985" cy="859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A6987D-488E-C44B-90BB-EADBA0AAF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704" y="3788650"/>
                <a:ext cx="8079985" cy="8592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911D68-24C2-2C28-050E-BD41534FCCDF}"/>
                  </a:ext>
                </a:extLst>
              </p:cNvPr>
              <p:cNvSpPr txBox="1"/>
              <p:nvPr/>
            </p:nvSpPr>
            <p:spPr>
              <a:xfrm>
                <a:off x="873246" y="4811318"/>
                <a:ext cx="563231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911D68-24C2-2C28-050E-BD41534FC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46" y="4811318"/>
                <a:ext cx="563231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F5C2C73D-612F-8358-3EAF-67907A44EC18}"/>
              </a:ext>
            </a:extLst>
          </p:cNvPr>
          <p:cNvGrpSpPr/>
          <p:nvPr/>
        </p:nvGrpSpPr>
        <p:grpSpPr>
          <a:xfrm>
            <a:off x="7003915" y="872463"/>
            <a:ext cx="5097294" cy="863541"/>
            <a:chOff x="7003915" y="872463"/>
            <a:chExt cx="5097294" cy="8635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04B61FF-CD89-ED26-1B1B-DAD9E50B24AD}"/>
                    </a:ext>
                  </a:extLst>
                </p:cNvPr>
                <p:cNvSpPr txBox="1"/>
                <p:nvPr/>
              </p:nvSpPr>
              <p:spPr>
                <a:xfrm>
                  <a:off x="7003915" y="872464"/>
                  <a:ext cx="5097294" cy="8107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MA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, where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04B61FF-CD89-ED26-1B1B-DAD9E50B24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3915" y="872464"/>
                  <a:ext cx="5097294" cy="810799"/>
                </a:xfrm>
                <a:prstGeom prst="rect">
                  <a:avLst/>
                </a:prstGeom>
                <a:blipFill>
                  <a:blip r:embed="rId8"/>
                  <a:stretch>
                    <a:fillRect b="-300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307F70D-987F-8597-63E6-6CCA71C1302E}"/>
                </a:ext>
              </a:extLst>
            </p:cNvPr>
            <p:cNvSpPr/>
            <p:nvPr/>
          </p:nvSpPr>
          <p:spPr>
            <a:xfrm>
              <a:off x="7003915" y="872463"/>
              <a:ext cx="4997713" cy="86354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FF1F82D-5DF6-3254-775D-A27D52863BB5}"/>
              </a:ext>
            </a:extLst>
          </p:cNvPr>
          <p:cNvGrpSpPr/>
          <p:nvPr/>
        </p:nvGrpSpPr>
        <p:grpSpPr>
          <a:xfrm>
            <a:off x="2381502" y="5624253"/>
            <a:ext cx="9544223" cy="1626086"/>
            <a:chOff x="2381502" y="5624253"/>
            <a:chExt cx="8872915" cy="16260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163E5AA-9759-168F-B7DC-BDA844572386}"/>
                    </a:ext>
                  </a:extLst>
                </p:cNvPr>
                <p:cNvSpPr txBox="1"/>
                <p:nvPr/>
              </p:nvSpPr>
              <p:spPr>
                <a:xfrm>
                  <a:off x="2381503" y="5624253"/>
                  <a:ext cx="8872914" cy="16260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163E5AA-9759-168F-B7DC-BDA8445723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1503" y="5624253"/>
                  <a:ext cx="8872914" cy="162608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B2BB168-2539-385B-2FDB-11981BFCEA59}"/>
                </a:ext>
              </a:extLst>
            </p:cNvPr>
            <p:cNvSpPr/>
            <p:nvPr/>
          </p:nvSpPr>
          <p:spPr>
            <a:xfrm>
              <a:off x="2381502" y="5624253"/>
              <a:ext cx="8197148" cy="86354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22B728-E1A0-62D8-E2AC-8666CF7BE239}"/>
                  </a:ext>
                </a:extLst>
              </p:cNvPr>
              <p:cNvSpPr txBox="1"/>
              <p:nvPr/>
            </p:nvSpPr>
            <p:spPr>
              <a:xfrm>
                <a:off x="2101705" y="828347"/>
                <a:ext cx="2492713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22B728-E1A0-62D8-E2AC-8666CF7BE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705" y="828347"/>
                <a:ext cx="2492713" cy="8107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248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6" grpId="0"/>
      <p:bldP spid="3" grpId="0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D3FCD-7B43-3524-A562-09126E67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7E92476-8F42-E62A-FED5-B1BDFBBD459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7E92476-8F42-E62A-FED5-B1BDFBBD45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76986C-8621-DFDD-ABD4-B5C332931643}"/>
                  </a:ext>
                </a:extLst>
              </p:cNvPr>
              <p:cNvSpPr txBox="1"/>
              <p:nvPr/>
            </p:nvSpPr>
            <p:spPr>
              <a:xfrm>
                <a:off x="190372" y="953761"/>
                <a:ext cx="21911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76986C-8621-DFDD-ABD4-B5C332931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372" y="953761"/>
                <a:ext cx="2191131" cy="523220"/>
              </a:xfrm>
              <a:prstGeom prst="rect">
                <a:avLst/>
              </a:prstGeom>
              <a:blipFill>
                <a:blip r:embed="rId3"/>
                <a:stretch>
                  <a:fillRect l="-5556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08D65A3-70C1-EE5E-3501-1F7BD6D92617}"/>
                  </a:ext>
                </a:extLst>
              </p:cNvPr>
              <p:cNvSpPr txBox="1"/>
              <p:nvPr/>
            </p:nvSpPr>
            <p:spPr>
              <a:xfrm>
                <a:off x="2101705" y="1844526"/>
                <a:ext cx="3175398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08D65A3-70C1-EE5E-3501-1F7BD6D92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705" y="1844526"/>
                <a:ext cx="3175398" cy="8107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DC08EB-EB99-7F87-51AE-87F7134BBCF1}"/>
                  </a:ext>
                </a:extLst>
              </p:cNvPr>
              <p:cNvSpPr txBox="1"/>
              <p:nvPr/>
            </p:nvSpPr>
            <p:spPr>
              <a:xfrm>
                <a:off x="2101705" y="2765982"/>
                <a:ext cx="1939985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DC08EB-EB99-7F87-51AE-87F7134BB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705" y="2765982"/>
                <a:ext cx="1939985" cy="8107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2EBC4F0-D311-45CE-483F-EB5FD331027D}"/>
                  </a:ext>
                </a:extLst>
              </p:cNvPr>
              <p:cNvSpPr txBox="1"/>
              <p:nvPr/>
            </p:nvSpPr>
            <p:spPr>
              <a:xfrm>
                <a:off x="2101705" y="3788650"/>
                <a:ext cx="7582864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2EBC4F0-D311-45CE-483F-EB5FD3310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705" y="3788650"/>
                <a:ext cx="7582864" cy="8107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3FAE14-6233-FDD2-7D7F-CDDD6F671D57}"/>
                  </a:ext>
                </a:extLst>
              </p:cNvPr>
              <p:cNvSpPr txBox="1"/>
              <p:nvPr/>
            </p:nvSpPr>
            <p:spPr>
              <a:xfrm>
                <a:off x="1352145" y="4811318"/>
                <a:ext cx="54474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3FAE14-6233-FDD2-7D7F-CDDD6F671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145" y="4811318"/>
                <a:ext cx="544748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7F49DC03-0E4C-95B6-9DB7-AA6AC36EB395}"/>
              </a:ext>
            </a:extLst>
          </p:cNvPr>
          <p:cNvGrpSpPr/>
          <p:nvPr/>
        </p:nvGrpSpPr>
        <p:grpSpPr>
          <a:xfrm>
            <a:off x="7003915" y="872463"/>
            <a:ext cx="5097294" cy="863541"/>
            <a:chOff x="7003915" y="872463"/>
            <a:chExt cx="5097294" cy="8635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FD83462-1197-1E14-4A13-D6AB8FE03B34}"/>
                    </a:ext>
                  </a:extLst>
                </p:cNvPr>
                <p:cNvSpPr txBox="1"/>
                <p:nvPr/>
              </p:nvSpPr>
              <p:spPr>
                <a:xfrm>
                  <a:off x="7003915" y="872464"/>
                  <a:ext cx="5097294" cy="8107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MA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, where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FD83462-1197-1E14-4A13-D6AB8FE03B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3915" y="872464"/>
                  <a:ext cx="5097294" cy="810799"/>
                </a:xfrm>
                <a:prstGeom prst="rect">
                  <a:avLst/>
                </a:prstGeom>
                <a:blipFill>
                  <a:blip r:embed="rId8"/>
                  <a:stretch>
                    <a:fillRect b="-300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AFA7546-B7FA-4763-3097-B5E615C0F20C}"/>
                </a:ext>
              </a:extLst>
            </p:cNvPr>
            <p:cNvSpPr/>
            <p:nvPr/>
          </p:nvSpPr>
          <p:spPr>
            <a:xfrm>
              <a:off x="7003915" y="872463"/>
              <a:ext cx="4997713" cy="86354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F448986-3761-7ADD-4428-FC4F02561BD6}"/>
              </a:ext>
            </a:extLst>
          </p:cNvPr>
          <p:cNvGrpSpPr/>
          <p:nvPr/>
        </p:nvGrpSpPr>
        <p:grpSpPr>
          <a:xfrm>
            <a:off x="2381504" y="5624253"/>
            <a:ext cx="8786506" cy="863541"/>
            <a:chOff x="2381503" y="5624253"/>
            <a:chExt cx="9320871" cy="8635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8253F5E-B0E9-A552-4A8F-8DA9FE182522}"/>
                    </a:ext>
                  </a:extLst>
                </p:cNvPr>
                <p:cNvSpPr txBox="1"/>
                <p:nvPr/>
              </p:nvSpPr>
              <p:spPr>
                <a:xfrm>
                  <a:off x="2381503" y="5624253"/>
                  <a:ext cx="9320871" cy="8592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8253F5E-B0E9-A552-4A8F-8DA9FE1825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1503" y="5624253"/>
                  <a:ext cx="9320871" cy="8592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DD01023-169C-6477-2E93-0A4992A7E3D4}"/>
                </a:ext>
              </a:extLst>
            </p:cNvPr>
            <p:cNvSpPr/>
            <p:nvPr/>
          </p:nvSpPr>
          <p:spPr>
            <a:xfrm>
              <a:off x="2381503" y="5624253"/>
              <a:ext cx="9320871" cy="86354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86AAE3B-C194-CDFB-331E-6E2FDA292234}"/>
                  </a:ext>
                </a:extLst>
              </p:cNvPr>
              <p:cNvSpPr txBox="1"/>
              <p:nvPr/>
            </p:nvSpPr>
            <p:spPr>
              <a:xfrm>
                <a:off x="2101705" y="828347"/>
                <a:ext cx="2492713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86AAE3B-C194-CDFB-331E-6E2FDA292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705" y="828347"/>
                <a:ext cx="2492713" cy="8107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3456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6" grpId="0"/>
      <p:bldP spid="3" grpId="0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0FEF7-573A-C826-C555-65B0E7F82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F71765F-1B47-C6F4-45B5-DFFE941FA3B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F71765F-1B47-C6F4-45B5-DFFE941FA3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78659A-3D51-B4DF-8CA3-7EF91BE26788}"/>
                  </a:ext>
                </a:extLst>
              </p:cNvPr>
              <p:cNvSpPr txBox="1"/>
              <p:nvPr/>
            </p:nvSpPr>
            <p:spPr>
              <a:xfrm>
                <a:off x="190372" y="953761"/>
                <a:ext cx="21911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78659A-3D51-B4DF-8CA3-7EF91BE26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372" y="953761"/>
                <a:ext cx="2191131" cy="523220"/>
              </a:xfrm>
              <a:prstGeom prst="rect">
                <a:avLst/>
              </a:prstGeom>
              <a:blipFill>
                <a:blip r:embed="rId3"/>
                <a:stretch>
                  <a:fillRect l="-5556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991E5C-C59D-9B96-67A5-4302A77580BA}"/>
                  </a:ext>
                </a:extLst>
              </p:cNvPr>
              <p:cNvSpPr txBox="1"/>
              <p:nvPr/>
            </p:nvSpPr>
            <p:spPr>
              <a:xfrm>
                <a:off x="2101705" y="1844526"/>
                <a:ext cx="3175398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991E5C-C59D-9B96-67A5-4302A7758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705" y="1844526"/>
                <a:ext cx="3175398" cy="8107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1726362-47F0-71C5-36F2-66102861D3B8}"/>
                  </a:ext>
                </a:extLst>
              </p:cNvPr>
              <p:cNvSpPr txBox="1"/>
              <p:nvPr/>
            </p:nvSpPr>
            <p:spPr>
              <a:xfrm>
                <a:off x="2101705" y="2765982"/>
                <a:ext cx="1939985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1726362-47F0-71C5-36F2-66102861D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705" y="2765982"/>
                <a:ext cx="1939985" cy="8107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09F0ED-0892-DD8B-A84F-B5B14753FEC8}"/>
                  </a:ext>
                </a:extLst>
              </p:cNvPr>
              <p:cNvSpPr txBox="1"/>
              <p:nvPr/>
            </p:nvSpPr>
            <p:spPr>
              <a:xfrm>
                <a:off x="2101705" y="3788650"/>
                <a:ext cx="7582864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09F0ED-0892-DD8B-A84F-B5B14753F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705" y="3788650"/>
                <a:ext cx="7582864" cy="8107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0616C0C-6873-8A8B-9183-84058A3F460A}"/>
                  </a:ext>
                </a:extLst>
              </p:cNvPr>
              <p:cNvSpPr txBox="1"/>
              <p:nvPr/>
            </p:nvSpPr>
            <p:spPr>
              <a:xfrm>
                <a:off x="817123" y="4811318"/>
                <a:ext cx="55739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0616C0C-6873-8A8B-9183-84058A3F4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123" y="4811318"/>
                <a:ext cx="557394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6CCA43A5-849D-90EE-7C12-F0A6EB627841}"/>
              </a:ext>
            </a:extLst>
          </p:cNvPr>
          <p:cNvGrpSpPr/>
          <p:nvPr/>
        </p:nvGrpSpPr>
        <p:grpSpPr>
          <a:xfrm>
            <a:off x="7003915" y="872463"/>
            <a:ext cx="5097294" cy="863541"/>
            <a:chOff x="7003915" y="872463"/>
            <a:chExt cx="5097294" cy="8635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88DC8DB-0096-0887-6A1E-C38359185094}"/>
                    </a:ext>
                  </a:extLst>
                </p:cNvPr>
                <p:cNvSpPr txBox="1"/>
                <p:nvPr/>
              </p:nvSpPr>
              <p:spPr>
                <a:xfrm>
                  <a:off x="7003915" y="872464"/>
                  <a:ext cx="5097294" cy="8107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MA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, where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88DC8DB-0096-0887-6A1E-C383591850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3915" y="872464"/>
                  <a:ext cx="5097294" cy="810799"/>
                </a:xfrm>
                <a:prstGeom prst="rect">
                  <a:avLst/>
                </a:prstGeom>
                <a:blipFill>
                  <a:blip r:embed="rId8"/>
                  <a:stretch>
                    <a:fillRect b="-300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6D67812-231B-7F66-0F32-9D438856EC8E}"/>
                </a:ext>
              </a:extLst>
            </p:cNvPr>
            <p:cNvSpPr/>
            <p:nvPr/>
          </p:nvSpPr>
          <p:spPr>
            <a:xfrm>
              <a:off x="7003915" y="872463"/>
              <a:ext cx="4997713" cy="86354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7DD1E6-0B56-536B-B8D6-46BDB0313DA0}"/>
              </a:ext>
            </a:extLst>
          </p:cNvPr>
          <p:cNvGrpSpPr/>
          <p:nvPr/>
        </p:nvGrpSpPr>
        <p:grpSpPr>
          <a:xfrm>
            <a:off x="2381503" y="5624253"/>
            <a:ext cx="8868699" cy="863541"/>
            <a:chOff x="2381503" y="5624253"/>
            <a:chExt cx="9515425" cy="8635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EFD15CD-2BC1-C4D6-7BF5-CD63A7818B20}"/>
                    </a:ext>
                  </a:extLst>
                </p:cNvPr>
                <p:cNvSpPr txBox="1"/>
                <p:nvPr/>
              </p:nvSpPr>
              <p:spPr>
                <a:xfrm>
                  <a:off x="2381503" y="5624253"/>
                  <a:ext cx="9515425" cy="8107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EFD15CD-2BC1-C4D6-7BF5-CD63A7818B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1503" y="5624253"/>
                  <a:ext cx="9515425" cy="8107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60B85F0-9F94-2353-4494-6FD386A8283F}"/>
                </a:ext>
              </a:extLst>
            </p:cNvPr>
            <p:cNvSpPr/>
            <p:nvPr/>
          </p:nvSpPr>
          <p:spPr>
            <a:xfrm>
              <a:off x="2381503" y="5624253"/>
              <a:ext cx="9515425" cy="86354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B52BEC4-D5DE-25D2-58AB-EF03D49C6BC1}"/>
                  </a:ext>
                </a:extLst>
              </p:cNvPr>
              <p:cNvSpPr txBox="1"/>
              <p:nvPr/>
            </p:nvSpPr>
            <p:spPr>
              <a:xfrm>
                <a:off x="2101705" y="828347"/>
                <a:ext cx="2492713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B52BEC4-D5DE-25D2-58AB-EF03D49C6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705" y="828347"/>
                <a:ext cx="2492713" cy="8107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1915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6" grpId="0"/>
      <p:bldP spid="3" grpId="0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AC380-2509-C759-48F6-1FF0B0B8D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2DF9462-54C7-A8BD-78C0-7F2751563AB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2DF9462-54C7-A8BD-78C0-7F2751563A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3FCC80-B674-47F5-A9A3-577F722ECFF8}"/>
                  </a:ext>
                </a:extLst>
              </p:cNvPr>
              <p:cNvSpPr txBox="1"/>
              <p:nvPr/>
            </p:nvSpPr>
            <p:spPr>
              <a:xfrm>
                <a:off x="190372" y="953761"/>
                <a:ext cx="21911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3FCC80-B674-47F5-A9A3-577F722EC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372" y="953761"/>
                <a:ext cx="2191131" cy="523220"/>
              </a:xfrm>
              <a:prstGeom prst="rect">
                <a:avLst/>
              </a:prstGeom>
              <a:blipFill>
                <a:blip r:embed="rId3"/>
                <a:stretch>
                  <a:fillRect l="-5556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37863A-18F5-05C0-87D9-31B7CCBA8D13}"/>
                  </a:ext>
                </a:extLst>
              </p:cNvPr>
              <p:cNvSpPr txBox="1"/>
              <p:nvPr/>
            </p:nvSpPr>
            <p:spPr>
              <a:xfrm>
                <a:off x="2101705" y="1844526"/>
                <a:ext cx="3175398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37863A-18F5-05C0-87D9-31B7CCBA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705" y="1844526"/>
                <a:ext cx="3175398" cy="8107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966F57D-C2FF-CDC2-CEAD-FA8945C82F35}"/>
                  </a:ext>
                </a:extLst>
              </p:cNvPr>
              <p:cNvSpPr txBox="1"/>
              <p:nvPr/>
            </p:nvSpPr>
            <p:spPr>
              <a:xfrm>
                <a:off x="2101705" y="2765982"/>
                <a:ext cx="1939985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966F57D-C2FF-CDC2-CEAD-FA8945C82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705" y="2765982"/>
                <a:ext cx="1939985" cy="8107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5F1345-66F1-1A45-5C81-8A2D0B173E4E}"/>
                  </a:ext>
                </a:extLst>
              </p:cNvPr>
              <p:cNvSpPr txBox="1"/>
              <p:nvPr/>
            </p:nvSpPr>
            <p:spPr>
              <a:xfrm>
                <a:off x="2101705" y="3788650"/>
                <a:ext cx="7582864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5F1345-66F1-1A45-5C81-8A2D0B173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705" y="3788650"/>
                <a:ext cx="7582864" cy="8107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83A2A1-D1F9-46D8-61AA-1A36177B13A8}"/>
                  </a:ext>
                </a:extLst>
              </p:cNvPr>
              <p:cNvSpPr txBox="1"/>
              <p:nvPr/>
            </p:nvSpPr>
            <p:spPr>
              <a:xfrm>
                <a:off x="865763" y="4811318"/>
                <a:ext cx="547667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83A2A1-D1F9-46D8-61AA-1A36177B1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763" y="4811318"/>
                <a:ext cx="547667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E0ABD5D5-497E-6A48-51A5-DDB9EEB068B1}"/>
              </a:ext>
            </a:extLst>
          </p:cNvPr>
          <p:cNvGrpSpPr/>
          <p:nvPr/>
        </p:nvGrpSpPr>
        <p:grpSpPr>
          <a:xfrm>
            <a:off x="7003915" y="872463"/>
            <a:ext cx="5097294" cy="863541"/>
            <a:chOff x="7003915" y="872463"/>
            <a:chExt cx="5097294" cy="8635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84F8A2A-1061-5324-11C1-DEEF29DE47FE}"/>
                    </a:ext>
                  </a:extLst>
                </p:cNvPr>
                <p:cNvSpPr txBox="1"/>
                <p:nvPr/>
              </p:nvSpPr>
              <p:spPr>
                <a:xfrm>
                  <a:off x="7003915" y="872464"/>
                  <a:ext cx="5097294" cy="8107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MA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, where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84F8A2A-1061-5324-11C1-DEEF29DE4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3915" y="872464"/>
                  <a:ext cx="5097294" cy="810799"/>
                </a:xfrm>
                <a:prstGeom prst="rect">
                  <a:avLst/>
                </a:prstGeom>
                <a:blipFill>
                  <a:blip r:embed="rId8"/>
                  <a:stretch>
                    <a:fillRect b="-300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31B282F-B86C-43F3-F69E-95835172D3AE}"/>
                </a:ext>
              </a:extLst>
            </p:cNvPr>
            <p:cNvSpPr/>
            <p:nvPr/>
          </p:nvSpPr>
          <p:spPr>
            <a:xfrm>
              <a:off x="7003915" y="872463"/>
              <a:ext cx="4997713" cy="86354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A592104-BCEF-7AA3-4E3D-E238BC097318}"/>
              </a:ext>
            </a:extLst>
          </p:cNvPr>
          <p:cNvGrpSpPr/>
          <p:nvPr/>
        </p:nvGrpSpPr>
        <p:grpSpPr>
          <a:xfrm>
            <a:off x="2381504" y="5624253"/>
            <a:ext cx="8909795" cy="863541"/>
            <a:chOff x="2381503" y="5624253"/>
            <a:chExt cx="9660239" cy="8635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8ED0E42-8979-F921-13E5-AA7EEC0670DB}"/>
                    </a:ext>
                  </a:extLst>
                </p:cNvPr>
                <p:cNvSpPr txBox="1"/>
                <p:nvPr/>
              </p:nvSpPr>
              <p:spPr>
                <a:xfrm>
                  <a:off x="2381503" y="5624253"/>
                  <a:ext cx="9660239" cy="8592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8ED0E42-8979-F921-13E5-AA7EEC0670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1503" y="5624253"/>
                  <a:ext cx="9660239" cy="8592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F953C13-08C1-205A-71AC-D8E731B67076}"/>
                </a:ext>
              </a:extLst>
            </p:cNvPr>
            <p:cNvSpPr/>
            <p:nvPr/>
          </p:nvSpPr>
          <p:spPr>
            <a:xfrm>
              <a:off x="2381503" y="5624253"/>
              <a:ext cx="9660239" cy="86354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C38C6F2-449F-AA56-314C-DB467C51B277}"/>
                  </a:ext>
                </a:extLst>
              </p:cNvPr>
              <p:cNvSpPr txBox="1"/>
              <p:nvPr/>
            </p:nvSpPr>
            <p:spPr>
              <a:xfrm>
                <a:off x="2101705" y="828347"/>
                <a:ext cx="2492713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C38C6F2-449F-AA56-314C-DB467C51B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705" y="828347"/>
                <a:ext cx="2492713" cy="8107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9518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6" grpId="0"/>
      <p:bldP spid="3" grpId="0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3836F-1CA4-A9E4-C92B-7F662A6C7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25D2E9E-4861-5F57-6A9F-3B9AFF2CCEC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25D2E9E-4861-5F57-6A9F-3B9AFF2CCE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448682C7-CE90-C5AE-B534-CB2834E32ED5}"/>
              </a:ext>
            </a:extLst>
          </p:cNvPr>
          <p:cNvGrpSpPr/>
          <p:nvPr/>
        </p:nvGrpSpPr>
        <p:grpSpPr>
          <a:xfrm>
            <a:off x="6096000" y="5708147"/>
            <a:ext cx="5328863" cy="564111"/>
            <a:chOff x="2761509" y="4507376"/>
            <a:chExt cx="5971008" cy="5641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2241388-42A4-7027-0B62-915F29F08538}"/>
                    </a:ext>
                  </a:extLst>
                </p:cNvPr>
                <p:cNvSpPr txBox="1"/>
                <p:nvPr/>
              </p:nvSpPr>
              <p:spPr>
                <a:xfrm>
                  <a:off x="2761509" y="4527575"/>
                  <a:ext cx="59710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2241388-42A4-7027-0B62-915F29F085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1509" y="4527575"/>
                  <a:ext cx="5971008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5CF9FFB-5688-982B-F7F9-2EFE6E6E1EB4}"/>
                </a:ext>
              </a:extLst>
            </p:cNvPr>
            <p:cNvSpPr/>
            <p:nvPr/>
          </p:nvSpPr>
          <p:spPr>
            <a:xfrm>
              <a:off x="2761509" y="4507376"/>
              <a:ext cx="5737543" cy="5641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CB3C6BF3-924F-EC28-0CAB-C569C7879F36}"/>
              </a:ext>
            </a:extLst>
          </p:cNvPr>
          <p:cNvSpPr txBox="1"/>
          <p:nvPr/>
        </p:nvSpPr>
        <p:spPr>
          <a:xfrm>
            <a:off x="190372" y="872463"/>
            <a:ext cx="48261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0" dirty="0">
                <a:solidFill>
                  <a:srgbClr val="002060"/>
                </a:solidFill>
                <a:latin typeface="+mj-lt"/>
              </a:rPr>
              <a:t>The standard matrix is</a:t>
            </a:r>
            <a:endParaRPr lang="en-IN" sz="2800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AE107C-8365-FD6C-D542-BFE9AF61F443}"/>
                  </a:ext>
                </a:extLst>
              </p:cNvPr>
              <p:cNvSpPr txBox="1"/>
              <p:nvPr/>
            </p:nvSpPr>
            <p:spPr>
              <a:xfrm>
                <a:off x="190372" y="2778247"/>
                <a:ext cx="10369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AE107C-8365-FD6C-D542-BFE9AF61F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372" y="2778247"/>
                <a:ext cx="103696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D78DD1-5891-10F4-EC61-9ACA47953DB5}"/>
                  </a:ext>
                </a:extLst>
              </p:cNvPr>
              <p:cNvSpPr txBox="1"/>
              <p:nvPr/>
            </p:nvSpPr>
            <p:spPr>
              <a:xfrm>
                <a:off x="1440842" y="1701029"/>
                <a:ext cx="51394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2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0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D78DD1-5891-10F4-EC61-9ACA47953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842" y="1701029"/>
                <a:ext cx="513940" cy="2677656"/>
              </a:xfrm>
              <a:prstGeom prst="rect">
                <a:avLst/>
              </a:prstGeom>
              <a:blipFill>
                <a:blip r:embed="rId5"/>
                <a:stretch>
                  <a:fillRect r="-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Left Bracket 25">
            <a:extLst>
              <a:ext uri="{FF2B5EF4-FFF2-40B4-BE49-F238E27FC236}">
                <a16:creationId xmlns:a16="http://schemas.microsoft.com/office/drawing/2014/main" id="{7726B0D8-3786-8254-C4AF-9F8DB1C8BDB1}"/>
              </a:ext>
            </a:extLst>
          </p:cNvPr>
          <p:cNvSpPr/>
          <p:nvPr/>
        </p:nvSpPr>
        <p:spPr>
          <a:xfrm>
            <a:off x="1359371" y="1991910"/>
            <a:ext cx="145913" cy="2249776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28" name="Left Bracket 27">
            <a:extLst>
              <a:ext uri="{FF2B5EF4-FFF2-40B4-BE49-F238E27FC236}">
                <a16:creationId xmlns:a16="http://schemas.microsoft.com/office/drawing/2014/main" id="{75D9493D-89FB-E038-6EBD-FF6314BC9DE4}"/>
              </a:ext>
            </a:extLst>
          </p:cNvPr>
          <p:cNvSpPr/>
          <p:nvPr/>
        </p:nvSpPr>
        <p:spPr>
          <a:xfrm flipH="1">
            <a:off x="4041504" y="2014185"/>
            <a:ext cx="150261" cy="2227501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3DBB201-7663-01E4-A205-EA156C6C4063}"/>
                  </a:ext>
                </a:extLst>
              </p:cNvPr>
              <p:cNvSpPr txBox="1"/>
              <p:nvPr/>
            </p:nvSpPr>
            <p:spPr>
              <a:xfrm>
                <a:off x="4238886" y="4117075"/>
                <a:ext cx="14964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IN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3DBB201-7663-01E4-A205-EA156C6C4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8886" y="4117075"/>
                <a:ext cx="149649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8A26514-782A-5458-5DD8-FA176CCA7856}"/>
                  </a:ext>
                </a:extLst>
              </p:cNvPr>
              <p:cNvSpPr txBox="1"/>
              <p:nvPr/>
            </p:nvSpPr>
            <p:spPr>
              <a:xfrm>
                <a:off x="2089525" y="1706101"/>
                <a:ext cx="51394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0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2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8A26514-782A-5458-5DD8-FA176CCA7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9525" y="1706101"/>
                <a:ext cx="513940" cy="2677656"/>
              </a:xfrm>
              <a:prstGeom prst="rect">
                <a:avLst/>
              </a:prstGeom>
              <a:blipFill>
                <a:blip r:embed="rId7"/>
                <a:stretch>
                  <a:fillRect r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715A3C92-CD9B-F42B-BAC5-7CE56D963967}"/>
              </a:ext>
            </a:extLst>
          </p:cNvPr>
          <p:cNvGrpSpPr/>
          <p:nvPr/>
        </p:nvGrpSpPr>
        <p:grpSpPr>
          <a:xfrm>
            <a:off x="6096000" y="5687455"/>
            <a:ext cx="5328863" cy="564111"/>
            <a:chOff x="2761509" y="4507376"/>
            <a:chExt cx="5971008" cy="5641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5CEDCB8E-429C-3D3C-04A2-9C4E8BB24791}"/>
                    </a:ext>
                  </a:extLst>
                </p:cNvPr>
                <p:cNvSpPr txBox="1"/>
                <p:nvPr/>
              </p:nvSpPr>
              <p:spPr>
                <a:xfrm>
                  <a:off x="2761509" y="4527575"/>
                  <a:ext cx="59710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5CEDCB8E-429C-3D3C-04A2-9C4E8BB247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1509" y="4527575"/>
                  <a:ext cx="5971008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83E43E0-26B1-A6A6-BACE-DEA7626EFDE3}"/>
                </a:ext>
              </a:extLst>
            </p:cNvPr>
            <p:cNvSpPr/>
            <p:nvPr/>
          </p:nvSpPr>
          <p:spPr>
            <a:xfrm>
              <a:off x="2761509" y="4507376"/>
              <a:ext cx="5737543" cy="5641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FC7D19B-C830-E587-844B-577C1E26B2CB}"/>
                  </a:ext>
                </a:extLst>
              </p:cNvPr>
              <p:cNvSpPr txBox="1"/>
              <p:nvPr/>
            </p:nvSpPr>
            <p:spPr>
              <a:xfrm>
                <a:off x="2871773" y="1704928"/>
                <a:ext cx="51394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FC7D19B-C830-E587-844B-577C1E26B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773" y="1704928"/>
                <a:ext cx="513940" cy="267765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02655D18-697A-0983-119D-C9AC7CD4EB94}"/>
              </a:ext>
            </a:extLst>
          </p:cNvPr>
          <p:cNvGrpSpPr/>
          <p:nvPr/>
        </p:nvGrpSpPr>
        <p:grpSpPr>
          <a:xfrm>
            <a:off x="6096000" y="5707654"/>
            <a:ext cx="5328863" cy="564605"/>
            <a:chOff x="2761509" y="4506882"/>
            <a:chExt cx="5971008" cy="5646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422ACE8-259C-6F64-91D7-7DBF5647FF63}"/>
                    </a:ext>
                  </a:extLst>
                </p:cNvPr>
                <p:cNvSpPr txBox="1"/>
                <p:nvPr/>
              </p:nvSpPr>
              <p:spPr>
                <a:xfrm>
                  <a:off x="2761509" y="4506882"/>
                  <a:ext cx="59710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422ACE8-259C-6F64-91D7-7DBF5647FF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1509" y="4506882"/>
                  <a:ext cx="5971008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422951D-2827-7DF7-AD86-C09332BDA38A}"/>
                </a:ext>
              </a:extLst>
            </p:cNvPr>
            <p:cNvSpPr/>
            <p:nvPr/>
          </p:nvSpPr>
          <p:spPr>
            <a:xfrm>
              <a:off x="2761509" y="4507376"/>
              <a:ext cx="5737543" cy="5641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A401B27-687C-7320-4B8E-1B7FABD117D7}"/>
                  </a:ext>
                </a:extLst>
              </p:cNvPr>
              <p:cNvSpPr txBox="1"/>
              <p:nvPr/>
            </p:nvSpPr>
            <p:spPr>
              <a:xfrm>
                <a:off x="3456638" y="1701029"/>
                <a:ext cx="51394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A401B27-687C-7320-4B8E-1B7FABD11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638" y="1701029"/>
                <a:ext cx="513940" cy="267765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A8A22ECD-930C-59BF-9214-C9D5578A0671}"/>
              </a:ext>
            </a:extLst>
          </p:cNvPr>
          <p:cNvGrpSpPr/>
          <p:nvPr/>
        </p:nvGrpSpPr>
        <p:grpSpPr>
          <a:xfrm>
            <a:off x="6096000" y="5707900"/>
            <a:ext cx="5328863" cy="564111"/>
            <a:chOff x="2761509" y="4507376"/>
            <a:chExt cx="5971008" cy="5641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6718273-95EC-0649-FF87-317031C71544}"/>
                    </a:ext>
                  </a:extLst>
                </p:cNvPr>
                <p:cNvSpPr txBox="1"/>
                <p:nvPr/>
              </p:nvSpPr>
              <p:spPr>
                <a:xfrm>
                  <a:off x="2761509" y="4527575"/>
                  <a:ext cx="59710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6718273-95EC-0649-FF87-317031C715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1509" y="4527575"/>
                  <a:ext cx="5971008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3DE6EB5-E71B-7612-6F33-0FCD5F94B7DC}"/>
                </a:ext>
              </a:extLst>
            </p:cNvPr>
            <p:cNvSpPr/>
            <p:nvPr/>
          </p:nvSpPr>
          <p:spPr>
            <a:xfrm>
              <a:off x="2761509" y="4507376"/>
              <a:ext cx="5737543" cy="5641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1219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 animBg="1"/>
      <p:bldP spid="28" grpId="0" animBg="1"/>
      <p:bldP spid="29" grpId="0"/>
      <p:bldP spid="31" grpId="0"/>
      <p:bldP spid="35" grpId="0"/>
      <p:bldP spid="3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E0016-8EA3-AB65-90C7-AF17890F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CFF4458-ED4A-C2DF-8407-0349B9A4122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Example:4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CFF4458-ED4A-C2DF-8407-0349B9A412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576F3786-8CB8-23BC-DD01-E41FE9C4950F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414EC85-8E68-1300-EB33-5C54A49CA4BE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99938C-9469-9947-1D9B-925E1E31D94F}"/>
                  </a:ext>
                </a:extLst>
              </p:cNvPr>
              <p:cNvSpPr txBox="1"/>
              <p:nvPr/>
            </p:nvSpPr>
            <p:spPr>
              <a:xfrm>
                <a:off x="1844477" y="804392"/>
                <a:ext cx="10345519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 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be the linear operator defined by 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=(2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−8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then find the bases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ker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99938C-9469-9947-1D9B-925E1E31D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477" y="804392"/>
                <a:ext cx="10345519" cy="954107"/>
              </a:xfrm>
              <a:prstGeom prst="rect">
                <a:avLst/>
              </a:prstGeom>
              <a:blipFill>
                <a:blip r:embed="rId3"/>
                <a:stretch>
                  <a:fillRect l="-1237" t="-6410" r="-354" b="-173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DA1582-8010-1B20-1938-9FEAA994333B}"/>
              </a:ext>
            </a:extLst>
          </p:cNvPr>
          <p:cNvSpPr/>
          <p:nvPr/>
        </p:nvSpPr>
        <p:spPr>
          <a:xfrm>
            <a:off x="122278" y="1892596"/>
            <a:ext cx="1440000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F401F-7149-9A1F-5FFE-4D87BE7494BD}"/>
                  </a:ext>
                </a:extLst>
              </p:cNvPr>
              <p:cNvSpPr txBox="1"/>
              <p:nvPr/>
            </p:nvSpPr>
            <p:spPr>
              <a:xfrm>
                <a:off x="1844477" y="1981382"/>
                <a:ext cx="34251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  <m:r>
                      <a:rPr lang="en-IN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  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F401F-7149-9A1F-5FFE-4D87BE749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477" y="1981382"/>
                <a:ext cx="3425149" cy="523220"/>
              </a:xfrm>
              <a:prstGeom prst="rect">
                <a:avLst/>
              </a:prstGeom>
              <a:blipFill>
                <a:blip r:embed="rId4"/>
                <a:stretch>
                  <a:fillRect l="-3743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4013A2-E52F-3E35-2D17-FA9AF5E14210}"/>
                  </a:ext>
                </a:extLst>
              </p:cNvPr>
              <p:cNvSpPr txBox="1"/>
              <p:nvPr/>
            </p:nvSpPr>
            <p:spPr>
              <a:xfrm>
                <a:off x="205705" y="2724886"/>
                <a:ext cx="29760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4013A2-E52F-3E35-2D17-FA9AF5E14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05" y="2724886"/>
                <a:ext cx="297609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9A6318F-F2ED-EDB8-6CC2-9C591BAC7241}"/>
                  </a:ext>
                </a:extLst>
              </p:cNvPr>
              <p:cNvSpPr txBox="1"/>
              <p:nvPr/>
            </p:nvSpPr>
            <p:spPr>
              <a:xfrm>
                <a:off x="5054604" y="1988670"/>
                <a:ext cx="704631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−8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+4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=(0,0)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9A6318F-F2ED-EDB8-6CC2-9C591BAC7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4604" y="1988670"/>
                <a:ext cx="704631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81C1EFB-9851-28F3-A8F4-27A90C24C7F0}"/>
                  </a:ext>
                </a:extLst>
              </p:cNvPr>
              <p:cNvSpPr/>
              <p:nvPr/>
            </p:nvSpPr>
            <p:spPr>
              <a:xfrm>
                <a:off x="122278" y="3892387"/>
                <a:ext cx="6119043" cy="5905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Let’s write above system in 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𝐀𝐗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𝐁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form.</a:t>
                </a:r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81C1EFB-9851-28F3-A8F4-27A90C24C7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78" y="3892387"/>
                <a:ext cx="6119043" cy="590566"/>
              </a:xfrm>
              <a:prstGeom prst="rect">
                <a:avLst/>
              </a:prstGeom>
              <a:blipFill>
                <a:blip r:embed="rId7"/>
                <a:stretch>
                  <a:fillRect l="-1992" t="-11458" r="-996" b="-177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15725058-6E22-DEA2-B63D-D60DE36975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43061" y="4604929"/>
                <a:ext cx="2765443" cy="785695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t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−8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15725058-6E22-DEA2-B63D-D60DE3697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061" y="4604929"/>
                <a:ext cx="2765443" cy="7856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5A7DB8EA-EC41-BE90-E158-25B856CF39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08433" y="5610908"/>
                <a:ext cx="2333738" cy="785695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t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IN" sz="2800" dirty="0">
                    <a:solidFill>
                      <a:srgbClr val="002060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5A7DB8EA-EC41-BE90-E158-25B856CF3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433" y="5610908"/>
                <a:ext cx="2333738" cy="785695"/>
              </a:xfrm>
              <a:prstGeom prst="rect">
                <a:avLst/>
              </a:prstGeom>
              <a:blipFill>
                <a:blip r:embed="rId9"/>
                <a:stretch>
                  <a:fillRect l="-5222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4A1428B-6CEC-8CC2-A560-8CD47B69D2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65520" y="4604928"/>
                <a:ext cx="1601320" cy="785695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t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</m:mr>
                          </m:m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4">
                <a:extLst>
                  <a:ext uri="{FF2B5EF4-FFF2-40B4-BE49-F238E27FC236}">
                    <a16:creationId xmlns:a16="http://schemas.microsoft.com/office/drawing/2014/main" id="{E4A1428B-6CEC-8CC2-A560-8CD47B69D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5520" y="4604928"/>
                <a:ext cx="1601320" cy="78569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1B37262D-0BA6-F0C8-B9F2-36E07C259737}"/>
              </a:ext>
            </a:extLst>
          </p:cNvPr>
          <p:cNvSpPr txBox="1"/>
          <p:nvPr/>
        </p:nvSpPr>
        <p:spPr>
          <a:xfrm flipH="1">
            <a:off x="137833" y="4706134"/>
            <a:ext cx="1147863" cy="5391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>
              <a:defRPr sz="2800">
                <a:solidFill>
                  <a:srgbClr val="002060"/>
                </a:solidFill>
              </a:defRPr>
            </a:lvl1pPr>
          </a:lstStyle>
          <a:p>
            <a:r>
              <a:rPr lang="en-IN" dirty="0"/>
              <a:t>Where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D6932C-540C-F00D-8378-825BFD3802EE}"/>
              </a:ext>
            </a:extLst>
          </p:cNvPr>
          <p:cNvSpPr/>
          <p:nvPr/>
        </p:nvSpPr>
        <p:spPr>
          <a:xfrm>
            <a:off x="7204626" y="2972904"/>
            <a:ext cx="4646384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Consider the Augmented Matrix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0" name="Right Arrow 3">
            <a:extLst>
              <a:ext uri="{FF2B5EF4-FFF2-40B4-BE49-F238E27FC236}">
                <a16:creationId xmlns:a16="http://schemas.microsoft.com/office/drawing/2014/main" id="{C5FDE40D-8AB2-B946-C9DF-2837298E2EA2}"/>
              </a:ext>
            </a:extLst>
          </p:cNvPr>
          <p:cNvSpPr/>
          <p:nvPr/>
        </p:nvSpPr>
        <p:spPr>
          <a:xfrm flipV="1">
            <a:off x="6513360" y="3046555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DDD4544-1705-FDF9-A500-4B04B6F0B555}"/>
              </a:ext>
            </a:extLst>
          </p:cNvPr>
          <p:cNvGrpSpPr/>
          <p:nvPr/>
        </p:nvGrpSpPr>
        <p:grpSpPr>
          <a:xfrm>
            <a:off x="7204626" y="3860913"/>
            <a:ext cx="4033391" cy="845221"/>
            <a:chOff x="964617" y="3178937"/>
            <a:chExt cx="3805976" cy="8452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Content Placeholder 4">
                  <a:extLst>
                    <a:ext uri="{FF2B5EF4-FFF2-40B4-BE49-F238E27FC236}">
                      <a16:creationId xmlns:a16="http://schemas.microsoft.com/office/drawing/2014/main" id="{CB764CDA-4EB8-B6CA-EFE2-0AB18BDE7AF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64617" y="3178937"/>
                  <a:ext cx="3805976" cy="845221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lIns="91440" tIns="45720" rIns="91440" bIns="45720" rtlCol="0" anchor="t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l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|"/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]=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−8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Content Placeholder 4">
                  <a:extLst>
                    <a:ext uri="{FF2B5EF4-FFF2-40B4-BE49-F238E27FC236}">
                      <a16:creationId xmlns:a16="http://schemas.microsoft.com/office/drawing/2014/main" id="{80293C9D-407C-EB49-AB99-C7B60EEC2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617" y="3178937"/>
                  <a:ext cx="3805976" cy="8452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2B5356C-009F-A3C3-2D38-1D3716F5967A}"/>
                </a:ext>
              </a:extLst>
            </p:cNvPr>
            <p:cNvCxnSpPr>
              <a:cxnSpLocks/>
            </p:cNvCxnSpPr>
            <p:nvPr/>
          </p:nvCxnSpPr>
          <p:spPr>
            <a:xfrm>
              <a:off x="3935461" y="3193768"/>
              <a:ext cx="0" cy="73047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DC30B13-AAF9-93E4-B273-D60BF437BBB9}"/>
              </a:ext>
            </a:extLst>
          </p:cNvPr>
          <p:cNvGrpSpPr/>
          <p:nvPr/>
        </p:nvGrpSpPr>
        <p:grpSpPr>
          <a:xfrm>
            <a:off x="8618836" y="5060789"/>
            <a:ext cx="3667198" cy="760135"/>
            <a:chOff x="212010" y="3169838"/>
            <a:chExt cx="3667198" cy="7601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Content Placeholder 4">
                  <a:extLst>
                    <a:ext uri="{FF2B5EF4-FFF2-40B4-BE49-F238E27FC236}">
                      <a16:creationId xmlns:a16="http://schemas.microsoft.com/office/drawing/2014/main" id="{D533C19B-C275-9E80-E8F8-DD8ADF0C149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2010" y="3169838"/>
                  <a:ext cx="3667198" cy="760135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lIns="91440" tIns="45720" rIns="91440" bIns="45720" rtlCol="0" anchor="t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l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Content Placeholder 4">
                  <a:extLst>
                    <a:ext uri="{FF2B5EF4-FFF2-40B4-BE49-F238E27FC236}">
                      <a16:creationId xmlns:a16="http://schemas.microsoft.com/office/drawing/2014/main" id="{D533C19B-C275-9E80-E8F8-DD8ADF0C14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010" y="3169838"/>
                  <a:ext cx="3667198" cy="76013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E30511E-6193-EAF5-CD25-D68FE5AC2381}"/>
                </a:ext>
              </a:extLst>
            </p:cNvPr>
            <p:cNvCxnSpPr>
              <a:cxnSpLocks/>
            </p:cNvCxnSpPr>
            <p:nvPr/>
          </p:nvCxnSpPr>
          <p:spPr>
            <a:xfrm>
              <a:off x="1713972" y="3180482"/>
              <a:ext cx="0" cy="70197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F28D7C4D-1ECE-34BE-065D-F0934E7EAA31}"/>
                  </a:ext>
                </a:extLst>
              </p:cNvPr>
              <p:cNvSpPr/>
              <p:nvPr/>
            </p:nvSpPr>
            <p:spPr>
              <a:xfrm>
                <a:off x="8135914" y="5033402"/>
                <a:ext cx="856661" cy="711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</m:oMath>
                  </m:oMathPara>
                </a14:m>
                <a:endParaRPr lang="en-IN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F28D7C4D-1ECE-34BE-065D-F0934E7EA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914" y="5033402"/>
                <a:ext cx="856661" cy="71120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ontent Placeholder 4">
                <a:extLst>
                  <a:ext uri="{FF2B5EF4-FFF2-40B4-BE49-F238E27FC236}">
                    <a16:creationId xmlns:a16="http://schemas.microsoft.com/office/drawing/2014/main" id="{FD29BBD2-4799-B3FD-34D5-CF24E3F4B6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823093" y="5103198"/>
                <a:ext cx="1277828" cy="634538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6" name="Content Placeholder 4">
                <a:extLst>
                  <a:ext uri="{FF2B5EF4-FFF2-40B4-BE49-F238E27FC236}">
                    <a16:creationId xmlns:a16="http://schemas.microsoft.com/office/drawing/2014/main" id="{FD29BBD2-4799-B3FD-34D5-CF24E3F4B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3093" y="5103198"/>
                <a:ext cx="1277828" cy="634538"/>
              </a:xfrm>
              <a:prstGeom prst="rect">
                <a:avLst/>
              </a:prstGeom>
              <a:blipFill>
                <a:blip r:embed="rId14"/>
                <a:stretch>
                  <a:fillRect l="-238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C163C94-8CE5-2FF6-09A8-11665DE3AA5D}"/>
                  </a:ext>
                </a:extLst>
              </p:cNvPr>
              <p:cNvSpPr txBox="1"/>
              <p:nvPr/>
            </p:nvSpPr>
            <p:spPr>
              <a:xfrm>
                <a:off x="7449210" y="132321"/>
                <a:ext cx="48368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𝐤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𝐞𝐫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</m:d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𝐕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  <m:d>
                            <m:d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</m:d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C163C94-8CE5-2FF6-09A8-11665DE3A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9210" y="132321"/>
                <a:ext cx="4836824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DFD25A4-8AB9-9D18-333E-BB88BAC19105}"/>
              </a:ext>
            </a:extLst>
          </p:cNvPr>
          <p:cNvCxnSpPr>
            <a:cxnSpLocks/>
          </p:cNvCxnSpPr>
          <p:nvPr/>
        </p:nvCxnSpPr>
        <p:spPr>
          <a:xfrm>
            <a:off x="6280233" y="2895247"/>
            <a:ext cx="0" cy="34193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3C881C-F7B3-A974-5C2A-067C2FAEDE78}"/>
                  </a:ext>
                </a:extLst>
              </p:cNvPr>
              <p:cNvSpPr txBox="1"/>
              <p:nvPr/>
            </p:nvSpPr>
            <p:spPr>
              <a:xfrm>
                <a:off x="364839" y="3280381"/>
                <a:ext cx="25220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−8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3C881C-F7B3-A974-5C2A-067C2FAED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839" y="3280381"/>
                <a:ext cx="2522082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015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4" grpId="0"/>
      <p:bldP spid="15" grpId="0"/>
      <p:bldP spid="16" grpId="0"/>
      <p:bldP spid="17" grpId="0"/>
      <p:bldP spid="19" grpId="0"/>
      <p:bldP spid="20" grpId="0"/>
      <p:bldP spid="27" grpId="0"/>
      <p:bldP spid="30" grpId="0" animBg="1"/>
      <p:bldP spid="55" grpId="0"/>
      <p:bldP spid="56" grpId="0"/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6A978-0CA0-BB8D-E0F7-537083BEA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5BED355-2751-486D-A8C3-251B4934C73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Example:4(Continue)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5BED355-2751-486D-A8C3-251B4934C7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Content Placeholder 4">
                <a:extLst>
                  <a:ext uri="{FF2B5EF4-FFF2-40B4-BE49-F238E27FC236}">
                    <a16:creationId xmlns:a16="http://schemas.microsoft.com/office/drawing/2014/main" id="{CE62B227-3F98-73E7-3316-5FBF97ABE1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90467" y="1202982"/>
                <a:ext cx="1277828" cy="634538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9" name="Content Placeholder 4">
                <a:extLst>
                  <a:ext uri="{FF2B5EF4-FFF2-40B4-BE49-F238E27FC236}">
                    <a16:creationId xmlns:a16="http://schemas.microsoft.com/office/drawing/2014/main" id="{CE62B227-3F98-73E7-3316-5FBF97ABE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0467" y="1202982"/>
                <a:ext cx="1277828" cy="634538"/>
              </a:xfrm>
              <a:prstGeom prst="rect">
                <a:avLst/>
              </a:prstGeom>
              <a:blipFill>
                <a:blip r:embed="rId3"/>
                <a:stretch>
                  <a:fillRect l="-2392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9265C3B8-6A98-B9BB-38F2-1E6F842824CD}"/>
              </a:ext>
            </a:extLst>
          </p:cNvPr>
          <p:cNvGrpSpPr/>
          <p:nvPr/>
        </p:nvGrpSpPr>
        <p:grpSpPr>
          <a:xfrm>
            <a:off x="694056" y="1032163"/>
            <a:ext cx="3667198" cy="760135"/>
            <a:chOff x="212010" y="3169838"/>
            <a:chExt cx="3667198" cy="7601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Content Placeholder 4">
                  <a:extLst>
                    <a:ext uri="{FF2B5EF4-FFF2-40B4-BE49-F238E27FC236}">
                      <a16:creationId xmlns:a16="http://schemas.microsoft.com/office/drawing/2014/main" id="{534AA16C-8E92-80E6-70CC-73DB07662DE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2010" y="3169838"/>
                  <a:ext cx="3667198" cy="760135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vert="horz" lIns="91440" tIns="45720" rIns="91440" bIns="45720" rtlCol="0" anchor="t">
                  <a:noAutofit/>
                </a:bodyPr>
                <a:lstStyle>
                  <a:lvl1pPr marL="265113" indent="-265113" algn="just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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09625" indent="-352425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 3" panose="05040102010807070707" pitchFamily="18" charset="2"/>
                    <a:buChar char="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Wingdings" panose="05000000000000000000" pitchFamily="2" charset="2"/>
                    <a:buChar char="§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just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Clr>
                      <a:schemeClr val="accent6"/>
                    </a:buClr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l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81" name="Content Placeholder 4">
                  <a:extLst>
                    <a:ext uri="{FF2B5EF4-FFF2-40B4-BE49-F238E27FC236}">
                      <a16:creationId xmlns:a16="http://schemas.microsoft.com/office/drawing/2014/main" id="{D6DA7673-3B79-6853-0D22-A773DFF2E8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010" y="3169838"/>
                  <a:ext cx="3667198" cy="76013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1F8B0EF-5D8F-EF24-F93B-0F612CDFA8D3}"/>
                </a:ext>
              </a:extLst>
            </p:cNvPr>
            <p:cNvCxnSpPr>
              <a:cxnSpLocks/>
            </p:cNvCxnSpPr>
            <p:nvPr/>
          </p:nvCxnSpPr>
          <p:spPr>
            <a:xfrm>
              <a:off x="1713972" y="3180482"/>
              <a:ext cx="0" cy="70197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166F71E5-38A7-61A2-819F-632A24892835}"/>
                  </a:ext>
                </a:extLst>
              </p:cNvPr>
              <p:cNvSpPr/>
              <p:nvPr/>
            </p:nvSpPr>
            <p:spPr>
              <a:xfrm>
                <a:off x="211134" y="1004776"/>
                <a:ext cx="856661" cy="711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</m:oMath>
                  </m:oMathPara>
                </a14:m>
                <a:endParaRPr lang="en-IN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166F71E5-38A7-61A2-819F-632A248928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34" y="1004776"/>
                <a:ext cx="856661" cy="71120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AAF24B9-4FA0-4633-44B3-409A9C62B498}"/>
              </a:ext>
            </a:extLst>
          </p:cNvPr>
          <p:cNvCxnSpPr>
            <a:cxnSpLocks/>
          </p:cNvCxnSpPr>
          <p:nvPr/>
        </p:nvCxnSpPr>
        <p:spPr>
          <a:xfrm>
            <a:off x="6027584" y="1218474"/>
            <a:ext cx="0" cy="497023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6183B5A-EC08-1213-2327-8F1697B56011}"/>
                  </a:ext>
                </a:extLst>
              </p:cNvPr>
              <p:cNvSpPr txBox="1"/>
              <p:nvPr/>
            </p:nvSpPr>
            <p:spPr>
              <a:xfrm>
                <a:off x="338204" y="2036939"/>
                <a:ext cx="24251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6183B5A-EC08-1213-2327-8F1697B56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04" y="2036939"/>
                <a:ext cx="2425121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5E780DE-D124-4090-6A6B-569FA89E5C6D}"/>
                  </a:ext>
                </a:extLst>
              </p:cNvPr>
              <p:cNvSpPr txBox="1"/>
              <p:nvPr/>
            </p:nvSpPr>
            <p:spPr>
              <a:xfrm>
                <a:off x="341780" y="2683873"/>
                <a:ext cx="17344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5E780DE-D124-4090-6A6B-569FA89E5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80" y="2683873"/>
                <a:ext cx="1734456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33A84CEF-C938-85F2-74DF-3BB5D8175F7F}"/>
                  </a:ext>
                </a:extLst>
              </p:cNvPr>
              <p:cNvSpPr/>
              <p:nvPr/>
            </p:nvSpPr>
            <p:spPr>
              <a:xfrm>
                <a:off x="338204" y="3354960"/>
                <a:ext cx="3560374" cy="46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b="0" dirty="0">
                    <a:solidFill>
                      <a:srgbClr val="002060"/>
                    </a:solidFill>
                    <a:latin typeface="+mj-lt"/>
                  </a:rPr>
                  <a:t>Let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; </m:t>
                    </m:r>
                    <m:r>
                      <a:rPr lang="en-GB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33A84CEF-C938-85F2-74DF-3BB5D8175F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04" y="3354960"/>
                <a:ext cx="3560374" cy="468000"/>
              </a:xfrm>
              <a:prstGeom prst="rect">
                <a:avLst/>
              </a:prstGeom>
              <a:blipFill>
                <a:blip r:embed="rId16"/>
                <a:stretch>
                  <a:fillRect l="-3419" t="-12987" b="-467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4749DBAA-EBF7-FA58-2D47-7330267416D0}"/>
                  </a:ext>
                </a:extLst>
              </p:cNvPr>
              <p:cNvSpPr/>
              <p:nvPr/>
            </p:nvSpPr>
            <p:spPr>
              <a:xfrm>
                <a:off x="338204" y="3995529"/>
                <a:ext cx="1982191" cy="10180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4749DBAA-EBF7-FA58-2D47-7330267416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04" y="3995529"/>
                <a:ext cx="1982191" cy="101802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9DCDBF8-551B-84CC-F352-400D157B8866}"/>
                  </a:ext>
                </a:extLst>
              </p:cNvPr>
              <p:cNvSpPr txBox="1"/>
              <p:nvPr/>
            </p:nvSpPr>
            <p:spPr>
              <a:xfrm>
                <a:off x="6197234" y="1491733"/>
                <a:ext cx="4583131" cy="10604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func>
                        <m:funcPr>
                          <m:ctrlPr>
                            <a:rPr lang="en-IN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ker</m:t>
                          </m:r>
                        </m:fName>
                        <m:e>
                          <m:d>
                            <m:dPr>
                              <m:ctrlPr>
                                <a:rPr lang="en-IN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</m:func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+mj-lt"/>
                        </a:rPr>
                        <m:t>span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0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800" b="0" i="0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US" sz="2800" b="0" i="1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800" b="0" i="0" dirty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en-IN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9DCDBF8-551B-84CC-F352-400D157B8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234" y="1491733"/>
                <a:ext cx="4583131" cy="106048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ectangle 94">
            <a:extLst>
              <a:ext uri="{FF2B5EF4-FFF2-40B4-BE49-F238E27FC236}">
                <a16:creationId xmlns:a16="http://schemas.microsoft.com/office/drawing/2014/main" id="{44B8B835-5658-6D16-0CD2-171F6038BA95}"/>
              </a:ext>
            </a:extLst>
          </p:cNvPr>
          <p:cNvSpPr/>
          <p:nvPr/>
        </p:nvSpPr>
        <p:spPr>
          <a:xfrm>
            <a:off x="338204" y="5186120"/>
            <a:ext cx="2139377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Solution Set</a:t>
            </a:r>
            <a:r>
              <a:rPr lang="en-IN" sz="2800" b="0" dirty="0">
                <a:solidFill>
                  <a:srgbClr val="FF0000"/>
                </a:solidFill>
              </a:rPr>
              <a:t>:</a:t>
            </a:r>
            <a:endParaRPr lang="en-IN" sz="2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1C8ED041-E183-4EB6-0C12-087A72572DF0}"/>
                  </a:ext>
                </a:extLst>
              </p:cNvPr>
              <p:cNvSpPr/>
              <p:nvPr/>
            </p:nvSpPr>
            <p:spPr>
              <a:xfrm>
                <a:off x="2320394" y="4977921"/>
                <a:ext cx="3957115" cy="10266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1</m:t>
                              </m:r>
                              <m:r>
                                <a:rPr lang="en-GB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 </m:t>
                          </m:r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∈ 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1C8ED041-E183-4EB6-0C12-087A72572D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0394" y="4977921"/>
                <a:ext cx="3957115" cy="102667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9F17F4AF-9CC1-E6DC-261A-6A6C3E59AEE4}"/>
                  </a:ext>
                </a:extLst>
              </p:cNvPr>
              <p:cNvSpPr/>
              <p:nvPr/>
            </p:nvSpPr>
            <p:spPr>
              <a:xfrm>
                <a:off x="6197234" y="2858368"/>
                <a:ext cx="5994766" cy="845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  <a:latin typeface="+mj-lt"/>
                        </a:rPr>
                        <m:t>Hence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  <a:latin typeface="+mj-lt"/>
                        </a:rPr>
                        <m:t>, 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  <a:latin typeface="+mj-lt"/>
                        </a:rPr>
                        <m:t>Basis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  <a:latin typeface="+mj-lt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  <a:latin typeface="+mj-lt"/>
                        </a:rPr>
                        <m:t>of</m:t>
                      </m:r>
                      <m:func>
                        <m:funcPr>
                          <m:ctrlPr>
                            <a:rPr lang="en-I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IN" sz="2800" b="1" i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𝐤𝐞𝐫</m:t>
                          </m:r>
                        </m:fName>
                        <m:e>
                          <m:d>
                            <m:dPr>
                              <m:ctrlPr>
                                <a:rPr lang="en-I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𝐓</m:t>
                              </m:r>
                            </m:e>
                          </m:d>
                        </m:e>
                      </m:func>
                      <m:r>
                        <a:rPr lang="en-IN" sz="2800" b="1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I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IN" sz="28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US" sz="28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IN" sz="2800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en-IN" sz="28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d>
                      <m:r>
                        <a:rPr lang="en-IN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9F17F4AF-9CC1-E6DC-261A-6A6C3E59AE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234" y="2858368"/>
                <a:ext cx="5994766" cy="845221"/>
              </a:xfrm>
              <a:prstGeom prst="rect">
                <a:avLst/>
              </a:prstGeom>
              <a:blipFill>
                <a:blip r:embed="rId20"/>
                <a:stretch>
                  <a:fillRect b="-187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9322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6" grpId="0"/>
      <p:bldP spid="87" grpId="0"/>
      <p:bldP spid="89" grpId="0"/>
      <p:bldP spid="94" grpId="0"/>
      <p:bldP spid="95" grpId="0"/>
      <p:bldP spid="96" grpId="0"/>
      <p:bldP spid="9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C9407-3D77-2828-A252-051890625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BF17E01-EDC2-159F-A9A5-BA0B6491662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Example:4(Continue)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BF17E01-EDC2-159F-A9A5-BA0B649166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C5AEFB-3DC4-4EC7-7DE9-77E7960A7ED7}"/>
                  </a:ext>
                </a:extLst>
              </p:cNvPr>
              <p:cNvSpPr txBox="1"/>
              <p:nvPr/>
            </p:nvSpPr>
            <p:spPr>
              <a:xfrm>
                <a:off x="223750" y="875622"/>
                <a:ext cx="36122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Standard basis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C5AEFB-3DC4-4EC7-7DE9-77E7960A7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50" y="875622"/>
                <a:ext cx="3612204" cy="523220"/>
              </a:xfrm>
              <a:prstGeom prst="rect">
                <a:avLst/>
              </a:prstGeom>
              <a:blipFill>
                <a:blip r:embed="rId3"/>
                <a:stretch>
                  <a:fillRect l="-3547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9F2415-9508-291A-1B5F-835FB047DB87}"/>
                  </a:ext>
                </a:extLst>
              </p:cNvPr>
              <p:cNvSpPr txBox="1"/>
              <p:nvPr/>
            </p:nvSpPr>
            <p:spPr>
              <a:xfrm>
                <a:off x="1036831" y="1871124"/>
                <a:ext cx="277641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1,0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9F2415-9508-291A-1B5F-835FB047D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831" y="1871124"/>
                <a:ext cx="277641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Arrow 3">
            <a:extLst>
              <a:ext uri="{FF2B5EF4-FFF2-40B4-BE49-F238E27FC236}">
                <a16:creationId xmlns:a16="http://schemas.microsoft.com/office/drawing/2014/main" id="{0A90494C-FA01-69F4-CF80-0B5735CEF8A9}"/>
              </a:ext>
            </a:extLst>
          </p:cNvPr>
          <p:cNvSpPr/>
          <p:nvPr/>
        </p:nvSpPr>
        <p:spPr>
          <a:xfrm flipV="1">
            <a:off x="316831" y="1932293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5FAFB5-16F4-5F0F-AA56-E13D666DA211}"/>
                  </a:ext>
                </a:extLst>
              </p:cNvPr>
              <p:cNvSpPr txBox="1"/>
              <p:nvPr/>
            </p:nvSpPr>
            <p:spPr>
              <a:xfrm>
                <a:off x="3496425" y="855770"/>
                <a:ext cx="42134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IN" sz="2800" dirty="0"/>
                  <a:t>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5FAFB5-16F4-5F0F-AA56-E13D666DA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6425" y="855770"/>
                <a:ext cx="421344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18A5DF-9FA2-65BD-ECB1-5C2B5657900D}"/>
                  </a:ext>
                </a:extLst>
              </p:cNvPr>
              <p:cNvSpPr txBox="1"/>
              <p:nvPr/>
            </p:nvSpPr>
            <p:spPr>
              <a:xfrm>
                <a:off x="1984443" y="2439975"/>
                <a:ext cx="297666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(2−0, −8+0)</m:t>
                      </m:r>
                    </m:oMath>
                  </m:oMathPara>
                </a14:m>
                <a:endParaRPr lang="en-IN" sz="2800" b="0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18A5DF-9FA2-65BD-ECB1-5C2B56579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4443" y="2439975"/>
                <a:ext cx="297666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285FF7A-8B84-925E-3987-EE95AD632C59}"/>
                  </a:ext>
                </a:extLst>
              </p:cNvPr>
              <p:cNvSpPr txBox="1"/>
              <p:nvPr/>
            </p:nvSpPr>
            <p:spPr>
              <a:xfrm>
                <a:off x="1984443" y="3056355"/>
                <a:ext cx="260701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=(2,−8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285FF7A-8B84-925E-3987-EE95AD632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4443" y="3056355"/>
                <a:ext cx="260701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ACD70D8B-BCB5-599D-5FC6-5DB2C432B9A9}"/>
              </a:ext>
            </a:extLst>
          </p:cNvPr>
          <p:cNvSpPr/>
          <p:nvPr/>
        </p:nvSpPr>
        <p:spPr>
          <a:xfrm>
            <a:off x="2401397" y="3069159"/>
            <a:ext cx="1236747" cy="506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indent="-457200">
              <a:lnSpc>
                <a:spcPct val="150000"/>
              </a:lnSpc>
            </a:pPr>
            <a:endParaRPr lang="en-IN" sz="20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F35661E-DD86-FCE8-D814-407D84C8C573}"/>
                  </a:ext>
                </a:extLst>
              </p:cNvPr>
              <p:cNvSpPr txBox="1"/>
              <p:nvPr/>
            </p:nvSpPr>
            <p:spPr>
              <a:xfrm>
                <a:off x="1036831" y="3731102"/>
                <a:ext cx="277641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F35661E-DD86-FCE8-D814-407D84C8C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831" y="3731102"/>
                <a:ext cx="277641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ight Arrow 3">
            <a:extLst>
              <a:ext uri="{FF2B5EF4-FFF2-40B4-BE49-F238E27FC236}">
                <a16:creationId xmlns:a16="http://schemas.microsoft.com/office/drawing/2014/main" id="{7994772D-3E35-AA8D-83D1-080B790E22CF}"/>
              </a:ext>
            </a:extLst>
          </p:cNvPr>
          <p:cNvSpPr/>
          <p:nvPr/>
        </p:nvSpPr>
        <p:spPr>
          <a:xfrm flipV="1">
            <a:off x="316831" y="379227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B2BAC68-D5F5-53DF-BB26-31C9AB48636C}"/>
                  </a:ext>
                </a:extLst>
              </p:cNvPr>
              <p:cNvSpPr txBox="1"/>
              <p:nvPr/>
            </p:nvSpPr>
            <p:spPr>
              <a:xfrm>
                <a:off x="1984443" y="4299953"/>
                <a:ext cx="297666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(0−1, −0+4)</m:t>
                      </m:r>
                    </m:oMath>
                  </m:oMathPara>
                </a14:m>
                <a:endParaRPr lang="en-IN" sz="2800" b="0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B2BAC68-D5F5-53DF-BB26-31C9AB486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4443" y="4299953"/>
                <a:ext cx="297666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DBD3F4F-AAE4-BDCD-0F0D-F298C56E97A8}"/>
                  </a:ext>
                </a:extLst>
              </p:cNvPr>
              <p:cNvSpPr txBox="1"/>
              <p:nvPr/>
            </p:nvSpPr>
            <p:spPr>
              <a:xfrm>
                <a:off x="1984444" y="4916333"/>
                <a:ext cx="182879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=(−1,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DBD3F4F-AAE4-BDCD-0F0D-F298C56E9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4444" y="4916333"/>
                <a:ext cx="1828798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D7D6EE11-CE13-6C66-669B-32B3C437033B}"/>
              </a:ext>
            </a:extLst>
          </p:cNvPr>
          <p:cNvSpPr/>
          <p:nvPr/>
        </p:nvSpPr>
        <p:spPr>
          <a:xfrm>
            <a:off x="2401397" y="4929137"/>
            <a:ext cx="1236747" cy="506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indent="-457200">
              <a:lnSpc>
                <a:spcPct val="150000"/>
              </a:lnSpc>
            </a:pPr>
            <a:endParaRPr lang="en-IN" sz="2000" b="1" dirty="0">
              <a:solidFill>
                <a:srgbClr val="FF0000"/>
              </a:solidFill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7042735-9570-2B67-17FA-88B166136D82}"/>
              </a:ext>
            </a:extLst>
          </p:cNvPr>
          <p:cNvCxnSpPr>
            <a:cxnSpLocks/>
          </p:cNvCxnSpPr>
          <p:nvPr/>
        </p:nvCxnSpPr>
        <p:spPr>
          <a:xfrm>
            <a:off x="6096000" y="1726775"/>
            <a:ext cx="0" cy="441082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DCEFAE-EDD0-D8B0-59C1-41523B85D5E9}"/>
              </a:ext>
            </a:extLst>
          </p:cNvPr>
          <p:cNvSpPr txBox="1"/>
          <p:nvPr/>
        </p:nvSpPr>
        <p:spPr>
          <a:xfrm>
            <a:off x="6545323" y="1809590"/>
            <a:ext cx="48261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0" dirty="0">
                <a:solidFill>
                  <a:srgbClr val="002060"/>
                </a:solidFill>
                <a:latin typeface="+mj-lt"/>
              </a:rPr>
              <a:t>The standard matrix is</a:t>
            </a:r>
            <a:endParaRPr lang="en-IN" sz="2800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98993C0-F6FE-AE44-F4F0-73CCB9023A2E}"/>
                  </a:ext>
                </a:extLst>
              </p:cNvPr>
              <p:cNvSpPr txBox="1"/>
              <p:nvPr/>
            </p:nvSpPr>
            <p:spPr>
              <a:xfrm>
                <a:off x="6496683" y="3269051"/>
                <a:ext cx="10502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98993C0-F6FE-AE44-F4F0-73CCB9023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683" y="3269051"/>
                <a:ext cx="105023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5D40836-0AFF-9F08-7220-85AE31B27A4E}"/>
                  </a:ext>
                </a:extLst>
              </p:cNvPr>
              <p:cNvSpPr txBox="1"/>
              <p:nvPr/>
            </p:nvSpPr>
            <p:spPr>
              <a:xfrm>
                <a:off x="7709865" y="2762132"/>
                <a:ext cx="51394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2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5D40836-0AFF-9F08-7220-85AE31B27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865" y="2762132"/>
                <a:ext cx="513940" cy="1384995"/>
              </a:xfrm>
              <a:prstGeom prst="rect">
                <a:avLst/>
              </a:prstGeom>
              <a:blipFill>
                <a:blip r:embed="rId12"/>
                <a:stretch>
                  <a:fillRect r="-3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Left Bracket 50">
            <a:extLst>
              <a:ext uri="{FF2B5EF4-FFF2-40B4-BE49-F238E27FC236}">
                <a16:creationId xmlns:a16="http://schemas.microsoft.com/office/drawing/2014/main" id="{47C21AFD-05D1-E45E-85BC-7DF3F47ED555}"/>
              </a:ext>
            </a:extLst>
          </p:cNvPr>
          <p:cNvSpPr/>
          <p:nvPr/>
        </p:nvSpPr>
        <p:spPr>
          <a:xfrm>
            <a:off x="7693819" y="2912072"/>
            <a:ext cx="88939" cy="1210820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3008944-794C-A981-9DC9-967F88BD7F11}"/>
                  </a:ext>
                </a:extLst>
              </p:cNvPr>
              <p:cNvSpPr txBox="1"/>
              <p:nvPr/>
            </p:nvSpPr>
            <p:spPr>
              <a:xfrm>
                <a:off x="8386751" y="2762132"/>
                <a:ext cx="51394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4</m:t>
                      </m:r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3008944-794C-A981-9DC9-967F88BD7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751" y="2762132"/>
                <a:ext cx="513940" cy="1384995"/>
              </a:xfrm>
              <a:prstGeom prst="rect">
                <a:avLst/>
              </a:prstGeom>
              <a:blipFill>
                <a:blip r:embed="rId13"/>
                <a:stretch>
                  <a:fillRect r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Left Bracket 52">
            <a:extLst>
              <a:ext uri="{FF2B5EF4-FFF2-40B4-BE49-F238E27FC236}">
                <a16:creationId xmlns:a16="http://schemas.microsoft.com/office/drawing/2014/main" id="{98D34D3E-D630-48DC-5E62-7988C5A4496F}"/>
              </a:ext>
            </a:extLst>
          </p:cNvPr>
          <p:cNvSpPr/>
          <p:nvPr/>
        </p:nvSpPr>
        <p:spPr>
          <a:xfrm flipH="1">
            <a:off x="8977872" y="2900129"/>
            <a:ext cx="127953" cy="1246998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62BBCF1-1471-88EF-AF6E-BFA93180D795}"/>
                  </a:ext>
                </a:extLst>
              </p:cNvPr>
              <p:cNvSpPr txBox="1"/>
              <p:nvPr/>
            </p:nvSpPr>
            <p:spPr>
              <a:xfrm>
                <a:off x="9183006" y="3971042"/>
                <a:ext cx="14964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62BBCF1-1471-88EF-AF6E-BFA93180D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006" y="3971042"/>
                <a:ext cx="1496497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38D66D97-E664-4B99-7241-834AB141F53F}"/>
              </a:ext>
            </a:extLst>
          </p:cNvPr>
          <p:cNvGrpSpPr/>
          <p:nvPr/>
        </p:nvGrpSpPr>
        <p:grpSpPr>
          <a:xfrm>
            <a:off x="7461115" y="6011437"/>
            <a:ext cx="4520356" cy="523220"/>
            <a:chOff x="7461115" y="6011437"/>
            <a:chExt cx="4520356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C6DF11A-76D1-D9C6-6676-EFEC4804E0D9}"/>
                    </a:ext>
                  </a:extLst>
                </p:cNvPr>
                <p:cNvSpPr txBox="1"/>
                <p:nvPr/>
              </p:nvSpPr>
              <p:spPr>
                <a:xfrm>
                  <a:off x="7461115" y="6011437"/>
                  <a:ext cx="452035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=(2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−8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+4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C6DF11A-76D1-D9C6-6676-EFEC4804E0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1115" y="6011437"/>
                  <a:ext cx="4520356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1023BCB-1FDD-C6B0-B5EA-E557A4386806}"/>
                </a:ext>
              </a:extLst>
            </p:cNvPr>
            <p:cNvSpPr/>
            <p:nvPr/>
          </p:nvSpPr>
          <p:spPr>
            <a:xfrm>
              <a:off x="7461115" y="6016386"/>
              <a:ext cx="4520355" cy="5063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3959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4" grpId="0" animBg="1"/>
      <p:bldP spid="11" grpId="0"/>
      <p:bldP spid="12" grpId="0"/>
      <p:bldP spid="18" grpId="0"/>
      <p:bldP spid="6" grpId="0" animBg="1"/>
      <p:bldP spid="6" grpId="1" animBg="1"/>
      <p:bldP spid="33" grpId="0"/>
      <p:bldP spid="34" grpId="0" animBg="1"/>
      <p:bldP spid="36" grpId="0"/>
      <p:bldP spid="37" grpId="0"/>
      <p:bldP spid="7" grpId="0" animBg="1"/>
      <p:bldP spid="48" grpId="0"/>
      <p:bldP spid="49" grpId="0"/>
      <p:bldP spid="50" grpId="0"/>
      <p:bldP spid="51" grpId="0" animBg="1"/>
      <p:bldP spid="52" grpId="0"/>
      <p:bldP spid="53" grpId="0" animBg="1"/>
      <p:bldP spid="5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D4035-B354-C003-9FD4-82C562127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39FCDD5-319A-2EB1-33C7-7B839744740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Example:4(Continue)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39FCDD5-319A-2EB1-33C7-7B83974474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0B578CAE-1DE4-C253-FCB7-E91D8546AE85}"/>
                  </a:ext>
                </a:extLst>
              </p:cNvPr>
              <p:cNvSpPr/>
              <p:nvPr/>
            </p:nvSpPr>
            <p:spPr>
              <a:xfrm>
                <a:off x="853358" y="3880988"/>
                <a:ext cx="6064277" cy="576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Hence, basis of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d>
                      <m:dPr>
                        <m:ctrlPr>
                          <a:rPr lang="en-IN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basis of Col(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0B578CAE-1DE4-C253-FCB7-E91D8546AE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358" y="3880988"/>
                <a:ext cx="6064277" cy="576154"/>
              </a:xfrm>
              <a:prstGeom prst="rect">
                <a:avLst/>
              </a:prstGeom>
              <a:blipFill>
                <a:blip r:embed="rId3"/>
                <a:stretch>
                  <a:fillRect l="-2111" t="-11702" r="-1206" b="-20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159AE87-D3FD-F176-34B2-B84FAE3B2A22}"/>
                  </a:ext>
                </a:extLst>
              </p:cNvPr>
              <p:cNvSpPr/>
              <p:nvPr/>
            </p:nvSpPr>
            <p:spPr>
              <a:xfrm>
                <a:off x="888807" y="4772942"/>
                <a:ext cx="5527838" cy="6376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  <a:latin typeface="+mj-lt"/>
                        </a:rPr>
                        <m:t>Hence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  <a:latin typeface="+mj-lt"/>
                        </a:rPr>
                        <m:t>, 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  <a:latin typeface="+mj-lt"/>
                        </a:rPr>
                        <m:t>Basis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  <a:latin typeface="+mj-lt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  <a:latin typeface="+mj-lt"/>
                        </a:rPr>
                        <m:t>of</m:t>
                      </m:r>
                      <m:func>
                        <m:funcPr>
                          <m:ctrlPr>
                            <a:rPr lang="en-IN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IN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fName>
                        <m:e>
                          <m:d>
                            <m:dPr>
                              <m:ctrlPr>
                                <a:rPr lang="en-I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𝐓</m:t>
                              </m:r>
                            </m:e>
                          </m:d>
                        </m:e>
                      </m:func>
                      <m:r>
                        <a:rPr lang="en-IN" sz="2800" b="1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I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IN" sz="28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,−</m:t>
                              </m:r>
                              <m:r>
                                <a:rPr lang="en-IN" sz="28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</m:e>
                          </m:d>
                        </m:e>
                      </m:d>
                      <m:r>
                        <a:rPr lang="en-US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159AE87-D3FD-F176-34B2-B84FAE3B2A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07" y="4772942"/>
                <a:ext cx="5527838" cy="6376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60ACA39-2F0F-FD1C-B8A1-CDC34C40D84C}"/>
                  </a:ext>
                </a:extLst>
              </p:cNvPr>
              <p:cNvSpPr/>
              <p:nvPr/>
            </p:nvSpPr>
            <p:spPr>
              <a:xfrm>
                <a:off x="888806" y="815259"/>
                <a:ext cx="4082027" cy="93223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Now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]=</m:t>
                    </m:r>
                    <m:d>
                      <m:dPr>
                        <m:begChr m:val="["/>
                        <m:endChr m:val="]"/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e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  <a:endParaRPr lang="en-IN" sz="2800" dirty="0">
                  <a:solidFill>
                    <a:schemeClr val="tx1">
                      <a:lumMod val="90000"/>
                      <a:lumOff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60ACA39-2F0F-FD1C-B8A1-CDC34C40D8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06" y="815259"/>
                <a:ext cx="4082027" cy="932235"/>
              </a:xfrm>
              <a:prstGeom prst="rect">
                <a:avLst/>
              </a:prstGeom>
              <a:blipFill>
                <a:blip r:embed="rId5"/>
                <a:stretch>
                  <a:fillRect l="-31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33E0D3B-0551-3420-455A-A24C08EB293A}"/>
                  </a:ext>
                </a:extLst>
              </p:cNvPr>
              <p:cNvSpPr/>
              <p:nvPr/>
            </p:nvSpPr>
            <p:spPr>
              <a:xfrm>
                <a:off x="853358" y="2090306"/>
                <a:ext cx="9364068" cy="46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Row echelon form of </a:t>
                </a:r>
                <a14:m>
                  <m:oMath xmlns:m="http://schemas.openxmlformats.org/officeDocument/2006/math"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with leading element ‘1’ is</a:t>
                </a:r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33E0D3B-0551-3420-455A-A24C08EB29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358" y="2090306"/>
                <a:ext cx="9364068" cy="468000"/>
              </a:xfrm>
              <a:prstGeom prst="rect">
                <a:avLst/>
              </a:prstGeom>
              <a:blipFill>
                <a:blip r:embed="rId6"/>
                <a:stretch>
                  <a:fillRect l="-1367" t="-14286" b="-467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003E885-85A9-916D-F624-DE3279A1CC83}"/>
                  </a:ext>
                </a:extLst>
              </p:cNvPr>
              <p:cNvSpPr txBox="1"/>
              <p:nvPr/>
            </p:nvSpPr>
            <p:spPr>
              <a:xfrm>
                <a:off x="8068837" y="1816504"/>
                <a:ext cx="1969016" cy="10602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IN" sz="2800" dirty="0"/>
                  <a:t>.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003E885-85A9-916D-F624-DE3279A1C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8837" y="1816504"/>
                <a:ext cx="1969016" cy="10602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74B499C9-C9CC-46AA-1065-F6591F4FD4EC}"/>
              </a:ext>
            </a:extLst>
          </p:cNvPr>
          <p:cNvSpPr/>
          <p:nvPr/>
        </p:nvSpPr>
        <p:spPr>
          <a:xfrm>
            <a:off x="804721" y="3097188"/>
            <a:ext cx="8634574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The leading 1’s appear in column 1 only.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9" name="Right Arrow 3">
            <a:extLst>
              <a:ext uri="{FF2B5EF4-FFF2-40B4-BE49-F238E27FC236}">
                <a16:creationId xmlns:a16="http://schemas.microsoft.com/office/drawing/2014/main" id="{DAE2CF56-9B7D-8349-651E-22F55F3EC944}"/>
              </a:ext>
            </a:extLst>
          </p:cNvPr>
          <p:cNvSpPr/>
          <p:nvPr/>
        </p:nvSpPr>
        <p:spPr>
          <a:xfrm flipV="1">
            <a:off x="139171" y="3163313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30" name="Right Arrow 3">
            <a:extLst>
              <a:ext uri="{FF2B5EF4-FFF2-40B4-BE49-F238E27FC236}">
                <a16:creationId xmlns:a16="http://schemas.microsoft.com/office/drawing/2014/main" id="{AEC82FB3-F330-5DEC-88E5-7E850F0A1419}"/>
              </a:ext>
            </a:extLst>
          </p:cNvPr>
          <p:cNvSpPr/>
          <p:nvPr/>
        </p:nvSpPr>
        <p:spPr>
          <a:xfrm flipV="1">
            <a:off x="139171" y="3955766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F990A86-9B70-FDE6-0EDC-5BC2481B9F22}"/>
                  </a:ext>
                </a:extLst>
              </p:cNvPr>
              <p:cNvSpPr txBox="1"/>
              <p:nvPr/>
            </p:nvSpPr>
            <p:spPr>
              <a:xfrm>
                <a:off x="6822514" y="3737601"/>
                <a:ext cx="1724227" cy="8606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−8</m:t>
                                </m:r>
                              </m:e>
                            </m:eqArr>
                          </m:e>
                        </m:d>
                      </m:e>
                    </m:d>
                  </m:oMath>
                </a14:m>
                <a:r>
                  <a:rPr lang="en-IN" sz="2800" dirty="0"/>
                  <a:t>.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F990A86-9B70-FDE6-0EDC-5BC2481B9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2514" y="3737601"/>
                <a:ext cx="1724227" cy="860620"/>
              </a:xfrm>
              <a:prstGeom prst="rect">
                <a:avLst/>
              </a:prstGeom>
              <a:blipFill>
                <a:blip r:embed="rId8"/>
                <a:stretch>
                  <a:fillRect r="-2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ight Arrow 3">
            <a:extLst>
              <a:ext uri="{FF2B5EF4-FFF2-40B4-BE49-F238E27FC236}">
                <a16:creationId xmlns:a16="http://schemas.microsoft.com/office/drawing/2014/main" id="{29B353F5-4D17-240B-133B-4C646C1CEB50}"/>
              </a:ext>
            </a:extLst>
          </p:cNvPr>
          <p:cNvSpPr/>
          <p:nvPr/>
        </p:nvSpPr>
        <p:spPr>
          <a:xfrm flipV="1">
            <a:off x="139172" y="1117462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39" name="Right Arrow 3">
            <a:extLst>
              <a:ext uri="{FF2B5EF4-FFF2-40B4-BE49-F238E27FC236}">
                <a16:creationId xmlns:a16="http://schemas.microsoft.com/office/drawing/2014/main" id="{0A275B3B-B686-9D6F-1096-3309EC11F585}"/>
              </a:ext>
            </a:extLst>
          </p:cNvPr>
          <p:cNvSpPr/>
          <p:nvPr/>
        </p:nvSpPr>
        <p:spPr>
          <a:xfrm flipV="1">
            <a:off x="139172" y="2173685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1E218C8-5BEE-077A-1BE3-C6F160DC701C}"/>
              </a:ext>
            </a:extLst>
          </p:cNvPr>
          <p:cNvSpPr/>
          <p:nvPr/>
        </p:nvSpPr>
        <p:spPr>
          <a:xfrm rot="5400000">
            <a:off x="2689740" y="1003372"/>
            <a:ext cx="855950" cy="6322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indent="-457200">
              <a:lnSpc>
                <a:spcPct val="150000"/>
              </a:lnSpc>
            </a:pPr>
            <a:endParaRPr lang="en-IN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985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10" grpId="0"/>
      <p:bldP spid="23" grpId="0"/>
      <p:bldP spid="24" grpId="0"/>
      <p:bldP spid="26" grpId="0"/>
      <p:bldP spid="28" grpId="0"/>
      <p:bldP spid="29" grpId="0" animBg="1"/>
      <p:bldP spid="30" grpId="0" animBg="1"/>
      <p:bldP spid="32" grpId="0"/>
      <p:bldP spid="38" grpId="0" animBg="1"/>
      <p:bldP spid="39" grpId="0" animBg="1"/>
      <p:bldP spid="56" grpId="0" animBg="1"/>
      <p:bldP spid="56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C56A6-AABE-40D8-9D82-A2430C8A8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5C382E8-B936-B864-B666-A8802632F65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Example:5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5C382E8-B936-B864-B666-A8802632F6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F4CF11C6-4390-832F-C69B-28C55F5776F3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E247DB0-35D2-F8DC-4FCA-159FD0FC0D86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D74AAE-AB6B-49FE-1B82-3F5FA33F114B}"/>
                  </a:ext>
                </a:extLst>
              </p:cNvPr>
              <p:cNvSpPr txBox="1"/>
              <p:nvPr/>
            </p:nvSpPr>
            <p:spPr>
              <a:xfrm>
                <a:off x="1996951" y="778226"/>
                <a:ext cx="10072770" cy="10095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800" dirty="0">
                    <a:solidFill>
                      <a:srgbClr val="00206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be the linear transformation defined by  </a:t>
                </a:r>
                <a:br>
                  <a:rPr lang="en-US" sz="2800" dirty="0">
                    <a:solidFill>
                      <a:srgbClr val="002060"/>
                    </a:solidFill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d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then find the bases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ker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D74AAE-AB6B-49FE-1B82-3F5FA33F1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951" y="778226"/>
                <a:ext cx="10072770" cy="1009572"/>
              </a:xfrm>
              <a:prstGeom prst="rect">
                <a:avLst/>
              </a:prstGeom>
              <a:blipFill>
                <a:blip r:embed="rId3"/>
                <a:stretch>
                  <a:fillRect l="-1271" t="-6667" r="-1211" b="-13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F59C970-A73A-0ED9-5127-6B8DF071648A}"/>
              </a:ext>
            </a:extLst>
          </p:cNvPr>
          <p:cNvSpPr/>
          <p:nvPr/>
        </p:nvSpPr>
        <p:spPr>
          <a:xfrm>
            <a:off x="122278" y="1809349"/>
            <a:ext cx="1440000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628B81-BE46-CA76-5F14-3F84752A4BB4}"/>
                  </a:ext>
                </a:extLst>
              </p:cNvPr>
              <p:cNvSpPr txBox="1"/>
              <p:nvPr/>
            </p:nvSpPr>
            <p:spPr>
              <a:xfrm>
                <a:off x="519222" y="2505259"/>
                <a:ext cx="49742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bx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cx</m:t>
                        </m:r>
                      </m:e>
                      <m:sup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628B81-BE46-CA76-5F14-3F84752A4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222" y="2505259"/>
                <a:ext cx="4974240" cy="523220"/>
              </a:xfrm>
              <a:prstGeom prst="rect">
                <a:avLst/>
              </a:prstGeom>
              <a:blipFill>
                <a:blip r:embed="rId4"/>
                <a:stretch>
                  <a:fillRect l="-2451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53AF75-5F87-C262-F2A5-7893E7AE230A}"/>
                  </a:ext>
                </a:extLst>
              </p:cNvPr>
              <p:cNvSpPr txBox="1"/>
              <p:nvPr/>
            </p:nvSpPr>
            <p:spPr>
              <a:xfrm>
                <a:off x="122278" y="3139657"/>
                <a:ext cx="3697911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53AF75-5F87-C262-F2A5-7893E7AE2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78" y="3139657"/>
                <a:ext cx="3697911" cy="5786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D6493C9-14E1-9AA5-D6B5-F195C0E1A285}"/>
                  </a:ext>
                </a:extLst>
              </p:cNvPr>
              <p:cNvSpPr txBox="1"/>
              <p:nvPr/>
            </p:nvSpPr>
            <p:spPr>
              <a:xfrm>
                <a:off x="7449210" y="132321"/>
                <a:ext cx="48368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𝐤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𝐞𝐫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</m:d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𝐕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  <m:d>
                            <m:d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</m:d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D6493C9-14E1-9AA5-D6B5-F195C0E1A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9210" y="132321"/>
                <a:ext cx="483682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E8D989-49F1-53CC-5162-ADF3A1947FD8}"/>
                  </a:ext>
                </a:extLst>
              </p:cNvPr>
              <p:cNvSpPr txBox="1"/>
              <p:nvPr/>
            </p:nvSpPr>
            <p:spPr>
              <a:xfrm>
                <a:off x="1814704" y="3741359"/>
                <a:ext cx="32285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bx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cx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E8D989-49F1-53CC-5162-ADF3A1947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4704" y="3741359"/>
                <a:ext cx="322859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43A1633-9A0A-1CA5-6CD5-566BD028A32E}"/>
                  </a:ext>
                </a:extLst>
              </p:cNvPr>
              <p:cNvSpPr txBox="1"/>
              <p:nvPr/>
            </p:nvSpPr>
            <p:spPr>
              <a:xfrm>
                <a:off x="1814704" y="4299317"/>
                <a:ext cx="32285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ax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bx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cx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43A1633-9A0A-1CA5-6CD5-566BD028A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4704" y="4299317"/>
                <a:ext cx="322859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C0EEA4-0F9F-CEA7-54F9-5905A78B3339}"/>
                  </a:ext>
                </a:extLst>
              </p:cNvPr>
              <p:cNvSpPr txBox="1"/>
              <p:nvPr/>
            </p:nvSpPr>
            <p:spPr>
              <a:xfrm>
                <a:off x="200408" y="4971856"/>
                <a:ext cx="4225677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i="0" dirty="0">
                    <a:solidFill>
                      <a:srgbClr val="002060"/>
                    </a:solidFill>
                    <a:latin typeface="+mj-lt"/>
                  </a:rPr>
                  <a:t>F</a:t>
                </a:r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or kernel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d>
                      </m:e>
                    </m:d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C0EEA4-0F9F-CEA7-54F9-5905A78B3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08" y="4971856"/>
                <a:ext cx="4225677" cy="578685"/>
              </a:xfrm>
              <a:prstGeom prst="rect">
                <a:avLst/>
              </a:prstGeom>
              <a:blipFill>
                <a:blip r:embed="rId9"/>
                <a:stretch>
                  <a:fillRect l="-3030" t="-6316" b="-24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8BB82B-D94E-AA7B-0486-7222C3F42A88}"/>
              </a:ext>
            </a:extLst>
          </p:cNvPr>
          <p:cNvCxnSpPr>
            <a:cxnSpLocks/>
          </p:cNvCxnSpPr>
          <p:nvPr/>
        </p:nvCxnSpPr>
        <p:spPr>
          <a:xfrm>
            <a:off x="5835127" y="2714017"/>
            <a:ext cx="0" cy="36303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9F60C39-6B48-19CB-4F5C-1BED13DD36DC}"/>
                  </a:ext>
                </a:extLst>
              </p:cNvPr>
              <p:cNvSpPr txBox="1"/>
              <p:nvPr/>
            </p:nvSpPr>
            <p:spPr>
              <a:xfrm>
                <a:off x="221801" y="5699860"/>
                <a:ext cx="388327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ax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bx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cx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9F60C39-6B48-19CB-4F5C-1BED13DD3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01" y="5699860"/>
                <a:ext cx="3883272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0D2F58C-80D4-D04A-E40D-669CB78F593C}"/>
                  </a:ext>
                </a:extLst>
              </p:cNvPr>
              <p:cNvSpPr txBox="1"/>
              <p:nvPr/>
            </p:nvSpPr>
            <p:spPr>
              <a:xfrm>
                <a:off x="6252952" y="3441087"/>
                <a:ext cx="35914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=0,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=0,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0D2F58C-80D4-D04A-E40D-669CB78F5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952" y="3441087"/>
                <a:ext cx="359144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377C33C-DA49-078D-9AC9-4831B64CC962}"/>
                  </a:ext>
                </a:extLst>
              </p:cNvPr>
              <p:cNvSpPr txBox="1"/>
              <p:nvPr/>
            </p:nvSpPr>
            <p:spPr>
              <a:xfrm>
                <a:off x="6252951" y="4036108"/>
                <a:ext cx="522568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377C33C-DA49-078D-9AC9-4831B64CC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951" y="4036108"/>
                <a:ext cx="5225685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09B0EBE-CD3B-1503-91BA-872C1ABE5FE1}"/>
                  </a:ext>
                </a:extLst>
              </p:cNvPr>
              <p:cNvSpPr txBox="1"/>
              <p:nvPr/>
            </p:nvSpPr>
            <p:spPr>
              <a:xfrm>
                <a:off x="6252952" y="4692576"/>
                <a:ext cx="27069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func>
                        <m:funcPr>
                          <m:ctrlPr>
                            <a:rPr lang="en-IN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ker</m:t>
                          </m:r>
                        </m:fName>
                        <m:e>
                          <m:d>
                            <m:dPr>
                              <m:ctrlPr>
                                <a:rPr lang="en-IN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</m:func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09B0EBE-CD3B-1503-91BA-872C1ABE5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952" y="4692576"/>
                <a:ext cx="2706960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E214174E-189C-50BF-A0B8-403D61F41E51}"/>
                  </a:ext>
                </a:extLst>
              </p:cNvPr>
              <p:cNvSpPr/>
              <p:nvPr/>
            </p:nvSpPr>
            <p:spPr>
              <a:xfrm>
                <a:off x="6252952" y="5306048"/>
                <a:ext cx="4421190" cy="5410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  <a:latin typeface="+mj-lt"/>
                        </a:rPr>
                        <m:t>Hence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  <a:latin typeface="+mj-lt"/>
                        </a:rPr>
                        <m:t>, 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  <a:latin typeface="+mj-lt"/>
                        </a:rPr>
                        <m:t>Basis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  <a:latin typeface="+mj-lt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  <a:latin typeface="+mj-lt"/>
                        </a:rPr>
                        <m:t>of</m:t>
                      </m:r>
                      <m:func>
                        <m:funcPr>
                          <m:ctrlPr>
                            <a:rPr lang="en-I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IN" sz="2800" b="1" i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𝐤𝐞𝐫</m:t>
                          </m:r>
                        </m:fName>
                        <m:e>
                          <m:d>
                            <m:dPr>
                              <m:ctrlPr>
                                <a:rPr lang="en-I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𝐓</m:t>
                              </m:r>
                            </m:e>
                          </m:d>
                        </m:e>
                      </m:func>
                      <m:r>
                        <a:rPr lang="en-IN" sz="2800" b="1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𝛗</m:t>
                      </m:r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E214174E-189C-50BF-A0B8-403D61F41E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952" y="5306048"/>
                <a:ext cx="4421190" cy="5410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278F484-DD9E-47B9-C0BC-AE8DCA0ADCF6}"/>
                  </a:ext>
                </a:extLst>
              </p:cNvPr>
              <p:cNvSpPr txBox="1"/>
              <p:nvPr/>
            </p:nvSpPr>
            <p:spPr>
              <a:xfrm>
                <a:off x="6252952" y="2796542"/>
                <a:ext cx="60330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ax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bx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cx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278F484-DD9E-47B9-C0BC-AE8DCA0AD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952" y="2796542"/>
                <a:ext cx="6033083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58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4" grpId="0"/>
      <p:bldP spid="16" grpId="0"/>
      <p:bldP spid="18" grpId="0"/>
      <p:bldP spid="32" grpId="0"/>
      <p:bldP spid="33" grpId="0"/>
      <p:bldP spid="38" grpId="0"/>
      <p:bldP spid="40" grpId="0"/>
      <p:bldP spid="42" grpId="0"/>
      <p:bldP spid="4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571A9-5B9C-86AC-C41D-F69462070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9256238-E1AD-0230-BF2E-21BDCDFE203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Example:5(Continue)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9256238-E1AD-0230-BF2E-21BDCDFE20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140DF4-2799-2766-D413-D9DCE1B46C6A}"/>
                  </a:ext>
                </a:extLst>
              </p:cNvPr>
              <p:cNvSpPr txBox="1"/>
              <p:nvPr/>
            </p:nvSpPr>
            <p:spPr>
              <a:xfrm>
                <a:off x="115637" y="847552"/>
                <a:ext cx="376182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Standard basis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140DF4-2799-2766-D413-D9DCE1B46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37" y="847552"/>
                <a:ext cx="3761823" cy="523220"/>
              </a:xfrm>
              <a:prstGeom prst="rect">
                <a:avLst/>
              </a:prstGeom>
              <a:blipFill>
                <a:blip r:embed="rId3"/>
                <a:stretch>
                  <a:fillRect l="-3404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C467EA2-223E-0746-C294-D0A49F64D511}"/>
                  </a:ext>
                </a:extLst>
              </p:cNvPr>
              <p:cNvSpPr txBox="1"/>
              <p:nvPr/>
            </p:nvSpPr>
            <p:spPr>
              <a:xfrm>
                <a:off x="3559807" y="847552"/>
                <a:ext cx="14905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IN" sz="2800" dirty="0"/>
                  <a:t> 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C467EA2-223E-0746-C294-D0A49F64D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807" y="847552"/>
                <a:ext cx="149055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3195C5-FAC4-9B8E-1A04-F67A3535E098}"/>
                  </a:ext>
                </a:extLst>
              </p:cNvPr>
              <p:cNvSpPr txBox="1"/>
              <p:nvPr/>
            </p:nvSpPr>
            <p:spPr>
              <a:xfrm>
                <a:off x="4879410" y="851545"/>
                <a:ext cx="44747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and standard basis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3195C5-FAC4-9B8E-1A04-F67A3535E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410" y="851545"/>
                <a:ext cx="4474722" cy="523220"/>
              </a:xfrm>
              <a:prstGeom prst="rect">
                <a:avLst/>
              </a:prstGeom>
              <a:blipFill>
                <a:blip r:embed="rId5"/>
                <a:stretch>
                  <a:fillRect l="-2725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268B7F-FD76-793E-E4D3-06970384FFDC}"/>
                  </a:ext>
                </a:extLst>
              </p:cNvPr>
              <p:cNvSpPr txBox="1"/>
              <p:nvPr/>
            </p:nvSpPr>
            <p:spPr>
              <a:xfrm>
                <a:off x="8904438" y="851545"/>
                <a:ext cx="14905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IN" sz="2800" dirty="0"/>
                  <a:t> 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268B7F-FD76-793E-E4D3-06970384F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4438" y="851545"/>
                <a:ext cx="1490553" cy="523220"/>
              </a:xfrm>
              <a:prstGeom prst="rect">
                <a:avLst/>
              </a:prstGeom>
              <a:blipFill>
                <a:blip r:embed="rId6"/>
                <a:stretch>
                  <a:fillRect r="-221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71D5DE-9777-DACC-E6D6-9441FB22B412}"/>
                  </a:ext>
                </a:extLst>
              </p:cNvPr>
              <p:cNvSpPr txBox="1"/>
              <p:nvPr/>
            </p:nvSpPr>
            <p:spPr>
              <a:xfrm>
                <a:off x="858202" y="1420595"/>
                <a:ext cx="14420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71D5DE-9777-DACC-E6D6-9441FB22B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202" y="1420595"/>
                <a:ext cx="144201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Arrow 3">
            <a:extLst>
              <a:ext uri="{FF2B5EF4-FFF2-40B4-BE49-F238E27FC236}">
                <a16:creationId xmlns:a16="http://schemas.microsoft.com/office/drawing/2014/main" id="{83A9E8F9-9B0A-A3B7-6DA6-348368C4E006}"/>
              </a:ext>
            </a:extLst>
          </p:cNvPr>
          <p:cNvSpPr/>
          <p:nvPr/>
        </p:nvSpPr>
        <p:spPr>
          <a:xfrm flipV="1">
            <a:off x="135917" y="146417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0023E3-DD72-E2D1-CBAB-B3C1CDAFEDD9}"/>
                  </a:ext>
                </a:extLst>
              </p:cNvPr>
              <p:cNvSpPr txBox="1"/>
              <p:nvPr/>
            </p:nvSpPr>
            <p:spPr>
              <a:xfrm>
                <a:off x="1791595" y="2339768"/>
                <a:ext cx="493841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IN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(1)+</m:t>
                      </m:r>
                      <m:r>
                        <a:rPr lang="en-IN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)+0(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IN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b="0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0023E3-DD72-E2D1-CBAB-B3C1CDAFE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595" y="2339768"/>
                <a:ext cx="493841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366297D-5AE2-A828-717E-F1453A0D6455}"/>
                  </a:ext>
                </a:extLst>
              </p:cNvPr>
              <p:cNvSpPr txBox="1"/>
              <p:nvPr/>
            </p:nvSpPr>
            <p:spPr>
              <a:xfrm>
                <a:off x="868814" y="3024710"/>
                <a:ext cx="14420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=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366297D-5AE2-A828-717E-F1453A0D6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814" y="3024710"/>
                <a:ext cx="144201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Arrow 3">
            <a:extLst>
              <a:ext uri="{FF2B5EF4-FFF2-40B4-BE49-F238E27FC236}">
                <a16:creationId xmlns:a16="http://schemas.microsoft.com/office/drawing/2014/main" id="{AC13DBCE-E16A-EBE5-98E1-B99298356BFA}"/>
              </a:ext>
            </a:extLst>
          </p:cNvPr>
          <p:cNvSpPr/>
          <p:nvPr/>
        </p:nvSpPr>
        <p:spPr>
          <a:xfrm flipV="1">
            <a:off x="135916" y="3080124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B24957-E75C-E09F-D95E-A949EB5E35E9}"/>
              </a:ext>
            </a:extLst>
          </p:cNvPr>
          <p:cNvSpPr/>
          <p:nvPr/>
        </p:nvSpPr>
        <p:spPr>
          <a:xfrm>
            <a:off x="1741193" y="2373795"/>
            <a:ext cx="4988816" cy="506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indent="-457200">
              <a:lnSpc>
                <a:spcPct val="150000"/>
              </a:lnSpc>
            </a:pPr>
            <a:endParaRPr lang="en-IN" sz="20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52A2A0-2BAF-CB17-AEC0-295909C0928D}"/>
                  </a:ext>
                </a:extLst>
              </p:cNvPr>
              <p:cNvSpPr txBox="1"/>
              <p:nvPr/>
            </p:nvSpPr>
            <p:spPr>
              <a:xfrm>
                <a:off x="1780772" y="3500674"/>
                <a:ext cx="20492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52A2A0-2BAF-CB17-AEC0-295909C09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772" y="3500674"/>
                <a:ext cx="2049294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CAD49B0-AABA-DB15-D286-DDBA605F13BC}"/>
                  </a:ext>
                </a:extLst>
              </p:cNvPr>
              <p:cNvSpPr txBox="1"/>
              <p:nvPr/>
            </p:nvSpPr>
            <p:spPr>
              <a:xfrm>
                <a:off x="1799559" y="4091809"/>
                <a:ext cx="497363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IN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(1)+</m:t>
                      </m:r>
                      <m:r>
                        <a:rPr lang="en-IN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)+1(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b="0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CAD49B0-AABA-DB15-D286-DDBA605F1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9559" y="4091809"/>
                <a:ext cx="4973634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2574FC03-1B13-2B65-B874-EC910089FE4F}"/>
              </a:ext>
            </a:extLst>
          </p:cNvPr>
          <p:cNvSpPr/>
          <p:nvPr/>
        </p:nvSpPr>
        <p:spPr>
          <a:xfrm>
            <a:off x="1799560" y="4117526"/>
            <a:ext cx="4882404" cy="506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indent="-457200">
              <a:lnSpc>
                <a:spcPct val="150000"/>
              </a:lnSpc>
            </a:pPr>
            <a:endParaRPr lang="en-IN" sz="20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FD95CB9-8608-C6E2-51F1-8C33C2265CF9}"/>
                  </a:ext>
                </a:extLst>
              </p:cNvPr>
              <p:cNvSpPr txBox="1"/>
              <p:nvPr/>
            </p:nvSpPr>
            <p:spPr>
              <a:xfrm>
                <a:off x="1791595" y="1874491"/>
                <a:ext cx="10894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FD95CB9-8608-C6E2-51F1-8C33C2265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595" y="1874491"/>
                <a:ext cx="1089497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2FC78EB-7631-5C1C-828D-BDF0BCF69775}"/>
                  </a:ext>
                </a:extLst>
              </p:cNvPr>
              <p:cNvSpPr txBox="1"/>
              <p:nvPr/>
            </p:nvSpPr>
            <p:spPr>
              <a:xfrm>
                <a:off x="2197026" y="1378758"/>
                <a:ext cx="14905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2FC78EB-7631-5C1C-828D-BDF0BCF69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7026" y="1378758"/>
                <a:ext cx="1490553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5F35CCB-ECF8-7B91-78E5-021452578358}"/>
                  </a:ext>
                </a:extLst>
              </p:cNvPr>
              <p:cNvSpPr txBox="1"/>
              <p:nvPr/>
            </p:nvSpPr>
            <p:spPr>
              <a:xfrm>
                <a:off x="2241664" y="3002907"/>
                <a:ext cx="144201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5F35CCB-ECF8-7B91-78E5-021452578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664" y="3002907"/>
                <a:ext cx="1442015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575E871-C21D-606E-6BBB-863F8E7445CD}"/>
              </a:ext>
            </a:extLst>
          </p:cNvPr>
          <p:cNvCxnSpPr>
            <a:cxnSpLocks/>
          </p:cNvCxnSpPr>
          <p:nvPr/>
        </p:nvCxnSpPr>
        <p:spPr>
          <a:xfrm>
            <a:off x="6940596" y="1494938"/>
            <a:ext cx="0" cy="481426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721895E-8AC1-80F3-FC2B-BF0BA02E2F69}"/>
              </a:ext>
            </a:extLst>
          </p:cNvPr>
          <p:cNvSpPr txBox="1"/>
          <p:nvPr/>
        </p:nvSpPr>
        <p:spPr>
          <a:xfrm>
            <a:off x="7489235" y="1827601"/>
            <a:ext cx="48261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0" dirty="0">
                <a:solidFill>
                  <a:srgbClr val="002060"/>
                </a:solidFill>
                <a:latin typeface="+mj-lt"/>
              </a:rPr>
              <a:t>The standard matrix is</a:t>
            </a:r>
            <a:endParaRPr lang="en-IN" sz="2800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22C0B43-016B-8686-06D3-95AF87213BB1}"/>
                  </a:ext>
                </a:extLst>
              </p:cNvPr>
              <p:cNvSpPr txBox="1"/>
              <p:nvPr/>
            </p:nvSpPr>
            <p:spPr>
              <a:xfrm>
                <a:off x="7489235" y="3602589"/>
                <a:ext cx="10502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22C0B43-016B-8686-06D3-95AF87213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9235" y="3602589"/>
                <a:ext cx="1050236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1C0B06F-2D41-05B3-0B56-295B31D9F10B}"/>
                  </a:ext>
                </a:extLst>
              </p:cNvPr>
              <p:cNvSpPr txBox="1"/>
              <p:nvPr/>
            </p:nvSpPr>
            <p:spPr>
              <a:xfrm>
                <a:off x="8878725" y="2637074"/>
                <a:ext cx="51394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1C0B06F-2D41-05B3-0B56-295B31D9F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8725" y="2637074"/>
                <a:ext cx="513940" cy="267765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Left Bracket 33">
            <a:extLst>
              <a:ext uri="{FF2B5EF4-FFF2-40B4-BE49-F238E27FC236}">
                <a16:creationId xmlns:a16="http://schemas.microsoft.com/office/drawing/2014/main" id="{7905F3F5-F05A-4A3F-DC92-D2D9AB971B31}"/>
              </a:ext>
            </a:extLst>
          </p:cNvPr>
          <p:cNvSpPr/>
          <p:nvPr/>
        </p:nvSpPr>
        <p:spPr>
          <a:xfrm>
            <a:off x="8706874" y="2849310"/>
            <a:ext cx="145913" cy="2294997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0575AD0-9418-32A0-80FF-C5598C5BBBF5}"/>
                  </a:ext>
                </a:extLst>
              </p:cNvPr>
              <p:cNvSpPr txBox="1"/>
              <p:nvPr/>
            </p:nvSpPr>
            <p:spPr>
              <a:xfrm>
                <a:off x="9436271" y="2654649"/>
                <a:ext cx="51394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0575AD0-9418-32A0-80FF-C5598C5BB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6271" y="2654649"/>
                <a:ext cx="513940" cy="267765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Left Bracket 36">
            <a:extLst>
              <a:ext uri="{FF2B5EF4-FFF2-40B4-BE49-F238E27FC236}">
                <a16:creationId xmlns:a16="http://schemas.microsoft.com/office/drawing/2014/main" id="{69C19396-EA49-0E5C-7239-A974CF0ADF73}"/>
              </a:ext>
            </a:extLst>
          </p:cNvPr>
          <p:cNvSpPr/>
          <p:nvPr/>
        </p:nvSpPr>
        <p:spPr>
          <a:xfrm flipH="1">
            <a:off x="10563841" y="2849310"/>
            <a:ext cx="150261" cy="2294997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F07FB3E-CF50-C8A2-C245-0FD610AB53C2}"/>
                  </a:ext>
                </a:extLst>
              </p:cNvPr>
              <p:cNvSpPr txBox="1"/>
              <p:nvPr/>
            </p:nvSpPr>
            <p:spPr>
              <a:xfrm>
                <a:off x="10709437" y="4916428"/>
                <a:ext cx="14964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IN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F07FB3E-CF50-C8A2-C245-0FD610AB5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9437" y="4916428"/>
                <a:ext cx="1496497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295724F-B661-EC5D-F1D7-89EC229658B0}"/>
                  </a:ext>
                </a:extLst>
              </p:cNvPr>
              <p:cNvSpPr txBox="1"/>
              <p:nvPr/>
            </p:nvSpPr>
            <p:spPr>
              <a:xfrm>
                <a:off x="823730" y="4829383"/>
                <a:ext cx="144201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295724F-B661-EC5D-F1D7-89EC22965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30" y="4829383"/>
                <a:ext cx="1442018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ight Arrow 3">
            <a:extLst>
              <a:ext uri="{FF2B5EF4-FFF2-40B4-BE49-F238E27FC236}">
                <a16:creationId xmlns:a16="http://schemas.microsoft.com/office/drawing/2014/main" id="{BC2F2AE7-0C16-E075-4235-2DFCF3F27651}"/>
              </a:ext>
            </a:extLst>
          </p:cNvPr>
          <p:cNvSpPr/>
          <p:nvPr/>
        </p:nvSpPr>
        <p:spPr>
          <a:xfrm flipV="1">
            <a:off x="133706" y="4877789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100C81E-4C75-4174-8A7D-6CC75C7DEE8D}"/>
                  </a:ext>
                </a:extLst>
              </p:cNvPr>
              <p:cNvSpPr txBox="1"/>
              <p:nvPr/>
            </p:nvSpPr>
            <p:spPr>
              <a:xfrm>
                <a:off x="1780771" y="5357214"/>
                <a:ext cx="20492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100C81E-4C75-4174-8A7D-6CC75C7DE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771" y="5357214"/>
                <a:ext cx="2049294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CC3AF13-6434-9F14-CD05-D1E26A754D9D}"/>
                  </a:ext>
                </a:extLst>
              </p:cNvPr>
              <p:cNvSpPr txBox="1"/>
              <p:nvPr/>
            </p:nvSpPr>
            <p:spPr>
              <a:xfrm>
                <a:off x="1758536" y="5959497"/>
                <a:ext cx="50146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IN" sz="28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(1)+</m:t>
                    </m:r>
                    <m:r>
                      <a:rPr lang="en-IN" sz="28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)+</m:t>
                    </m:r>
                  </m:oMath>
                </a14:m>
                <a:r>
                  <a:rPr lang="en-IN" sz="2800" b="0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0</a:t>
                </a:r>
                <a:r>
                  <a:rPr lang="en-IN" sz="2800" b="0" i="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8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800" b="0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CC3AF13-6434-9F14-CD05-D1E26A754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536" y="5959497"/>
                <a:ext cx="5014653" cy="523220"/>
              </a:xfrm>
              <a:prstGeom prst="rect">
                <a:avLst/>
              </a:prstGeom>
              <a:blipFill>
                <a:blip r:embed="rId21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DED9D3BD-19B8-C73B-4CF2-B475224D73C1}"/>
              </a:ext>
            </a:extLst>
          </p:cNvPr>
          <p:cNvSpPr/>
          <p:nvPr/>
        </p:nvSpPr>
        <p:spPr>
          <a:xfrm>
            <a:off x="1799559" y="5993523"/>
            <a:ext cx="4882405" cy="506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indent="-457200">
              <a:lnSpc>
                <a:spcPct val="150000"/>
              </a:lnSpc>
            </a:pPr>
            <a:endParaRPr lang="en-IN" sz="20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EC59D8A-A1D7-5990-88C8-1FEBAD01E2FF}"/>
                  </a:ext>
                </a:extLst>
              </p:cNvPr>
              <p:cNvSpPr txBox="1"/>
              <p:nvPr/>
            </p:nvSpPr>
            <p:spPr>
              <a:xfrm>
                <a:off x="2241663" y="4810811"/>
                <a:ext cx="163200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EC59D8A-A1D7-5990-88C8-1FEBAD01E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663" y="4810811"/>
                <a:ext cx="1632008" cy="52322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7913914-292D-AA57-4A52-56075F6AE17B}"/>
                  </a:ext>
                </a:extLst>
              </p:cNvPr>
              <p:cNvSpPr txBox="1"/>
              <p:nvPr/>
            </p:nvSpPr>
            <p:spPr>
              <a:xfrm>
                <a:off x="9936867" y="2654648"/>
                <a:ext cx="51394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7913914-292D-AA57-4A52-56075F6AE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6867" y="2654648"/>
                <a:ext cx="513940" cy="2677656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05057C8-B7E2-23A7-8B33-DF53D44676B9}"/>
                  </a:ext>
                </a:extLst>
              </p:cNvPr>
              <p:cNvSpPr txBox="1"/>
              <p:nvPr/>
            </p:nvSpPr>
            <p:spPr>
              <a:xfrm>
                <a:off x="8969380" y="21958"/>
                <a:ext cx="3328009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𝐓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𝐩</m:t>
                          </m:r>
                          <m:d>
                            <m:dPr>
                              <m:ctrlPr>
                                <a:rPr lang="en-I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</m:e>
                      </m:d>
                      <m:r>
                        <a:rPr lang="en-IN" sz="28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IN" sz="28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IN" sz="28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05057C8-B7E2-23A7-8B33-DF53D4467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9380" y="21958"/>
                <a:ext cx="3328009" cy="57868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BC5FD81-8D9A-8A16-C18B-AB923E3B0B8E}"/>
              </a:ext>
            </a:extLst>
          </p:cNvPr>
          <p:cNvCxnSpPr>
            <a:cxnSpLocks/>
          </p:cNvCxnSpPr>
          <p:nvPr/>
        </p:nvCxnSpPr>
        <p:spPr>
          <a:xfrm>
            <a:off x="9147679" y="622586"/>
            <a:ext cx="282707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528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  <p:bldP spid="10" grpId="0"/>
      <p:bldP spid="11" grpId="0" animBg="1"/>
      <p:bldP spid="15" grpId="0"/>
      <p:bldP spid="17" grpId="0"/>
      <p:bldP spid="20" grpId="0" animBg="1"/>
      <p:bldP spid="21" grpId="0" animBg="1"/>
      <p:bldP spid="21" grpId="1" animBg="1"/>
      <p:bldP spid="22" grpId="0"/>
      <p:bldP spid="23" grpId="0"/>
      <p:bldP spid="24" grpId="0" animBg="1"/>
      <p:bldP spid="24" grpId="1" animBg="1"/>
      <p:bldP spid="25" grpId="0"/>
      <p:bldP spid="26" grpId="0"/>
      <p:bldP spid="27" grpId="0"/>
      <p:bldP spid="29" grpId="0"/>
      <p:bldP spid="30" grpId="0"/>
      <p:bldP spid="31" grpId="0"/>
      <p:bldP spid="34" grpId="0" animBg="1"/>
      <p:bldP spid="36" grpId="0"/>
      <p:bldP spid="37" grpId="0" animBg="1"/>
      <p:bldP spid="39" grpId="0"/>
      <p:bldP spid="44" grpId="0"/>
      <p:bldP spid="47" grpId="0" animBg="1"/>
      <p:bldP spid="48" grpId="0"/>
      <p:bldP spid="49" grpId="0"/>
      <p:bldP spid="50" grpId="0" animBg="1"/>
      <p:bldP spid="50" grpId="1" animBg="1"/>
      <p:bldP spid="51" grpId="0"/>
      <p:bldP spid="5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0773E-86CE-5827-4726-6347493BC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B940D0F-D55E-B138-34AF-CAC45DFF57B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Example:5(Continue)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B940D0F-D55E-B138-34AF-CAC45DFF57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3AE3924-83F9-4C7E-2609-1AFC0B1C3612}"/>
                  </a:ext>
                </a:extLst>
              </p:cNvPr>
              <p:cNvSpPr/>
              <p:nvPr/>
            </p:nvSpPr>
            <p:spPr>
              <a:xfrm>
                <a:off x="893888" y="1160035"/>
                <a:ext cx="4147646" cy="46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Row echelon form of </a:t>
                </a:r>
                <a14:m>
                  <m:oMath xmlns:m="http://schemas.openxmlformats.org/officeDocument/2006/math"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 is</a:t>
                </a:r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3AE3924-83F9-4C7E-2609-1AFC0B1C36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888" y="1160035"/>
                <a:ext cx="4147646" cy="468000"/>
              </a:xfrm>
              <a:prstGeom prst="rect">
                <a:avLst/>
              </a:prstGeom>
              <a:blipFill>
                <a:blip r:embed="rId3"/>
                <a:stretch>
                  <a:fillRect l="-3088" t="-12987" b="-467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ight Arrow 3">
            <a:extLst>
              <a:ext uri="{FF2B5EF4-FFF2-40B4-BE49-F238E27FC236}">
                <a16:creationId xmlns:a16="http://schemas.microsoft.com/office/drawing/2014/main" id="{3DFA0E79-E609-D2E8-E049-DEFBB2B2CE86}"/>
              </a:ext>
            </a:extLst>
          </p:cNvPr>
          <p:cNvSpPr/>
          <p:nvPr/>
        </p:nvSpPr>
        <p:spPr>
          <a:xfrm flipV="1">
            <a:off x="218638" y="122121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1EA7565-E3BF-C9B1-5041-3F3E3C25C838}"/>
                  </a:ext>
                </a:extLst>
              </p:cNvPr>
              <p:cNvSpPr/>
              <p:nvPr/>
            </p:nvSpPr>
            <p:spPr>
              <a:xfrm>
                <a:off x="916971" y="4982069"/>
                <a:ext cx="3898783" cy="4722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357188" indent="-357188"/>
                <a:r>
                  <a:rPr lang="en-IN" sz="2800" dirty="0">
                    <a:solidFill>
                      <a:srgbClr val="002060"/>
                    </a:solidFill>
                  </a:rPr>
                  <a:t>Basis of Col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1EA7565-E3BF-C9B1-5041-3F3E3C25C8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71" y="4982069"/>
                <a:ext cx="3898783" cy="472285"/>
              </a:xfrm>
              <a:prstGeom prst="rect">
                <a:avLst/>
              </a:prstGeom>
              <a:blipFill>
                <a:blip r:embed="rId4"/>
                <a:stretch>
                  <a:fillRect l="-3125" t="-12821" b="-4487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00A27F8-73A5-F58E-C124-C6ACAADA8269}"/>
                  </a:ext>
                </a:extLst>
              </p:cNvPr>
              <p:cNvSpPr/>
              <p:nvPr/>
            </p:nvSpPr>
            <p:spPr>
              <a:xfrm>
                <a:off x="888148" y="3311055"/>
                <a:ext cx="6718882" cy="59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The leading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’s appear in columns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00A27F8-73A5-F58E-C124-C6ACAADA82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148" y="3311055"/>
                <a:ext cx="6718882" cy="594325"/>
              </a:xfrm>
              <a:prstGeom prst="rect">
                <a:avLst/>
              </a:prstGeom>
              <a:blipFill>
                <a:blip r:embed="rId5"/>
                <a:stretch>
                  <a:fillRect l="-1906" t="-10204" b="-153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ight Arrow 3">
            <a:extLst>
              <a:ext uri="{FF2B5EF4-FFF2-40B4-BE49-F238E27FC236}">
                <a16:creationId xmlns:a16="http://schemas.microsoft.com/office/drawing/2014/main" id="{9B0CD01E-2932-9066-AB8F-25E5D7C391CE}"/>
              </a:ext>
            </a:extLst>
          </p:cNvPr>
          <p:cNvSpPr/>
          <p:nvPr/>
        </p:nvSpPr>
        <p:spPr>
          <a:xfrm flipV="1">
            <a:off x="218638" y="3342180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34" name="Right Arrow 3">
            <a:extLst>
              <a:ext uri="{FF2B5EF4-FFF2-40B4-BE49-F238E27FC236}">
                <a16:creationId xmlns:a16="http://schemas.microsoft.com/office/drawing/2014/main" id="{4C7302DD-F551-3066-1EB9-34732A842FE4}"/>
              </a:ext>
            </a:extLst>
          </p:cNvPr>
          <p:cNvSpPr/>
          <p:nvPr/>
        </p:nvSpPr>
        <p:spPr>
          <a:xfrm flipV="1">
            <a:off x="218638" y="5061175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699DFC3-46D7-E801-D0A6-C21051F3BB91}"/>
              </a:ext>
            </a:extLst>
          </p:cNvPr>
          <p:cNvGrpSpPr/>
          <p:nvPr/>
        </p:nvGrpSpPr>
        <p:grpSpPr>
          <a:xfrm>
            <a:off x="5082742" y="627494"/>
            <a:ext cx="1913963" cy="2695231"/>
            <a:chOff x="4993193" y="3429000"/>
            <a:chExt cx="1913963" cy="26952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2FB00927-4AA6-7B69-024D-9D8D608965F1}"/>
                    </a:ext>
                  </a:extLst>
                </p:cNvPr>
                <p:cNvSpPr txBox="1"/>
                <p:nvPr/>
              </p:nvSpPr>
              <p:spPr>
                <a:xfrm>
                  <a:off x="5165044" y="3429000"/>
                  <a:ext cx="513940" cy="26776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IN" sz="2800" b="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b="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b="0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2FB00927-4AA6-7B69-024D-9D8D608965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5044" y="3429000"/>
                  <a:ext cx="513940" cy="267765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Left Bracket 45">
              <a:extLst>
                <a:ext uri="{FF2B5EF4-FFF2-40B4-BE49-F238E27FC236}">
                  <a16:creationId xmlns:a16="http://schemas.microsoft.com/office/drawing/2014/main" id="{9DB90700-7C39-895D-5600-B284FF3C5E1D}"/>
                </a:ext>
              </a:extLst>
            </p:cNvPr>
            <p:cNvSpPr/>
            <p:nvPr/>
          </p:nvSpPr>
          <p:spPr>
            <a:xfrm>
              <a:off x="4993193" y="3641236"/>
              <a:ext cx="145913" cy="2294997"/>
            </a:xfrm>
            <a:prstGeom prst="leftBracket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D1E2437-BD01-043F-58FF-02B2F047EF06}"/>
                    </a:ext>
                  </a:extLst>
                </p:cNvPr>
                <p:cNvSpPr txBox="1"/>
                <p:nvPr/>
              </p:nvSpPr>
              <p:spPr>
                <a:xfrm>
                  <a:off x="5722590" y="3446575"/>
                  <a:ext cx="513940" cy="26776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b="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IN" sz="2800" b="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b="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D1E2437-BD01-043F-58FF-02B2F047EF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2590" y="3446575"/>
                  <a:ext cx="513940" cy="267765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Left Bracket 47">
              <a:extLst>
                <a:ext uri="{FF2B5EF4-FFF2-40B4-BE49-F238E27FC236}">
                  <a16:creationId xmlns:a16="http://schemas.microsoft.com/office/drawing/2014/main" id="{0342186D-EDBF-63B0-B1A2-01F1DD092EC1}"/>
                </a:ext>
              </a:extLst>
            </p:cNvPr>
            <p:cNvSpPr/>
            <p:nvPr/>
          </p:nvSpPr>
          <p:spPr>
            <a:xfrm flipH="1">
              <a:off x="6756895" y="3665431"/>
              <a:ext cx="150261" cy="2294997"/>
            </a:xfrm>
            <a:prstGeom prst="leftBracket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63D29C46-F9C7-B1DA-E536-FE85E2B31E7D}"/>
                    </a:ext>
                  </a:extLst>
                </p:cNvPr>
                <p:cNvSpPr txBox="1"/>
                <p:nvPr/>
              </p:nvSpPr>
              <p:spPr>
                <a:xfrm>
                  <a:off x="6223186" y="3446574"/>
                  <a:ext cx="513940" cy="26776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b="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IN" sz="2800" b="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63D29C46-F9C7-B1DA-E536-FE85E2B31E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3186" y="3446574"/>
                  <a:ext cx="513940" cy="267765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7390705-84C9-9ACC-61A5-96B2C49437D3}"/>
              </a:ext>
            </a:extLst>
          </p:cNvPr>
          <p:cNvGrpSpPr/>
          <p:nvPr/>
        </p:nvGrpSpPr>
        <p:grpSpPr>
          <a:xfrm>
            <a:off x="4011123" y="3911305"/>
            <a:ext cx="3305726" cy="2702057"/>
            <a:chOff x="7886813" y="2848849"/>
            <a:chExt cx="3305726" cy="27020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43349B3-07AC-F919-6F77-7397621AE373}"/>
                    </a:ext>
                  </a:extLst>
                </p:cNvPr>
                <p:cNvSpPr txBox="1"/>
                <p:nvPr/>
              </p:nvSpPr>
              <p:spPr>
                <a:xfrm>
                  <a:off x="8403283" y="2848849"/>
                  <a:ext cx="513940" cy="26776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b="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IN" sz="2800" b="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b="0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43349B3-07AC-F919-6F77-7397621AE3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3283" y="2848849"/>
                  <a:ext cx="513940" cy="267765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Left Brace 50">
              <a:extLst>
                <a:ext uri="{FF2B5EF4-FFF2-40B4-BE49-F238E27FC236}">
                  <a16:creationId xmlns:a16="http://schemas.microsoft.com/office/drawing/2014/main" id="{2654EE8E-10F1-12C1-A6AE-39A0A172B57F}"/>
                </a:ext>
              </a:extLst>
            </p:cNvPr>
            <p:cNvSpPr/>
            <p:nvPr/>
          </p:nvSpPr>
          <p:spPr>
            <a:xfrm>
              <a:off x="7886813" y="2981529"/>
              <a:ext cx="357492" cy="2461097"/>
            </a:xfrm>
            <a:prstGeom prst="leftBrace">
              <a:avLst>
                <a:gd name="adj1" fmla="val 80182"/>
                <a:gd name="adj2" fmla="val 50000"/>
              </a:avLst>
            </a:prstGeom>
            <a:ln w="38100">
              <a:solidFill>
                <a:srgbClr val="00206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b="1" dirty="0">
                <a:ln w="76200">
                  <a:solidFill>
                    <a:srgbClr val="002060"/>
                  </a:solidFill>
                </a:ln>
                <a:solidFill>
                  <a:srgbClr val="002060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7779971-B1ED-DB6D-0F2F-B6882B8C1B7A}"/>
                </a:ext>
              </a:extLst>
            </p:cNvPr>
            <p:cNvSpPr/>
            <p:nvPr/>
          </p:nvSpPr>
          <p:spPr>
            <a:xfrm>
              <a:off x="8958432" y="3919613"/>
              <a:ext cx="315330" cy="3958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IN" sz="2800" b="0" i="0" dirty="0">
                  <a:solidFill>
                    <a:srgbClr val="002060"/>
                  </a:solidFill>
                  <a:latin typeface="+mj-lt"/>
                </a:rPr>
                <a:t>, </a:t>
              </a:r>
              <a:endParaRPr lang="en-IN" sz="2800" dirty="0">
                <a:solidFill>
                  <a:schemeClr val="tx1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53" name="Left Bracket 52">
              <a:extLst>
                <a:ext uri="{FF2B5EF4-FFF2-40B4-BE49-F238E27FC236}">
                  <a16:creationId xmlns:a16="http://schemas.microsoft.com/office/drawing/2014/main" id="{EC0E836D-49AC-623E-5FF6-0F59B2CB12BE}"/>
                </a:ext>
              </a:extLst>
            </p:cNvPr>
            <p:cNvSpPr/>
            <p:nvPr/>
          </p:nvSpPr>
          <p:spPr>
            <a:xfrm flipH="1">
              <a:off x="8784336" y="3040178"/>
              <a:ext cx="150261" cy="2294997"/>
            </a:xfrm>
            <a:prstGeom prst="leftBracket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</a:endParaRPr>
            </a:p>
          </p:txBody>
        </p:sp>
        <p:sp>
          <p:nvSpPr>
            <p:cNvPr id="54" name="Left Bracket 53">
              <a:extLst>
                <a:ext uri="{FF2B5EF4-FFF2-40B4-BE49-F238E27FC236}">
                  <a16:creationId xmlns:a16="http://schemas.microsoft.com/office/drawing/2014/main" id="{0373394A-F4E3-BDA6-9BB4-B5EC34E91B3D}"/>
                </a:ext>
              </a:extLst>
            </p:cNvPr>
            <p:cNvSpPr/>
            <p:nvPr/>
          </p:nvSpPr>
          <p:spPr>
            <a:xfrm>
              <a:off x="8371447" y="3040178"/>
              <a:ext cx="145913" cy="2294997"/>
            </a:xfrm>
            <a:prstGeom prst="leftBracket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ADFDADBA-25F6-0CC2-EDCA-57E996EBE1E9}"/>
                    </a:ext>
                  </a:extLst>
                </p:cNvPr>
                <p:cNvSpPr txBox="1"/>
                <p:nvPr/>
              </p:nvSpPr>
              <p:spPr>
                <a:xfrm>
                  <a:off x="9308847" y="2873250"/>
                  <a:ext cx="513940" cy="26776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b="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b="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IN" sz="2800" b="0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ADFDADBA-25F6-0CC2-EDCA-57E996EBE1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8847" y="2873250"/>
                  <a:ext cx="513940" cy="267765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A794655-5493-BB50-3330-0E71132903A3}"/>
                </a:ext>
              </a:extLst>
            </p:cNvPr>
            <p:cNvSpPr/>
            <p:nvPr/>
          </p:nvSpPr>
          <p:spPr>
            <a:xfrm>
              <a:off x="9863996" y="3944014"/>
              <a:ext cx="315330" cy="3958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IN" sz="2800" b="0" i="0" dirty="0">
                  <a:solidFill>
                    <a:srgbClr val="002060"/>
                  </a:solidFill>
                  <a:latin typeface="+mj-lt"/>
                </a:rPr>
                <a:t>, </a:t>
              </a:r>
              <a:endParaRPr lang="en-IN" sz="2800" dirty="0">
                <a:solidFill>
                  <a:schemeClr val="tx1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59" name="Left Bracket 58">
              <a:extLst>
                <a:ext uri="{FF2B5EF4-FFF2-40B4-BE49-F238E27FC236}">
                  <a16:creationId xmlns:a16="http://schemas.microsoft.com/office/drawing/2014/main" id="{0211EEF3-CF25-4E36-1B8B-EF1046D2022C}"/>
                </a:ext>
              </a:extLst>
            </p:cNvPr>
            <p:cNvSpPr/>
            <p:nvPr/>
          </p:nvSpPr>
          <p:spPr>
            <a:xfrm flipH="1">
              <a:off x="9689900" y="3064579"/>
              <a:ext cx="150261" cy="2294997"/>
            </a:xfrm>
            <a:prstGeom prst="leftBracket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</a:endParaRPr>
            </a:p>
          </p:txBody>
        </p:sp>
        <p:sp>
          <p:nvSpPr>
            <p:cNvPr id="60" name="Left Bracket 59">
              <a:extLst>
                <a:ext uri="{FF2B5EF4-FFF2-40B4-BE49-F238E27FC236}">
                  <a16:creationId xmlns:a16="http://schemas.microsoft.com/office/drawing/2014/main" id="{ECA38417-E86F-D819-07F8-3F5DBDEE185C}"/>
                </a:ext>
              </a:extLst>
            </p:cNvPr>
            <p:cNvSpPr/>
            <p:nvPr/>
          </p:nvSpPr>
          <p:spPr>
            <a:xfrm>
              <a:off x="9277011" y="3064579"/>
              <a:ext cx="145913" cy="2294997"/>
            </a:xfrm>
            <a:prstGeom prst="leftBracket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2F3DC139-128E-C091-FB4C-A1D670D27EF8}"/>
                    </a:ext>
                  </a:extLst>
                </p:cNvPr>
                <p:cNvSpPr txBox="1"/>
                <p:nvPr/>
              </p:nvSpPr>
              <p:spPr>
                <a:xfrm>
                  <a:off x="10193815" y="2873250"/>
                  <a:ext cx="513940" cy="26776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b="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b="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b="0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2F3DC139-128E-C091-FB4C-A1D670D27E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3815" y="2873250"/>
                  <a:ext cx="513940" cy="267765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Left Bracket 62">
              <a:extLst>
                <a:ext uri="{FF2B5EF4-FFF2-40B4-BE49-F238E27FC236}">
                  <a16:creationId xmlns:a16="http://schemas.microsoft.com/office/drawing/2014/main" id="{059D3FB0-3299-2B14-57D5-2AA24B33D181}"/>
                </a:ext>
              </a:extLst>
            </p:cNvPr>
            <p:cNvSpPr/>
            <p:nvPr/>
          </p:nvSpPr>
          <p:spPr>
            <a:xfrm flipH="1">
              <a:off x="10574868" y="3064579"/>
              <a:ext cx="150261" cy="2294997"/>
            </a:xfrm>
            <a:prstGeom prst="leftBracket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</a:endParaRPr>
            </a:p>
          </p:txBody>
        </p:sp>
        <p:sp>
          <p:nvSpPr>
            <p:cNvPr id="64" name="Left Bracket 63">
              <a:extLst>
                <a:ext uri="{FF2B5EF4-FFF2-40B4-BE49-F238E27FC236}">
                  <a16:creationId xmlns:a16="http://schemas.microsoft.com/office/drawing/2014/main" id="{58998B8A-CB62-0B8E-E989-9679B8C945E5}"/>
                </a:ext>
              </a:extLst>
            </p:cNvPr>
            <p:cNvSpPr/>
            <p:nvPr/>
          </p:nvSpPr>
          <p:spPr>
            <a:xfrm>
              <a:off x="10161979" y="3064579"/>
              <a:ext cx="145913" cy="2294997"/>
            </a:xfrm>
            <a:prstGeom prst="leftBracket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</a:endParaRPr>
            </a:p>
          </p:txBody>
        </p:sp>
        <p:sp>
          <p:nvSpPr>
            <p:cNvPr id="65" name="Left Brace 64">
              <a:extLst>
                <a:ext uri="{FF2B5EF4-FFF2-40B4-BE49-F238E27FC236}">
                  <a16:creationId xmlns:a16="http://schemas.microsoft.com/office/drawing/2014/main" id="{48F48488-9572-73B5-FC00-D61D4CA33796}"/>
                </a:ext>
              </a:extLst>
            </p:cNvPr>
            <p:cNvSpPr/>
            <p:nvPr/>
          </p:nvSpPr>
          <p:spPr>
            <a:xfrm flipH="1">
              <a:off x="10852217" y="3012336"/>
              <a:ext cx="340322" cy="2461097"/>
            </a:xfrm>
            <a:prstGeom prst="leftBrace">
              <a:avLst>
                <a:gd name="adj1" fmla="val 92864"/>
                <a:gd name="adj2" fmla="val 50000"/>
              </a:avLst>
            </a:prstGeom>
            <a:ln w="38100">
              <a:solidFill>
                <a:srgbClr val="00206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b="1" dirty="0">
                <a:ln w="76200">
                  <a:solidFill>
                    <a:srgbClr val="002060"/>
                  </a:solidFill>
                </a:ln>
                <a:solidFill>
                  <a:srgbClr val="002060"/>
                </a:solidFill>
              </a:endParaRPr>
            </a:p>
          </p:txBody>
        </p:sp>
      </p:grpSp>
      <p:pic>
        <p:nvPicPr>
          <p:cNvPr id="77" name="Picture 76">
            <a:extLst>
              <a:ext uri="{FF2B5EF4-FFF2-40B4-BE49-F238E27FC236}">
                <a16:creationId xmlns:a16="http://schemas.microsoft.com/office/drawing/2014/main" id="{15D55673-643F-660E-C0EE-C41418A7BA8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74348" y="4017337"/>
            <a:ext cx="3005244" cy="249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93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9" grpId="0" animBg="1"/>
      <p:bldP spid="27" grpId="0"/>
      <p:bldP spid="31" grpId="0"/>
      <p:bldP spid="33" grpId="0" animBg="1"/>
      <p:bldP spid="3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25D9E-1FA3-0027-328C-1799E836F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336BBC6-351D-D724-1988-239BA2BF433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Example:5(Continue)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336BBC6-351D-D724-1988-239BA2BF43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797F1CE-C225-C1CB-EC42-7B69DD8A6A90}"/>
                  </a:ext>
                </a:extLst>
              </p:cNvPr>
              <p:cNvSpPr/>
              <p:nvPr/>
            </p:nvSpPr>
            <p:spPr>
              <a:xfrm>
                <a:off x="1008255" y="2065124"/>
                <a:ext cx="2999792" cy="4532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357188" indent="-357188"/>
                <a:r>
                  <a:rPr lang="en-IN" sz="2800" dirty="0">
                    <a:solidFill>
                      <a:srgbClr val="002060"/>
                    </a:solidFill>
                  </a:rPr>
                  <a:t>Basis of Col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797F1CE-C225-C1CB-EC42-7B69DD8A6A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255" y="2065124"/>
                <a:ext cx="2999792" cy="453261"/>
              </a:xfrm>
              <a:prstGeom prst="rect">
                <a:avLst/>
              </a:prstGeom>
              <a:blipFill>
                <a:blip r:embed="rId3"/>
                <a:stretch>
                  <a:fillRect l="-4065" t="-14865" b="-527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ight Arrow 3">
            <a:extLst>
              <a:ext uri="{FF2B5EF4-FFF2-40B4-BE49-F238E27FC236}">
                <a16:creationId xmlns:a16="http://schemas.microsoft.com/office/drawing/2014/main" id="{E1B964AC-D9AD-FA5A-FFA5-A583658105CD}"/>
              </a:ext>
            </a:extLst>
          </p:cNvPr>
          <p:cNvSpPr/>
          <p:nvPr/>
        </p:nvSpPr>
        <p:spPr>
          <a:xfrm flipV="1">
            <a:off x="326185" y="211930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5FD6315-331B-11A0-AD27-A9595F0275A3}"/>
              </a:ext>
            </a:extLst>
          </p:cNvPr>
          <p:cNvGrpSpPr/>
          <p:nvPr/>
        </p:nvGrpSpPr>
        <p:grpSpPr>
          <a:xfrm>
            <a:off x="4225132" y="940725"/>
            <a:ext cx="3305726" cy="2702057"/>
            <a:chOff x="7886813" y="2848849"/>
            <a:chExt cx="3305726" cy="27020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35FD56E-8895-7C6F-A09B-830F7812B068}"/>
                    </a:ext>
                  </a:extLst>
                </p:cNvPr>
                <p:cNvSpPr txBox="1"/>
                <p:nvPr/>
              </p:nvSpPr>
              <p:spPr>
                <a:xfrm>
                  <a:off x="8403283" y="2848849"/>
                  <a:ext cx="513940" cy="26776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b="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IN" sz="2800" b="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b="0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35FD56E-8895-7C6F-A09B-830F7812B0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3283" y="2848849"/>
                  <a:ext cx="513940" cy="267765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Left Brace 50">
              <a:extLst>
                <a:ext uri="{FF2B5EF4-FFF2-40B4-BE49-F238E27FC236}">
                  <a16:creationId xmlns:a16="http://schemas.microsoft.com/office/drawing/2014/main" id="{B9DA516A-B462-940D-E648-DBDAF10A2121}"/>
                </a:ext>
              </a:extLst>
            </p:cNvPr>
            <p:cNvSpPr/>
            <p:nvPr/>
          </p:nvSpPr>
          <p:spPr>
            <a:xfrm>
              <a:off x="7886813" y="2981529"/>
              <a:ext cx="357492" cy="2461097"/>
            </a:xfrm>
            <a:prstGeom prst="leftBrace">
              <a:avLst>
                <a:gd name="adj1" fmla="val 83056"/>
                <a:gd name="adj2" fmla="val 50000"/>
              </a:avLst>
            </a:prstGeom>
            <a:ln w="38100">
              <a:solidFill>
                <a:srgbClr val="00206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b="1" dirty="0">
                <a:ln w="76200">
                  <a:solidFill>
                    <a:srgbClr val="002060"/>
                  </a:solidFill>
                </a:ln>
                <a:solidFill>
                  <a:srgbClr val="002060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F70BEB2-0E72-B284-2407-C09F4FE370A8}"/>
                </a:ext>
              </a:extLst>
            </p:cNvPr>
            <p:cNvSpPr/>
            <p:nvPr/>
          </p:nvSpPr>
          <p:spPr>
            <a:xfrm>
              <a:off x="8958432" y="3919613"/>
              <a:ext cx="315330" cy="3958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IN" sz="2800" b="0" i="0" dirty="0">
                  <a:solidFill>
                    <a:srgbClr val="002060"/>
                  </a:solidFill>
                  <a:latin typeface="+mj-lt"/>
                </a:rPr>
                <a:t>, </a:t>
              </a:r>
              <a:endParaRPr lang="en-IN" sz="2800" dirty="0">
                <a:solidFill>
                  <a:schemeClr val="tx1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53" name="Left Bracket 52">
              <a:extLst>
                <a:ext uri="{FF2B5EF4-FFF2-40B4-BE49-F238E27FC236}">
                  <a16:creationId xmlns:a16="http://schemas.microsoft.com/office/drawing/2014/main" id="{07090F2A-3AA7-43B3-71B0-A9111E00EE9B}"/>
                </a:ext>
              </a:extLst>
            </p:cNvPr>
            <p:cNvSpPr/>
            <p:nvPr/>
          </p:nvSpPr>
          <p:spPr>
            <a:xfrm flipH="1">
              <a:off x="8784336" y="3040178"/>
              <a:ext cx="150261" cy="2294997"/>
            </a:xfrm>
            <a:prstGeom prst="leftBracket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</a:endParaRPr>
            </a:p>
          </p:txBody>
        </p:sp>
        <p:sp>
          <p:nvSpPr>
            <p:cNvPr id="54" name="Left Bracket 53">
              <a:extLst>
                <a:ext uri="{FF2B5EF4-FFF2-40B4-BE49-F238E27FC236}">
                  <a16:creationId xmlns:a16="http://schemas.microsoft.com/office/drawing/2014/main" id="{CA641B25-7C05-D9DB-170A-9435B79AFD9D}"/>
                </a:ext>
              </a:extLst>
            </p:cNvPr>
            <p:cNvSpPr/>
            <p:nvPr/>
          </p:nvSpPr>
          <p:spPr>
            <a:xfrm>
              <a:off x="8371447" y="3040178"/>
              <a:ext cx="145913" cy="2294997"/>
            </a:xfrm>
            <a:prstGeom prst="leftBracket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C74C405D-A65D-5E45-CFC0-EA58658423AB}"/>
                    </a:ext>
                  </a:extLst>
                </p:cNvPr>
                <p:cNvSpPr txBox="1"/>
                <p:nvPr/>
              </p:nvSpPr>
              <p:spPr>
                <a:xfrm>
                  <a:off x="9308847" y="2873250"/>
                  <a:ext cx="513940" cy="26776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b="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b="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IN" sz="2800" b="0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C74C405D-A65D-5E45-CFC0-EA58658423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8847" y="2873250"/>
                  <a:ext cx="513940" cy="267765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DABE763-7F20-1146-AAE8-14B038C0C581}"/>
                </a:ext>
              </a:extLst>
            </p:cNvPr>
            <p:cNvSpPr/>
            <p:nvPr/>
          </p:nvSpPr>
          <p:spPr>
            <a:xfrm>
              <a:off x="9863996" y="3944014"/>
              <a:ext cx="315330" cy="3958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IN" sz="2800" b="0" i="0" dirty="0">
                  <a:solidFill>
                    <a:srgbClr val="002060"/>
                  </a:solidFill>
                  <a:latin typeface="+mj-lt"/>
                </a:rPr>
                <a:t>, </a:t>
              </a:r>
              <a:endParaRPr lang="en-IN" sz="2800" dirty="0">
                <a:solidFill>
                  <a:schemeClr val="tx1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59" name="Left Bracket 58">
              <a:extLst>
                <a:ext uri="{FF2B5EF4-FFF2-40B4-BE49-F238E27FC236}">
                  <a16:creationId xmlns:a16="http://schemas.microsoft.com/office/drawing/2014/main" id="{4AB69DE7-9B34-D616-F067-37156802A4C0}"/>
                </a:ext>
              </a:extLst>
            </p:cNvPr>
            <p:cNvSpPr/>
            <p:nvPr/>
          </p:nvSpPr>
          <p:spPr>
            <a:xfrm flipH="1">
              <a:off x="9689900" y="3064579"/>
              <a:ext cx="150261" cy="2294997"/>
            </a:xfrm>
            <a:prstGeom prst="leftBracket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</a:endParaRPr>
            </a:p>
          </p:txBody>
        </p:sp>
        <p:sp>
          <p:nvSpPr>
            <p:cNvPr id="60" name="Left Bracket 59">
              <a:extLst>
                <a:ext uri="{FF2B5EF4-FFF2-40B4-BE49-F238E27FC236}">
                  <a16:creationId xmlns:a16="http://schemas.microsoft.com/office/drawing/2014/main" id="{29912E25-7D4D-FF29-A965-19A36121F1B0}"/>
                </a:ext>
              </a:extLst>
            </p:cNvPr>
            <p:cNvSpPr/>
            <p:nvPr/>
          </p:nvSpPr>
          <p:spPr>
            <a:xfrm>
              <a:off x="9277011" y="3064579"/>
              <a:ext cx="145913" cy="2294997"/>
            </a:xfrm>
            <a:prstGeom prst="leftBracket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0624980-8C3A-342C-FD45-BFD23F1FD6A8}"/>
                    </a:ext>
                  </a:extLst>
                </p:cNvPr>
                <p:cNvSpPr txBox="1"/>
                <p:nvPr/>
              </p:nvSpPr>
              <p:spPr>
                <a:xfrm>
                  <a:off x="10193815" y="2873250"/>
                  <a:ext cx="513940" cy="26776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b="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b="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b="0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0624980-8C3A-342C-FD45-BFD23F1FD6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3815" y="2873250"/>
                  <a:ext cx="513940" cy="267765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Left Bracket 62">
              <a:extLst>
                <a:ext uri="{FF2B5EF4-FFF2-40B4-BE49-F238E27FC236}">
                  <a16:creationId xmlns:a16="http://schemas.microsoft.com/office/drawing/2014/main" id="{495C3CD2-7BAA-1067-0988-C1B5BCB67767}"/>
                </a:ext>
              </a:extLst>
            </p:cNvPr>
            <p:cNvSpPr/>
            <p:nvPr/>
          </p:nvSpPr>
          <p:spPr>
            <a:xfrm flipH="1">
              <a:off x="10574868" y="3064579"/>
              <a:ext cx="150261" cy="2294997"/>
            </a:xfrm>
            <a:prstGeom prst="leftBracket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</a:endParaRPr>
            </a:p>
          </p:txBody>
        </p:sp>
        <p:sp>
          <p:nvSpPr>
            <p:cNvPr id="64" name="Left Bracket 63">
              <a:extLst>
                <a:ext uri="{FF2B5EF4-FFF2-40B4-BE49-F238E27FC236}">
                  <a16:creationId xmlns:a16="http://schemas.microsoft.com/office/drawing/2014/main" id="{682C70C1-A957-052A-C180-5BE0B169B4A0}"/>
                </a:ext>
              </a:extLst>
            </p:cNvPr>
            <p:cNvSpPr/>
            <p:nvPr/>
          </p:nvSpPr>
          <p:spPr>
            <a:xfrm>
              <a:off x="10161979" y="3064579"/>
              <a:ext cx="145913" cy="2294997"/>
            </a:xfrm>
            <a:prstGeom prst="leftBracket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</a:endParaRPr>
            </a:p>
          </p:txBody>
        </p:sp>
        <p:sp>
          <p:nvSpPr>
            <p:cNvPr id="65" name="Left Brace 64">
              <a:extLst>
                <a:ext uri="{FF2B5EF4-FFF2-40B4-BE49-F238E27FC236}">
                  <a16:creationId xmlns:a16="http://schemas.microsoft.com/office/drawing/2014/main" id="{292CC87B-F011-A463-EE5F-76DB12C1B4A4}"/>
                </a:ext>
              </a:extLst>
            </p:cNvPr>
            <p:cNvSpPr/>
            <p:nvPr/>
          </p:nvSpPr>
          <p:spPr>
            <a:xfrm flipH="1">
              <a:off x="10852217" y="3012336"/>
              <a:ext cx="340322" cy="2461097"/>
            </a:xfrm>
            <a:prstGeom prst="leftBrace">
              <a:avLst>
                <a:gd name="adj1" fmla="val 74751"/>
                <a:gd name="adj2" fmla="val 50000"/>
              </a:avLst>
            </a:prstGeom>
            <a:ln w="38100">
              <a:solidFill>
                <a:srgbClr val="00206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b="1" dirty="0">
                <a:ln w="76200">
                  <a:solidFill>
                    <a:srgbClr val="002060"/>
                  </a:solidFill>
                </a:ln>
                <a:solidFill>
                  <a:srgbClr val="00206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982D189-F953-43A6-44DC-3D602F33D16B}"/>
                  </a:ext>
                </a:extLst>
              </p:cNvPr>
              <p:cNvSpPr/>
              <p:nvPr/>
            </p:nvSpPr>
            <p:spPr>
              <a:xfrm>
                <a:off x="1008255" y="3993769"/>
                <a:ext cx="10627139" cy="5462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357188" indent="-357188"/>
                <a:r>
                  <a:rPr lang="en-IN" sz="2800" dirty="0">
                    <a:solidFill>
                      <a:srgbClr val="002060"/>
                    </a:solidFill>
                  </a:rPr>
                  <a:t>The above column vectors correspond to the polynomials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982D189-F953-43A6-44DC-3D602F33D1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255" y="3993769"/>
                <a:ext cx="10627139" cy="546254"/>
              </a:xfrm>
              <a:prstGeom prst="rect">
                <a:avLst/>
              </a:prstGeom>
              <a:blipFill>
                <a:blip r:embed="rId7"/>
                <a:stretch>
                  <a:fillRect l="-1147" t="-10000" b="-2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Arrow 3">
            <a:extLst>
              <a:ext uri="{FF2B5EF4-FFF2-40B4-BE49-F238E27FC236}">
                <a16:creationId xmlns:a16="http://schemas.microsoft.com/office/drawing/2014/main" id="{E31A9EE1-5A21-5908-36AD-35DD99FE3935}"/>
              </a:ext>
            </a:extLst>
          </p:cNvPr>
          <p:cNvSpPr/>
          <p:nvPr/>
        </p:nvSpPr>
        <p:spPr>
          <a:xfrm flipV="1">
            <a:off x="364553" y="4061186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B5291D1-162F-80F4-2BBB-9FB2647D456B}"/>
                  </a:ext>
                </a:extLst>
              </p:cNvPr>
              <p:cNvSpPr/>
              <p:nvPr/>
            </p:nvSpPr>
            <p:spPr>
              <a:xfrm>
                <a:off x="1008255" y="5106741"/>
                <a:ext cx="4157344" cy="59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357188" indent="-357188"/>
                <a:r>
                  <a:rPr lang="en-IN" sz="2800" b="0" dirty="0">
                    <a:solidFill>
                      <a:srgbClr val="002060"/>
                    </a:solidFill>
                  </a:rPr>
                  <a:t>Basis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B5291D1-162F-80F4-2BBB-9FB2647D45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255" y="5106741"/>
                <a:ext cx="4157344" cy="594325"/>
              </a:xfrm>
              <a:prstGeom prst="rect">
                <a:avLst/>
              </a:prstGeom>
              <a:blipFill>
                <a:blip r:embed="rId8"/>
                <a:stretch>
                  <a:fillRect l="-2933" t="-10309" r="-1613" b="-175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3">
            <a:extLst>
              <a:ext uri="{FF2B5EF4-FFF2-40B4-BE49-F238E27FC236}">
                <a16:creationId xmlns:a16="http://schemas.microsoft.com/office/drawing/2014/main" id="{1F7342E6-2923-7093-250C-2E1E552E3217}"/>
              </a:ext>
            </a:extLst>
          </p:cNvPr>
          <p:cNvSpPr/>
          <p:nvPr/>
        </p:nvSpPr>
        <p:spPr>
          <a:xfrm flipV="1">
            <a:off x="326830" y="5191667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34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6FE0B-4B5F-DA7F-0141-544590B7F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CD80B89-51C0-8885-56A9-461ABDD7D78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Example:6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CD80B89-51C0-8885-56A9-461ABDD7D7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714B36A4-7233-8051-13E6-B0A3398E79E5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5DE73B7-A76A-2C1B-07A6-F48A1E01A19B}"/>
              </a:ext>
            </a:extLst>
          </p:cNvPr>
          <p:cNvSpPr/>
          <p:nvPr/>
        </p:nvSpPr>
        <p:spPr>
          <a:xfrm>
            <a:off x="122279" y="99043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60A0DD-4610-3E88-E6B3-50382E43392E}"/>
                  </a:ext>
                </a:extLst>
              </p:cNvPr>
              <p:cNvSpPr txBox="1"/>
              <p:nvPr/>
            </p:nvSpPr>
            <p:spPr>
              <a:xfrm>
                <a:off x="1844477" y="804392"/>
                <a:ext cx="10345519" cy="2463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𝕄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2×2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𝕄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2×2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be the linear transformation defined by</a:t>
                </a:r>
                <a:b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begChr m:val="["/>
                        <m:endChr m:val="]"/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</m:mr>
                        </m:m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</m:mr>
                        </m:m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then find the bases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ker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Also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nullity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60A0DD-4610-3E88-E6B3-50382E433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477" y="804392"/>
                <a:ext cx="10345519" cy="2463495"/>
              </a:xfrm>
              <a:prstGeom prst="rect">
                <a:avLst/>
              </a:prstGeom>
              <a:blipFill>
                <a:blip r:embed="rId3"/>
                <a:stretch>
                  <a:fillRect l="-1237" r="-1179" b="-6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D79DDA-42F7-599D-787A-F3F4BAEBBCBF}"/>
              </a:ext>
            </a:extLst>
          </p:cNvPr>
          <p:cNvSpPr/>
          <p:nvPr/>
        </p:nvSpPr>
        <p:spPr>
          <a:xfrm>
            <a:off x="122279" y="3470294"/>
            <a:ext cx="1440000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2B68D6-4AEC-06F3-702D-F29E104CADFE}"/>
                  </a:ext>
                </a:extLst>
              </p:cNvPr>
              <p:cNvSpPr txBox="1"/>
              <p:nvPr/>
            </p:nvSpPr>
            <p:spPr>
              <a:xfrm>
                <a:off x="1763487" y="3294503"/>
                <a:ext cx="5872726" cy="819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</m:mr>
                        </m:m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IN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𝕄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2×2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2B68D6-4AEC-06F3-702D-F29E104CA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487" y="3294503"/>
                <a:ext cx="5872726" cy="819583"/>
              </a:xfrm>
              <a:prstGeom prst="rect">
                <a:avLst/>
              </a:prstGeom>
              <a:blipFill>
                <a:blip r:embed="rId4"/>
                <a:stretch>
                  <a:fillRect l="-2075" b="-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B957999-911C-C71E-1C84-DBA05AEDCFC1}"/>
                  </a:ext>
                </a:extLst>
              </p:cNvPr>
              <p:cNvSpPr txBox="1"/>
              <p:nvPr/>
            </p:nvSpPr>
            <p:spPr>
              <a:xfrm>
                <a:off x="7449210" y="132321"/>
                <a:ext cx="48368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𝐤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𝐞𝐫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</m:d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𝐕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  <m:d>
                            <m:d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</m:d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B957999-911C-C71E-1C84-DBA05AEDC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9210" y="132321"/>
                <a:ext cx="483682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E2D279-F7AF-12B6-5110-8561B0F8807E}"/>
                  </a:ext>
                </a:extLst>
              </p:cNvPr>
              <p:cNvSpPr txBox="1"/>
              <p:nvPr/>
            </p:nvSpPr>
            <p:spPr>
              <a:xfrm>
                <a:off x="1763487" y="4295415"/>
                <a:ext cx="6167336" cy="859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</m:mr>
                          </m: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</m:mr>
                          </m: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E2D279-F7AF-12B6-5110-8561B0F88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487" y="4295415"/>
                <a:ext cx="6167336" cy="8592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32C2126-B47D-443B-206C-438E74B91A6A}"/>
                  </a:ext>
                </a:extLst>
              </p:cNvPr>
              <p:cNvSpPr/>
              <p:nvPr/>
            </p:nvSpPr>
            <p:spPr>
              <a:xfrm>
                <a:off x="3230576" y="5335954"/>
                <a:ext cx="3734429" cy="5220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357188" indent="-357188"/>
                <a14:m>
                  <m:oMath xmlns:m="http://schemas.openxmlformats.org/officeDocument/2006/math">
                    <m:r>
                      <a:rPr lang="en-IN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sz="2800" b="0" dirty="0">
                    <a:solidFill>
                      <a:srgbClr val="002060"/>
                    </a:solidFill>
                  </a:rPr>
                  <a:t>,</a:t>
                </a:r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sz="2800" b="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32C2126-B47D-443B-206C-438E74B91A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576" y="5335954"/>
                <a:ext cx="3734429" cy="522081"/>
              </a:xfrm>
              <a:prstGeom prst="rect">
                <a:avLst/>
              </a:prstGeom>
              <a:blipFill>
                <a:blip r:embed="rId7"/>
                <a:stretch>
                  <a:fillRect t="-11628" b="-313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1B34ACC-CA79-2207-4687-37F666880A3B}"/>
                  </a:ext>
                </a:extLst>
              </p:cNvPr>
              <p:cNvSpPr/>
              <p:nvPr/>
            </p:nvSpPr>
            <p:spPr>
              <a:xfrm>
                <a:off x="3639138" y="5979195"/>
                <a:ext cx="3734429" cy="5220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357188" indent="-357188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sz="2800" b="0" dirty="0">
                    <a:solidFill>
                      <a:srgbClr val="002060"/>
                    </a:solidFill>
                  </a:rPr>
                  <a:t>,</a:t>
                </a:r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sz="2800" b="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1B34ACC-CA79-2207-4687-37F666880A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138" y="5979195"/>
                <a:ext cx="3734429" cy="522081"/>
              </a:xfrm>
              <a:prstGeom prst="rect">
                <a:avLst/>
              </a:prstGeom>
              <a:blipFill>
                <a:blip r:embed="rId8"/>
                <a:stretch>
                  <a:fillRect t="-12941" b="-3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Arrow 3">
            <a:extLst>
              <a:ext uri="{FF2B5EF4-FFF2-40B4-BE49-F238E27FC236}">
                <a16:creationId xmlns:a16="http://schemas.microsoft.com/office/drawing/2014/main" id="{0A6FAB6D-F04F-07A6-13C3-F966EF5191AE}"/>
              </a:ext>
            </a:extLst>
          </p:cNvPr>
          <p:cNvSpPr/>
          <p:nvPr/>
        </p:nvSpPr>
        <p:spPr>
          <a:xfrm flipV="1">
            <a:off x="996159" y="4527845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553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3" grpId="0"/>
      <p:bldP spid="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670FE-33AD-E983-A600-2A2A23420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7A26C87-16BA-54AC-0075-9CA1F3CD882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Example:6(Continue)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7A26C87-16BA-54AC-0075-9CA1F3CD88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639FEDB-38FA-5086-270F-5713DF6D0473}"/>
                  </a:ext>
                </a:extLst>
              </p:cNvPr>
              <p:cNvSpPr/>
              <p:nvPr/>
            </p:nvSpPr>
            <p:spPr>
              <a:xfrm>
                <a:off x="171054" y="907673"/>
                <a:ext cx="6119043" cy="5905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Let’s write above system in 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𝐀𝐗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𝐁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form.</a:t>
                </a:r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639FEDB-38FA-5086-270F-5713DF6D04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054" y="907673"/>
                <a:ext cx="6119043" cy="590566"/>
              </a:xfrm>
              <a:prstGeom prst="rect">
                <a:avLst/>
              </a:prstGeom>
              <a:blipFill>
                <a:blip r:embed="rId3"/>
                <a:stretch>
                  <a:fillRect l="-1992" t="-11340" r="-996" b="-164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42EB35B2-34FA-F4EA-08F5-A0DD2C3F5627}"/>
              </a:ext>
            </a:extLst>
          </p:cNvPr>
          <p:cNvSpPr txBox="1"/>
          <p:nvPr/>
        </p:nvSpPr>
        <p:spPr>
          <a:xfrm flipH="1">
            <a:off x="171054" y="2101019"/>
            <a:ext cx="1147863" cy="5391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>
              <a:defRPr sz="2800">
                <a:solidFill>
                  <a:srgbClr val="002060"/>
                </a:solidFill>
              </a:defRPr>
            </a:lvl1pPr>
          </a:lstStyle>
          <a:p>
            <a:r>
              <a:rPr lang="en-IN" dirty="0"/>
              <a:t>Where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929CAE-DC99-21D3-1BB0-7CA80FD81A08}"/>
              </a:ext>
            </a:extLst>
          </p:cNvPr>
          <p:cNvSpPr/>
          <p:nvPr/>
        </p:nvSpPr>
        <p:spPr>
          <a:xfrm>
            <a:off x="907384" y="3408604"/>
            <a:ext cx="4646384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Consider the Augmented Matrix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9" name="Right Arrow 3">
            <a:extLst>
              <a:ext uri="{FF2B5EF4-FFF2-40B4-BE49-F238E27FC236}">
                <a16:creationId xmlns:a16="http://schemas.microsoft.com/office/drawing/2014/main" id="{5AB36148-096C-75E8-802A-41DA6B351652}"/>
              </a:ext>
            </a:extLst>
          </p:cNvPr>
          <p:cNvSpPr/>
          <p:nvPr/>
        </p:nvSpPr>
        <p:spPr>
          <a:xfrm flipV="1">
            <a:off x="216118" y="3482255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FE7B2733-0F4A-783B-BD8C-771CC9F30E95}"/>
                  </a:ext>
                </a:extLst>
              </p:cNvPr>
              <p:cNvSpPr/>
              <p:nvPr/>
            </p:nvSpPr>
            <p:spPr>
              <a:xfrm>
                <a:off x="1281023" y="1474037"/>
                <a:ext cx="3772680" cy="17930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FE7B2733-0F4A-783B-BD8C-771CC9F30E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023" y="1474037"/>
                <a:ext cx="3772680" cy="17930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76DCD524-FC7E-D8B1-2874-E7B0399FB334}"/>
                  </a:ext>
                </a:extLst>
              </p:cNvPr>
              <p:cNvSpPr/>
              <p:nvPr/>
            </p:nvSpPr>
            <p:spPr>
              <a:xfrm>
                <a:off x="4495590" y="1453693"/>
                <a:ext cx="2014476" cy="18337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</m:mr>
                        </m:m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  <a:endParaRPr lang="en-IN" sz="2800" dirty="0">
                  <a:solidFill>
                    <a:schemeClr val="tx1">
                      <a:lumMod val="90000"/>
                      <a:lumOff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76DCD524-FC7E-D8B1-2874-E7B0399FB3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590" y="1453693"/>
                <a:ext cx="2014476" cy="18337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B8D870CA-EB9D-642A-566B-55C62E01A96F}"/>
                  </a:ext>
                </a:extLst>
              </p:cNvPr>
              <p:cNvSpPr/>
              <p:nvPr/>
            </p:nvSpPr>
            <p:spPr>
              <a:xfrm>
                <a:off x="6510066" y="1474037"/>
                <a:ext cx="2014476" cy="18337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  <a:endParaRPr lang="en-IN" sz="2800" dirty="0">
                  <a:solidFill>
                    <a:schemeClr val="tx1">
                      <a:lumMod val="90000"/>
                      <a:lumOff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B8D870CA-EB9D-642A-566B-55C62E01A9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066" y="1474037"/>
                <a:ext cx="2014476" cy="18337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6" name="Picture 65">
            <a:extLst>
              <a:ext uri="{FF2B5EF4-FFF2-40B4-BE49-F238E27FC236}">
                <a16:creationId xmlns:a16="http://schemas.microsoft.com/office/drawing/2014/main" id="{547BF2ED-E251-8D64-B59B-C82C6D8AF6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5601" y="5343474"/>
            <a:ext cx="3737172" cy="1365622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41DD8DC3-C450-1C2E-BF28-09CF85F65426}"/>
              </a:ext>
            </a:extLst>
          </p:cNvPr>
          <p:cNvGrpSpPr/>
          <p:nvPr/>
        </p:nvGrpSpPr>
        <p:grpSpPr>
          <a:xfrm>
            <a:off x="907384" y="4093445"/>
            <a:ext cx="4995944" cy="2225984"/>
            <a:chOff x="749956" y="967413"/>
            <a:chExt cx="4995944" cy="2225984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28B8452-4E10-F350-DAA6-E0EE2503A8CE}"/>
                </a:ext>
              </a:extLst>
            </p:cNvPr>
            <p:cNvGrpSpPr/>
            <p:nvPr/>
          </p:nvGrpSpPr>
          <p:grpSpPr>
            <a:xfrm>
              <a:off x="749956" y="1825140"/>
              <a:ext cx="1905909" cy="471208"/>
              <a:chOff x="2027654" y="5357172"/>
              <a:chExt cx="1905909" cy="47120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Rectangle 81">
                    <a:extLst>
                      <a:ext uri="{FF2B5EF4-FFF2-40B4-BE49-F238E27FC236}">
                        <a16:creationId xmlns:a16="http://schemas.microsoft.com/office/drawing/2014/main" id="{F3C7F4FE-A5ED-2F48-97FA-E58FA3E0FDFF}"/>
                      </a:ext>
                    </a:extLst>
                  </p:cNvPr>
                  <p:cNvSpPr/>
                  <p:nvPr/>
                </p:nvSpPr>
                <p:spPr>
                  <a:xfrm>
                    <a:off x="2027654" y="5357172"/>
                    <a:ext cx="1459235" cy="468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IN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FC4C664F-BF0D-4A3B-8C2D-9137FF89362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27654" y="5357172"/>
                    <a:ext cx="1459235" cy="46800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Rectangle 82">
                    <a:extLst>
                      <a:ext uri="{FF2B5EF4-FFF2-40B4-BE49-F238E27FC236}">
                        <a16:creationId xmlns:a16="http://schemas.microsoft.com/office/drawing/2014/main" id="{6A97FF7B-974E-566C-6A84-D507E5426F4F}"/>
                      </a:ext>
                    </a:extLst>
                  </p:cNvPr>
                  <p:cNvSpPr/>
                  <p:nvPr/>
                </p:nvSpPr>
                <p:spPr>
                  <a:xfrm>
                    <a:off x="3216450" y="5360380"/>
                    <a:ext cx="717113" cy="468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B5D52D45-4879-430F-84D9-B481A1D6E23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16450" y="5360380"/>
                    <a:ext cx="717113" cy="46800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B6E1D95D-6996-8F51-5F56-07A5B4F3209F}"/>
                </a:ext>
              </a:extLst>
            </p:cNvPr>
            <p:cNvGrpSpPr/>
            <p:nvPr/>
          </p:nvGrpSpPr>
          <p:grpSpPr>
            <a:xfrm>
              <a:off x="2558377" y="967413"/>
              <a:ext cx="3187523" cy="2225984"/>
              <a:chOff x="6945552" y="1151618"/>
              <a:chExt cx="3187523" cy="2225984"/>
            </a:xfrm>
          </p:grpSpPr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FAED013F-F031-F749-ECD9-E5306FB20984}"/>
                  </a:ext>
                </a:extLst>
              </p:cNvPr>
              <p:cNvCxnSpPr/>
              <p:nvPr/>
            </p:nvCxnSpPr>
            <p:spPr>
              <a:xfrm>
                <a:off x="9375794" y="1270019"/>
                <a:ext cx="0" cy="2055166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Rectangle 70">
                    <a:extLst>
                      <a:ext uri="{FF2B5EF4-FFF2-40B4-BE49-F238E27FC236}">
                        <a16:creationId xmlns:a16="http://schemas.microsoft.com/office/drawing/2014/main" id="{0A8944C7-0A33-E946-2E08-52F2FB1FC7A3}"/>
                      </a:ext>
                    </a:extLst>
                  </p:cNvPr>
                  <p:cNvSpPr/>
                  <p:nvPr/>
                </p:nvSpPr>
                <p:spPr>
                  <a:xfrm>
                    <a:off x="7041369" y="1176223"/>
                    <a:ext cx="2135227" cy="5398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n-GB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 1     0     0</m:t>
                          </m:r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1" name="Rectangle 70">
                    <a:extLst>
                      <a:ext uri="{FF2B5EF4-FFF2-40B4-BE49-F238E27FC236}">
                        <a16:creationId xmlns:a16="http://schemas.microsoft.com/office/drawing/2014/main" id="{0A8944C7-0A33-E946-2E08-52F2FB1FC7A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41369" y="1176223"/>
                    <a:ext cx="2135227" cy="53985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12591C0D-0D7A-252B-59BE-CA03929CE634}"/>
                  </a:ext>
                </a:extLst>
              </p:cNvPr>
              <p:cNvGrpSpPr/>
              <p:nvPr/>
            </p:nvGrpSpPr>
            <p:grpSpPr>
              <a:xfrm>
                <a:off x="9410408" y="1151618"/>
                <a:ext cx="722667" cy="2187249"/>
                <a:chOff x="9675341" y="3687418"/>
                <a:chExt cx="722667" cy="218724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8" name="Rectangle 77">
                      <a:extLst>
                        <a:ext uri="{FF2B5EF4-FFF2-40B4-BE49-F238E27FC236}">
                          <a16:creationId xmlns:a16="http://schemas.microsoft.com/office/drawing/2014/main" id="{ECDA4BA7-E27B-3CD1-74BD-EE53F50297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5341" y="3687418"/>
                      <a:ext cx="717113" cy="468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2" name="Rectangle 61">
                      <a:extLst>
                        <a:ext uri="{FF2B5EF4-FFF2-40B4-BE49-F238E27FC236}">
                          <a16:creationId xmlns:a16="http://schemas.microsoft.com/office/drawing/2014/main" id="{12D8F82C-127D-41FC-8038-644AD4FE0A9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75341" y="3687418"/>
                      <a:ext cx="717113" cy="468000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9" name="Rectangle 78">
                      <a:extLst>
                        <a:ext uri="{FF2B5EF4-FFF2-40B4-BE49-F238E27FC236}">
                          <a16:creationId xmlns:a16="http://schemas.microsoft.com/office/drawing/2014/main" id="{9B2260D8-D9AC-8EE5-C5D3-C13F391E8C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5342" y="4244766"/>
                      <a:ext cx="717113" cy="468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3" name="Rectangle 62">
                      <a:extLst>
                        <a:ext uri="{FF2B5EF4-FFF2-40B4-BE49-F238E27FC236}">
                          <a16:creationId xmlns:a16="http://schemas.microsoft.com/office/drawing/2014/main" id="{CEA36882-2FD0-4B76-B3D9-2E76BB1929F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75342" y="4244766"/>
                      <a:ext cx="717113" cy="468000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0" name="Rectangle 79">
                      <a:extLst>
                        <a:ext uri="{FF2B5EF4-FFF2-40B4-BE49-F238E27FC236}">
                          <a16:creationId xmlns:a16="http://schemas.microsoft.com/office/drawing/2014/main" id="{6FC30334-0556-98B1-29B6-A106AAC6E4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5341" y="4832583"/>
                      <a:ext cx="717113" cy="468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4" name="Rectangle 63">
                      <a:extLst>
                        <a:ext uri="{FF2B5EF4-FFF2-40B4-BE49-F238E27FC236}">
                          <a16:creationId xmlns:a16="http://schemas.microsoft.com/office/drawing/2014/main" id="{CFE99349-12C2-40B9-AEA4-E5DFF4E13C8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75341" y="4832583"/>
                      <a:ext cx="717113" cy="468000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1" name="Rectangle 80">
                      <a:extLst>
                        <a:ext uri="{FF2B5EF4-FFF2-40B4-BE49-F238E27FC236}">
                          <a16:creationId xmlns:a16="http://schemas.microsoft.com/office/drawing/2014/main" id="{ADF15D75-E46E-6AF8-2A2D-3118EECE5D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80895" y="5406667"/>
                      <a:ext cx="717113" cy="468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5" name="Rectangle 64">
                      <a:extLst>
                        <a:ext uri="{FF2B5EF4-FFF2-40B4-BE49-F238E27FC236}">
                          <a16:creationId xmlns:a16="http://schemas.microsoft.com/office/drawing/2014/main" id="{8A4D8E8C-9D7C-42B1-82D8-1ECE88C68FD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80895" y="5406667"/>
                      <a:ext cx="717113" cy="468000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Rectangle 72">
                    <a:extLst>
                      <a:ext uri="{FF2B5EF4-FFF2-40B4-BE49-F238E27FC236}">
                        <a16:creationId xmlns:a16="http://schemas.microsoft.com/office/drawing/2014/main" id="{3E911C56-51E8-BBAC-4079-C72BD5D090C9}"/>
                      </a:ext>
                    </a:extLst>
                  </p:cNvPr>
                  <p:cNvSpPr/>
                  <p:nvPr/>
                </p:nvSpPr>
                <p:spPr>
                  <a:xfrm>
                    <a:off x="7051150" y="1716074"/>
                    <a:ext cx="2135227" cy="5398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0 </m:t>
                          </m:r>
                          <m:r>
                            <a:rPr lang="en-GB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 1     1     0</m:t>
                          </m:r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3" name="Rectangle 72">
                    <a:extLst>
                      <a:ext uri="{FF2B5EF4-FFF2-40B4-BE49-F238E27FC236}">
                        <a16:creationId xmlns:a16="http://schemas.microsoft.com/office/drawing/2014/main" id="{3E911C56-51E8-BBAC-4079-C72BD5D090C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1150" y="1716074"/>
                    <a:ext cx="2135227" cy="539851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Rectangle 73">
                    <a:extLst>
                      <a:ext uri="{FF2B5EF4-FFF2-40B4-BE49-F238E27FC236}">
                        <a16:creationId xmlns:a16="http://schemas.microsoft.com/office/drawing/2014/main" id="{BFB0AFFB-9DB3-30D2-AF1A-50BFCB964F6D}"/>
                      </a:ext>
                    </a:extLst>
                  </p:cNvPr>
                  <p:cNvSpPr/>
                  <p:nvPr/>
                </p:nvSpPr>
                <p:spPr>
                  <a:xfrm>
                    <a:off x="7051150" y="2267255"/>
                    <a:ext cx="2135227" cy="5398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n-GB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 0     0     1</m:t>
                          </m:r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4" name="Rectangle 73">
                    <a:extLst>
                      <a:ext uri="{FF2B5EF4-FFF2-40B4-BE49-F238E27FC236}">
                        <a16:creationId xmlns:a16="http://schemas.microsoft.com/office/drawing/2014/main" id="{BFB0AFFB-9DB3-30D2-AF1A-50BFCB964F6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1150" y="2267255"/>
                    <a:ext cx="2135227" cy="539851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8702DE1D-BA1D-CDAA-6E01-69D32DD8E2C6}"/>
                      </a:ext>
                    </a:extLst>
                  </p:cNvPr>
                  <p:cNvSpPr/>
                  <p:nvPr/>
                </p:nvSpPr>
                <p:spPr>
                  <a:xfrm>
                    <a:off x="7051150" y="2816158"/>
                    <a:ext cx="2135227" cy="5398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0 </m:t>
                          </m:r>
                          <m:r>
                            <a:rPr lang="en-GB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 1     0     1</m:t>
                          </m:r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8702DE1D-BA1D-CDAA-6E01-69D32DD8E2C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1150" y="2816158"/>
                    <a:ext cx="2135227" cy="539851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6" name="Left Bracket 75">
                <a:extLst>
                  <a:ext uri="{FF2B5EF4-FFF2-40B4-BE49-F238E27FC236}">
                    <a16:creationId xmlns:a16="http://schemas.microsoft.com/office/drawing/2014/main" id="{0A92F11C-47CE-F05C-3B0D-9B91413EAB0D}"/>
                  </a:ext>
                </a:extLst>
              </p:cNvPr>
              <p:cNvSpPr/>
              <p:nvPr/>
            </p:nvSpPr>
            <p:spPr>
              <a:xfrm>
                <a:off x="6945552" y="1227331"/>
                <a:ext cx="197849" cy="2111536"/>
              </a:xfrm>
              <a:prstGeom prst="leftBracket">
                <a:avLst/>
              </a:prstGeom>
              <a:ln w="381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rgbClr val="002060"/>
                  </a:solidFill>
                </a:endParaRPr>
              </a:p>
            </p:txBody>
          </p:sp>
          <p:sp>
            <p:nvSpPr>
              <p:cNvPr id="77" name="Left Bracket 76">
                <a:extLst>
                  <a:ext uri="{FF2B5EF4-FFF2-40B4-BE49-F238E27FC236}">
                    <a16:creationId xmlns:a16="http://schemas.microsoft.com/office/drawing/2014/main" id="{20F5F3AC-D64F-741A-223A-30B7C5D8E706}"/>
                  </a:ext>
                </a:extLst>
              </p:cNvPr>
              <p:cNvSpPr/>
              <p:nvPr/>
            </p:nvSpPr>
            <p:spPr>
              <a:xfrm flipH="1">
                <a:off x="9992633" y="1266066"/>
                <a:ext cx="140442" cy="2111536"/>
              </a:xfrm>
              <a:prstGeom prst="leftBracket">
                <a:avLst/>
              </a:prstGeom>
              <a:ln w="381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rgbClr val="00206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06424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18" grpId="0"/>
      <p:bldP spid="19" grpId="0" animBg="1"/>
      <p:bldP spid="62" grpId="0"/>
      <p:bldP spid="63" grpId="0"/>
      <p:bldP spid="6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7DD2B91-3173-27EB-F2C4-C2744C9F875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Example:6(Continue)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7DD2B91-3173-27EB-F2C4-C2744C9F87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F1D93CB-ED5C-C38C-E8B4-8474A9E025B7}"/>
                  </a:ext>
                </a:extLst>
              </p:cNvPr>
              <p:cNvSpPr/>
              <p:nvPr/>
            </p:nvSpPr>
            <p:spPr>
              <a:xfrm>
                <a:off x="849069" y="3200043"/>
                <a:ext cx="4886386" cy="46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Row - echelon form of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"/>
                            <m:endChr m:val="|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IN" sz="28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IN" sz="2800" b="1" dirty="0">
                    <a:solidFill>
                      <a:srgbClr val="002060"/>
                    </a:solidFill>
                  </a:rPr>
                  <a:t> </a:t>
                </a:r>
                <a:r>
                  <a:rPr lang="en-IN" sz="2800" dirty="0">
                    <a:solidFill>
                      <a:srgbClr val="002060"/>
                    </a:solidFill>
                  </a:rPr>
                  <a:t>is</a:t>
                </a:r>
                <a:r>
                  <a:rPr lang="en-IN" sz="2800" b="1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F1D93CB-ED5C-C38C-E8B4-8474A9E025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69" y="3200043"/>
                <a:ext cx="4886386" cy="468000"/>
              </a:xfrm>
              <a:prstGeom prst="rect">
                <a:avLst/>
              </a:prstGeom>
              <a:blipFill>
                <a:blip r:embed="rId3"/>
                <a:stretch>
                  <a:fillRect l="-2494" t="-14286" b="-467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6F4ECFCD-B56D-E442-A9E0-407BD71D5600}"/>
              </a:ext>
            </a:extLst>
          </p:cNvPr>
          <p:cNvGrpSpPr/>
          <p:nvPr/>
        </p:nvGrpSpPr>
        <p:grpSpPr>
          <a:xfrm>
            <a:off x="749956" y="811770"/>
            <a:ext cx="4995944" cy="2225984"/>
            <a:chOff x="749956" y="967413"/>
            <a:chExt cx="4995944" cy="222598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04ADCD4-8196-0170-7585-50E13EF15220}"/>
                </a:ext>
              </a:extLst>
            </p:cNvPr>
            <p:cNvGrpSpPr/>
            <p:nvPr/>
          </p:nvGrpSpPr>
          <p:grpSpPr>
            <a:xfrm>
              <a:off x="749956" y="1825140"/>
              <a:ext cx="1905909" cy="471208"/>
              <a:chOff x="2027654" y="5357172"/>
              <a:chExt cx="1905909" cy="47120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65BF7737-DEFE-5A60-6ABA-31E1F715F3A5}"/>
                      </a:ext>
                    </a:extLst>
                  </p:cNvPr>
                  <p:cNvSpPr/>
                  <p:nvPr/>
                </p:nvSpPr>
                <p:spPr>
                  <a:xfrm>
                    <a:off x="2027654" y="5357172"/>
                    <a:ext cx="1459235" cy="468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IN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FC4C664F-BF0D-4A3B-8C2D-9137FF89362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27654" y="5357172"/>
                    <a:ext cx="1459235" cy="46800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29BF1078-CC6A-CD05-5539-E2D9127A9C3D}"/>
                      </a:ext>
                    </a:extLst>
                  </p:cNvPr>
                  <p:cNvSpPr/>
                  <p:nvPr/>
                </p:nvSpPr>
                <p:spPr>
                  <a:xfrm>
                    <a:off x="3216450" y="5360380"/>
                    <a:ext cx="717113" cy="468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B5D52D45-4879-430F-84D9-B481A1D6E23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16450" y="5360380"/>
                    <a:ext cx="717113" cy="4680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EDDAC93-93F9-28E8-7160-F24FE068E481}"/>
                </a:ext>
              </a:extLst>
            </p:cNvPr>
            <p:cNvGrpSpPr/>
            <p:nvPr/>
          </p:nvGrpSpPr>
          <p:grpSpPr>
            <a:xfrm>
              <a:off x="2558377" y="967413"/>
              <a:ext cx="3187523" cy="2225984"/>
              <a:chOff x="6945552" y="1151618"/>
              <a:chExt cx="3187523" cy="222598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C05FD36D-E487-3DED-9307-BF2097C7B469}"/>
                  </a:ext>
                </a:extLst>
              </p:cNvPr>
              <p:cNvCxnSpPr/>
              <p:nvPr/>
            </p:nvCxnSpPr>
            <p:spPr>
              <a:xfrm>
                <a:off x="9375794" y="1270019"/>
                <a:ext cx="0" cy="2055166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69CF4A3B-C44C-B32E-EEB0-2260EC896472}"/>
                      </a:ext>
                    </a:extLst>
                  </p:cNvPr>
                  <p:cNvSpPr/>
                  <p:nvPr/>
                </p:nvSpPr>
                <p:spPr>
                  <a:xfrm>
                    <a:off x="7041369" y="1176223"/>
                    <a:ext cx="2135227" cy="5398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n-GB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 1     0     0</m:t>
                          </m:r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69CF4A3B-C44C-B32E-EEB0-2260EC89647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41369" y="1176223"/>
                    <a:ext cx="2135227" cy="53985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8997A77E-52A2-CB12-70C7-2870B368E577}"/>
                  </a:ext>
                </a:extLst>
              </p:cNvPr>
              <p:cNvGrpSpPr/>
              <p:nvPr/>
            </p:nvGrpSpPr>
            <p:grpSpPr>
              <a:xfrm>
                <a:off x="9410408" y="1151618"/>
                <a:ext cx="722667" cy="2187249"/>
                <a:chOff x="9675341" y="3687418"/>
                <a:chExt cx="722667" cy="218724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Rectangle 14">
                      <a:extLst>
                        <a:ext uri="{FF2B5EF4-FFF2-40B4-BE49-F238E27FC236}">
                          <a16:creationId xmlns:a16="http://schemas.microsoft.com/office/drawing/2014/main" id="{278DC3E3-077E-1E5D-0807-7745F277EF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5341" y="3687418"/>
                      <a:ext cx="717113" cy="468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2" name="Rectangle 61">
                      <a:extLst>
                        <a:ext uri="{FF2B5EF4-FFF2-40B4-BE49-F238E27FC236}">
                          <a16:creationId xmlns:a16="http://schemas.microsoft.com/office/drawing/2014/main" id="{12D8F82C-127D-41FC-8038-644AD4FE0A9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75341" y="3687418"/>
                      <a:ext cx="717113" cy="468000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45EFB356-CDEB-4376-B9B7-4CC9439550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5342" y="4244766"/>
                      <a:ext cx="717113" cy="468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3" name="Rectangle 62">
                      <a:extLst>
                        <a:ext uri="{FF2B5EF4-FFF2-40B4-BE49-F238E27FC236}">
                          <a16:creationId xmlns:a16="http://schemas.microsoft.com/office/drawing/2014/main" id="{CEA36882-2FD0-4B76-B3D9-2E76BB1929F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75342" y="4244766"/>
                      <a:ext cx="717113" cy="468000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A337ABF6-3B79-BE55-BE0C-B1DC5EE902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5341" y="4832583"/>
                      <a:ext cx="717113" cy="468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4" name="Rectangle 63">
                      <a:extLst>
                        <a:ext uri="{FF2B5EF4-FFF2-40B4-BE49-F238E27FC236}">
                          <a16:creationId xmlns:a16="http://schemas.microsoft.com/office/drawing/2014/main" id="{CFE99349-12C2-40B9-AEA4-E5DFF4E13C8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75341" y="4832583"/>
                      <a:ext cx="717113" cy="468000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011C5C8F-0A25-A42A-FFFF-6DDACB44CD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80895" y="5406667"/>
                      <a:ext cx="717113" cy="468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5" name="Rectangle 64">
                      <a:extLst>
                        <a:ext uri="{FF2B5EF4-FFF2-40B4-BE49-F238E27FC236}">
                          <a16:creationId xmlns:a16="http://schemas.microsoft.com/office/drawing/2014/main" id="{8A4D8E8C-9D7C-42B1-82D8-1ECE88C68FD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80895" y="5406667"/>
                      <a:ext cx="717113" cy="468000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F40ACF42-4248-7198-2396-9DDB0E9C9783}"/>
                      </a:ext>
                    </a:extLst>
                  </p:cNvPr>
                  <p:cNvSpPr/>
                  <p:nvPr/>
                </p:nvSpPr>
                <p:spPr>
                  <a:xfrm>
                    <a:off x="7051150" y="1716074"/>
                    <a:ext cx="2135227" cy="5398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0 </m:t>
                          </m:r>
                          <m:r>
                            <a:rPr lang="en-GB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 1     1     0</m:t>
                          </m:r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F40ACF42-4248-7198-2396-9DDB0E9C978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1150" y="1716074"/>
                    <a:ext cx="2135227" cy="539851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DD819C39-7E06-5FB9-BA0C-B509940714DD}"/>
                      </a:ext>
                    </a:extLst>
                  </p:cNvPr>
                  <p:cNvSpPr/>
                  <p:nvPr/>
                </p:nvSpPr>
                <p:spPr>
                  <a:xfrm>
                    <a:off x="7051150" y="2267255"/>
                    <a:ext cx="2135227" cy="5398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n-GB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 0     0     1</m:t>
                          </m:r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DD819C39-7E06-5FB9-BA0C-B509940714D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1150" y="2267255"/>
                    <a:ext cx="2135227" cy="539851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1A17485B-61AA-8526-A988-8EED9AB5168A}"/>
                      </a:ext>
                    </a:extLst>
                  </p:cNvPr>
                  <p:cNvSpPr/>
                  <p:nvPr/>
                </p:nvSpPr>
                <p:spPr>
                  <a:xfrm>
                    <a:off x="7051150" y="2816158"/>
                    <a:ext cx="2135227" cy="5398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0 </m:t>
                          </m:r>
                          <m:r>
                            <a:rPr lang="en-GB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 1     0     1</m:t>
                          </m:r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1A17485B-61AA-8526-A988-8EED9AB5168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1150" y="2816158"/>
                    <a:ext cx="2135227" cy="539851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7" name="Left Bracket 36">
                <a:extLst>
                  <a:ext uri="{FF2B5EF4-FFF2-40B4-BE49-F238E27FC236}">
                    <a16:creationId xmlns:a16="http://schemas.microsoft.com/office/drawing/2014/main" id="{91EAA88A-7A6A-CD58-A881-FA53346B5849}"/>
                  </a:ext>
                </a:extLst>
              </p:cNvPr>
              <p:cNvSpPr/>
              <p:nvPr/>
            </p:nvSpPr>
            <p:spPr>
              <a:xfrm>
                <a:off x="6945552" y="1227331"/>
                <a:ext cx="197849" cy="2111536"/>
              </a:xfrm>
              <a:prstGeom prst="leftBracket">
                <a:avLst/>
              </a:prstGeom>
              <a:ln w="381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rgbClr val="002060"/>
                  </a:solidFill>
                </a:endParaRPr>
              </a:p>
            </p:txBody>
          </p:sp>
          <p:sp>
            <p:nvSpPr>
              <p:cNvPr id="38" name="Left Bracket 37">
                <a:extLst>
                  <a:ext uri="{FF2B5EF4-FFF2-40B4-BE49-F238E27FC236}">
                    <a16:creationId xmlns:a16="http://schemas.microsoft.com/office/drawing/2014/main" id="{B967CACB-E090-59B2-C29F-79B521D8D90E}"/>
                  </a:ext>
                </a:extLst>
              </p:cNvPr>
              <p:cNvSpPr/>
              <p:nvPr/>
            </p:nvSpPr>
            <p:spPr>
              <a:xfrm flipH="1">
                <a:off x="9992633" y="1266066"/>
                <a:ext cx="140442" cy="2111536"/>
              </a:xfrm>
              <a:prstGeom prst="leftBracket">
                <a:avLst/>
              </a:prstGeom>
              <a:ln w="381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rgbClr val="002060"/>
                  </a:solidFill>
                </a:endParaRPr>
              </a:p>
            </p:txBody>
          </p:sp>
        </p:grpSp>
      </p:grpSp>
      <p:sp>
        <p:nvSpPr>
          <p:cNvPr id="41" name="Right Arrow 3">
            <a:extLst>
              <a:ext uri="{FF2B5EF4-FFF2-40B4-BE49-F238E27FC236}">
                <a16:creationId xmlns:a16="http://schemas.microsoft.com/office/drawing/2014/main" id="{015F6264-0874-C5DD-20FB-4FF4C1EFF2C1}"/>
              </a:ext>
            </a:extLst>
          </p:cNvPr>
          <p:cNvSpPr/>
          <p:nvPr/>
        </p:nvSpPr>
        <p:spPr>
          <a:xfrm flipV="1">
            <a:off x="168288" y="1759760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2" name="Right Arrow 3">
            <a:extLst>
              <a:ext uri="{FF2B5EF4-FFF2-40B4-BE49-F238E27FC236}">
                <a16:creationId xmlns:a16="http://schemas.microsoft.com/office/drawing/2014/main" id="{8B037CEF-4872-03B6-C329-A6425C9BD0AC}"/>
              </a:ext>
            </a:extLst>
          </p:cNvPr>
          <p:cNvSpPr/>
          <p:nvPr/>
        </p:nvSpPr>
        <p:spPr>
          <a:xfrm flipV="1">
            <a:off x="168287" y="3236869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3AD25A4-D9D9-805B-7785-58FC640104A5}"/>
              </a:ext>
            </a:extLst>
          </p:cNvPr>
          <p:cNvGrpSpPr/>
          <p:nvPr/>
        </p:nvGrpSpPr>
        <p:grpSpPr>
          <a:xfrm>
            <a:off x="1691270" y="3691861"/>
            <a:ext cx="4049738" cy="2659754"/>
            <a:chOff x="1691270" y="3691861"/>
            <a:chExt cx="4049738" cy="2659754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3F355F7-3B4A-45B8-B752-1FA483C75DA8}"/>
                </a:ext>
              </a:extLst>
            </p:cNvPr>
            <p:cNvGrpSpPr/>
            <p:nvPr/>
          </p:nvGrpSpPr>
          <p:grpSpPr>
            <a:xfrm>
              <a:off x="2553485" y="4125631"/>
              <a:ext cx="3187523" cy="2225984"/>
              <a:chOff x="6945552" y="1151618"/>
              <a:chExt cx="3187523" cy="2225984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643DCED9-691B-50E0-6CE6-855B4A0DB8F8}"/>
                  </a:ext>
                </a:extLst>
              </p:cNvPr>
              <p:cNvCxnSpPr/>
              <p:nvPr/>
            </p:nvCxnSpPr>
            <p:spPr>
              <a:xfrm>
                <a:off x="9375794" y="1270019"/>
                <a:ext cx="0" cy="2055166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40F4DCE6-71F3-E695-ABEB-3B72BE35CDFE}"/>
                      </a:ext>
                    </a:extLst>
                  </p:cNvPr>
                  <p:cNvSpPr/>
                  <p:nvPr/>
                </p:nvSpPr>
                <p:spPr>
                  <a:xfrm>
                    <a:off x="7041369" y="1176223"/>
                    <a:ext cx="2135227" cy="5398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n-GB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 1     0     0</m:t>
                          </m:r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40F4DCE6-71F3-E695-ABEB-3B72BE35CDF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41369" y="1176223"/>
                    <a:ext cx="2135227" cy="539851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0B8C2F40-BB50-73A9-2E03-EC2C022A565B}"/>
                  </a:ext>
                </a:extLst>
              </p:cNvPr>
              <p:cNvGrpSpPr/>
              <p:nvPr/>
            </p:nvGrpSpPr>
            <p:grpSpPr>
              <a:xfrm>
                <a:off x="9410408" y="1151618"/>
                <a:ext cx="722667" cy="2187249"/>
                <a:chOff x="9675341" y="3687418"/>
                <a:chExt cx="722667" cy="218724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4" name="Rectangle 53">
                      <a:extLst>
                        <a:ext uri="{FF2B5EF4-FFF2-40B4-BE49-F238E27FC236}">
                          <a16:creationId xmlns:a16="http://schemas.microsoft.com/office/drawing/2014/main" id="{61DD5486-F3AA-D793-7A6F-20F042F8BA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5341" y="3687418"/>
                      <a:ext cx="717113" cy="468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2" name="Rectangle 61">
                      <a:extLst>
                        <a:ext uri="{FF2B5EF4-FFF2-40B4-BE49-F238E27FC236}">
                          <a16:creationId xmlns:a16="http://schemas.microsoft.com/office/drawing/2014/main" id="{12D8F82C-127D-41FC-8038-644AD4FE0A9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75341" y="3687418"/>
                      <a:ext cx="717113" cy="468000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5" name="Rectangle 54">
                      <a:extLst>
                        <a:ext uri="{FF2B5EF4-FFF2-40B4-BE49-F238E27FC236}">
                          <a16:creationId xmlns:a16="http://schemas.microsoft.com/office/drawing/2014/main" id="{2D2CBC9D-CCB6-8F07-A632-93C8AD7BDB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5342" y="4244766"/>
                      <a:ext cx="717113" cy="468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3" name="Rectangle 62">
                      <a:extLst>
                        <a:ext uri="{FF2B5EF4-FFF2-40B4-BE49-F238E27FC236}">
                          <a16:creationId xmlns:a16="http://schemas.microsoft.com/office/drawing/2014/main" id="{CEA36882-2FD0-4B76-B3D9-2E76BB1929F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75342" y="4244766"/>
                      <a:ext cx="717113" cy="468000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6" name="Rectangle 55">
                      <a:extLst>
                        <a:ext uri="{FF2B5EF4-FFF2-40B4-BE49-F238E27FC236}">
                          <a16:creationId xmlns:a16="http://schemas.microsoft.com/office/drawing/2014/main" id="{F693CC10-A28F-CD3A-9B11-A4330D75B9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75341" y="4832583"/>
                      <a:ext cx="717113" cy="468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4" name="Rectangle 63">
                      <a:extLst>
                        <a:ext uri="{FF2B5EF4-FFF2-40B4-BE49-F238E27FC236}">
                          <a16:creationId xmlns:a16="http://schemas.microsoft.com/office/drawing/2014/main" id="{CFE99349-12C2-40B9-AEA4-E5DFF4E13C8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75341" y="4832583"/>
                      <a:ext cx="717113" cy="468000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7" name="Rectangle 56">
                      <a:extLst>
                        <a:ext uri="{FF2B5EF4-FFF2-40B4-BE49-F238E27FC236}">
                          <a16:creationId xmlns:a16="http://schemas.microsoft.com/office/drawing/2014/main" id="{342B51C1-9542-52E4-6714-6FC2FEF0E7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80895" y="5406667"/>
                      <a:ext cx="717113" cy="468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5" name="Rectangle 64">
                      <a:extLst>
                        <a:ext uri="{FF2B5EF4-FFF2-40B4-BE49-F238E27FC236}">
                          <a16:creationId xmlns:a16="http://schemas.microsoft.com/office/drawing/2014/main" id="{8A4D8E8C-9D7C-42B1-82D8-1ECE88C68FD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80895" y="5406667"/>
                      <a:ext cx="717113" cy="468000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EF8F4B8D-1F2E-18BB-144E-C945E1760EA3}"/>
                      </a:ext>
                    </a:extLst>
                  </p:cNvPr>
                  <p:cNvSpPr/>
                  <p:nvPr/>
                </p:nvSpPr>
                <p:spPr>
                  <a:xfrm>
                    <a:off x="7051150" y="1716074"/>
                    <a:ext cx="2135227" cy="5398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0 </m:t>
                          </m:r>
                          <m:r>
                            <a:rPr lang="en-GB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 1     1     0</m:t>
                          </m:r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EF8F4B8D-1F2E-18BB-144E-C945E1760EA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1150" y="1716074"/>
                    <a:ext cx="2135227" cy="539851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AABEDAC8-BD8D-B28A-7C2F-D64E0D2D4B96}"/>
                      </a:ext>
                    </a:extLst>
                  </p:cNvPr>
                  <p:cNvSpPr/>
                  <p:nvPr/>
                </p:nvSpPr>
                <p:spPr>
                  <a:xfrm>
                    <a:off x="7051150" y="2267255"/>
                    <a:ext cx="2135227" cy="5398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0 </m:t>
                          </m:r>
                          <m:r>
                            <a:rPr lang="en-GB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 0     1     1</m:t>
                          </m:r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AABEDAC8-BD8D-B28A-7C2F-D64E0D2D4B9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1150" y="2267255"/>
                    <a:ext cx="2135227" cy="539851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FE6A7730-9048-53B3-FA24-03C312766946}"/>
                      </a:ext>
                    </a:extLst>
                  </p:cNvPr>
                  <p:cNvSpPr/>
                  <p:nvPr/>
                </p:nvSpPr>
                <p:spPr>
                  <a:xfrm>
                    <a:off x="7051150" y="2816158"/>
                    <a:ext cx="2135227" cy="5398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0 </m:t>
                          </m:r>
                          <m:r>
                            <a:rPr lang="en-GB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 0     0     1</m:t>
                          </m:r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FE6A7730-9048-53B3-FA24-03C31276694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1150" y="2816158"/>
                    <a:ext cx="2135227" cy="539851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2" name="Left Bracket 51">
                <a:extLst>
                  <a:ext uri="{FF2B5EF4-FFF2-40B4-BE49-F238E27FC236}">
                    <a16:creationId xmlns:a16="http://schemas.microsoft.com/office/drawing/2014/main" id="{58C31A3F-A839-059A-E933-1E4CFB11D548}"/>
                  </a:ext>
                </a:extLst>
              </p:cNvPr>
              <p:cNvSpPr/>
              <p:nvPr/>
            </p:nvSpPr>
            <p:spPr>
              <a:xfrm>
                <a:off x="6945552" y="1227331"/>
                <a:ext cx="197849" cy="2111536"/>
              </a:xfrm>
              <a:prstGeom prst="leftBracket">
                <a:avLst/>
              </a:prstGeom>
              <a:ln w="381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rgbClr val="002060"/>
                  </a:solidFill>
                </a:endParaRPr>
              </a:p>
            </p:txBody>
          </p:sp>
          <p:sp>
            <p:nvSpPr>
              <p:cNvPr id="53" name="Left Bracket 52">
                <a:extLst>
                  <a:ext uri="{FF2B5EF4-FFF2-40B4-BE49-F238E27FC236}">
                    <a16:creationId xmlns:a16="http://schemas.microsoft.com/office/drawing/2014/main" id="{12C003B5-8AA8-B7A4-CB45-069156869DE5}"/>
                  </a:ext>
                </a:extLst>
              </p:cNvPr>
              <p:cNvSpPr/>
              <p:nvPr/>
            </p:nvSpPr>
            <p:spPr>
              <a:xfrm flipH="1">
                <a:off x="9992633" y="1266066"/>
                <a:ext cx="140442" cy="2111536"/>
              </a:xfrm>
              <a:prstGeom prst="leftBracket">
                <a:avLst/>
              </a:prstGeom>
              <a:ln w="381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rgbClr val="002060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25413B84-67D0-DCED-96FD-3737E8846FF9}"/>
                    </a:ext>
                  </a:extLst>
                </p:cNvPr>
                <p:cNvSpPr/>
                <p:nvPr/>
              </p:nvSpPr>
              <p:spPr>
                <a:xfrm>
                  <a:off x="1691270" y="4916979"/>
                  <a:ext cx="856661" cy="7112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360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</m:oMath>
                    </m:oMathPara>
                  </a14:m>
                  <a:endParaRPr lang="en-IN" sz="3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25413B84-67D0-DCED-96FD-3737E8846FF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1270" y="4916979"/>
                  <a:ext cx="856661" cy="711201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8E55D37C-651A-0319-6F2C-D1B1F5B0EFDA}"/>
                    </a:ext>
                  </a:extLst>
                </p:cNvPr>
                <p:cNvSpPr/>
                <p:nvPr/>
              </p:nvSpPr>
              <p:spPr>
                <a:xfrm>
                  <a:off x="2668133" y="3691861"/>
                  <a:ext cx="484303" cy="4929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3D0FE7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en-IN" sz="2800" dirty="0">
                    <a:solidFill>
                      <a:srgbClr val="3D0FE7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8E55D37C-651A-0319-6F2C-D1B1F5B0EF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8133" y="3691861"/>
                  <a:ext cx="484303" cy="49292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232B6832-73A1-93AC-F781-7046D74AD85D}"/>
                    </a:ext>
                  </a:extLst>
                </p:cNvPr>
                <p:cNvSpPr/>
                <p:nvPr/>
              </p:nvSpPr>
              <p:spPr>
                <a:xfrm>
                  <a:off x="3222104" y="3691861"/>
                  <a:ext cx="484303" cy="4929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3D0FE7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oMath>
                    </m:oMathPara>
                  </a14:m>
                  <a:endParaRPr lang="en-IN" sz="2800" dirty="0">
                    <a:solidFill>
                      <a:srgbClr val="3D0FE7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232B6832-73A1-93AC-F781-7046D74AD8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104" y="3691861"/>
                  <a:ext cx="484303" cy="49292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602F07AD-1464-63A9-52F6-2BBB47B6D86E}"/>
                    </a:ext>
                  </a:extLst>
                </p:cNvPr>
                <p:cNvSpPr/>
                <p:nvPr/>
              </p:nvSpPr>
              <p:spPr>
                <a:xfrm>
                  <a:off x="3823795" y="3695904"/>
                  <a:ext cx="484303" cy="4929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3D0FE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en-IN" sz="2800" dirty="0">
                    <a:solidFill>
                      <a:srgbClr val="3D0FE7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602F07AD-1464-63A9-52F6-2BBB47B6D8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3795" y="3695904"/>
                  <a:ext cx="484303" cy="49292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331331F1-3180-1855-EC0F-B56A86CA2405}"/>
                    </a:ext>
                  </a:extLst>
                </p:cNvPr>
                <p:cNvSpPr/>
                <p:nvPr/>
              </p:nvSpPr>
              <p:spPr>
                <a:xfrm>
                  <a:off x="4389060" y="3708422"/>
                  <a:ext cx="484303" cy="4929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3D0FE7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en-IN" sz="2800" dirty="0">
                    <a:solidFill>
                      <a:srgbClr val="3D0FE7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331331F1-3180-1855-EC0F-B56A86CA24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9060" y="3708422"/>
                  <a:ext cx="484303" cy="49292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" name="Right Arrow 3">
            <a:extLst>
              <a:ext uri="{FF2B5EF4-FFF2-40B4-BE49-F238E27FC236}">
                <a16:creationId xmlns:a16="http://schemas.microsoft.com/office/drawing/2014/main" id="{9D8D750A-62ED-D72F-0187-990DC4C0169B}"/>
              </a:ext>
            </a:extLst>
          </p:cNvPr>
          <p:cNvSpPr/>
          <p:nvPr/>
        </p:nvSpPr>
        <p:spPr>
          <a:xfrm flipV="1">
            <a:off x="6864913" y="1552386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1771072-1AD7-9D97-8A01-ABC06CC1C2ED}"/>
              </a:ext>
            </a:extLst>
          </p:cNvPr>
          <p:cNvSpPr/>
          <p:nvPr/>
        </p:nvSpPr>
        <p:spPr>
          <a:xfrm>
            <a:off x="6750585" y="768737"/>
            <a:ext cx="4708584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Apply the Back Substitution,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8C67D366-2337-5327-1E23-9F6AB765FFC4}"/>
                  </a:ext>
                </a:extLst>
              </p:cNvPr>
              <p:cNvSpPr/>
              <p:nvPr/>
            </p:nvSpPr>
            <p:spPr>
              <a:xfrm>
                <a:off x="7533770" y="1490352"/>
                <a:ext cx="2978167" cy="570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8C67D366-2337-5327-1E23-9F6AB765FF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3770" y="1490352"/>
                <a:ext cx="2978167" cy="570031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C0C96C78-06D8-74D2-4AC1-2FA5530265DC}"/>
                  </a:ext>
                </a:extLst>
              </p:cNvPr>
              <p:cNvSpPr/>
              <p:nvPr/>
            </p:nvSpPr>
            <p:spPr>
              <a:xfrm>
                <a:off x="9264064" y="2111583"/>
                <a:ext cx="1990851" cy="46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C0C96C78-06D8-74D2-4AC1-2FA5530265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4064" y="2111583"/>
                <a:ext cx="1990851" cy="46800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Right Arrow 3">
            <a:extLst>
              <a:ext uri="{FF2B5EF4-FFF2-40B4-BE49-F238E27FC236}">
                <a16:creationId xmlns:a16="http://schemas.microsoft.com/office/drawing/2014/main" id="{1DF8C171-E90B-3CB9-D6E8-4B90D8769CB8}"/>
              </a:ext>
            </a:extLst>
          </p:cNvPr>
          <p:cNvSpPr/>
          <p:nvPr/>
        </p:nvSpPr>
        <p:spPr>
          <a:xfrm flipV="1">
            <a:off x="6870467" y="2212905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3BF0B24A-DA1B-DF76-EC65-F2D7C25F6B81}"/>
                  </a:ext>
                </a:extLst>
              </p:cNvPr>
              <p:cNvSpPr/>
              <p:nvPr/>
            </p:nvSpPr>
            <p:spPr>
              <a:xfrm>
                <a:off x="7539324" y="2117842"/>
                <a:ext cx="1859486" cy="570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3BF0B24A-DA1B-DF76-EC65-F2D7C25F6B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324" y="2117842"/>
                <a:ext cx="1859486" cy="57003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E34887A9-480F-127C-B7DE-A3DC0081D34A}"/>
                  </a:ext>
                </a:extLst>
              </p:cNvPr>
              <p:cNvSpPr/>
              <p:nvPr/>
            </p:nvSpPr>
            <p:spPr>
              <a:xfrm>
                <a:off x="9264064" y="2765305"/>
                <a:ext cx="1990851" cy="46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E34887A9-480F-127C-B7DE-A3DC0081D3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4064" y="2765305"/>
                <a:ext cx="1990851" cy="46800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Right Arrow 3">
            <a:extLst>
              <a:ext uri="{FF2B5EF4-FFF2-40B4-BE49-F238E27FC236}">
                <a16:creationId xmlns:a16="http://schemas.microsoft.com/office/drawing/2014/main" id="{E4043EB9-AEE3-20CC-24ED-6599B747348B}"/>
              </a:ext>
            </a:extLst>
          </p:cNvPr>
          <p:cNvSpPr/>
          <p:nvPr/>
        </p:nvSpPr>
        <p:spPr>
          <a:xfrm flipV="1">
            <a:off x="6870467" y="2830393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0F3A7935-4156-2CA0-7B46-9D8727C5348A}"/>
                  </a:ext>
                </a:extLst>
              </p:cNvPr>
              <p:cNvSpPr/>
              <p:nvPr/>
            </p:nvSpPr>
            <p:spPr>
              <a:xfrm>
                <a:off x="7539324" y="2771564"/>
                <a:ext cx="1859486" cy="570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0F3A7935-4156-2CA0-7B46-9D8727C534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324" y="2771564"/>
                <a:ext cx="1859486" cy="570031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4CF50E7E-AED7-C09E-D666-1B2B5D75EF0C}"/>
                  </a:ext>
                </a:extLst>
              </p:cNvPr>
              <p:cNvSpPr/>
              <p:nvPr/>
            </p:nvSpPr>
            <p:spPr>
              <a:xfrm>
                <a:off x="9264064" y="3470255"/>
                <a:ext cx="1990851" cy="46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4CF50E7E-AED7-C09E-D666-1B2B5D75EF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4064" y="3470255"/>
                <a:ext cx="1990851" cy="46800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ight Arrow 3">
            <a:extLst>
              <a:ext uri="{FF2B5EF4-FFF2-40B4-BE49-F238E27FC236}">
                <a16:creationId xmlns:a16="http://schemas.microsoft.com/office/drawing/2014/main" id="{AFCD6B9B-CBF9-6CCC-94E5-A0F190C05B66}"/>
              </a:ext>
            </a:extLst>
          </p:cNvPr>
          <p:cNvSpPr/>
          <p:nvPr/>
        </p:nvSpPr>
        <p:spPr>
          <a:xfrm flipV="1">
            <a:off x="6870467" y="3534364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F9FE235D-19FB-47D8-F747-62E3B7EF48C7}"/>
                  </a:ext>
                </a:extLst>
              </p:cNvPr>
              <p:cNvSpPr/>
              <p:nvPr/>
            </p:nvSpPr>
            <p:spPr>
              <a:xfrm>
                <a:off x="7539324" y="3476514"/>
                <a:ext cx="1859486" cy="570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F9FE235D-19FB-47D8-F747-62E3B7EF48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324" y="3476514"/>
                <a:ext cx="1859486" cy="570031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E64118B-4DBC-F7C1-9C76-72ADCD05D641}"/>
                  </a:ext>
                </a:extLst>
              </p:cNvPr>
              <p:cNvSpPr txBox="1"/>
              <p:nvPr/>
            </p:nvSpPr>
            <p:spPr>
              <a:xfrm>
                <a:off x="6750585" y="4178695"/>
                <a:ext cx="3949842" cy="8606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Ker</m:t>
                      </m:r>
                      <m:d>
                        <m:dPr>
                          <m:ctrlPr>
                            <a:rPr lang="en-IN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e>
                                </m:mr>
                              </m:m>
                              <m: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E64118B-4DBC-F7C1-9C76-72ADCD05D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0585" y="4178695"/>
                <a:ext cx="3949842" cy="86062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001BA6F5-39F1-9D02-4FE3-8A5AD5E21057}"/>
                  </a:ext>
                </a:extLst>
              </p:cNvPr>
              <p:cNvSpPr/>
              <p:nvPr/>
            </p:nvSpPr>
            <p:spPr>
              <a:xfrm>
                <a:off x="6864913" y="5215466"/>
                <a:ext cx="4421190" cy="5410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  <a:latin typeface="+mj-lt"/>
                        </a:rPr>
                        <m:t>Hence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  <a:latin typeface="+mj-lt"/>
                        </a:rPr>
                        <m:t>, 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  <a:latin typeface="+mj-lt"/>
                        </a:rPr>
                        <m:t>Basis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  <a:latin typeface="+mj-lt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  <a:latin typeface="+mj-lt"/>
                        </a:rPr>
                        <m:t>of</m:t>
                      </m:r>
                      <m:func>
                        <m:funcPr>
                          <m:ctrlPr>
                            <a:rPr lang="en-I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IN" sz="2800" b="1" i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𝐤𝐞𝐫</m:t>
                          </m:r>
                        </m:fName>
                        <m:e>
                          <m:d>
                            <m:dPr>
                              <m:ctrlPr>
                                <a:rPr lang="en-I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𝐓</m:t>
                              </m:r>
                            </m:e>
                          </m:d>
                        </m:e>
                      </m:func>
                      <m:r>
                        <a:rPr lang="en-IN" sz="2800" b="1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𝛗</m:t>
                      </m:r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001BA6F5-39F1-9D02-4FE3-8A5AD5E210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4913" y="5215466"/>
                <a:ext cx="4421190" cy="541054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9AB5C40-838C-4AA3-FC52-0F5992CBB0C9}"/>
              </a:ext>
            </a:extLst>
          </p:cNvPr>
          <p:cNvCxnSpPr>
            <a:cxnSpLocks/>
          </p:cNvCxnSpPr>
          <p:nvPr/>
        </p:nvCxnSpPr>
        <p:spPr>
          <a:xfrm>
            <a:off x="6370146" y="920417"/>
            <a:ext cx="0" cy="513166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DE3DB4-ABBA-D60B-AB0B-CA465253AFF6}"/>
                  </a:ext>
                </a:extLst>
              </p:cNvPr>
              <p:cNvSpPr txBox="1"/>
              <p:nvPr/>
            </p:nvSpPr>
            <p:spPr>
              <a:xfrm>
                <a:off x="6750585" y="5904007"/>
                <a:ext cx="5271208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ullity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dim</m:t>
                          </m:r>
                        </m:fName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ker</m:t>
                              </m:r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</m:e>
                          </m:d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func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DE3DB4-ABBA-D60B-AB0B-CA465253A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0585" y="5904007"/>
                <a:ext cx="5271208" cy="578685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F0DF3F-D324-F2E4-0B39-F081BA25B71D}"/>
                  </a:ext>
                </a:extLst>
              </p:cNvPr>
              <p:cNvSpPr txBox="1"/>
              <p:nvPr/>
            </p:nvSpPr>
            <p:spPr>
              <a:xfrm>
                <a:off x="10613166" y="4148241"/>
                <a:ext cx="1633638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  <m: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F0DF3F-D324-F2E4-0B39-F081BA25B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3166" y="4148241"/>
                <a:ext cx="1633638" cy="810799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9831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2" grpId="0" animBg="1"/>
      <p:bldP spid="67" grpId="0" animBg="1"/>
      <p:bldP spid="68" grpId="0"/>
      <p:bldP spid="69" grpId="0"/>
      <p:bldP spid="70" grpId="0"/>
      <p:bldP spid="71" grpId="0" animBg="1"/>
      <p:bldP spid="72" grpId="0"/>
      <p:bldP spid="73" grpId="0"/>
      <p:bldP spid="74" grpId="0" animBg="1"/>
      <p:bldP spid="75" grpId="0"/>
      <p:bldP spid="76" grpId="0"/>
      <p:bldP spid="77" grpId="0" animBg="1"/>
      <p:bldP spid="78" grpId="0"/>
      <p:bldP spid="83" grpId="0"/>
      <p:bldP spid="7" grpId="0"/>
      <p:bldP spid="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4AE6F-AFCE-D392-B100-22C08379B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0098FDC-6D4D-147C-2D4C-79C50EB9E87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Example:6(Continue)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0098FDC-6D4D-147C-2D4C-79C50EB9E8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CC5A84-3C68-26CB-8C43-D00226B4F067}"/>
                  </a:ext>
                </a:extLst>
              </p:cNvPr>
              <p:cNvSpPr txBox="1"/>
              <p:nvPr/>
            </p:nvSpPr>
            <p:spPr>
              <a:xfrm>
                <a:off x="2668922" y="2044158"/>
                <a:ext cx="8275458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CC5A84-3C68-26CB-8C43-D00226B4F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8922" y="2044158"/>
                <a:ext cx="8275458" cy="8107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7B738F8-AE3E-AFF4-565E-EA803E5933CF}"/>
                  </a:ext>
                </a:extLst>
              </p:cNvPr>
              <p:cNvSpPr/>
              <p:nvPr/>
            </p:nvSpPr>
            <p:spPr>
              <a:xfrm>
                <a:off x="886210" y="3052043"/>
                <a:ext cx="10563245" cy="586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87313" indent="-87313" algn="just"/>
                <a:r>
                  <a:rPr lang="en-IN" sz="2800" b="0" dirty="0">
                    <a:solidFill>
                      <a:srgbClr val="002060"/>
                    </a:solidFill>
                  </a:rPr>
                  <a:t>This </a:t>
                </a:r>
                <a:r>
                  <a:rPr lang="en-IN" sz="2800" b="1" dirty="0">
                    <a:solidFill>
                      <a:srgbClr val="FF0000"/>
                    </a:solidFill>
                  </a:rPr>
                  <a:t>four</a:t>
                </a:r>
                <a:r>
                  <a:rPr lang="en-IN" sz="2800" b="0" dirty="0">
                    <a:solidFill>
                      <a:srgbClr val="002060"/>
                    </a:solidFill>
                  </a:rPr>
                  <a:t> vectors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sz="2800" b="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IN" sz="2800" b="0" dirty="0">
                    <a:solidFill>
                      <a:srgbClr val="002060"/>
                    </a:solidFill>
                  </a:rPr>
                  <a:t>) are linearly independent</a:t>
                </a:r>
                <a:r>
                  <a:rPr lang="en-IN" sz="2800" dirty="0">
                    <a:solidFill>
                      <a:srgbClr val="002060"/>
                    </a:solidFill>
                  </a:rPr>
                  <a:t> as</a:t>
                </a:r>
                <a:endParaRPr lang="en-IN" sz="2800" b="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7B738F8-AE3E-AFF4-565E-EA803E5933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210" y="3052043"/>
                <a:ext cx="10563245" cy="586918"/>
              </a:xfrm>
              <a:prstGeom prst="rect">
                <a:avLst/>
              </a:prstGeom>
              <a:blipFill>
                <a:blip r:embed="rId4"/>
                <a:stretch>
                  <a:fillRect l="-1154" t="-11458" b="-177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1B956-AF82-31D2-551E-9499DD19E1A4}"/>
                  </a:ext>
                </a:extLst>
              </p:cNvPr>
              <p:cNvSpPr txBox="1"/>
              <p:nvPr/>
            </p:nvSpPr>
            <p:spPr>
              <a:xfrm>
                <a:off x="146908" y="892530"/>
                <a:ext cx="6167336" cy="859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Now,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</m:mr>
                            </m:m>
                            <m: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</m:mr>
                        </m:m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1B956-AF82-31D2-551E-9499DD19E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08" y="892530"/>
                <a:ext cx="6167336" cy="859210"/>
              </a:xfrm>
              <a:prstGeom prst="rect">
                <a:avLst/>
              </a:prstGeom>
              <a:blipFill>
                <a:blip r:embed="rId5"/>
                <a:stretch>
                  <a:fillRect l="-19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Arrow 3">
            <a:extLst>
              <a:ext uri="{FF2B5EF4-FFF2-40B4-BE49-F238E27FC236}">
                <a16:creationId xmlns:a16="http://schemas.microsoft.com/office/drawing/2014/main" id="{A893AB2A-28BF-5B5D-B35E-B593D030E96F}"/>
              </a:ext>
            </a:extLst>
          </p:cNvPr>
          <p:cNvSpPr/>
          <p:nvPr/>
        </p:nvSpPr>
        <p:spPr>
          <a:xfrm flipV="1">
            <a:off x="168287" y="3052043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B234CB1-F950-AAB5-983D-FF0BB9C5A790}"/>
                  </a:ext>
                </a:extLst>
              </p:cNvPr>
              <p:cNvSpPr/>
              <p:nvPr/>
            </p:nvSpPr>
            <p:spPr>
              <a:xfrm>
                <a:off x="916256" y="3735620"/>
                <a:ext cx="589039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Now,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c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+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c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+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c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+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c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4</m:t>
                        </m:r>
                      </m:sub>
                    </m:sSub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=0</m:t>
                    </m:r>
                  </m:oMath>
                </a14:m>
                <a:endParaRPr lang="en-IN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B234CB1-F950-AAB5-983D-FF0BB9C5A7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256" y="3735620"/>
                <a:ext cx="5890395" cy="523220"/>
              </a:xfrm>
              <a:prstGeom prst="rect">
                <a:avLst/>
              </a:prstGeom>
              <a:blipFill>
                <a:blip r:embed="rId8"/>
                <a:stretch>
                  <a:fillRect l="-2068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B55CEA1-E26C-C9F7-C77E-AF04206F00AE}"/>
                  </a:ext>
                </a:extLst>
              </p:cNvPr>
              <p:cNvSpPr/>
              <p:nvPr/>
            </p:nvSpPr>
            <p:spPr>
              <a:xfrm>
                <a:off x="886210" y="4447141"/>
                <a:ext cx="10737480" cy="8107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hruti" panose="020B0502040204020203" pitchFamily="34" charset="0"/>
                        </a:rPr>
                        <m:t>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B55CEA1-E26C-C9F7-C77E-AF04206F0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210" y="4447141"/>
                <a:ext cx="10737480" cy="8107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E67B879-AA41-78EE-B47E-69D22EADDBFD}"/>
                  </a:ext>
                </a:extLst>
              </p:cNvPr>
              <p:cNvSpPr/>
              <p:nvPr/>
            </p:nvSpPr>
            <p:spPr>
              <a:xfrm>
                <a:off x="916256" y="5531601"/>
                <a:ext cx="6289409" cy="8677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hruti" panose="020B0502040204020203" pitchFamily="34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E67B879-AA41-78EE-B47E-69D22EADDB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256" y="5531601"/>
                <a:ext cx="6289409" cy="86773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023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9" grpId="0"/>
      <p:bldP spid="12" grpId="0" animBg="1"/>
      <p:bldP spid="7" grpId="0"/>
      <p:bldP spid="11" grpId="0"/>
      <p:bldP spid="1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23DEA-496E-1388-6EEC-14FBED348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B70A3D3-BAB6-38B5-A148-5807F4294F7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Example:6(Continue)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B70A3D3-BAB6-38B5-A148-5807F4294F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0C0634-7B98-8C96-B9D5-4A3364427326}"/>
                  </a:ext>
                </a:extLst>
              </p:cNvPr>
              <p:cNvSpPr/>
              <p:nvPr/>
            </p:nvSpPr>
            <p:spPr>
              <a:xfrm>
                <a:off x="176954" y="940146"/>
                <a:ext cx="6289409" cy="8677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hruti" panose="020B0502040204020203" pitchFamily="34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Shruti" panose="020B0502040204020203" pitchFamily="34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ea typeface="Calibri" panose="020F0502020204030204" pitchFamily="34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0C0634-7B98-8C96-B9D5-4A33644273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54" y="940146"/>
                <a:ext cx="6289409" cy="8677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FC8A7C0F-E0A1-221F-AABE-91B7C103CF3D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76954" y="2747470"/>
                <a:ext cx="4766762" cy="129596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 algn="l">
                  <a:lnSpc>
                    <a:spcPct val="12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,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IN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I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c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4">
                <a:extLst>
                  <a:ext uri="{FF2B5EF4-FFF2-40B4-BE49-F238E27FC236}">
                    <a16:creationId xmlns:a16="http://schemas.microsoft.com/office/drawing/2014/main" id="{FC8A7C0F-E0A1-221F-AABE-91B7C103C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76954" y="2747470"/>
                <a:ext cx="4766762" cy="1295969"/>
              </a:xfrm>
              <a:prstGeom prst="rect">
                <a:avLst/>
              </a:prstGeom>
              <a:blipFill>
                <a:blip r:embed="rId4"/>
                <a:stretch>
                  <a:fillRect t="-3302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F05CB611-F453-19F2-99F5-A56A38B95F7C}"/>
              </a:ext>
            </a:extLst>
          </p:cNvPr>
          <p:cNvSpPr txBox="1">
            <a:spLocks/>
          </p:cNvSpPr>
          <p:nvPr/>
        </p:nvSpPr>
        <p:spPr>
          <a:xfrm flipH="1">
            <a:off x="176954" y="2091305"/>
            <a:ext cx="5313761" cy="543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118745" algn="just">
              <a:lnSpc>
                <a:spcPct val="115000"/>
              </a:lnSpc>
              <a:spcBef>
                <a:spcPts val="1000"/>
              </a:spcBef>
              <a:spcAft>
                <a:spcPts val="800"/>
              </a:spcAft>
              <a:buClr>
                <a:schemeClr val="accent6"/>
              </a:buClr>
              <a:buFont typeface="Wingdings 3" panose="05040102010807070707" pitchFamily="18" charset="2"/>
              <a:buNone/>
              <a:defRPr sz="2800">
                <a:solidFill>
                  <a:srgbClr val="3A4A6A"/>
                </a:solidFill>
              </a:defRPr>
            </a:lvl1pPr>
          </a:lstStyle>
          <a:p>
            <a:pPr>
              <a:lnSpc>
                <a:spcPct val="90000"/>
              </a:lnSpc>
            </a:pPr>
            <a:r>
              <a:rPr lang="en-US" i="0" dirty="0">
                <a:solidFill>
                  <a:srgbClr val="002060"/>
                </a:solidFill>
                <a:latin typeface="+mj-lt"/>
              </a:rPr>
              <a:t>Comparing both the sides, we have </a:t>
            </a:r>
            <a:endParaRPr lang="en-US" dirty="0">
              <a:solidFill>
                <a:srgbClr val="002060"/>
              </a:solidFill>
              <a:latin typeface="Cambria Math" panose="02040503050406030204" pitchFamily="18" charset="0"/>
            </a:endParaRPr>
          </a:p>
        </p:txBody>
      </p:sp>
      <p:sp>
        <p:nvSpPr>
          <p:cNvPr id="5" name="Rectangle: Rounded Corners 37">
            <a:extLst>
              <a:ext uri="{FF2B5EF4-FFF2-40B4-BE49-F238E27FC236}">
                <a16:creationId xmlns:a16="http://schemas.microsoft.com/office/drawing/2014/main" id="{117A7C2E-0BAA-8395-E9B3-13F8E8EA8F89}"/>
              </a:ext>
            </a:extLst>
          </p:cNvPr>
          <p:cNvSpPr/>
          <p:nvPr/>
        </p:nvSpPr>
        <p:spPr>
          <a:xfrm>
            <a:off x="5724779" y="1079569"/>
            <a:ext cx="45719" cy="4961308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46487F67-C4BB-BF78-F16C-4355653B59DB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6311" y="4851034"/>
                <a:ext cx="5080979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 algn="l">
                  <a:lnSpc>
                    <a:spcPct val="90000"/>
                  </a:lnSpc>
                </a:pPr>
                <a:r>
                  <a:rPr lang="en-US" dirty="0">
                    <a:solidFill>
                      <a:srgbClr val="002060"/>
                    </a:solidFill>
                  </a:rPr>
                  <a:t>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endParaRPr lang="en-US" sz="4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46487F67-C4BB-BF78-F16C-4355653B5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6311" y="4851034"/>
                <a:ext cx="5080979" cy="543600"/>
              </a:xfrm>
              <a:prstGeom prst="rect">
                <a:avLst/>
              </a:prstGeom>
              <a:blipFill>
                <a:blip r:embed="rId5"/>
                <a:stretch>
                  <a:fillRect l="-120" t="-13483" b="-24719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F74AC379-CBAC-0E4F-A75F-D8AC8AC5DD9F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136311" y="5646054"/>
                <a:ext cx="5162264" cy="54360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defPPr>
                  <a:defRPr lang="en-US"/>
                </a:defPPr>
                <a:lvl1pPr marL="118745" algn="just">
                  <a:lnSpc>
                    <a:spcPct val="115000"/>
                  </a:lnSpc>
                  <a:spcBef>
                    <a:spcPts val="1000"/>
                  </a:spcBef>
                  <a:spcAft>
                    <a:spcPts val="800"/>
                  </a:spcAft>
                  <a:buClr>
                    <a:schemeClr val="accent6"/>
                  </a:buClr>
                  <a:buFont typeface="Wingdings 3" panose="05040102010807070707" pitchFamily="18" charset="2"/>
                  <a:buNone/>
                  <a:defRPr sz="2800">
                    <a:solidFill>
                      <a:srgbClr val="3A4A6A"/>
                    </a:solidFill>
                  </a:defRPr>
                </a:lvl1pPr>
              </a:lstStyle>
              <a:p>
                <a:pPr>
                  <a:lnSpc>
                    <a:spcPct val="90000"/>
                  </a:lnSpc>
                </a:pPr>
                <a:r>
                  <a:rPr lang="en-US" dirty="0">
                    <a:solidFill>
                      <a:srgbClr val="002060"/>
                    </a:solidFill>
                  </a:rPr>
                  <a:t>Hence,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A</m:t>
                        </m:r>
                      </m:e>
                      <m:sub>
                        <m:r>
                          <a:rPr lang="en-IN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are L.I. </a:t>
                </a:r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F74AC379-CBAC-0E4F-A75F-D8AC8AC5D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6311" y="5646054"/>
                <a:ext cx="5162264" cy="543600"/>
              </a:xfrm>
              <a:prstGeom prst="rect">
                <a:avLst/>
              </a:prstGeom>
              <a:blipFill>
                <a:blip r:embed="rId6"/>
                <a:stretch>
                  <a:fillRect l="-118" t="-13483" b="-25843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36DF5C85-3603-CAD0-9C95-60F4EB64A456}"/>
              </a:ext>
            </a:extLst>
          </p:cNvPr>
          <p:cNvSpPr txBox="1"/>
          <p:nvPr/>
        </p:nvSpPr>
        <p:spPr>
          <a:xfrm>
            <a:off x="293686" y="4076394"/>
            <a:ext cx="3680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these equations,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9EABCA2-9640-EB9E-5157-3ACC098A9D4F}"/>
                  </a:ext>
                </a:extLst>
              </p:cNvPr>
              <p:cNvSpPr/>
              <p:nvPr/>
            </p:nvSpPr>
            <p:spPr>
              <a:xfrm>
                <a:off x="5998204" y="868516"/>
                <a:ext cx="5802314" cy="19126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800" b="0" i="0" dirty="0" smtClean="0">
                        <a:solidFill>
                          <a:srgbClr val="FF0000"/>
                        </a:solidFill>
                        <a:latin typeface="+mj-lt"/>
                      </a:rPr>
                      <m:t>Hence</m:t>
                    </m:r>
                    <m:r>
                      <m:rPr>
                        <m:nor/>
                      </m:rPr>
                      <a:rPr lang="en-IN" sz="2800" b="0" i="0" dirty="0" smtClean="0">
                        <a:solidFill>
                          <a:srgbClr val="FF0000"/>
                        </a:solidFill>
                        <a:latin typeface="+mj-lt"/>
                      </a:rPr>
                      <m:t>, </m:t>
                    </m:r>
                    <m:r>
                      <m:rPr>
                        <m:nor/>
                      </m:rPr>
                      <a:rPr lang="en-IN" sz="2800" b="0" i="0" dirty="0" smtClean="0">
                        <a:solidFill>
                          <a:srgbClr val="FF0000"/>
                        </a:solidFill>
                        <a:latin typeface="+mj-lt"/>
                      </a:rPr>
                      <m:t>Basis</m:t>
                    </m:r>
                    <m:r>
                      <m:rPr>
                        <m:nor/>
                      </m:rPr>
                      <a:rPr lang="en-IN" sz="2800" b="0" i="0" dirty="0" smtClean="0">
                        <a:solidFill>
                          <a:srgbClr val="FF0000"/>
                        </a:solidFill>
                        <a:latin typeface="+mj-lt"/>
                      </a:rPr>
                      <m:t> </m:t>
                    </m:r>
                    <m:r>
                      <m:rPr>
                        <m:nor/>
                      </m:rPr>
                      <a:rPr lang="en-IN" sz="2800" b="0" i="0" dirty="0" smtClean="0">
                        <a:solidFill>
                          <a:srgbClr val="FF0000"/>
                        </a:solidFill>
                        <a:latin typeface="+mj-lt"/>
                      </a:rPr>
                      <m:t>of</m:t>
                    </m:r>
                  </m:oMath>
                </a14:m>
                <a:r>
                  <a:rPr lang="en-IN" sz="28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𝐑</m:t>
                    </m:r>
                    <m:r>
                      <a:rPr lang="en-IN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</m:t>
                    </m:r>
                    <m:r>
                      <a:rPr lang="en-IN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{"/>
                        <m:endChr m:val="}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d>
                  </m:oMath>
                </a14:m>
                <a:endParaRPr lang="en-IN" sz="2800" b="1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9EABCA2-9640-EB9E-5157-3ACC098A9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204" y="868516"/>
                <a:ext cx="5802314" cy="1912601"/>
              </a:xfrm>
              <a:prstGeom prst="rect">
                <a:avLst/>
              </a:prstGeom>
              <a:blipFill>
                <a:blip r:embed="rId7"/>
                <a:stretch>
                  <a:fillRect l="-10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2E8B07-8F3A-42C3-46B9-1F257C273739}"/>
                  </a:ext>
                </a:extLst>
              </p:cNvPr>
              <p:cNvSpPr txBox="1"/>
              <p:nvPr/>
            </p:nvSpPr>
            <p:spPr>
              <a:xfrm>
                <a:off x="6096000" y="2935364"/>
                <a:ext cx="5271208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rank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dim</m:t>
                          </m:r>
                        </m:fName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</m:e>
                          </m:d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=4</m:t>
                          </m:r>
                        </m:e>
                      </m:func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2E8B07-8F3A-42C3-46B9-1F257C273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935364"/>
                <a:ext cx="5271208" cy="5786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C1C45C-E204-6086-DEF4-EA6130704085}"/>
                  </a:ext>
                </a:extLst>
              </p:cNvPr>
              <p:cNvSpPr txBox="1"/>
              <p:nvPr/>
            </p:nvSpPr>
            <p:spPr>
              <a:xfrm>
                <a:off x="7774079" y="104274"/>
                <a:ext cx="44179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𝐑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</m:d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𝐓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𝐖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C1C45C-E204-6086-DEF4-EA6130704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4079" y="104274"/>
                <a:ext cx="44179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4209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" grpId="0"/>
      <p:bldP spid="4" grpId="0"/>
      <p:bldP spid="5" grpId="0" animBg="1"/>
      <p:bldP spid="8" grpId="0"/>
      <p:bldP spid="16" grpId="0"/>
      <p:bldP spid="14" grpId="0"/>
      <p:bldP spid="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1ED01-5EA8-E0EA-C7C0-DCBBC7E19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0E06A39-0184-B8F9-3CB4-9F1EE721BE1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Example:7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0E06A39-0184-B8F9-3CB4-9F1EE721BE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4F7435C6-FA32-B46D-2928-0C3F19A543AF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235D718-CF03-F20B-A783-6D1E50D8C179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5024CB-98AC-E5A3-B9C2-1EF940AF6FB5}"/>
                  </a:ext>
                </a:extLst>
              </p:cNvPr>
              <p:cNvSpPr txBox="1"/>
              <p:nvPr/>
            </p:nvSpPr>
            <p:spPr>
              <a:xfrm>
                <a:off x="1802399" y="800163"/>
                <a:ext cx="9394138" cy="963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Verify rank-nullity theorem for the linear transformation </a:t>
                </a:r>
                <a:endParaRPr lang="en-IN" sz="2800" dirty="0">
                  <a:solidFill>
                    <a:srgbClr val="00206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∶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defined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5024CB-98AC-E5A3-B9C2-1EF940AF6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399" y="800163"/>
                <a:ext cx="9394138" cy="963854"/>
              </a:xfrm>
              <a:prstGeom prst="rect">
                <a:avLst/>
              </a:prstGeom>
              <a:blipFill>
                <a:blip r:embed="rId3"/>
                <a:stretch>
                  <a:fillRect l="-1363" t="-6329" b="-170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1787C7-C317-3FBC-B6AD-6ED8A336051E}"/>
              </a:ext>
            </a:extLst>
          </p:cNvPr>
          <p:cNvSpPr/>
          <p:nvPr/>
        </p:nvSpPr>
        <p:spPr>
          <a:xfrm>
            <a:off x="205273" y="1916953"/>
            <a:ext cx="1440000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0EC48F4-B2BC-F9A3-9B4D-F474935917E4}"/>
                  </a:ext>
                </a:extLst>
              </p:cNvPr>
              <p:cNvSpPr txBox="1"/>
              <p:nvPr/>
            </p:nvSpPr>
            <p:spPr>
              <a:xfrm>
                <a:off x="7449210" y="132321"/>
                <a:ext cx="48368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𝐤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𝐞𝐫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</m:d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𝐕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  <m:d>
                            <m:d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</m:d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B957999-911C-C71E-1C84-DBA05AEDC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9210" y="132321"/>
                <a:ext cx="483682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D3E036A-AD5D-94D5-DA9C-94608E8BC476}"/>
                  </a:ext>
                </a:extLst>
              </p:cNvPr>
              <p:cNvSpPr txBox="1"/>
              <p:nvPr/>
            </p:nvSpPr>
            <p:spPr>
              <a:xfrm>
                <a:off x="1844478" y="1909665"/>
                <a:ext cx="372236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IN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  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D3E036A-AD5D-94D5-DA9C-94608E8BC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478" y="1909665"/>
                <a:ext cx="3722363" cy="523220"/>
              </a:xfrm>
              <a:prstGeom prst="rect">
                <a:avLst/>
              </a:prstGeom>
              <a:blipFill>
                <a:blip r:embed="rId6"/>
                <a:stretch>
                  <a:fillRect l="-3443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6FE9E33-4D34-FE60-9D54-FD9112FDB841}"/>
                  </a:ext>
                </a:extLst>
              </p:cNvPr>
              <p:cNvSpPr txBox="1"/>
              <p:nvPr/>
            </p:nvSpPr>
            <p:spPr>
              <a:xfrm>
                <a:off x="205705" y="2653169"/>
                <a:ext cx="332543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6FE9E33-4D34-FE60-9D54-FD9112FDB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05" y="2653169"/>
                <a:ext cx="332543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2074BA3-566F-45AD-5A28-5C16819287FB}"/>
                  </a:ext>
                </a:extLst>
              </p:cNvPr>
              <p:cNvSpPr txBox="1"/>
              <p:nvPr/>
            </p:nvSpPr>
            <p:spPr>
              <a:xfrm>
                <a:off x="5288071" y="1916953"/>
                <a:ext cx="71231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=(0,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0)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2074BA3-566F-45AD-5A28-5C1681928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071" y="1916953"/>
                <a:ext cx="712310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7616C15-2CE7-F4AD-4F61-3A2827D90D15}"/>
                  </a:ext>
                </a:extLst>
              </p:cNvPr>
              <p:cNvSpPr/>
              <p:nvPr/>
            </p:nvSpPr>
            <p:spPr>
              <a:xfrm>
                <a:off x="122279" y="3820670"/>
                <a:ext cx="6119043" cy="5905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Let’s write above system in </a:t>
                </a:r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𝐀𝐗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𝐁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form.</a:t>
                </a:r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7616C15-2CE7-F4AD-4F61-3A2827D90D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79" y="3820670"/>
                <a:ext cx="6119043" cy="590566"/>
              </a:xfrm>
              <a:prstGeom prst="rect">
                <a:avLst/>
              </a:prstGeom>
              <a:blipFill>
                <a:blip r:embed="rId9"/>
                <a:stretch>
                  <a:fillRect l="-1992" t="-11340" r="-996" b="-164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1CF07D54-38D9-AB7A-A41C-CD0AC5DD26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1452" y="4712618"/>
                <a:ext cx="2801563" cy="785695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t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m:rPr>
                          <m:nor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IN" sz="2800" dirty="0">
                  <a:solidFill>
                    <a:schemeClr val="tx1">
                      <a:lumMod val="90000"/>
                      <a:lumOff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2" name="Content Placeholder 4">
                <a:extLst>
                  <a:ext uri="{FF2B5EF4-FFF2-40B4-BE49-F238E27FC236}">
                    <a16:creationId xmlns:a16="http://schemas.microsoft.com/office/drawing/2014/main" id="{1CF07D54-38D9-AB7A-A41C-CD0AC5DD2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452" y="4712618"/>
                <a:ext cx="2801563" cy="78569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C0A12BDB-E572-FA41-E452-53D6C187AD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55956" y="5799695"/>
                <a:ext cx="2333738" cy="785695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t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IN" sz="2800" dirty="0">
                    <a:solidFill>
                      <a:srgbClr val="002060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4">
                <a:extLst>
                  <a:ext uri="{FF2B5EF4-FFF2-40B4-BE49-F238E27FC236}">
                    <a16:creationId xmlns:a16="http://schemas.microsoft.com/office/drawing/2014/main" id="{C0A12BDB-E572-FA41-E452-53D6C187A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956" y="5799695"/>
                <a:ext cx="2333738" cy="785695"/>
              </a:xfrm>
              <a:prstGeom prst="rect">
                <a:avLst/>
              </a:prstGeom>
              <a:blipFill>
                <a:blip r:embed="rId11"/>
                <a:stretch>
                  <a:fillRect l="-5222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50BF3B4F-BCA4-C52B-407F-F8418FF744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42172" y="4533211"/>
                <a:ext cx="2341473" cy="11559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t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</m:mr>
                          </m: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Content Placeholder 4">
                <a:extLst>
                  <a:ext uri="{FF2B5EF4-FFF2-40B4-BE49-F238E27FC236}">
                    <a16:creationId xmlns:a16="http://schemas.microsoft.com/office/drawing/2014/main" id="{50BF3B4F-BCA4-C52B-407F-F8418FF74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2172" y="4533211"/>
                <a:ext cx="2341473" cy="115593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30B88BBD-87A0-1D60-56E6-C1EF51539672}"/>
              </a:ext>
            </a:extLst>
          </p:cNvPr>
          <p:cNvSpPr/>
          <p:nvPr/>
        </p:nvSpPr>
        <p:spPr>
          <a:xfrm>
            <a:off x="7204627" y="2901187"/>
            <a:ext cx="4646384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Consider the Augmented Matrix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7" name="Right Arrow 3">
            <a:extLst>
              <a:ext uri="{FF2B5EF4-FFF2-40B4-BE49-F238E27FC236}">
                <a16:creationId xmlns:a16="http://schemas.microsoft.com/office/drawing/2014/main" id="{648801CC-0DAC-A25E-B092-0E0FE2CC3EF9}"/>
              </a:ext>
            </a:extLst>
          </p:cNvPr>
          <p:cNvSpPr/>
          <p:nvPr/>
        </p:nvSpPr>
        <p:spPr>
          <a:xfrm flipV="1">
            <a:off x="6513361" y="297483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75A4F4E-A938-D911-C251-B7F356FB7294}"/>
              </a:ext>
            </a:extLst>
          </p:cNvPr>
          <p:cNvCxnSpPr>
            <a:cxnSpLocks/>
          </p:cNvCxnSpPr>
          <p:nvPr/>
        </p:nvCxnSpPr>
        <p:spPr>
          <a:xfrm>
            <a:off x="6280234" y="2823530"/>
            <a:ext cx="0" cy="34193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50F15D2-EBDD-0230-CBB6-9168DADDB697}"/>
                  </a:ext>
                </a:extLst>
              </p:cNvPr>
              <p:cNvSpPr txBox="1"/>
              <p:nvPr/>
            </p:nvSpPr>
            <p:spPr>
              <a:xfrm>
                <a:off x="607380" y="3209627"/>
                <a:ext cx="25220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50F15D2-EBDD-0230-CBB6-9168DADDB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380" y="3209627"/>
                <a:ext cx="2522082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969ED4B3-9746-E4E9-556E-5ECF76EE02FE}"/>
              </a:ext>
            </a:extLst>
          </p:cNvPr>
          <p:cNvGrpSpPr/>
          <p:nvPr/>
        </p:nvGrpSpPr>
        <p:grpSpPr>
          <a:xfrm>
            <a:off x="8021484" y="4956442"/>
            <a:ext cx="4279770" cy="769365"/>
            <a:chOff x="8021484" y="4898076"/>
            <a:chExt cx="4279770" cy="769365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C118C1C-3DD2-76A7-D92A-AFDAE9FB48D9}"/>
                </a:ext>
              </a:extLst>
            </p:cNvPr>
            <p:cNvGrpSpPr/>
            <p:nvPr/>
          </p:nvGrpSpPr>
          <p:grpSpPr>
            <a:xfrm>
              <a:off x="8634056" y="4907306"/>
              <a:ext cx="3667198" cy="760135"/>
              <a:chOff x="212010" y="3169838"/>
              <a:chExt cx="3667198" cy="76013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Content Placeholder 4">
                    <a:extLst>
                      <a:ext uri="{FF2B5EF4-FFF2-40B4-BE49-F238E27FC236}">
                        <a16:creationId xmlns:a16="http://schemas.microsoft.com/office/drawing/2014/main" id="{D55FD609-59A0-F124-B659-A0A5E52F9E5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12010" y="3169838"/>
                    <a:ext cx="3667198" cy="760135"/>
                  </a:xfrm>
                  <a:prstGeom prst="rect">
                    <a:avLst/>
                  </a:prstGeom>
                  <a:noFill/>
                  <a:ln w="12700" cap="flat" cmpd="sng" algn="ctr">
                    <a:noFill/>
                    <a:prstDash val="solid"/>
                    <a:miter lim="800000"/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vert="horz" lIns="91440" tIns="45720" rIns="91440" bIns="45720" rtlCol="0" anchor="t">
                    <a:noAutofit/>
                  </a:bodyPr>
                  <a:lstStyle>
                    <a:lvl1pPr marL="265113" indent="-265113" algn="just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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809625" indent="-352425" algn="just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chemeClr val="accent6"/>
                      </a:buClr>
                      <a:buFont typeface="Wingdings 3" panose="05040102010807070707" pitchFamily="18" charset="2"/>
                      <a:buChar char="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just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chemeClr val="accent6"/>
                      </a:buClr>
                      <a:buFont typeface="Wingdings" panose="05000000000000000000" pitchFamily="2" charset="2"/>
                      <a:buChar char="§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just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just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Clr>
                        <a:schemeClr val="accent6"/>
                      </a:buClr>
                      <a:buFont typeface="Arial" panose="020B0604020202020204" pitchFamily="34" charset="0"/>
                      <a:buChar char="•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 algn="l">
                      <a:buNone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</m:t>
                                    </m:r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1     0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  0</m:t>
                                    </m:r>
                                  </m:e>
                                </m:mr>
                              </m:m>
                              <m: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oMath>
                      </m:oMathPara>
                    </a14:m>
                    <a:endParaRPr lang="en-IN" sz="2800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2" name="Content Placeholder 4">
                    <a:extLst>
                      <a:ext uri="{FF2B5EF4-FFF2-40B4-BE49-F238E27FC236}">
                        <a16:creationId xmlns:a16="http://schemas.microsoft.com/office/drawing/2014/main" id="{D55FD609-59A0-F124-B659-A0A5E52F9E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2010" y="3169838"/>
                    <a:ext cx="3667198" cy="76013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12700" cap="flat" cmpd="sng" algn="ctr">
                    <a:noFill/>
                    <a:prstDash val="solid"/>
                    <a:miter lim="800000"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52BCBBEA-33ED-9961-FCB5-6F6689F8A6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39269" y="3169838"/>
                <a:ext cx="0" cy="70197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D8F4C033-713D-420F-819D-30DA999C5FD7}"/>
                    </a:ext>
                  </a:extLst>
                </p:cNvPr>
                <p:cNvSpPr/>
                <p:nvPr/>
              </p:nvSpPr>
              <p:spPr>
                <a:xfrm>
                  <a:off x="8021484" y="4898076"/>
                  <a:ext cx="856661" cy="7112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</m:oMath>
                    </m:oMathPara>
                  </a14:m>
                  <a:endParaRPr lang="en-IN" sz="3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D8F4C033-713D-420F-819D-30DA999C5F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1484" y="4898076"/>
                  <a:ext cx="856661" cy="71120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ontent Placeholder 4">
                <a:extLst>
                  <a:ext uri="{FF2B5EF4-FFF2-40B4-BE49-F238E27FC236}">
                    <a16:creationId xmlns:a16="http://schemas.microsoft.com/office/drawing/2014/main" id="{67E78196-6FFA-9651-FF87-CEBBDF2469E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661315" y="5822862"/>
                <a:ext cx="1667221" cy="634538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Content Placeholder 4">
                <a:extLst>
                  <a:ext uri="{FF2B5EF4-FFF2-40B4-BE49-F238E27FC236}">
                    <a16:creationId xmlns:a16="http://schemas.microsoft.com/office/drawing/2014/main" id="{67E78196-6FFA-9651-FF87-CEBBDF246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1315" y="5822862"/>
                <a:ext cx="1667221" cy="634538"/>
              </a:xfrm>
              <a:prstGeom prst="rect">
                <a:avLst/>
              </a:prstGeom>
              <a:blipFill>
                <a:blip r:embed="rId16"/>
                <a:stretch>
                  <a:fillRect l="-1832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31BC1EA5-EFC5-158D-4319-2A976A1C933E}"/>
              </a:ext>
            </a:extLst>
          </p:cNvPr>
          <p:cNvGrpSpPr/>
          <p:nvPr/>
        </p:nvGrpSpPr>
        <p:grpSpPr>
          <a:xfrm>
            <a:off x="7204627" y="3732847"/>
            <a:ext cx="4525539" cy="810799"/>
            <a:chOff x="7449210" y="3954003"/>
            <a:chExt cx="4525539" cy="8107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1C53DB76-3C22-8412-42E0-032D48A96375}"/>
                    </a:ext>
                  </a:extLst>
                </p:cNvPr>
                <p:cNvSpPr txBox="1"/>
                <p:nvPr/>
              </p:nvSpPr>
              <p:spPr>
                <a:xfrm>
                  <a:off x="7449210" y="3954003"/>
                  <a:ext cx="4525539" cy="8107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|"/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]=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0</m:t>
                                  </m:r>
                                </m:e>
                              </m:mr>
                            </m:m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1C53DB76-3C22-8412-42E0-032D48A963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9210" y="3954003"/>
                  <a:ext cx="4525539" cy="8107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3185795-433F-329A-3102-7D2B5A5637A9}"/>
                </a:ext>
              </a:extLst>
            </p:cNvPr>
            <p:cNvCxnSpPr>
              <a:cxnSpLocks/>
            </p:cNvCxnSpPr>
            <p:nvPr/>
          </p:nvCxnSpPr>
          <p:spPr>
            <a:xfrm>
              <a:off x="10633122" y="4060250"/>
              <a:ext cx="0" cy="70197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30567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37" grpId="0" animBg="1"/>
      <p:bldP spid="45" grpId="0"/>
      <p:bldP spid="4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939FF-5D19-60F7-6F4F-BF61C9266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B0B8A29-CFA7-2E70-6268-18003E11EC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Example:7(Continue)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B0B8A29-CFA7-2E70-6268-18003E11EC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947380D-C0F2-76F7-CC27-039DAA43AAC4}"/>
              </a:ext>
            </a:extLst>
          </p:cNvPr>
          <p:cNvCxnSpPr>
            <a:cxnSpLocks/>
          </p:cNvCxnSpPr>
          <p:nvPr/>
        </p:nvCxnSpPr>
        <p:spPr>
          <a:xfrm>
            <a:off x="4860266" y="1116864"/>
            <a:ext cx="0" cy="48240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0CF984-FCAF-1667-C44E-563989247461}"/>
                  </a:ext>
                </a:extLst>
              </p:cNvPr>
              <p:cNvSpPr txBox="1"/>
              <p:nvPr/>
            </p:nvSpPr>
            <p:spPr>
              <a:xfrm>
                <a:off x="278203" y="2329115"/>
                <a:ext cx="17344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0CF984-FCAF-1667-C44E-563989247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203" y="2329115"/>
                <a:ext cx="173445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366602C-A882-245F-9576-07D388B41FEB}"/>
                  </a:ext>
                </a:extLst>
              </p:cNvPr>
              <p:cNvSpPr/>
              <p:nvPr/>
            </p:nvSpPr>
            <p:spPr>
              <a:xfrm>
                <a:off x="209895" y="3581995"/>
                <a:ext cx="3560374" cy="46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b="0" dirty="0">
                    <a:solidFill>
                      <a:srgbClr val="002060"/>
                    </a:solidFill>
                    <a:latin typeface="+mj-lt"/>
                  </a:rPr>
                  <a:t>Let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; </m:t>
                    </m:r>
                    <m:r>
                      <a:rPr lang="en-GB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366602C-A882-245F-9576-07D388B41F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95" y="3581995"/>
                <a:ext cx="3560374" cy="468000"/>
              </a:xfrm>
              <a:prstGeom prst="rect">
                <a:avLst/>
              </a:prstGeom>
              <a:blipFill>
                <a:blip r:embed="rId4"/>
                <a:stretch>
                  <a:fillRect l="-3425" t="-14474" b="-4868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E25AA18-407A-8A13-C749-DBE5342FC909}"/>
                  </a:ext>
                </a:extLst>
              </p:cNvPr>
              <p:cNvSpPr/>
              <p:nvPr/>
            </p:nvSpPr>
            <p:spPr>
              <a:xfrm>
                <a:off x="808281" y="4236068"/>
                <a:ext cx="2390066" cy="4680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E25AA18-407A-8A13-C749-DBE5342FC9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281" y="4236068"/>
                <a:ext cx="2390066" cy="4680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Arrow 3">
            <a:extLst>
              <a:ext uri="{FF2B5EF4-FFF2-40B4-BE49-F238E27FC236}">
                <a16:creationId xmlns:a16="http://schemas.microsoft.com/office/drawing/2014/main" id="{F37A70DF-F0A3-2570-2D48-898D9DD566FF}"/>
              </a:ext>
            </a:extLst>
          </p:cNvPr>
          <p:cNvSpPr/>
          <p:nvPr/>
        </p:nvSpPr>
        <p:spPr>
          <a:xfrm flipV="1">
            <a:off x="231505" y="4309720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01D678D-F2D3-36CB-7AC4-F5854ED82DA6}"/>
                  </a:ext>
                </a:extLst>
              </p:cNvPr>
              <p:cNvSpPr txBox="1"/>
              <p:nvPr/>
            </p:nvSpPr>
            <p:spPr>
              <a:xfrm>
                <a:off x="5278875" y="1873990"/>
                <a:ext cx="45831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func>
                        <m:funcPr>
                          <m:ctrlPr>
                            <a:rPr lang="en-IN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ker</m:t>
                          </m:r>
                        </m:fName>
                        <m:e>
                          <m:d>
                            <m:dPr>
                              <m:ctrlPr>
                                <a:rPr lang="en-IN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</m:func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+mj-lt"/>
                        </a:rPr>
                        <m:t>span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IN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IN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IN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01D678D-F2D3-36CB-7AC4-F5854ED82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875" y="1873990"/>
                <a:ext cx="458313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EBC1ED6A-FFED-1063-B03E-1173CAB64A30}"/>
              </a:ext>
            </a:extLst>
          </p:cNvPr>
          <p:cNvSpPr/>
          <p:nvPr/>
        </p:nvSpPr>
        <p:spPr>
          <a:xfrm>
            <a:off x="5320993" y="1089580"/>
            <a:ext cx="2139377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Solution Set</a:t>
            </a:r>
            <a:r>
              <a:rPr lang="en-IN" sz="2800" b="0" dirty="0">
                <a:solidFill>
                  <a:srgbClr val="FF0000"/>
                </a:solidFill>
              </a:rPr>
              <a:t>:</a:t>
            </a:r>
            <a:endParaRPr lang="en-IN" sz="2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787EF24-27DF-FE09-FB7C-B0C14966691D}"/>
                  </a:ext>
                </a:extLst>
              </p:cNvPr>
              <p:cNvSpPr/>
              <p:nvPr/>
            </p:nvSpPr>
            <p:spPr>
              <a:xfrm>
                <a:off x="5325267" y="2582188"/>
                <a:ext cx="5994766" cy="570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  <a:latin typeface="+mj-lt"/>
                        </a:rPr>
                        <m:t>Hence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  <a:latin typeface="+mj-lt"/>
                        </a:rPr>
                        <m:t>, 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  <a:latin typeface="+mj-lt"/>
                        </a:rPr>
                        <m:t>Basis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  <a:latin typeface="+mj-lt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FF0000"/>
                          </a:solidFill>
                          <a:latin typeface="+mj-lt"/>
                        </a:rPr>
                        <m:t>of</m:t>
                      </m:r>
                      <m:func>
                        <m:funcPr>
                          <m:ctrlPr>
                            <a:rPr lang="en-IN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IN" sz="2800" b="1" i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𝐤𝐞𝐫</m:t>
                          </m:r>
                        </m:fName>
                        <m:e>
                          <m:d>
                            <m:dPr>
                              <m:ctrlPr>
                                <a:rPr lang="en-IN" sz="28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𝐓</m:t>
                              </m:r>
                            </m:e>
                          </m:d>
                        </m:e>
                      </m:func>
                      <m:r>
                        <a:rPr lang="en-IN" sz="2800" b="1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I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8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d>
                        </m:e>
                      </m:d>
                      <m:r>
                        <a:rPr lang="en-IN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b="1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787EF24-27DF-FE09-FB7C-B0C1496669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5267" y="2582188"/>
                <a:ext cx="5994766" cy="5706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A117A331-AEEE-D8CE-12EF-05BC118E650B}"/>
              </a:ext>
            </a:extLst>
          </p:cNvPr>
          <p:cNvGrpSpPr/>
          <p:nvPr/>
        </p:nvGrpSpPr>
        <p:grpSpPr>
          <a:xfrm>
            <a:off x="-34781" y="724613"/>
            <a:ext cx="4279770" cy="1356187"/>
            <a:chOff x="0" y="614743"/>
            <a:chExt cx="4279770" cy="135618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DA092A9-3F52-CDC5-0CEE-4F2C806B97CC}"/>
                </a:ext>
              </a:extLst>
            </p:cNvPr>
            <p:cNvGrpSpPr/>
            <p:nvPr/>
          </p:nvGrpSpPr>
          <p:grpSpPr>
            <a:xfrm>
              <a:off x="0" y="1201565"/>
              <a:ext cx="4279770" cy="769365"/>
              <a:chOff x="8021484" y="4898076"/>
              <a:chExt cx="4279770" cy="769365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5A84C394-AC90-FF39-746B-CF88B5E5A91F}"/>
                  </a:ext>
                </a:extLst>
              </p:cNvPr>
              <p:cNvGrpSpPr/>
              <p:nvPr/>
            </p:nvGrpSpPr>
            <p:grpSpPr>
              <a:xfrm>
                <a:off x="8634056" y="4907306"/>
                <a:ext cx="3667198" cy="760135"/>
                <a:chOff x="212010" y="3169838"/>
                <a:chExt cx="3667198" cy="76013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Content Placeholder 4">
                      <a:extLst>
                        <a:ext uri="{FF2B5EF4-FFF2-40B4-BE49-F238E27FC236}">
                          <a16:creationId xmlns:a16="http://schemas.microsoft.com/office/drawing/2014/main" id="{2A72965F-DC78-904A-ED68-A59AC42E2BEE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212010" y="3169838"/>
                      <a:ext cx="3667198" cy="760135"/>
                    </a:xfrm>
                    <a:prstGeom prst="rect">
                      <a:avLst/>
                    </a:prstGeom>
                    <a:noFill/>
                    <a:ln w="12700" cap="flat" cmpd="sng" algn="ctr">
                      <a:noFill/>
                      <a:prstDash val="solid"/>
                      <a:miter lim="800000"/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vert="horz" lIns="91440" tIns="45720" rIns="91440" bIns="45720" rtlCol="0" anchor="t">
                      <a:noAutofit/>
                    </a:bodyPr>
                    <a:lstStyle>
                      <a:lvl1pPr marL="265113" indent="-265113" algn="just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Clr>
                          <a:schemeClr val="accent6"/>
                        </a:buClr>
                        <a:buFont typeface="Wingdings 3" panose="05040102010807070707" pitchFamily="18" charset="2"/>
                        <a:buChar char="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809625" indent="-352425" algn="just" defTabSz="914400" rtl="0" eaLnBrk="1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buClr>
                          <a:schemeClr val="accent6"/>
                        </a:buClr>
                        <a:buFont typeface="Wingdings 3" panose="05040102010807070707" pitchFamily="18" charset="2"/>
                        <a:buChar char="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just" defTabSz="914400" rtl="0" eaLnBrk="1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buClr>
                          <a:schemeClr val="accent6"/>
                        </a:buClr>
                        <a:buFont typeface="Wingdings" panose="05000000000000000000" pitchFamily="2" charset="2"/>
                        <a:buChar char="§"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just" defTabSz="914400" rtl="0" eaLnBrk="1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buClr>
                          <a:schemeClr val="accent6"/>
                        </a:buClr>
                        <a:buFont typeface="Arial" panose="020B0604020202020204" pitchFamily="34" charset="0"/>
                        <a:buChar char="•"/>
                        <a:defRPr sz="1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just" defTabSz="914400" rtl="0" eaLnBrk="1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buClr>
                          <a:schemeClr val="accent6"/>
                        </a:buClr>
                        <a:buFont typeface="Arial" panose="020B0604020202020204" pitchFamily="34" charset="0"/>
                        <a:buChar char="•"/>
                        <a:defRPr sz="1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514600" indent="-228600" algn="l" defTabSz="914400" rtl="0" eaLnBrk="1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971800" indent="-228600" algn="l" defTabSz="914400" rtl="0" eaLnBrk="1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429000" indent="-228600" algn="l" defTabSz="914400" rtl="0" eaLnBrk="1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886200" indent="-228600" algn="l" defTabSz="914400" rtl="0" eaLnBrk="1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buChar char="•"/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d>
                              <m:dPr>
                                <m:begChr m:val="["/>
                                <m:endChr m:val="]"/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IN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 </m:t>
                                      </m:r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1     0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IN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   0</m:t>
                                      </m:r>
                                    </m:e>
                                  </m:mr>
                                </m:m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</m:oMath>
                        </m:oMathPara>
                      </a14:m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Content Placeholder 4">
                      <a:extLst>
                        <a:ext uri="{FF2B5EF4-FFF2-40B4-BE49-F238E27FC236}">
                          <a16:creationId xmlns:a16="http://schemas.microsoft.com/office/drawing/2014/main" id="{2A72965F-DC78-904A-ED68-A59AC42E2BE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2010" y="3169838"/>
                      <a:ext cx="3667198" cy="76013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 w="12700" cap="flat" cmpd="sng" algn="ctr">
                      <a:noFill/>
                      <a:prstDash val="solid"/>
                      <a:miter lim="800000"/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0D75D69B-D599-41E3-AB7C-0C2B7A87DC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39269" y="3169838"/>
                  <a:ext cx="0" cy="701971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5EF995AE-9DFE-08CF-922D-3F9A93EC64B0}"/>
                      </a:ext>
                    </a:extLst>
                  </p:cNvPr>
                  <p:cNvSpPr/>
                  <p:nvPr/>
                </p:nvSpPr>
                <p:spPr>
                  <a:xfrm>
                    <a:off x="8021484" y="4898076"/>
                    <a:ext cx="856661" cy="71120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</m:oMath>
                      </m:oMathPara>
                    </a14:m>
                    <a:endParaRPr lang="en-IN" sz="36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5EF995AE-9DFE-08CF-922D-3F9A93EC64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21484" y="4898076"/>
                    <a:ext cx="856661" cy="71120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95674A32-3BCF-C561-9E20-B3B09C708CE6}"/>
                    </a:ext>
                  </a:extLst>
                </p:cNvPr>
                <p:cNvSpPr/>
                <p:nvPr/>
              </p:nvSpPr>
              <p:spPr>
                <a:xfrm>
                  <a:off x="764615" y="614743"/>
                  <a:ext cx="484303" cy="4929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3D0FE7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oMath>
                    </m:oMathPara>
                  </a14:m>
                  <a:endParaRPr lang="en-IN" sz="2800" dirty="0">
                    <a:solidFill>
                      <a:srgbClr val="3D0FE7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95674A32-3BCF-C561-9E20-B3B09C708C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15" y="614743"/>
                  <a:ext cx="484303" cy="49292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0A4A4DE7-8D5A-3918-B41E-AAAB9196C288}"/>
                    </a:ext>
                  </a:extLst>
                </p:cNvPr>
                <p:cNvSpPr/>
                <p:nvPr/>
              </p:nvSpPr>
              <p:spPr>
                <a:xfrm>
                  <a:off x="1406137" y="629979"/>
                  <a:ext cx="484303" cy="4929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3D0FE7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en-IN" sz="2800" dirty="0">
                    <a:solidFill>
                      <a:srgbClr val="3D0FE7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0A4A4DE7-8D5A-3918-B41E-AAAB9196C2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6137" y="629979"/>
                  <a:ext cx="484303" cy="49292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30982E44-1B17-DEC4-D7BA-5DFF49D9E4A1}"/>
                    </a:ext>
                  </a:extLst>
                </p:cNvPr>
                <p:cNvSpPr/>
                <p:nvPr/>
              </p:nvSpPr>
              <p:spPr>
                <a:xfrm>
                  <a:off x="2105104" y="634022"/>
                  <a:ext cx="484303" cy="4929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3D0FE7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oMath>
                    </m:oMathPara>
                  </a14:m>
                  <a:endParaRPr lang="en-IN" sz="2800" dirty="0">
                    <a:solidFill>
                      <a:srgbClr val="3D0FE7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30982E44-1B17-DEC4-D7BA-5DFF49D9E4A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5104" y="634022"/>
                  <a:ext cx="484303" cy="49292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6A2B109-60A7-E0B5-1D08-EF9DD05309F0}"/>
                  </a:ext>
                </a:extLst>
              </p:cNvPr>
              <p:cNvSpPr txBox="1"/>
              <p:nvPr/>
            </p:nvSpPr>
            <p:spPr>
              <a:xfrm>
                <a:off x="519893" y="4933952"/>
                <a:ext cx="283615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6A2B109-60A7-E0B5-1D08-EF9DD0530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893" y="4933952"/>
                <a:ext cx="2836150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FA3E7AE-257E-FB8D-DFBD-50FD6116F345}"/>
                  </a:ext>
                </a:extLst>
              </p:cNvPr>
              <p:cNvSpPr txBox="1"/>
              <p:nvPr/>
            </p:nvSpPr>
            <p:spPr>
              <a:xfrm>
                <a:off x="7273017" y="1089580"/>
                <a:ext cx="3627705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>
                  <a:defRPr sz="2800" b="0" i="0">
                    <a:solidFill>
                      <a:srgbClr val="002060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−1, 1, 0</m:t>
                              </m:r>
                            </m:e>
                          </m:d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  </m:t>
                          </m:r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∈ </m:t>
                          </m:r>
                          <m:r>
                            <a:rPr lang="en-IN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FA3E7AE-257E-FB8D-DFBD-50FD6116F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017" y="1089580"/>
                <a:ext cx="3627705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548FAAC-7192-98F9-806D-77B877D38D18}"/>
                  </a:ext>
                </a:extLst>
              </p:cNvPr>
              <p:cNvSpPr txBox="1"/>
              <p:nvPr/>
            </p:nvSpPr>
            <p:spPr>
              <a:xfrm>
                <a:off x="5325267" y="3316336"/>
                <a:ext cx="5271208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ullity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dim</m:t>
                          </m:r>
                        </m:fName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ker</m:t>
                              </m:r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</m:e>
                          </m:d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func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548FAAC-7192-98F9-806D-77B877D38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5267" y="3316336"/>
                <a:ext cx="5271208" cy="57868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9201EBE-DB0A-CB62-B962-1B83572D8D1A}"/>
                  </a:ext>
                </a:extLst>
              </p:cNvPr>
              <p:cNvSpPr txBox="1"/>
              <p:nvPr/>
            </p:nvSpPr>
            <p:spPr>
              <a:xfrm>
                <a:off x="273232" y="2905780"/>
                <a:ext cx="17344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9201EBE-DB0A-CB62-B962-1B83572D8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232" y="2905780"/>
                <a:ext cx="1734456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35C8B55-4507-9223-9D82-BD1ABEB7C1B7}"/>
                  </a:ext>
                </a:extLst>
              </p:cNvPr>
              <p:cNvSpPr txBox="1"/>
              <p:nvPr/>
            </p:nvSpPr>
            <p:spPr>
              <a:xfrm>
                <a:off x="519893" y="5610167"/>
                <a:ext cx="24251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35C8B55-4507-9223-9D82-BD1ABEB7C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893" y="5610167"/>
                <a:ext cx="2425121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5472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 animBg="1"/>
      <p:bldP spid="17" grpId="0"/>
      <p:bldP spid="18" grpId="0"/>
      <p:bldP spid="20" grpId="0"/>
      <p:bldP spid="24" grpId="0"/>
      <p:bldP spid="27" grpId="0"/>
      <p:bldP spid="39" grpId="0"/>
      <p:bldP spid="40" grpId="0"/>
      <p:bldP spid="4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E0559-89F3-265B-BDCF-AC5D8C88C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768F16B-18C4-8A95-9652-262EABACEA9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Example:7(Continue)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768F16B-18C4-8A95-9652-262EABACEA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839944-50AA-9B87-3F19-6C22EDE24DE2}"/>
                  </a:ext>
                </a:extLst>
              </p:cNvPr>
              <p:cNvSpPr txBox="1"/>
              <p:nvPr/>
            </p:nvSpPr>
            <p:spPr>
              <a:xfrm>
                <a:off x="5596185" y="1605110"/>
                <a:ext cx="503756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(1, 1)+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(1, 1)+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(1, 0)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839944-50AA-9B87-3F19-6C22EDE24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185" y="1605110"/>
                <a:ext cx="503756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52EFE14-F147-0C79-044B-F23C8CA33C6E}"/>
                  </a:ext>
                </a:extLst>
              </p:cNvPr>
              <p:cNvSpPr/>
              <p:nvPr/>
            </p:nvSpPr>
            <p:spPr>
              <a:xfrm>
                <a:off x="837705" y="3079338"/>
                <a:ext cx="5949092" cy="5762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800" b="0" i="0" dirty="0" smtClean="0">
                        <a:solidFill>
                          <a:srgbClr val="FF0000"/>
                        </a:solidFill>
                        <a:latin typeface="+mj-lt"/>
                      </a:rPr>
                      <m:t>Hence</m:t>
                    </m:r>
                    <m:r>
                      <m:rPr>
                        <m:nor/>
                      </m:rPr>
                      <a:rPr lang="en-IN" sz="2800" b="0" i="0" dirty="0" smtClean="0">
                        <a:solidFill>
                          <a:srgbClr val="FF0000"/>
                        </a:solidFill>
                        <a:latin typeface="+mj-lt"/>
                      </a:rPr>
                      <m:t>, </m:t>
                    </m:r>
                    <m:r>
                      <m:rPr>
                        <m:nor/>
                      </m:rPr>
                      <a:rPr lang="en-IN" sz="2800" b="0" i="0" dirty="0" smtClean="0">
                        <a:solidFill>
                          <a:srgbClr val="FF0000"/>
                        </a:solidFill>
                        <a:latin typeface="+mj-lt"/>
                      </a:rPr>
                      <m:t>Basis</m:t>
                    </m:r>
                    <m:r>
                      <m:rPr>
                        <m:nor/>
                      </m:rPr>
                      <a:rPr lang="en-IN" sz="2800" b="0" i="0" dirty="0" smtClean="0">
                        <a:solidFill>
                          <a:srgbClr val="FF0000"/>
                        </a:solidFill>
                        <a:latin typeface="+mj-lt"/>
                      </a:rPr>
                      <m:t> </m:t>
                    </m:r>
                    <m:r>
                      <m:rPr>
                        <m:nor/>
                      </m:rPr>
                      <a:rPr lang="en-IN" sz="2800" b="0" i="0" dirty="0" smtClean="0">
                        <a:solidFill>
                          <a:srgbClr val="FF0000"/>
                        </a:solidFill>
                        <a:latin typeface="+mj-lt"/>
                      </a:rPr>
                      <m:t>of</m:t>
                    </m:r>
                  </m:oMath>
                </a14:m>
                <a:r>
                  <a:rPr lang="en-IN" sz="28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𝐑</m:t>
                    </m:r>
                    <m:r>
                      <a:rPr lang="en-IN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</m:t>
                    </m:r>
                    <m:r>
                      <a:rPr lang="en-IN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{"/>
                        <m:endChr m:val="}"/>
                        <m:ctrlPr>
                          <a:rPr lang="en-IN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IN" sz="2800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2800" b="0" i="0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2800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IN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,(1,</m:t>
                        </m:r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0)</m:t>
                        </m:r>
                      </m:e>
                    </m:d>
                  </m:oMath>
                </a14:m>
                <a:endParaRPr lang="en-IN" sz="2800" b="1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52EFE14-F147-0C79-044B-F23C8CA33C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705" y="3079338"/>
                <a:ext cx="5949092" cy="5762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C5695F-F448-B3B6-A9F9-0835B9F02964}"/>
                  </a:ext>
                </a:extLst>
              </p:cNvPr>
              <p:cNvSpPr txBox="1"/>
              <p:nvPr/>
            </p:nvSpPr>
            <p:spPr>
              <a:xfrm>
                <a:off x="7774079" y="104274"/>
                <a:ext cx="44179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𝐑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</m:d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𝐓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𝐖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C5695F-F448-B3B6-A9F9-0835B9F02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4079" y="104274"/>
                <a:ext cx="441792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1AA262E-A614-B6EB-96EC-818318A517A5}"/>
                  </a:ext>
                </a:extLst>
              </p:cNvPr>
              <p:cNvSpPr txBox="1"/>
              <p:nvPr/>
            </p:nvSpPr>
            <p:spPr>
              <a:xfrm>
                <a:off x="444858" y="3773124"/>
                <a:ext cx="5271208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rank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dim</m:t>
                          </m:r>
                        </m:fName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</m:e>
                          </m:d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func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1AA262E-A614-B6EB-96EC-818318A51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58" y="3773124"/>
                <a:ext cx="5271208" cy="5786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718284-3C92-45D8-1A98-390B38FC46CE}"/>
                  </a:ext>
                </a:extLst>
              </p:cNvPr>
              <p:cNvSpPr txBox="1"/>
              <p:nvPr/>
            </p:nvSpPr>
            <p:spPr>
              <a:xfrm>
                <a:off x="876484" y="889628"/>
                <a:ext cx="34435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b="0" dirty="0">
                    <a:solidFill>
                      <a:srgbClr val="002060"/>
                    </a:solidFill>
                  </a:rPr>
                  <a:t>For any</a:t>
                </a:r>
                <a14:m>
                  <m:oMath xmlns:m="http://schemas.openxmlformats.org/officeDocument/2006/math"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IN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, 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718284-3C92-45D8-1A98-390B38FC4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484" y="889628"/>
                <a:ext cx="3443594" cy="523220"/>
              </a:xfrm>
              <a:prstGeom prst="rect">
                <a:avLst/>
              </a:prstGeom>
              <a:blipFill>
                <a:blip r:embed="rId7"/>
                <a:stretch>
                  <a:fillRect l="-3717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F3A837-1554-0B13-547F-43250A978C4E}"/>
                  </a:ext>
                </a:extLst>
              </p:cNvPr>
              <p:cNvSpPr txBox="1"/>
              <p:nvPr/>
            </p:nvSpPr>
            <p:spPr>
              <a:xfrm>
                <a:off x="4183890" y="900560"/>
                <a:ext cx="460991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F3A837-1554-0B13-547F-43250A978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890" y="900560"/>
                <a:ext cx="4609915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0454E86-D403-A036-8806-F5E3DCBA86A4}"/>
                  </a:ext>
                </a:extLst>
              </p:cNvPr>
              <p:cNvSpPr/>
              <p:nvPr/>
            </p:nvSpPr>
            <p:spPr>
              <a:xfrm>
                <a:off x="444858" y="2317689"/>
                <a:ext cx="4609915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span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IN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,(1,</m:t>
                          </m:r>
                          <m: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0)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0454E86-D403-A036-8806-F5E3DCBA86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58" y="2317689"/>
                <a:ext cx="4609915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3">
            <a:extLst>
              <a:ext uri="{FF2B5EF4-FFF2-40B4-BE49-F238E27FC236}">
                <a16:creationId xmlns:a16="http://schemas.microsoft.com/office/drawing/2014/main" id="{D0FD3CA6-68F7-E9B8-99C0-62EC96722FF2}"/>
              </a:ext>
            </a:extLst>
          </p:cNvPr>
          <p:cNvSpPr/>
          <p:nvPr/>
        </p:nvSpPr>
        <p:spPr>
          <a:xfrm flipV="1">
            <a:off x="146908" y="972332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993A29-B802-1F7D-1B1A-3041CED04C2E}"/>
                  </a:ext>
                </a:extLst>
              </p:cNvPr>
              <p:cNvSpPr txBox="1"/>
              <p:nvPr/>
            </p:nvSpPr>
            <p:spPr>
              <a:xfrm>
                <a:off x="4919980" y="2328621"/>
                <a:ext cx="649460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  <a:latin typeface="+mj-lt"/>
                  </a:rPr>
                  <a:t>since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IN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8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IN" sz="2800" dirty="0">
                    <a:solidFill>
                      <a:srgbClr val="002060"/>
                    </a:solidFill>
                    <a:latin typeface="+mj-lt"/>
                  </a:rPr>
                  <a:t> are linearly independent.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993A29-B802-1F7D-1B1A-3041CED04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9980" y="2328621"/>
                <a:ext cx="6494608" cy="523220"/>
              </a:xfrm>
              <a:prstGeom prst="rect">
                <a:avLst/>
              </a:prstGeom>
              <a:blipFill>
                <a:blip r:embed="rId10"/>
                <a:stretch>
                  <a:fillRect l="-1878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7326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6" grpId="0"/>
      <p:bldP spid="3" grpId="0"/>
      <p:bldP spid="4" grpId="0"/>
      <p:bldP spid="5" grpId="0"/>
      <p:bldP spid="6" grpId="0" animBg="1"/>
      <p:bldP spid="8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27F3F-A7FC-35F7-C922-5B7D2D5CD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E0F690-9C31-B5C7-0295-677FE9A2DEA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Method:2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Example:7(Continue)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E0F690-9C31-B5C7-0295-677FE9A2DE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76786DA-1673-9EC6-785C-F4EA86E27A6E}"/>
                  </a:ext>
                </a:extLst>
              </p:cNvPr>
              <p:cNvSpPr txBox="1"/>
              <p:nvPr/>
            </p:nvSpPr>
            <p:spPr>
              <a:xfrm>
                <a:off x="2199635" y="2312157"/>
                <a:ext cx="5271208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rank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dim</m:t>
                          </m:r>
                        </m:fName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</m:e>
                          </m:d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func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76786DA-1673-9EC6-785C-F4EA86E27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9635" y="2312157"/>
                <a:ext cx="5271208" cy="5786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B82A83F-A2E9-0374-FA61-1775A9FC4BA5}"/>
              </a:ext>
            </a:extLst>
          </p:cNvPr>
          <p:cNvSpPr txBox="1"/>
          <p:nvPr/>
        </p:nvSpPr>
        <p:spPr>
          <a:xfrm>
            <a:off x="847300" y="901432"/>
            <a:ext cx="5874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0" dirty="0">
                <a:solidFill>
                  <a:srgbClr val="002060"/>
                </a:solidFill>
              </a:rPr>
              <a:t>For </a:t>
            </a:r>
            <a:r>
              <a:rPr lang="en-IN" sz="2800" dirty="0">
                <a:solidFill>
                  <a:srgbClr val="002060"/>
                </a:solidFill>
              </a:rPr>
              <a:t>verification of Rank-Nullity Theorem,</a:t>
            </a:r>
            <a:r>
              <a:rPr lang="en-IN" sz="2800" b="0" dirty="0">
                <a:solidFill>
                  <a:srgbClr val="002060"/>
                </a:solidFill>
              </a:rPr>
              <a:t> 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6" name="Right Arrow 3">
            <a:extLst>
              <a:ext uri="{FF2B5EF4-FFF2-40B4-BE49-F238E27FC236}">
                <a16:creationId xmlns:a16="http://schemas.microsoft.com/office/drawing/2014/main" id="{6B6D4CD0-EC9F-F0A3-B9D7-7C92DF8F7C01}"/>
              </a:ext>
            </a:extLst>
          </p:cNvPr>
          <p:cNvSpPr/>
          <p:nvPr/>
        </p:nvSpPr>
        <p:spPr>
          <a:xfrm flipV="1">
            <a:off x="146908" y="972332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5C0651-A684-0103-DB06-F126BA660D8A}"/>
                  </a:ext>
                </a:extLst>
              </p:cNvPr>
              <p:cNvSpPr txBox="1"/>
              <p:nvPr/>
            </p:nvSpPr>
            <p:spPr>
              <a:xfrm>
                <a:off x="847300" y="1614883"/>
                <a:ext cx="6623543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We have,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ullity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dim</m:t>
                        </m:r>
                      </m:fName>
                      <m:e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ker</m:t>
                            </m:r>
                            <m:d>
                              <m:d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</m:e>
                        </m:d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func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5C0651-A684-0103-DB06-F126BA660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300" y="1614883"/>
                <a:ext cx="6623543" cy="578685"/>
              </a:xfrm>
              <a:prstGeom prst="rect">
                <a:avLst/>
              </a:prstGeom>
              <a:blipFill>
                <a:blip r:embed="rId4"/>
                <a:stretch>
                  <a:fillRect l="-1932" t="-6316" b="-24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5E10DA-7500-1583-8C91-9888C750C6EE}"/>
                  </a:ext>
                </a:extLst>
              </p:cNvPr>
              <p:cNvSpPr txBox="1"/>
              <p:nvPr/>
            </p:nvSpPr>
            <p:spPr>
              <a:xfrm>
                <a:off x="847300" y="3138750"/>
                <a:ext cx="561186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Now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nullity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=2+1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5E10DA-7500-1583-8C91-9888C750C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300" y="3138750"/>
                <a:ext cx="5611866" cy="523220"/>
              </a:xfrm>
              <a:prstGeom prst="rect">
                <a:avLst/>
              </a:prstGeom>
              <a:blipFill>
                <a:blip r:embed="rId5"/>
                <a:stretch>
                  <a:fillRect l="-2280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EF607F-7150-3C44-244A-27E1DF8DA51C}"/>
                  </a:ext>
                </a:extLst>
              </p:cNvPr>
              <p:cNvSpPr txBox="1"/>
              <p:nvPr/>
            </p:nvSpPr>
            <p:spPr>
              <a:xfrm>
                <a:off x="4835239" y="3791216"/>
                <a:ext cx="84836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EF607F-7150-3C44-244A-27E1DF8DA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5239" y="3791216"/>
                <a:ext cx="84836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D01A5D2-7F96-F018-8B57-8FC8D14E0B91}"/>
                  </a:ext>
                </a:extLst>
              </p:cNvPr>
              <p:cNvSpPr txBox="1"/>
              <p:nvPr/>
            </p:nvSpPr>
            <p:spPr>
              <a:xfrm>
                <a:off x="4835239" y="4345542"/>
                <a:ext cx="235350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dim</m:t>
                          </m:r>
                        </m:fName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D01A5D2-7F96-F018-8B57-8FC8D14E0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5239" y="4345542"/>
                <a:ext cx="235350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99F7BABB-CB08-1230-D967-97E408823272}"/>
              </a:ext>
            </a:extLst>
          </p:cNvPr>
          <p:cNvSpPr/>
          <p:nvPr/>
        </p:nvSpPr>
        <p:spPr>
          <a:xfrm>
            <a:off x="847300" y="5048336"/>
            <a:ext cx="5949092" cy="5762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b="1" i="0" dirty="0">
                <a:solidFill>
                  <a:srgbClr val="FF0000"/>
                </a:solidFill>
                <a:latin typeface="+mj-lt"/>
              </a:rPr>
              <a:t>Hence, </a:t>
            </a:r>
            <a:r>
              <a:rPr lang="en-IN" sz="2800" i="0" dirty="0">
                <a:solidFill>
                  <a:srgbClr val="002060"/>
                </a:solidFill>
                <a:latin typeface="+mj-lt"/>
              </a:rPr>
              <a:t>Rank-Nullity Theorem</a:t>
            </a:r>
            <a:r>
              <a:rPr lang="en-IN" sz="2800" b="0" i="0" dirty="0">
                <a:solidFill>
                  <a:srgbClr val="002060"/>
                </a:solidFill>
                <a:latin typeface="+mj-lt"/>
              </a:rPr>
              <a:t> is verified.</a:t>
            </a:r>
            <a:endParaRPr lang="en-IN" sz="2800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5665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" grpId="0"/>
      <p:bldP spid="6" grpId="0" animBg="1"/>
      <p:bldP spid="7" grpId="0"/>
      <p:bldP spid="9" grpId="0"/>
      <p:bldP spid="11" grpId="0"/>
      <p:bldP spid="12" grpId="0"/>
      <p:bldP spid="1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0315A-1B68-B6EF-D7E9-103AE010B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DC0C1-60AC-91C5-28CA-BF29B5602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Method-3</a:t>
            </a:r>
            <a:br>
              <a:rPr lang="en-US" dirty="0"/>
            </a:br>
            <a:r>
              <a:rPr lang="en-IN" dirty="0"/>
              <a:t>Matrix Representation of Linear Transformation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6590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26325-A9D9-CE4B-7FFC-741EC6DCA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B7B8F-0B7F-AFF8-2717-3894CA51C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Associated Matrix of Linear Transformation with Respect to Basis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53BEC5C2-799F-BF2A-5EF0-23A5785232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1707" y="979714"/>
                <a:ext cx="12040293" cy="254169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∶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be a linear transformation.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2800" dirty="0">
                    <a:solidFill>
                      <a:srgbClr val="002060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a basis of vector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a basis of vector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then the matrix associated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&amp; </m:t>
                    </m:r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denoted by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𝐓</m:t>
                          </m:r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e>
                            <m:sub>
                              <m:r>
                                <a:rPr lang="en-IN" sz="28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e>
                            <m:sub>
                              <m:r>
                                <a:rPr lang="en-IN" sz="28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en-IN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𝐓</m:t>
                              </m:r>
                            </m:e>
                          </m:d>
                        </m:e>
                        <m:sub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𝐜𝐨𝐝𝐨𝐦𝐚𝐢𝐧</m:t>
                          </m:r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𝐛𝐚𝐬𝐢𝐬</m:t>
                          </m:r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 </m:t>
                          </m:r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𝐝𝐨𝐦𝐚𝐢𝐧</m:t>
                          </m:r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𝐛𝐚𝐬𝐢𝐬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53BEC5C2-799F-BF2A-5EF0-23A578523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07" y="979714"/>
                <a:ext cx="12040293" cy="2541699"/>
              </a:xfrm>
              <a:prstGeom prst="rect">
                <a:avLst/>
              </a:prstGeom>
              <a:blipFill>
                <a:blip r:embed="rId2"/>
                <a:stretch>
                  <a:fillRect l="-962" t="-2638" r="-1013" b="-1918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9895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0E22B-0BAD-AE0D-5723-C7C3E6FD5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900A6-82D8-4278-111C-3FC517D0E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to Find the Matrix Associated to Linear Transformation T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70879C-9DBF-A922-4A98-DA61EA94BA63}"/>
                  </a:ext>
                </a:extLst>
              </p:cNvPr>
              <p:cNvSpPr txBox="1"/>
              <p:nvPr/>
            </p:nvSpPr>
            <p:spPr>
              <a:xfrm>
                <a:off x="141050" y="1397466"/>
                <a:ext cx="5079460" cy="553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15000"/>
                  </a:lnSpc>
                  <a:spcAft>
                    <a:spcPts val="800"/>
                  </a:spcAft>
                  <a:buClr>
                    <a:srgbClr val="002060"/>
                  </a:buClr>
                </a:pPr>
                <a:r>
                  <a:rPr lang="en-US" sz="2800" dirty="0">
                    <a:solidFill>
                      <a:srgbClr val="002060"/>
                    </a:solidFill>
                  </a:rPr>
                  <a:t>1)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sz="28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sz="28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sz="28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r>
                      <m:rPr>
                        <m:sty m:val="p"/>
                      </m:rPr>
                      <a:rPr lang="en-IN" sz="28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IN" sz="28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70879C-9DBF-A922-4A98-DA61EA94B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50" y="1397466"/>
                <a:ext cx="5079460" cy="553741"/>
              </a:xfrm>
              <a:prstGeom prst="rect">
                <a:avLst/>
              </a:prstGeom>
              <a:blipFill>
                <a:blip r:embed="rId2"/>
                <a:stretch>
                  <a:fillRect l="-2401" t="-5495" b="-29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EF25240-0318-DDCA-482F-49DEA78C2754}"/>
                  </a:ext>
                </a:extLst>
              </p:cNvPr>
              <p:cNvSpPr txBox="1"/>
              <p:nvPr/>
            </p:nvSpPr>
            <p:spPr>
              <a:xfrm>
                <a:off x="141050" y="1931751"/>
                <a:ext cx="12050949" cy="40888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0363" lvl="0" indent="-360363">
                  <a:lnSpc>
                    <a:spcPct val="150000"/>
                  </a:lnSpc>
                </a:pPr>
                <a:r>
                  <a:rPr lang="en-IN" sz="2800" dirty="0">
                    <a:solidFill>
                      <a:srgbClr val="002060"/>
                    </a:solidFill>
                  </a:rPr>
                  <a:t>2) </a:t>
                </a:r>
                <a:r>
                  <a:rPr lang="en-US" sz="2800" dirty="0">
                    <a:solidFill>
                      <a:srgbClr val="002060"/>
                    </a:solidFill>
                  </a:rPr>
                  <a:t>Each element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can be written in the linear combination of the elements of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 So, write obtained elements as follows.</a:t>
                </a:r>
                <a:endParaRPr lang="en-IN" sz="2800" dirty="0">
                  <a:solidFill>
                    <a:srgbClr val="002060"/>
                  </a:solidFill>
                </a:endParaRPr>
              </a:p>
              <a:p>
                <a:pPr marL="1079500" indent="-719138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Sup>
                        <m:sSub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pPr marL="982663">
                  <a:lnSpc>
                    <a:spcPct val="150000"/>
                  </a:lnSpc>
                </a:pPr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  <m:sup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pPr marL="1166813">
                  <a:lnSpc>
                    <a:spcPct val="150000"/>
                  </a:lnSpc>
                </a:pPr>
                <a:endParaRPr lang="en-IN" sz="2800" dirty="0">
                  <a:solidFill>
                    <a:srgbClr val="002060"/>
                  </a:solidFill>
                </a:endParaRPr>
              </a:p>
              <a:p>
                <a:pPr marL="1166813" indent="-87313" algn="just">
                  <a:lnSpc>
                    <a:spcPct val="150000"/>
                  </a:lnSpc>
                  <a:spcAft>
                    <a:spcPts val="800"/>
                  </a:spcAft>
                  <a:buClr>
                    <a:srgbClr val="00206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bSup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bSup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Sup>
                        <m:sSub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bSup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EF25240-0318-DDCA-482F-49DEA78C2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50" y="1931751"/>
                <a:ext cx="12050949" cy="4088876"/>
              </a:xfrm>
              <a:prstGeom prst="rect">
                <a:avLst/>
              </a:prstGeom>
              <a:blipFill>
                <a:blip r:embed="rId3"/>
                <a:stretch>
                  <a:fillRect l="-1012" r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79AF17F8-F072-208C-CFA9-90AA5C88B048}"/>
              </a:ext>
            </a:extLst>
          </p:cNvPr>
          <p:cNvSpPr/>
          <p:nvPr/>
        </p:nvSpPr>
        <p:spPr>
          <a:xfrm rot="16200000">
            <a:off x="3694814" y="4615230"/>
            <a:ext cx="808458" cy="6328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E77235-97E1-7B0B-AEAB-603FFF946147}"/>
                  </a:ext>
                </a:extLst>
              </p:cNvPr>
              <p:cNvSpPr txBox="1"/>
              <p:nvPr/>
            </p:nvSpPr>
            <p:spPr>
              <a:xfrm>
                <a:off x="141050" y="689839"/>
                <a:ext cx="11639145" cy="552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800" i="0" dirty="0">
                    <a:solidFill>
                      <a:srgbClr val="002060"/>
                    </a:solidFill>
                    <a:effectLst/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Let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 pitchFamily="34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 pitchFamily="34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 pitchFamily="34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 pitchFamily="34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 </a:t>
                </a:r>
                <a:r>
                  <a:rPr lang="en-US" sz="2800" i="0" dirty="0">
                    <a:solidFill>
                      <a:srgbClr val="002060"/>
                    </a:solidFill>
                    <a:effectLst/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is basis of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  V </a:t>
                </a:r>
                <a:r>
                  <a:rPr lang="en-US" sz="2800" i="0" dirty="0">
                    <a:solidFill>
                      <a:srgbClr val="002060"/>
                    </a:solidFill>
                    <a:effectLst/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and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 pitchFamily="34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 pitchFamily="34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 pitchFamily="34" charset="0"/>
                              </a:rPr>
                              <m:t>w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Shruti" panose="020B0502040204020203" pitchFamily="34" charset="0"/>
                              </a:rPr>
                              <m:t>m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 </a:t>
                </a:r>
                <a:r>
                  <a:rPr lang="en-US" sz="2800" i="0" dirty="0">
                    <a:solidFill>
                      <a:srgbClr val="002060"/>
                    </a:solidFill>
                    <a:effectLst/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is basis of  </a:t>
                </a:r>
                <a:r>
                  <a:rPr lang="en-US" sz="2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Times New Roman" panose="02020603050405020304" pitchFamily="18" charset="0"/>
                    <a:cs typeface="Shruti" panose="020B0502040204020203" pitchFamily="34" charset="0"/>
                  </a:rPr>
                  <a:t>W.</a:t>
                </a:r>
                <a:endParaRPr lang="en-IN" sz="2800" dirty="0">
                  <a:solidFill>
                    <a:srgbClr val="002060"/>
                  </a:solidFill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E77235-97E1-7B0B-AEAB-603FFF946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50" y="689839"/>
                <a:ext cx="11639145" cy="552074"/>
              </a:xfrm>
              <a:prstGeom prst="rect">
                <a:avLst/>
              </a:prstGeom>
              <a:blipFill>
                <a:blip r:embed="rId4"/>
                <a:stretch>
                  <a:fillRect l="-1048" t="-7692" b="-296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6118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2743D-5E56-D6E9-D159-489898E51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389E6-6743-58FD-9EDF-BA6269B15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to Find the Matrix Associated to Linear Transformation T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D7FFCD-DB06-119D-52C2-53BA1912D573}"/>
                  </a:ext>
                </a:extLst>
              </p:cNvPr>
              <p:cNvSpPr txBox="1"/>
              <p:nvPr/>
            </p:nvSpPr>
            <p:spPr>
              <a:xfrm>
                <a:off x="150778" y="768516"/>
                <a:ext cx="11804516" cy="5468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dirty="0">
                    <a:solidFill>
                      <a:srgbClr val="002060"/>
                    </a:solidFill>
                  </a:rPr>
                  <a:t>3) Write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p>
                    </m:sSubSup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p>
                    </m:sSubSup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Sup>
                      <m:sSub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p>
                    </m:sSubSup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into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th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column of the matrix for 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 2, …, 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D7FFCD-DB06-119D-52C2-53BA1912D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78" y="768516"/>
                <a:ext cx="11804516" cy="546816"/>
              </a:xfrm>
              <a:prstGeom prst="rect">
                <a:avLst/>
              </a:prstGeom>
              <a:blipFill>
                <a:blip r:embed="rId2"/>
                <a:stretch>
                  <a:fillRect l="-1085" t="-6667" b="-3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A63E52-B5BE-0DF6-3D9F-ADB0A1E12234}"/>
                  </a:ext>
                </a:extLst>
              </p:cNvPr>
              <p:cNvSpPr txBox="1"/>
              <p:nvPr/>
            </p:nvSpPr>
            <p:spPr>
              <a:xfrm>
                <a:off x="150778" y="1091034"/>
                <a:ext cx="12192000" cy="2128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47675" indent="-447675">
                  <a:lnSpc>
                    <a:spcPct val="115000"/>
                  </a:lnSpc>
                  <a:spcAft>
                    <a:spcPts val="800"/>
                  </a:spcAft>
                  <a:buClr>
                    <a:srgbClr val="002060"/>
                  </a:buClr>
                </a:pPr>
                <a:r>
                  <a:rPr lang="en-US" sz="2800" dirty="0">
                    <a:solidFill>
                      <a:srgbClr val="002060"/>
                    </a:solidFill>
                  </a:rPr>
                  <a:t>4) The resulting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b>
                                <m:sup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the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matrix associated to </a:t>
                </a:r>
                <a14:m>
                  <m:oMath xmlns:m="http://schemas.openxmlformats.org/officeDocument/2006/math"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A63E52-B5BE-0DF6-3D9F-ADB0A1E12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78" y="1091034"/>
                <a:ext cx="12192000" cy="2128660"/>
              </a:xfrm>
              <a:prstGeom prst="rect">
                <a:avLst/>
              </a:prstGeom>
              <a:blipFill>
                <a:blip r:embed="rId3"/>
                <a:stretch>
                  <a:fillRect l="-1050" r="-700" b="-7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6744382-7019-0E81-CB71-9E1951EEDFDA}"/>
              </a:ext>
            </a:extLst>
          </p:cNvPr>
          <p:cNvSpPr txBox="1">
            <a:spLocks/>
          </p:cNvSpPr>
          <p:nvPr/>
        </p:nvSpPr>
        <p:spPr>
          <a:xfrm>
            <a:off x="150779" y="3378325"/>
            <a:ext cx="1629384" cy="4478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IN" sz="2800" b="1" dirty="0">
                <a:solidFill>
                  <a:srgbClr val="002060"/>
                </a:solidFill>
              </a:rPr>
              <a:t>Remarks: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0E1F6790-8C63-6152-95AA-76809FCB5F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1707" y="3858742"/>
                <a:ext cx="12040293" cy="212866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2800" dirty="0">
                    <a:solidFill>
                      <a:srgbClr val="00206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a linear transformation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dim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dim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then the matrix associated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of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order </a:t>
                </a:r>
                <a14:m>
                  <m:oMath xmlns:m="http://schemas.openxmlformats.org/officeDocument/2006/math"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</m:t>
                    </m:r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are the standard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bases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respectively,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𝐓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=[</m:t>
                    </m:r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</m:t>
                    </m:r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0E1F6790-8C63-6152-95AA-76809FCB5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07" y="3858742"/>
                <a:ext cx="12040293" cy="2128660"/>
              </a:xfrm>
              <a:prstGeom prst="rect">
                <a:avLst/>
              </a:prstGeom>
              <a:blipFill>
                <a:blip r:embed="rId4"/>
                <a:stretch>
                  <a:fillRect l="-962" r="-1013" b="-65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7116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42356-6EEA-1F50-6550-97805EDE9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E98A1B-4D8C-6B98-9CF1-E78B41A152F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E98A1B-4D8C-6B98-9CF1-E78B41A152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E88F33EB-A71D-AFDE-1B32-F51A3005418E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08552DC-626B-4A45-59CC-613E490D2FA6}"/>
              </a:ext>
            </a:extLst>
          </p:cNvPr>
          <p:cNvSpPr/>
          <p:nvPr/>
        </p:nvSpPr>
        <p:spPr>
          <a:xfrm>
            <a:off x="205273" y="923750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E4D1EBC-3B9B-D2FD-140E-D6A44D006818}"/>
                  </a:ext>
                </a:extLst>
              </p:cNvPr>
              <p:cNvSpPr txBox="1"/>
              <p:nvPr/>
            </p:nvSpPr>
            <p:spPr>
              <a:xfrm>
                <a:off x="1890472" y="800163"/>
                <a:ext cx="10345519" cy="25487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4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 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be the linear transformation defined by </a:t>
                </a:r>
                <a:b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−5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−7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+16</m:t>
                        </m:r>
                        <m:r>
                          <m:rPr>
                            <m:sty m:val="p"/>
                          </m:rPr>
                          <a:rPr lang="en-IN" sz="28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Find the matrix of the transformation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with respect to the bases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3, 1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5, 2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b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1, 0, −1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−1, 2, 2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0, 1, 2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E4D1EBC-3B9B-D2FD-140E-D6A44D006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472" y="800163"/>
                <a:ext cx="10345519" cy="2548711"/>
              </a:xfrm>
              <a:prstGeom prst="rect">
                <a:avLst/>
              </a:prstGeom>
              <a:blipFill>
                <a:blip r:embed="rId3"/>
                <a:stretch>
                  <a:fillRect l="-1179" t="-1196" r="-1237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4715638-6E13-FCDF-2700-178F86A72F3A}"/>
              </a:ext>
            </a:extLst>
          </p:cNvPr>
          <p:cNvSpPr/>
          <p:nvPr/>
        </p:nvSpPr>
        <p:spPr>
          <a:xfrm>
            <a:off x="205273" y="3590106"/>
            <a:ext cx="1440000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B4D036-6EA2-6B26-B2A5-71E2E17E8A2F}"/>
                  </a:ext>
                </a:extLst>
              </p:cNvPr>
              <p:cNvSpPr txBox="1"/>
              <p:nvPr/>
            </p:nvSpPr>
            <p:spPr>
              <a:xfrm>
                <a:off x="1844477" y="3543139"/>
                <a:ext cx="61673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=(3,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B4D036-6EA2-6B26-B2A5-71E2E17E8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477" y="3543139"/>
                <a:ext cx="6167336" cy="523220"/>
              </a:xfrm>
              <a:prstGeom prst="rect">
                <a:avLst/>
              </a:prstGeom>
              <a:blipFill>
                <a:blip r:embed="rId4"/>
                <a:stretch>
                  <a:fillRect l="-2077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1BBB02C-BE92-01EE-4FFD-AAF95674CDA1}"/>
                  </a:ext>
                </a:extLst>
              </p:cNvPr>
              <p:cNvSpPr txBox="1"/>
              <p:nvPr/>
            </p:nvSpPr>
            <p:spPr>
              <a:xfrm>
                <a:off x="1844477" y="4230666"/>
                <a:ext cx="853804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(3,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1)=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(1,−5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+13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,−7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+16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1BBB02C-BE92-01EE-4FFD-AAF95674C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477" y="4230666"/>
                <a:ext cx="853804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Arrow 3">
            <a:extLst>
              <a:ext uri="{FF2B5EF4-FFF2-40B4-BE49-F238E27FC236}">
                <a16:creationId xmlns:a16="http://schemas.microsoft.com/office/drawing/2014/main" id="{D58C5897-F2F2-B064-009B-720B538BB8EA}"/>
              </a:ext>
            </a:extLst>
          </p:cNvPr>
          <p:cNvSpPr/>
          <p:nvPr/>
        </p:nvSpPr>
        <p:spPr>
          <a:xfrm flipV="1">
            <a:off x="1186710" y="505726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93AB1D2-07BA-8CD2-4E24-BA376413EE20}"/>
                  </a:ext>
                </a:extLst>
              </p:cNvPr>
              <p:cNvSpPr txBox="1"/>
              <p:nvPr/>
            </p:nvSpPr>
            <p:spPr>
              <a:xfrm>
                <a:off x="1890472" y="4967607"/>
                <a:ext cx="241888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=(5,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93AB1D2-07BA-8CD2-4E24-BA376413E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472" y="4967607"/>
                <a:ext cx="241888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AA6FB2C-0560-9E16-E44D-9D40A2494C29}"/>
                  </a:ext>
                </a:extLst>
              </p:cNvPr>
              <p:cNvSpPr txBox="1"/>
              <p:nvPr/>
            </p:nvSpPr>
            <p:spPr>
              <a:xfrm>
                <a:off x="1890472" y="5727717"/>
                <a:ext cx="849204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(2,−5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+13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,−7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+16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AA6FB2C-0560-9E16-E44D-9D40A2494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472" y="5727717"/>
                <a:ext cx="849204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EC4A071-2238-1EC6-F653-0ED9B9B43B82}"/>
                  </a:ext>
                </a:extLst>
              </p:cNvPr>
              <p:cNvSpPr txBox="1"/>
              <p:nvPr/>
            </p:nvSpPr>
            <p:spPr>
              <a:xfrm>
                <a:off x="10000039" y="4230666"/>
                <a:ext cx="22373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=(1,−2,−5)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EC4A071-2238-1EC6-F653-0ED9B9B43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0039" y="4230666"/>
                <a:ext cx="223736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2219A8D-A80F-569B-E3B1-C34400BC223D}"/>
                  </a:ext>
                </a:extLst>
              </p:cNvPr>
              <p:cNvSpPr txBox="1"/>
              <p:nvPr/>
            </p:nvSpPr>
            <p:spPr>
              <a:xfrm>
                <a:off x="10000039" y="5731966"/>
                <a:ext cx="19357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=(2,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−3)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2219A8D-A80F-569B-E3B1-C34400BC2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0039" y="5731966"/>
                <a:ext cx="193579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799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  <p:bldP spid="18" grpId="0"/>
      <p:bldP spid="21" grpId="0"/>
      <p:bldP spid="23" grpId="0"/>
      <p:bldP spid="2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F4222-0C8D-CF8C-00BF-A7462B3E1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28337CC-AF3C-9AF4-0590-D66D538F24C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28337CC-AF3C-9AF4-0590-D66D538F24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421E951-549A-9801-0B36-1C959C6F57E7}"/>
                  </a:ext>
                </a:extLst>
              </p:cNvPr>
              <p:cNvSpPr txBox="1"/>
              <p:nvPr/>
            </p:nvSpPr>
            <p:spPr>
              <a:xfrm>
                <a:off x="900892" y="788676"/>
                <a:ext cx="10345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Express the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as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421E951-549A-9801-0B36-1C959C6F5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892" y="788676"/>
                <a:ext cx="10345519" cy="523220"/>
              </a:xfrm>
              <a:prstGeom prst="rect">
                <a:avLst/>
              </a:prstGeom>
              <a:blipFill>
                <a:blip r:embed="rId3"/>
                <a:stretch>
                  <a:fillRect l="-1237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CC5D0C-C065-CF6C-736A-4B7947F58CA6}"/>
                  </a:ext>
                </a:extLst>
              </p:cNvPr>
              <p:cNvSpPr txBox="1"/>
              <p:nvPr/>
            </p:nvSpPr>
            <p:spPr>
              <a:xfrm>
                <a:off x="552025" y="1974290"/>
                <a:ext cx="92393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(1,−2,−5)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CC5D0C-C065-CF6C-736A-4B7947F58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025" y="1974290"/>
                <a:ext cx="923939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D1C384-EC8E-6616-D9FD-BEF757401CAF}"/>
                  </a:ext>
                </a:extLst>
              </p:cNvPr>
              <p:cNvSpPr txBox="1"/>
              <p:nvPr/>
            </p:nvSpPr>
            <p:spPr>
              <a:xfrm>
                <a:off x="900892" y="1350808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D1C384-EC8E-6616-D9FD-BEF757401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892" y="1350808"/>
                <a:ext cx="612842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AE2F5CEF-06FA-BE5C-B4A0-7FDB1E63CE55}"/>
              </a:ext>
            </a:extLst>
          </p:cNvPr>
          <p:cNvGrpSpPr/>
          <p:nvPr/>
        </p:nvGrpSpPr>
        <p:grpSpPr>
          <a:xfrm>
            <a:off x="4353763" y="6024798"/>
            <a:ext cx="7779869" cy="523220"/>
            <a:chOff x="4029510" y="5402533"/>
            <a:chExt cx="7779869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EFD7C73-5842-E49B-0825-AC19E1292D7E}"/>
                    </a:ext>
                  </a:extLst>
                </p:cNvPr>
                <p:cNvSpPr txBox="1"/>
                <p:nvPr/>
              </p:nvSpPr>
              <p:spPr>
                <a:xfrm>
                  <a:off x="4048592" y="5402533"/>
                  <a:ext cx="776078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0, −1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−1, 2, 2</m:t>
                          </m:r>
                        </m:e>
                      </m:d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0, 1, 2</m:t>
                          </m:r>
                        </m:e>
                      </m:d>
                    </m:oMath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EFD7C73-5842-E49B-0825-AC19E1292D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8592" y="5402533"/>
                  <a:ext cx="7760787" cy="523220"/>
                </a:xfrm>
                <a:prstGeom prst="rect">
                  <a:avLst/>
                </a:prstGeom>
                <a:blipFill>
                  <a:blip r:embed="rId6"/>
                  <a:stretch>
                    <a:fillRect t="-11628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0FFF9F8-9EDE-7881-96FB-D6472829115F}"/>
                </a:ext>
              </a:extLst>
            </p:cNvPr>
            <p:cNvSpPr/>
            <p:nvPr/>
          </p:nvSpPr>
          <p:spPr>
            <a:xfrm>
              <a:off x="4029510" y="5402533"/>
              <a:ext cx="7692320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BB11855-A357-0405-E810-9191A743A317}"/>
              </a:ext>
            </a:extLst>
          </p:cNvPr>
          <p:cNvGrpSpPr/>
          <p:nvPr/>
        </p:nvGrpSpPr>
        <p:grpSpPr>
          <a:xfrm>
            <a:off x="8811263" y="6024798"/>
            <a:ext cx="3341451" cy="523220"/>
            <a:chOff x="3156626" y="3249198"/>
            <a:chExt cx="3341451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562B262-48CD-A5FE-1F22-5A275049BF6B}"/>
                    </a:ext>
                  </a:extLst>
                </p:cNvPr>
                <p:cNvSpPr txBox="1"/>
                <p:nvPr/>
              </p:nvSpPr>
              <p:spPr>
                <a:xfrm>
                  <a:off x="3156626" y="3249198"/>
                  <a:ext cx="334145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(1,−2,−5)</m:t>
                        </m:r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562B262-48CD-A5FE-1F22-5A275049BF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6626" y="3249198"/>
                  <a:ext cx="3341451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6F2E9A5-3190-3761-610E-3BB2CB7253C5}"/>
                </a:ext>
              </a:extLst>
            </p:cNvPr>
            <p:cNvSpPr/>
            <p:nvPr/>
          </p:nvSpPr>
          <p:spPr>
            <a:xfrm>
              <a:off x="3156626" y="3249198"/>
              <a:ext cx="3253902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1F976F7-D38B-11DB-8C03-1286D9956D23}"/>
                  </a:ext>
                </a:extLst>
              </p:cNvPr>
              <p:cNvSpPr txBox="1"/>
              <p:nvPr/>
            </p:nvSpPr>
            <p:spPr>
              <a:xfrm>
                <a:off x="552025" y="2674717"/>
                <a:ext cx="92393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(1,−2,−5)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0, −1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−1, 2, 2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0, 1, 2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1F976F7-D38B-11DB-8C03-1286D9956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025" y="2674717"/>
                <a:ext cx="923939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43A37340-8262-BE40-9847-CA9F83F126AE}"/>
              </a:ext>
            </a:extLst>
          </p:cNvPr>
          <p:cNvSpPr txBox="1"/>
          <p:nvPr/>
        </p:nvSpPr>
        <p:spPr>
          <a:xfrm>
            <a:off x="900892" y="3345558"/>
            <a:ext cx="5641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Equating corresponding components,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26A599B-A51F-54E5-A9BB-9478408BD111}"/>
                  </a:ext>
                </a:extLst>
              </p:cNvPr>
              <p:cNvSpPr txBox="1"/>
              <p:nvPr/>
            </p:nvSpPr>
            <p:spPr>
              <a:xfrm>
                <a:off x="979086" y="3896603"/>
                <a:ext cx="20794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26A599B-A51F-54E5-A9BB-9478408BD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86" y="3896603"/>
                <a:ext cx="207945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72AFE9F-28F2-6503-9DEB-97078472C799}"/>
                  </a:ext>
                </a:extLst>
              </p:cNvPr>
              <p:cNvSpPr txBox="1"/>
              <p:nvPr/>
            </p:nvSpPr>
            <p:spPr>
              <a:xfrm>
                <a:off x="3368848" y="3896603"/>
                <a:ext cx="27409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=−2,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72AFE9F-28F2-6503-9DEB-97078472C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8848" y="3896603"/>
                <a:ext cx="274094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6225E09-30C4-9F30-2F2D-6FF7F16802DC}"/>
                  </a:ext>
                </a:extLst>
              </p:cNvPr>
              <p:cNvSpPr txBox="1"/>
              <p:nvPr/>
            </p:nvSpPr>
            <p:spPr>
              <a:xfrm>
                <a:off x="6420091" y="3896603"/>
                <a:ext cx="40618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6225E09-30C4-9F30-2F2D-6FF7F1680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091" y="3896603"/>
                <a:ext cx="406189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F22F53B-946D-CB1E-D708-03FBE5B4913E}"/>
              </a:ext>
            </a:extLst>
          </p:cNvPr>
          <p:cNvSpPr txBox="1"/>
          <p:nvPr/>
        </p:nvSpPr>
        <p:spPr>
          <a:xfrm>
            <a:off x="900892" y="4521265"/>
            <a:ext cx="3680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these equations,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CB4F77-DFD2-9283-613B-41EB3E6E2FAE}"/>
                  </a:ext>
                </a:extLst>
              </p:cNvPr>
              <p:cNvSpPr txBox="1"/>
              <p:nvPr/>
            </p:nvSpPr>
            <p:spPr>
              <a:xfrm>
                <a:off x="900892" y="5134840"/>
                <a:ext cx="53539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:r>
                  <a:rPr lang="en-IN" sz="2800" dirty="0">
                    <a:solidFill>
                      <a:srgbClr val="002060"/>
                    </a:solidFill>
                  </a:rPr>
                  <a:t>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CB4F77-DFD2-9283-613B-41EB3E6E2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892" y="5134840"/>
                <a:ext cx="5353991" cy="523220"/>
              </a:xfrm>
              <a:prstGeom prst="rect">
                <a:avLst/>
              </a:prstGeom>
              <a:blipFill>
                <a:blip r:embed="rId12"/>
                <a:stretch>
                  <a:fillRect l="-2392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Arrow 3">
            <a:extLst>
              <a:ext uri="{FF2B5EF4-FFF2-40B4-BE49-F238E27FC236}">
                <a16:creationId xmlns:a16="http://schemas.microsoft.com/office/drawing/2014/main" id="{B667123C-0BE2-34CF-929B-5BD22BDD6C86}"/>
              </a:ext>
            </a:extLst>
          </p:cNvPr>
          <p:cNvSpPr/>
          <p:nvPr/>
        </p:nvSpPr>
        <p:spPr>
          <a:xfrm flipV="1">
            <a:off x="181045" y="8640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29" name="Right Arrow 3">
            <a:extLst>
              <a:ext uri="{FF2B5EF4-FFF2-40B4-BE49-F238E27FC236}">
                <a16:creationId xmlns:a16="http://schemas.microsoft.com/office/drawing/2014/main" id="{5F27D1E1-0264-D572-7168-B5BBAC49CEE5}"/>
              </a:ext>
            </a:extLst>
          </p:cNvPr>
          <p:cNvSpPr/>
          <p:nvPr/>
        </p:nvSpPr>
        <p:spPr>
          <a:xfrm flipV="1">
            <a:off x="181044" y="34201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30" name="Right Arrow 3">
            <a:extLst>
              <a:ext uri="{FF2B5EF4-FFF2-40B4-BE49-F238E27FC236}">
                <a16:creationId xmlns:a16="http://schemas.microsoft.com/office/drawing/2014/main" id="{A646AC78-5A76-E46D-FF3F-1BB7E5FDBA02}"/>
              </a:ext>
            </a:extLst>
          </p:cNvPr>
          <p:cNvSpPr/>
          <p:nvPr/>
        </p:nvSpPr>
        <p:spPr>
          <a:xfrm flipV="1">
            <a:off x="181043" y="455960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CA1DFE0-9D2C-6A8E-BAA0-0752D55D5C3D}"/>
                  </a:ext>
                </a:extLst>
              </p:cNvPr>
              <p:cNvSpPr txBox="1"/>
              <p:nvPr/>
            </p:nvSpPr>
            <p:spPr>
              <a:xfrm>
                <a:off x="552025" y="5787327"/>
                <a:ext cx="56410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CA1DFE0-9D2C-6A8E-BAA0-0752D55D5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025" y="5787327"/>
                <a:ext cx="5641049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6656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8" grpId="0"/>
      <p:bldP spid="22" grpId="0"/>
      <p:bldP spid="26" grpId="0"/>
      <p:bldP spid="27" grpId="0" animBg="1"/>
      <p:bldP spid="29" grpId="0" animBg="1"/>
      <p:bldP spid="30" grpId="0" animBg="1"/>
      <p:bldP spid="33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823F1-A20E-62DB-2015-EE89F49C1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075F44A-750C-D196-4591-C27B3163968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075F44A-750C-D196-4591-C27B316396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069D69-085D-2FB8-ED31-63228AA9F754}"/>
                  </a:ext>
                </a:extLst>
              </p:cNvPr>
              <p:cNvSpPr txBox="1"/>
              <p:nvPr/>
            </p:nvSpPr>
            <p:spPr>
              <a:xfrm>
                <a:off x="891164" y="788676"/>
                <a:ext cx="10345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Express the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as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069D69-085D-2FB8-ED31-63228AA9F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164" y="788676"/>
                <a:ext cx="10345519" cy="523220"/>
              </a:xfrm>
              <a:prstGeom prst="rect">
                <a:avLst/>
              </a:prstGeom>
              <a:blipFill>
                <a:blip r:embed="rId3"/>
                <a:stretch>
                  <a:fillRect l="-1179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48C72D-8D6E-E0D9-88CD-64F5D8E9CF35}"/>
                  </a:ext>
                </a:extLst>
              </p:cNvPr>
              <p:cNvSpPr txBox="1"/>
              <p:nvPr/>
            </p:nvSpPr>
            <p:spPr>
              <a:xfrm>
                <a:off x="542297" y="1974290"/>
                <a:ext cx="92393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48C72D-8D6E-E0D9-88CD-64F5D8E9C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297" y="1974290"/>
                <a:ext cx="923939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290D2AB-5FAF-ADEF-0541-CFA44286A67C}"/>
                  </a:ext>
                </a:extLst>
              </p:cNvPr>
              <p:cNvSpPr txBox="1"/>
              <p:nvPr/>
            </p:nvSpPr>
            <p:spPr>
              <a:xfrm>
                <a:off x="891164" y="1350808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290D2AB-5FAF-ADEF-0541-CFA44286A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164" y="1350808"/>
                <a:ext cx="612842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566C81B0-9227-445D-C5ED-F32EE8F5C8C9}"/>
              </a:ext>
            </a:extLst>
          </p:cNvPr>
          <p:cNvGrpSpPr/>
          <p:nvPr/>
        </p:nvGrpSpPr>
        <p:grpSpPr>
          <a:xfrm>
            <a:off x="4344035" y="6024798"/>
            <a:ext cx="7779869" cy="523220"/>
            <a:chOff x="4029510" y="5402533"/>
            <a:chExt cx="7779869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71BA8CE-F731-3059-0EB3-124D7B9CEE3B}"/>
                    </a:ext>
                  </a:extLst>
                </p:cNvPr>
                <p:cNvSpPr txBox="1"/>
                <p:nvPr/>
              </p:nvSpPr>
              <p:spPr>
                <a:xfrm>
                  <a:off x="4048592" y="5402533"/>
                  <a:ext cx="776078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0, −1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−1, 2, 2</m:t>
                          </m:r>
                        </m:e>
                      </m:d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0, 1, 2</m:t>
                          </m:r>
                        </m:e>
                      </m:d>
                    </m:oMath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71BA8CE-F731-3059-0EB3-124D7B9CEE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8592" y="5402533"/>
                  <a:ext cx="7760787" cy="523220"/>
                </a:xfrm>
                <a:prstGeom prst="rect">
                  <a:avLst/>
                </a:prstGeom>
                <a:blipFill>
                  <a:blip r:embed="rId6"/>
                  <a:stretch>
                    <a:fillRect t="-11628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0476E33-7FD2-F284-B3EB-C3062D38260C}"/>
                </a:ext>
              </a:extLst>
            </p:cNvPr>
            <p:cNvSpPr/>
            <p:nvPr/>
          </p:nvSpPr>
          <p:spPr>
            <a:xfrm>
              <a:off x="4029510" y="5402533"/>
              <a:ext cx="7692320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159EAA6-30E6-C779-A7CF-A85C55EBBE14}"/>
              </a:ext>
            </a:extLst>
          </p:cNvPr>
          <p:cNvGrpSpPr/>
          <p:nvPr/>
        </p:nvGrpSpPr>
        <p:grpSpPr>
          <a:xfrm>
            <a:off x="9152581" y="6024798"/>
            <a:ext cx="2883774" cy="523220"/>
            <a:chOff x="3156626" y="3249198"/>
            <a:chExt cx="2940577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DEB2601-70FC-FA4A-1E41-55D14B7418F4}"/>
                    </a:ext>
                  </a:extLst>
                </p:cNvPr>
                <p:cNvSpPr txBox="1"/>
                <p:nvPr/>
              </p:nvSpPr>
              <p:spPr>
                <a:xfrm>
                  <a:off x="3157889" y="3249198"/>
                  <a:ext cx="293931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,−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DEB2601-70FC-FA4A-1E41-55D14B7418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89" y="3249198"/>
                  <a:ext cx="2939314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7020BF0-23B2-71C4-A217-B81F0B75353A}"/>
                </a:ext>
              </a:extLst>
            </p:cNvPr>
            <p:cNvSpPr/>
            <p:nvPr/>
          </p:nvSpPr>
          <p:spPr>
            <a:xfrm>
              <a:off x="3156626" y="3249198"/>
              <a:ext cx="2939314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070D06C-56B5-1561-3A0A-17E650E05ECA}"/>
                  </a:ext>
                </a:extLst>
              </p:cNvPr>
              <p:cNvSpPr txBox="1"/>
              <p:nvPr/>
            </p:nvSpPr>
            <p:spPr>
              <a:xfrm>
                <a:off x="542297" y="2674717"/>
                <a:ext cx="92393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,−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0, −1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−1, 2, 2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0, 1, 2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070D06C-56B5-1561-3A0A-17E650E05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297" y="2674717"/>
                <a:ext cx="923939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AB292615-88EF-C2FC-112B-80FCCD2542E5}"/>
              </a:ext>
            </a:extLst>
          </p:cNvPr>
          <p:cNvSpPr txBox="1"/>
          <p:nvPr/>
        </p:nvSpPr>
        <p:spPr>
          <a:xfrm>
            <a:off x="891164" y="3345558"/>
            <a:ext cx="5641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Equating corresponding components,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E8F1D98-25F9-845A-8BA8-7F20F48AB714}"/>
                  </a:ext>
                </a:extLst>
              </p:cNvPr>
              <p:cNvSpPr txBox="1"/>
              <p:nvPr/>
            </p:nvSpPr>
            <p:spPr>
              <a:xfrm>
                <a:off x="969358" y="3896603"/>
                <a:ext cx="20794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E8F1D98-25F9-845A-8BA8-7F20F48AB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58" y="3896603"/>
                <a:ext cx="207945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55AF59E-39DF-38E7-1E85-5CADD37C8D88}"/>
                  </a:ext>
                </a:extLst>
              </p:cNvPr>
              <p:cNvSpPr txBox="1"/>
              <p:nvPr/>
            </p:nvSpPr>
            <p:spPr>
              <a:xfrm>
                <a:off x="3359120" y="3896603"/>
                <a:ext cx="27409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55AF59E-39DF-38E7-1E85-5CADD37C8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120" y="3896603"/>
                <a:ext cx="274094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94E276-79CE-DFE7-24DC-FC2568E70536}"/>
                  </a:ext>
                </a:extLst>
              </p:cNvPr>
              <p:cNvSpPr txBox="1"/>
              <p:nvPr/>
            </p:nvSpPr>
            <p:spPr>
              <a:xfrm>
                <a:off x="6410363" y="3896603"/>
                <a:ext cx="40618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94E276-79CE-DFE7-24DC-FC2568E70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0363" y="3896603"/>
                <a:ext cx="406189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6535ADC7-B355-A372-BAEA-A427BF3D8EEE}"/>
              </a:ext>
            </a:extLst>
          </p:cNvPr>
          <p:cNvSpPr txBox="1"/>
          <p:nvPr/>
        </p:nvSpPr>
        <p:spPr>
          <a:xfrm>
            <a:off x="891164" y="4521265"/>
            <a:ext cx="3680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these equations,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FDA8DAF-6ED7-46A9-8F89-EFC5F193CF73}"/>
                  </a:ext>
                </a:extLst>
              </p:cNvPr>
              <p:cNvSpPr txBox="1"/>
              <p:nvPr/>
            </p:nvSpPr>
            <p:spPr>
              <a:xfrm>
                <a:off x="891164" y="5134840"/>
                <a:ext cx="53539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:r>
                  <a:rPr lang="en-IN" sz="2800" dirty="0">
                    <a:solidFill>
                      <a:srgbClr val="002060"/>
                    </a:solidFill>
                  </a:rPr>
                  <a:t>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FDA8DAF-6ED7-46A9-8F89-EFC5F193C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164" y="5134840"/>
                <a:ext cx="5353991" cy="523220"/>
              </a:xfrm>
              <a:prstGeom prst="rect">
                <a:avLst/>
              </a:prstGeom>
              <a:blipFill>
                <a:blip r:embed="rId12"/>
                <a:stretch>
                  <a:fillRect l="-2278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Arrow 3">
            <a:extLst>
              <a:ext uri="{FF2B5EF4-FFF2-40B4-BE49-F238E27FC236}">
                <a16:creationId xmlns:a16="http://schemas.microsoft.com/office/drawing/2014/main" id="{5C4D05E8-C6DD-63DE-6AC9-21EA40B99B23}"/>
              </a:ext>
            </a:extLst>
          </p:cNvPr>
          <p:cNvSpPr/>
          <p:nvPr/>
        </p:nvSpPr>
        <p:spPr>
          <a:xfrm flipV="1">
            <a:off x="171317" y="8640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29" name="Right Arrow 3">
            <a:extLst>
              <a:ext uri="{FF2B5EF4-FFF2-40B4-BE49-F238E27FC236}">
                <a16:creationId xmlns:a16="http://schemas.microsoft.com/office/drawing/2014/main" id="{3E8D679A-428A-4BC7-D47E-30B447C1B77D}"/>
              </a:ext>
            </a:extLst>
          </p:cNvPr>
          <p:cNvSpPr/>
          <p:nvPr/>
        </p:nvSpPr>
        <p:spPr>
          <a:xfrm flipV="1">
            <a:off x="171316" y="34201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30" name="Right Arrow 3">
            <a:extLst>
              <a:ext uri="{FF2B5EF4-FFF2-40B4-BE49-F238E27FC236}">
                <a16:creationId xmlns:a16="http://schemas.microsoft.com/office/drawing/2014/main" id="{A6A0EC47-BE8D-87C3-68D0-FB7D9F59D4DC}"/>
              </a:ext>
            </a:extLst>
          </p:cNvPr>
          <p:cNvSpPr/>
          <p:nvPr/>
        </p:nvSpPr>
        <p:spPr>
          <a:xfrm flipV="1">
            <a:off x="171315" y="455960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725A56C-FA11-637B-922B-F6B65306C667}"/>
                  </a:ext>
                </a:extLst>
              </p:cNvPr>
              <p:cNvSpPr txBox="1"/>
              <p:nvPr/>
            </p:nvSpPr>
            <p:spPr>
              <a:xfrm>
                <a:off x="459703" y="5807714"/>
                <a:ext cx="65075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725A56C-FA11-637B-922B-F6B65306C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03" y="5807714"/>
                <a:ext cx="6507526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6885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8" grpId="0"/>
      <p:bldP spid="22" grpId="0"/>
      <p:bldP spid="26" grpId="0"/>
      <p:bldP spid="27" grpId="0" animBg="1"/>
      <p:bldP spid="29" grpId="0" animBg="1"/>
      <p:bldP spid="30" grpId="0" animBg="1"/>
      <p:bldP spid="33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3B6FC-C51C-CE26-674F-49BE25A60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0F4A15A-740E-6932-21D1-70D1E8DB0FC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0F4A15A-740E-6932-21D1-70D1E8DB0F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C5B39F72-7A89-D2FE-9AAB-2B4656084D97}"/>
              </a:ext>
            </a:extLst>
          </p:cNvPr>
          <p:cNvGrpSpPr/>
          <p:nvPr/>
        </p:nvGrpSpPr>
        <p:grpSpPr>
          <a:xfrm>
            <a:off x="6798483" y="5853819"/>
            <a:ext cx="5192540" cy="542676"/>
            <a:chOff x="243472" y="5325115"/>
            <a:chExt cx="5347918" cy="54267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09E61B8-FADD-595B-6280-C00C983CD455}"/>
                </a:ext>
              </a:extLst>
            </p:cNvPr>
            <p:cNvSpPr/>
            <p:nvPr/>
          </p:nvSpPr>
          <p:spPr>
            <a:xfrm>
              <a:off x="243472" y="5344571"/>
              <a:ext cx="5270096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EC50E6B-BBD6-B697-C02D-DAFBEDE3A9C3}"/>
                    </a:ext>
                  </a:extLst>
                </p:cNvPr>
                <p:cNvSpPr txBox="1"/>
                <p:nvPr/>
              </p:nvSpPr>
              <p:spPr>
                <a:xfrm>
                  <a:off x="321294" y="5325115"/>
                  <a:ext cx="527009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EC50E6B-BBD6-B697-C02D-DAFBEDE3A9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294" y="5325115"/>
                  <a:ext cx="5270096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31A322-628C-BC27-D394-8C2F20AB804E}"/>
                  </a:ext>
                </a:extLst>
              </p:cNvPr>
              <p:cNvSpPr txBox="1"/>
              <p:nvPr/>
            </p:nvSpPr>
            <p:spPr>
              <a:xfrm>
                <a:off x="243472" y="893009"/>
                <a:ext cx="10972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The matrix of the transformation with respect to the bases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IN" sz="2800" i="0" dirty="0">
                    <a:solidFill>
                      <a:srgbClr val="002060"/>
                    </a:solidFill>
                    <a:latin typeface="+mj-lt"/>
                  </a:rPr>
                  <a:t>and</a:t>
                </a:r>
                <a:r>
                  <a:rPr lang="en-IN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IN" sz="2800" i="0" dirty="0">
                    <a:solidFill>
                      <a:srgbClr val="002060"/>
                    </a:solidFill>
                    <a:latin typeface="+mj-lt"/>
                  </a:rPr>
                  <a:t>is</a:t>
                </a:r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431A322-628C-BC27-D394-8C2F20AB8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472" y="893009"/>
                <a:ext cx="10972519" cy="523220"/>
              </a:xfrm>
              <a:prstGeom prst="rect">
                <a:avLst/>
              </a:prstGeom>
              <a:blipFill>
                <a:blip r:embed="rId4"/>
                <a:stretch>
                  <a:fillRect l="-1167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1166B8-8439-BA88-779D-6E9F5DB60F18}"/>
                  </a:ext>
                </a:extLst>
              </p:cNvPr>
              <p:cNvSpPr txBox="1"/>
              <p:nvPr/>
            </p:nvSpPr>
            <p:spPr>
              <a:xfrm>
                <a:off x="243472" y="2339436"/>
                <a:ext cx="1721444" cy="560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1166B8-8439-BA88-779D-6E9F5DB60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472" y="2339436"/>
                <a:ext cx="1721444" cy="5602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BEAA9B-FB4E-8D0A-D640-D9A19D95EF46}"/>
                  </a:ext>
                </a:extLst>
              </p:cNvPr>
              <p:cNvSpPr txBox="1"/>
              <p:nvPr/>
            </p:nvSpPr>
            <p:spPr>
              <a:xfrm>
                <a:off x="2135967" y="1616751"/>
                <a:ext cx="694782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BEAA9B-FB4E-8D0A-D640-D9A19D95E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967" y="1616751"/>
                <a:ext cx="694782" cy="20313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ket 7">
            <a:extLst>
              <a:ext uri="{FF2B5EF4-FFF2-40B4-BE49-F238E27FC236}">
                <a16:creationId xmlns:a16="http://schemas.microsoft.com/office/drawing/2014/main" id="{071B72C7-4880-2BF0-DFE0-FF97AAD46045}"/>
              </a:ext>
            </a:extLst>
          </p:cNvPr>
          <p:cNvSpPr/>
          <p:nvPr/>
        </p:nvSpPr>
        <p:spPr>
          <a:xfrm>
            <a:off x="2132319" y="1740727"/>
            <a:ext cx="145913" cy="1771847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DA2DDD-0EAB-84D9-36AF-0CA25418ED13}"/>
                  </a:ext>
                </a:extLst>
              </p:cNvPr>
              <p:cNvSpPr txBox="1"/>
              <p:nvPr/>
            </p:nvSpPr>
            <p:spPr>
              <a:xfrm>
                <a:off x="2867566" y="1598037"/>
                <a:ext cx="51394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3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DA2DDD-0EAB-84D9-36AF-0CA25418E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7566" y="1598037"/>
                <a:ext cx="513940" cy="2031325"/>
              </a:xfrm>
              <a:prstGeom prst="rect">
                <a:avLst/>
              </a:prstGeom>
              <a:blipFill>
                <a:blip r:embed="rId7"/>
                <a:stretch>
                  <a:fillRect r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Left Bracket 12">
            <a:extLst>
              <a:ext uri="{FF2B5EF4-FFF2-40B4-BE49-F238E27FC236}">
                <a16:creationId xmlns:a16="http://schemas.microsoft.com/office/drawing/2014/main" id="{9778DBD9-8296-AEEB-2ACC-8E34DF72D57E}"/>
              </a:ext>
            </a:extLst>
          </p:cNvPr>
          <p:cNvSpPr/>
          <p:nvPr/>
        </p:nvSpPr>
        <p:spPr>
          <a:xfrm flipH="1">
            <a:off x="3449598" y="1744042"/>
            <a:ext cx="150261" cy="1771847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621223E-B219-68F4-AA3B-9D9318A6048C}"/>
                  </a:ext>
                </a:extLst>
              </p:cNvPr>
              <p:cNvSpPr txBox="1"/>
              <p:nvPr/>
            </p:nvSpPr>
            <p:spPr>
              <a:xfrm>
                <a:off x="3587351" y="3278548"/>
                <a:ext cx="14964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IN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621223E-B219-68F4-AA3B-9D9318A60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351" y="3278548"/>
                <a:ext cx="149649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F735F726-42AC-10FD-AB2A-006B3DBDAA8E}"/>
              </a:ext>
            </a:extLst>
          </p:cNvPr>
          <p:cNvGrpSpPr/>
          <p:nvPr/>
        </p:nvGrpSpPr>
        <p:grpSpPr>
          <a:xfrm>
            <a:off x="6645366" y="5853819"/>
            <a:ext cx="5270096" cy="547781"/>
            <a:chOff x="5535037" y="3404439"/>
            <a:chExt cx="5008929" cy="54778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11549ED-7F22-0A48-2F4C-3F5B793A8CD4}"/>
                </a:ext>
              </a:extLst>
            </p:cNvPr>
            <p:cNvSpPr/>
            <p:nvPr/>
          </p:nvSpPr>
          <p:spPr>
            <a:xfrm>
              <a:off x="5535037" y="3429000"/>
              <a:ext cx="5008929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4317CAD-8494-8F99-639F-A638A5992FBF}"/>
                    </a:ext>
                  </a:extLst>
                </p:cNvPr>
                <p:cNvSpPr txBox="1"/>
                <p:nvPr/>
              </p:nvSpPr>
              <p:spPr>
                <a:xfrm>
                  <a:off x="5546472" y="3404439"/>
                  <a:ext cx="499749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4317CAD-8494-8F99-639F-A638A5992F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6472" y="3404439"/>
                  <a:ext cx="4997494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5433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 animBg="1"/>
      <p:bldP spid="10" grpId="0"/>
      <p:bldP spid="13" grpId="0" animBg="1"/>
      <p:bldP spid="17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0126D-F21C-4259-09D1-318656CF5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A989E4B-09A2-D81F-065B-912FFA2C74E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Example:2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A989E4B-09A2-D81F-065B-912FFA2C74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7F96DA0E-9776-9FEE-D872-08260124F66A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F7231F4-E2D8-B2CB-B434-6293F1A72460}"/>
              </a:ext>
            </a:extLst>
          </p:cNvPr>
          <p:cNvSpPr/>
          <p:nvPr/>
        </p:nvSpPr>
        <p:spPr>
          <a:xfrm>
            <a:off x="205273" y="923750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62748B-650D-19AC-1DF9-F14BA0F4905F}"/>
                  </a:ext>
                </a:extLst>
              </p:cNvPr>
              <p:cNvSpPr txBox="1"/>
              <p:nvPr/>
            </p:nvSpPr>
            <p:spPr>
              <a:xfrm>
                <a:off x="1846481" y="865275"/>
                <a:ext cx="10345519" cy="1881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 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be the defined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d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d>
                      </m:e>
                    </m:d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US" sz="2800" dirty="0">
                    <a:solidFill>
                      <a:srgbClr val="002060"/>
                    </a:solidFill>
                  </a:rPr>
                </a:br>
                <a:r>
                  <a:rPr lang="en-US" sz="2800" dirty="0">
                    <a:solidFill>
                      <a:srgbClr val="002060"/>
                    </a:solidFill>
                  </a:rPr>
                  <a:t>Find the matrix of the transformation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with respect to the bases </a:t>
                </a:r>
                <a:br>
                  <a:rPr lang="en-US" sz="2800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and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=1,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b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+1, 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62748B-650D-19AC-1DF9-F14BA0F49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481" y="865275"/>
                <a:ext cx="10345519" cy="1881092"/>
              </a:xfrm>
              <a:prstGeom prst="rect">
                <a:avLst/>
              </a:prstGeom>
              <a:blipFill>
                <a:blip r:embed="rId3"/>
                <a:stretch>
                  <a:fillRect l="-1237" t="-1942" r="-1179" b="-7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F5D1842-BB11-9750-0CD3-C6A0874FC46A}"/>
              </a:ext>
            </a:extLst>
          </p:cNvPr>
          <p:cNvSpPr/>
          <p:nvPr/>
        </p:nvSpPr>
        <p:spPr>
          <a:xfrm>
            <a:off x="205273" y="3004774"/>
            <a:ext cx="1440000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53C96D-DD86-65D5-7A4C-3B9DD95F607A}"/>
                  </a:ext>
                </a:extLst>
              </p:cNvPr>
              <p:cNvSpPr txBox="1"/>
              <p:nvPr/>
            </p:nvSpPr>
            <p:spPr>
              <a:xfrm>
                <a:off x="1846481" y="2973523"/>
                <a:ext cx="217304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53C96D-DD86-65D5-7A4C-3B9DD95F6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481" y="2973523"/>
                <a:ext cx="2173046" cy="523220"/>
              </a:xfrm>
              <a:prstGeom prst="rect">
                <a:avLst/>
              </a:prstGeom>
              <a:blipFill>
                <a:blip r:embed="rId4"/>
                <a:stretch>
                  <a:fillRect l="-5899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66B4C6-8D9F-7FD6-66C7-170D1B16AAAA}"/>
                  </a:ext>
                </a:extLst>
              </p:cNvPr>
              <p:cNvSpPr txBox="1"/>
              <p:nvPr/>
            </p:nvSpPr>
            <p:spPr>
              <a:xfrm>
                <a:off x="1846481" y="3723899"/>
                <a:ext cx="33792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∙1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66B4C6-8D9F-7FD6-66C7-170D1B16A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481" y="3723899"/>
                <a:ext cx="337927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41550B-4466-E7C0-5209-DDEB9574EBF6}"/>
                  </a:ext>
                </a:extLst>
              </p:cNvPr>
              <p:cNvSpPr txBox="1"/>
              <p:nvPr/>
            </p:nvSpPr>
            <p:spPr>
              <a:xfrm>
                <a:off x="1846481" y="4439172"/>
                <a:ext cx="241888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41550B-4466-E7C0-5209-DDEB9574E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481" y="4439172"/>
                <a:ext cx="241888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7F421B-A309-DCE5-9FA8-CF6A9F9E31CC}"/>
                  </a:ext>
                </a:extLst>
              </p:cNvPr>
              <p:cNvSpPr txBox="1"/>
              <p:nvPr/>
            </p:nvSpPr>
            <p:spPr>
              <a:xfrm>
                <a:off x="5008505" y="3723899"/>
                <a:ext cx="10214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7F421B-A309-DCE5-9FA8-CF6A9F9E3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8505" y="3723899"/>
                <a:ext cx="102140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08130D-A8D8-025F-5EC7-E35A6F754AC9}"/>
                  </a:ext>
                </a:extLst>
              </p:cNvPr>
              <p:cNvSpPr txBox="1"/>
              <p:nvPr/>
            </p:nvSpPr>
            <p:spPr>
              <a:xfrm>
                <a:off x="1837517" y="5154446"/>
                <a:ext cx="33792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08130D-A8D8-025F-5EC7-E35A6F754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517" y="5154446"/>
                <a:ext cx="337927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8BD713-5747-A865-1BA3-2EB247D1F81B}"/>
                  </a:ext>
                </a:extLst>
              </p:cNvPr>
              <p:cNvSpPr txBox="1"/>
              <p:nvPr/>
            </p:nvSpPr>
            <p:spPr>
              <a:xfrm>
                <a:off x="4999541" y="5154446"/>
                <a:ext cx="10214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8BD713-5747-A865-1BA3-2EB247D1F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541" y="5154446"/>
                <a:ext cx="1021405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ight Arrow 3">
            <a:extLst>
              <a:ext uri="{FF2B5EF4-FFF2-40B4-BE49-F238E27FC236}">
                <a16:creationId xmlns:a16="http://schemas.microsoft.com/office/drawing/2014/main" id="{5E38DEE4-4E6A-15CB-4782-14EDB618CFF3}"/>
              </a:ext>
            </a:extLst>
          </p:cNvPr>
          <p:cNvSpPr/>
          <p:nvPr/>
        </p:nvSpPr>
        <p:spPr>
          <a:xfrm flipV="1">
            <a:off x="1186710" y="453294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12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8" grpId="0"/>
      <p:bldP spid="23" grpId="0"/>
      <p:bldP spid="8" grpId="0"/>
      <p:bldP spid="9" grpId="0"/>
      <p:bldP spid="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D7F1F-CC4C-3916-5082-B15270EEC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78F1E97-8623-FFC4-75FE-D17DF2BCBFC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Example:2(Continue)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78F1E97-8623-FFC4-75FE-D17DF2BCBF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F5D6E8-ADFE-1ACB-D7A4-EDB07464B2EA}"/>
                  </a:ext>
                </a:extLst>
              </p:cNvPr>
              <p:cNvSpPr txBox="1"/>
              <p:nvPr/>
            </p:nvSpPr>
            <p:spPr>
              <a:xfrm>
                <a:off x="969534" y="788676"/>
                <a:ext cx="10345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Express the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as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F5D6E8-ADFE-1ACB-D7A4-EDB07464B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534" y="788676"/>
                <a:ext cx="10345519" cy="523220"/>
              </a:xfrm>
              <a:prstGeom prst="rect">
                <a:avLst/>
              </a:prstGeom>
              <a:blipFill>
                <a:blip r:embed="rId3"/>
                <a:stretch>
                  <a:fillRect l="-1179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F516E2-9160-F926-9F28-C4113FACD866}"/>
                  </a:ext>
                </a:extLst>
              </p:cNvPr>
              <p:cNvSpPr txBox="1"/>
              <p:nvPr/>
            </p:nvSpPr>
            <p:spPr>
              <a:xfrm>
                <a:off x="969534" y="1381262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F516E2-9160-F926-9F28-C4113FACD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534" y="1381262"/>
                <a:ext cx="612842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0C1CBEF4-9FB6-9119-0F4D-577059C24504}"/>
              </a:ext>
            </a:extLst>
          </p:cNvPr>
          <p:cNvGrpSpPr/>
          <p:nvPr/>
        </p:nvGrpSpPr>
        <p:grpSpPr>
          <a:xfrm>
            <a:off x="5884796" y="5993226"/>
            <a:ext cx="6317478" cy="523220"/>
            <a:chOff x="4029510" y="5402533"/>
            <a:chExt cx="7779869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C192BE1-CF2F-B7E5-8029-356FDD055D2A}"/>
                    </a:ext>
                  </a:extLst>
                </p:cNvPr>
                <p:cNvSpPr txBox="1"/>
                <p:nvPr/>
              </p:nvSpPr>
              <p:spPr>
                <a:xfrm>
                  <a:off x="4048592" y="5402533"/>
                  <a:ext cx="776078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C192BE1-CF2F-B7E5-8029-356FDD055D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8592" y="5402533"/>
                  <a:ext cx="7760787" cy="523220"/>
                </a:xfrm>
                <a:prstGeom prst="rect">
                  <a:avLst/>
                </a:prstGeom>
                <a:blipFill>
                  <a:blip r:embed="rId5"/>
                  <a:stretch>
                    <a:fillRect t="-10465" b="-3255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F3C97ED-11F0-FDCD-1733-CA164E73901B}"/>
                </a:ext>
              </a:extLst>
            </p:cNvPr>
            <p:cNvSpPr/>
            <p:nvPr/>
          </p:nvSpPr>
          <p:spPr>
            <a:xfrm>
              <a:off x="4029510" y="5402533"/>
              <a:ext cx="7692320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CDA4ABF-184D-6D86-D9E8-F75EFDEC5812}"/>
              </a:ext>
            </a:extLst>
          </p:cNvPr>
          <p:cNvGrpSpPr/>
          <p:nvPr/>
        </p:nvGrpSpPr>
        <p:grpSpPr>
          <a:xfrm>
            <a:off x="10290660" y="5264107"/>
            <a:ext cx="1840522" cy="523220"/>
            <a:chOff x="3156626" y="3249198"/>
            <a:chExt cx="3341451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2069A58-D315-DA4F-C324-2D58DC77576F}"/>
                    </a:ext>
                  </a:extLst>
                </p:cNvPr>
                <p:cNvSpPr txBox="1"/>
                <p:nvPr/>
              </p:nvSpPr>
              <p:spPr>
                <a:xfrm>
                  <a:off x="3156626" y="3249198"/>
                  <a:ext cx="334145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2069A58-D315-DA4F-C324-2D58DC7757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6626" y="3249198"/>
                  <a:ext cx="3341451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AE38ACC-19B8-F91E-2A5C-CDA74B1F36C9}"/>
                </a:ext>
              </a:extLst>
            </p:cNvPr>
            <p:cNvSpPr/>
            <p:nvPr/>
          </p:nvSpPr>
          <p:spPr>
            <a:xfrm>
              <a:off x="3156626" y="3249198"/>
              <a:ext cx="3253902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2BB5D9-4A2A-EF43-A5D1-B276E23F7E09}"/>
                  </a:ext>
                </a:extLst>
              </p:cNvPr>
              <p:cNvSpPr txBox="1"/>
              <p:nvPr/>
            </p:nvSpPr>
            <p:spPr>
              <a:xfrm>
                <a:off x="649850" y="1983754"/>
                <a:ext cx="63157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2BB5D9-4A2A-EF43-A5D1-B276E23F7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50" y="1983754"/>
                <a:ext cx="631570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37B1E88-734F-B5D2-3635-230AE39FC503}"/>
              </a:ext>
            </a:extLst>
          </p:cNvPr>
          <p:cNvSpPr txBox="1"/>
          <p:nvPr/>
        </p:nvSpPr>
        <p:spPr>
          <a:xfrm>
            <a:off x="969534" y="3219099"/>
            <a:ext cx="5641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Equating corresponding components,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65AA3B3-AE7A-B952-801A-D9C1FCD95429}"/>
                  </a:ext>
                </a:extLst>
              </p:cNvPr>
              <p:cNvSpPr txBox="1"/>
              <p:nvPr/>
            </p:nvSpPr>
            <p:spPr>
              <a:xfrm>
                <a:off x="1047728" y="3770144"/>
                <a:ext cx="20794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65AA3B3-AE7A-B952-801A-D9C1FCD95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28" y="3770144"/>
                <a:ext cx="207945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CDEA0D6-6DBE-D0F3-2F70-6BA3EC9038E9}"/>
                  </a:ext>
                </a:extLst>
              </p:cNvPr>
              <p:cNvSpPr txBox="1"/>
              <p:nvPr/>
            </p:nvSpPr>
            <p:spPr>
              <a:xfrm>
                <a:off x="3437490" y="3770144"/>
                <a:ext cx="27409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CDEA0D6-6DBE-D0F3-2F70-6BA3EC903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7490" y="3770144"/>
                <a:ext cx="274094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9701878-310E-D9DB-3661-5A6F88F38D14}"/>
                  </a:ext>
                </a:extLst>
              </p:cNvPr>
              <p:cNvSpPr txBox="1"/>
              <p:nvPr/>
            </p:nvSpPr>
            <p:spPr>
              <a:xfrm>
                <a:off x="6488733" y="3770144"/>
                <a:ext cx="147876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9701878-310E-D9DB-3661-5A6F88F38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733" y="3770144"/>
                <a:ext cx="1478767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5BAEFB5E-5747-880D-EAF1-8B9B5313C1F3}"/>
              </a:ext>
            </a:extLst>
          </p:cNvPr>
          <p:cNvSpPr txBox="1"/>
          <p:nvPr/>
        </p:nvSpPr>
        <p:spPr>
          <a:xfrm>
            <a:off x="969534" y="4375350"/>
            <a:ext cx="3680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these equations,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4FEFD9F-735D-317C-AFD7-F7903921D6CA}"/>
                  </a:ext>
                </a:extLst>
              </p:cNvPr>
              <p:cNvSpPr txBox="1"/>
              <p:nvPr/>
            </p:nvSpPr>
            <p:spPr>
              <a:xfrm>
                <a:off x="969534" y="4862465"/>
                <a:ext cx="6479230" cy="8991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i="0" dirty="0" smtClean="0">
                          <a:solidFill>
                            <a:srgbClr val="002060"/>
                          </a:solidFill>
                        </a:rPr>
                        <m:t>We</m:t>
                      </m:r>
                      <m:r>
                        <m:rPr>
                          <m:nor/>
                        </m:rPr>
                        <a:rPr lang="en-IN" sz="2800" i="0" dirty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i="0" dirty="0" smtClean="0">
                          <a:solidFill>
                            <a:srgbClr val="002060"/>
                          </a:solidFill>
                        </a:rPr>
                        <m:t>get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4FEFD9F-735D-317C-AFD7-F7903921D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534" y="4862465"/>
                <a:ext cx="6479230" cy="89915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Arrow 3">
            <a:extLst>
              <a:ext uri="{FF2B5EF4-FFF2-40B4-BE49-F238E27FC236}">
                <a16:creationId xmlns:a16="http://schemas.microsoft.com/office/drawing/2014/main" id="{EAE8D1A4-6AAA-D9FF-EC83-6AA8EF855E9E}"/>
              </a:ext>
            </a:extLst>
          </p:cNvPr>
          <p:cNvSpPr/>
          <p:nvPr/>
        </p:nvSpPr>
        <p:spPr>
          <a:xfrm flipV="1">
            <a:off x="249687" y="8640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29" name="Right Arrow 3">
            <a:extLst>
              <a:ext uri="{FF2B5EF4-FFF2-40B4-BE49-F238E27FC236}">
                <a16:creationId xmlns:a16="http://schemas.microsoft.com/office/drawing/2014/main" id="{068C9192-F5B9-E103-1498-9D638768F890}"/>
              </a:ext>
            </a:extLst>
          </p:cNvPr>
          <p:cNvSpPr/>
          <p:nvPr/>
        </p:nvSpPr>
        <p:spPr>
          <a:xfrm flipV="1">
            <a:off x="249686" y="3293669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30" name="Right Arrow 3">
            <a:extLst>
              <a:ext uri="{FF2B5EF4-FFF2-40B4-BE49-F238E27FC236}">
                <a16:creationId xmlns:a16="http://schemas.microsoft.com/office/drawing/2014/main" id="{58BAD924-A4F2-0E3E-1583-FBF393A42EB0}"/>
              </a:ext>
            </a:extLst>
          </p:cNvPr>
          <p:cNvSpPr/>
          <p:nvPr/>
        </p:nvSpPr>
        <p:spPr>
          <a:xfrm flipV="1">
            <a:off x="249685" y="4413686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F6CB1BD-D463-AB43-BEA3-C04E6E761CC1}"/>
                  </a:ext>
                </a:extLst>
              </p:cNvPr>
              <p:cNvSpPr txBox="1"/>
              <p:nvPr/>
            </p:nvSpPr>
            <p:spPr>
              <a:xfrm>
                <a:off x="649850" y="5720940"/>
                <a:ext cx="5768150" cy="898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F6CB1BD-D463-AB43-BEA3-C04E6E761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50" y="5720940"/>
                <a:ext cx="5768150" cy="89896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66A992-6F8C-D07F-3CD6-383B6F6387BC}"/>
                  </a:ext>
                </a:extLst>
              </p:cNvPr>
              <p:cNvSpPr txBox="1"/>
              <p:nvPr/>
            </p:nvSpPr>
            <p:spPr>
              <a:xfrm>
                <a:off x="649850" y="2615252"/>
                <a:ext cx="63157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66A992-6F8C-D07F-3CD6-383B6F638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50" y="2615252"/>
                <a:ext cx="6315701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491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8" grpId="0"/>
      <p:bldP spid="22" grpId="0"/>
      <p:bldP spid="26" grpId="0"/>
      <p:bldP spid="27" grpId="0" animBg="1"/>
      <p:bldP spid="29" grpId="0" animBg="1"/>
      <p:bldP spid="30" grpId="0" animBg="1"/>
      <p:bldP spid="33" grpId="0"/>
      <p:bldP spid="3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7F0DB-08F5-2354-8ABC-ADC061528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A2B1F6D-C79F-1B1C-FB95-FBE8BEEE936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Example:2(Continue)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A2B1F6D-C79F-1B1C-FB95-FBE8BEEE93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4EF48E-B52D-309E-F7C4-4D65E16BF451}"/>
                  </a:ext>
                </a:extLst>
              </p:cNvPr>
              <p:cNvSpPr txBox="1"/>
              <p:nvPr/>
            </p:nvSpPr>
            <p:spPr>
              <a:xfrm>
                <a:off x="959260" y="788676"/>
                <a:ext cx="10345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Express the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as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4EF48E-B52D-309E-F7C4-4D65E16BF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60" y="788676"/>
                <a:ext cx="10345519" cy="523220"/>
              </a:xfrm>
              <a:prstGeom prst="rect">
                <a:avLst/>
              </a:prstGeom>
              <a:blipFill>
                <a:blip r:embed="rId3"/>
                <a:stretch>
                  <a:fillRect l="-1179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59B4AF-18CB-6800-C855-5EA932C5317F}"/>
                  </a:ext>
                </a:extLst>
              </p:cNvPr>
              <p:cNvSpPr txBox="1"/>
              <p:nvPr/>
            </p:nvSpPr>
            <p:spPr>
              <a:xfrm>
                <a:off x="959260" y="1439629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59B4AF-18CB-6800-C855-5EA932C53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60" y="1439629"/>
                <a:ext cx="612842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26359595-75F9-8ACE-E7BC-74DA28A539C3}"/>
              </a:ext>
            </a:extLst>
          </p:cNvPr>
          <p:cNvGrpSpPr/>
          <p:nvPr/>
        </p:nvGrpSpPr>
        <p:grpSpPr>
          <a:xfrm>
            <a:off x="5874522" y="5993226"/>
            <a:ext cx="6317478" cy="523220"/>
            <a:chOff x="4029510" y="5402533"/>
            <a:chExt cx="7779869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51E61C3-ED0A-68DE-A830-3579600E6C1A}"/>
                    </a:ext>
                  </a:extLst>
                </p:cNvPr>
                <p:cNvSpPr txBox="1"/>
                <p:nvPr/>
              </p:nvSpPr>
              <p:spPr>
                <a:xfrm>
                  <a:off x="4048592" y="5402533"/>
                  <a:ext cx="776078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51E61C3-ED0A-68DE-A830-3579600E6C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8592" y="5402533"/>
                  <a:ext cx="7760787" cy="523220"/>
                </a:xfrm>
                <a:prstGeom prst="rect">
                  <a:avLst/>
                </a:prstGeom>
                <a:blipFill>
                  <a:blip r:embed="rId5"/>
                  <a:stretch>
                    <a:fillRect t="-10465" b="-3255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9DC32DF-F0BF-54D2-DE7B-408DCC1738B8}"/>
                </a:ext>
              </a:extLst>
            </p:cNvPr>
            <p:cNvSpPr/>
            <p:nvPr/>
          </p:nvSpPr>
          <p:spPr>
            <a:xfrm>
              <a:off x="4029510" y="5402533"/>
              <a:ext cx="7692320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34AACAF-EB62-7ECB-72B8-36956F26574B}"/>
              </a:ext>
            </a:extLst>
          </p:cNvPr>
          <p:cNvGrpSpPr/>
          <p:nvPr/>
        </p:nvGrpSpPr>
        <p:grpSpPr>
          <a:xfrm>
            <a:off x="10165404" y="5264107"/>
            <a:ext cx="1955504" cy="944169"/>
            <a:chOff x="3156626" y="3249198"/>
            <a:chExt cx="3341451" cy="9441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4089F7F-3867-07CC-9204-B1C99DD741E0}"/>
                    </a:ext>
                  </a:extLst>
                </p:cNvPr>
                <p:cNvSpPr txBox="1"/>
                <p:nvPr/>
              </p:nvSpPr>
              <p:spPr>
                <a:xfrm>
                  <a:off x="3156626" y="3249198"/>
                  <a:ext cx="3341451" cy="94416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4089F7F-3867-07CC-9204-B1C99DD741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6626" y="3249198"/>
                  <a:ext cx="3341451" cy="94416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D5E1D98-578C-E141-3A75-20C7531ECAFE}"/>
                </a:ext>
              </a:extLst>
            </p:cNvPr>
            <p:cNvSpPr/>
            <p:nvPr/>
          </p:nvSpPr>
          <p:spPr>
            <a:xfrm>
              <a:off x="3156626" y="3249198"/>
              <a:ext cx="3253902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E2D682C-3685-10FF-F019-198C8F13FCEB}"/>
                  </a:ext>
                </a:extLst>
              </p:cNvPr>
              <p:cNvSpPr txBox="1"/>
              <p:nvPr/>
            </p:nvSpPr>
            <p:spPr>
              <a:xfrm>
                <a:off x="639576" y="2042121"/>
                <a:ext cx="63157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E2D682C-3685-10FF-F019-198C8F13F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76" y="2042121"/>
                <a:ext cx="631570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FE657AA0-CB05-569C-9327-EC24B11C477F}"/>
              </a:ext>
            </a:extLst>
          </p:cNvPr>
          <p:cNvSpPr txBox="1"/>
          <p:nvPr/>
        </p:nvSpPr>
        <p:spPr>
          <a:xfrm>
            <a:off x="959260" y="3374743"/>
            <a:ext cx="5641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Equating corresponding components,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0A3DE2D-F076-4FF0-1842-2C2B4392E2D9}"/>
                  </a:ext>
                </a:extLst>
              </p:cNvPr>
              <p:cNvSpPr txBox="1"/>
              <p:nvPr/>
            </p:nvSpPr>
            <p:spPr>
              <a:xfrm>
                <a:off x="1037454" y="3964699"/>
                <a:ext cx="20794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0A3DE2D-F076-4FF0-1842-2C2B4392E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454" y="3964699"/>
                <a:ext cx="207945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10DDDE4-1DCB-EFFB-2AF6-67C823CA5750}"/>
                  </a:ext>
                </a:extLst>
              </p:cNvPr>
              <p:cNvSpPr txBox="1"/>
              <p:nvPr/>
            </p:nvSpPr>
            <p:spPr>
              <a:xfrm>
                <a:off x="3427216" y="3964699"/>
                <a:ext cx="27409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10DDDE4-1DCB-EFFB-2AF6-67C823CA5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7216" y="3964699"/>
                <a:ext cx="274094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8C8F877-4B4D-BDBB-9D8A-ED5C88186501}"/>
                  </a:ext>
                </a:extLst>
              </p:cNvPr>
              <p:cNvSpPr txBox="1"/>
              <p:nvPr/>
            </p:nvSpPr>
            <p:spPr>
              <a:xfrm>
                <a:off x="6478459" y="3964699"/>
                <a:ext cx="147876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8C8F877-4B4D-BDBB-9D8A-ED5C88186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8459" y="3964699"/>
                <a:ext cx="1478767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F670150F-F5DF-7ABC-C75E-6AADC01689D6}"/>
              </a:ext>
            </a:extLst>
          </p:cNvPr>
          <p:cNvSpPr txBox="1"/>
          <p:nvPr/>
        </p:nvSpPr>
        <p:spPr>
          <a:xfrm>
            <a:off x="959260" y="4579632"/>
            <a:ext cx="3680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these equations,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2DF6B78-E80D-7CC3-AAD0-F8751283C8FD}"/>
                  </a:ext>
                </a:extLst>
              </p:cNvPr>
              <p:cNvSpPr txBox="1"/>
              <p:nvPr/>
            </p:nvSpPr>
            <p:spPr>
              <a:xfrm>
                <a:off x="959260" y="5148412"/>
                <a:ext cx="59960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i="0" dirty="0" smtClean="0">
                          <a:solidFill>
                            <a:srgbClr val="002060"/>
                          </a:solidFill>
                        </a:rPr>
                        <m:t>We</m:t>
                      </m:r>
                      <m:r>
                        <m:rPr>
                          <m:nor/>
                        </m:rPr>
                        <a:rPr lang="en-IN" sz="2800" i="0" dirty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i="0" dirty="0" smtClean="0">
                          <a:solidFill>
                            <a:srgbClr val="002060"/>
                          </a:solidFill>
                        </a:rPr>
                        <m:t>get</m:t>
                      </m:r>
                      <m:r>
                        <m:rPr>
                          <m:nor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=0, 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=0, 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2DF6B78-E80D-7CC3-AAD0-F8751283C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60" y="5148412"/>
                <a:ext cx="599601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Arrow 3">
            <a:extLst>
              <a:ext uri="{FF2B5EF4-FFF2-40B4-BE49-F238E27FC236}">
                <a16:creationId xmlns:a16="http://schemas.microsoft.com/office/drawing/2014/main" id="{0092D23B-4E19-89C4-A381-48BF1C7675F9}"/>
              </a:ext>
            </a:extLst>
          </p:cNvPr>
          <p:cNvSpPr/>
          <p:nvPr/>
        </p:nvSpPr>
        <p:spPr>
          <a:xfrm flipV="1">
            <a:off x="239413" y="8640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29" name="Right Arrow 3">
            <a:extLst>
              <a:ext uri="{FF2B5EF4-FFF2-40B4-BE49-F238E27FC236}">
                <a16:creationId xmlns:a16="http://schemas.microsoft.com/office/drawing/2014/main" id="{015CAB58-8EA9-2EDD-97EF-1AE1FE43270C}"/>
              </a:ext>
            </a:extLst>
          </p:cNvPr>
          <p:cNvSpPr/>
          <p:nvPr/>
        </p:nvSpPr>
        <p:spPr>
          <a:xfrm flipV="1">
            <a:off x="239412" y="3449313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30" name="Right Arrow 3">
            <a:extLst>
              <a:ext uri="{FF2B5EF4-FFF2-40B4-BE49-F238E27FC236}">
                <a16:creationId xmlns:a16="http://schemas.microsoft.com/office/drawing/2014/main" id="{982C2274-6896-A6F4-7B92-CF46F0AAAD28}"/>
              </a:ext>
            </a:extLst>
          </p:cNvPr>
          <p:cNvSpPr/>
          <p:nvPr/>
        </p:nvSpPr>
        <p:spPr>
          <a:xfrm flipV="1">
            <a:off x="239411" y="461796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98B5E58-2ED1-36AF-9E6B-732BD7B7FA82}"/>
                  </a:ext>
                </a:extLst>
              </p:cNvPr>
              <p:cNvSpPr txBox="1"/>
              <p:nvPr/>
            </p:nvSpPr>
            <p:spPr>
              <a:xfrm>
                <a:off x="639576" y="5869616"/>
                <a:ext cx="689784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98B5E58-2ED1-36AF-9E6B-732BD7B7F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76" y="5869616"/>
                <a:ext cx="6897846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91BD15C-DE77-81EC-DE0D-952AE39FDFAF}"/>
                  </a:ext>
                </a:extLst>
              </p:cNvPr>
              <p:cNvSpPr txBox="1"/>
              <p:nvPr/>
            </p:nvSpPr>
            <p:spPr>
              <a:xfrm>
                <a:off x="639576" y="2712531"/>
                <a:ext cx="63157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91BD15C-DE77-81EC-DE0D-952AE39FD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76" y="2712531"/>
                <a:ext cx="6315701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7942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8" grpId="0"/>
      <p:bldP spid="22" grpId="0"/>
      <p:bldP spid="26" grpId="0"/>
      <p:bldP spid="27" grpId="0" animBg="1"/>
      <p:bldP spid="29" grpId="0" animBg="1"/>
      <p:bldP spid="30" grpId="0" animBg="1"/>
      <p:bldP spid="33" grpId="0"/>
      <p:bldP spid="3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175BD-4D14-9F67-A946-CDE4A2365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D490DAB-32D8-84B6-1BF8-FAFAAC5F530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Example:2(Continue)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D490DAB-32D8-84B6-1BF8-FAFAAC5F5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57C317-6597-870F-3B1E-0F9F820A8AF5}"/>
                  </a:ext>
                </a:extLst>
              </p:cNvPr>
              <p:cNvSpPr txBox="1"/>
              <p:nvPr/>
            </p:nvSpPr>
            <p:spPr>
              <a:xfrm>
                <a:off x="117013" y="879378"/>
                <a:ext cx="10972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The matrix of the transformation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with respect to the bases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IN" sz="2800" i="0" dirty="0">
                    <a:solidFill>
                      <a:srgbClr val="002060"/>
                    </a:solidFill>
                    <a:latin typeface="+mj-lt"/>
                  </a:rPr>
                  <a:t>and</a:t>
                </a:r>
                <a:r>
                  <a:rPr lang="en-IN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IN" sz="2800" i="0" dirty="0">
                    <a:solidFill>
                      <a:srgbClr val="002060"/>
                    </a:solidFill>
                    <a:latin typeface="+mj-lt"/>
                  </a:rPr>
                  <a:t>is</a:t>
                </a:r>
                <a:endParaRPr lang="en-IN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57C317-6597-870F-3B1E-0F9F820A8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13" y="879378"/>
                <a:ext cx="10972519" cy="523220"/>
              </a:xfrm>
              <a:prstGeom prst="rect">
                <a:avLst/>
              </a:prstGeom>
              <a:blipFill>
                <a:blip r:embed="rId3"/>
                <a:stretch>
                  <a:fillRect l="-1111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B100F95-AC4B-9BA7-D3DD-0560A40CA2A0}"/>
                  </a:ext>
                </a:extLst>
              </p:cNvPr>
              <p:cNvSpPr txBox="1"/>
              <p:nvPr/>
            </p:nvSpPr>
            <p:spPr>
              <a:xfrm>
                <a:off x="656971" y="2830507"/>
                <a:ext cx="1727092" cy="560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B100F95-AC4B-9BA7-D3DD-0560A40CA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971" y="2830507"/>
                <a:ext cx="1727092" cy="5602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ket 7">
            <a:extLst>
              <a:ext uri="{FF2B5EF4-FFF2-40B4-BE49-F238E27FC236}">
                <a16:creationId xmlns:a16="http://schemas.microsoft.com/office/drawing/2014/main" id="{CBE907CB-10BF-FFCF-B883-A4C7E49E1338}"/>
              </a:ext>
            </a:extLst>
          </p:cNvPr>
          <p:cNvSpPr/>
          <p:nvPr/>
        </p:nvSpPr>
        <p:spPr>
          <a:xfrm>
            <a:off x="2628990" y="1918397"/>
            <a:ext cx="185541" cy="2624029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3" name="Left Bracket 12">
            <a:extLst>
              <a:ext uri="{FF2B5EF4-FFF2-40B4-BE49-F238E27FC236}">
                <a16:creationId xmlns:a16="http://schemas.microsoft.com/office/drawing/2014/main" id="{9F1FF385-892F-51D4-9F52-F86BF6B1BCFE}"/>
              </a:ext>
            </a:extLst>
          </p:cNvPr>
          <p:cNvSpPr/>
          <p:nvPr/>
        </p:nvSpPr>
        <p:spPr>
          <a:xfrm flipH="1">
            <a:off x="4318856" y="1921713"/>
            <a:ext cx="187786" cy="2624400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BEE58A9-5ADE-B963-90FE-26E6122BF1B4}"/>
                  </a:ext>
                </a:extLst>
              </p:cNvPr>
              <p:cNvSpPr txBox="1"/>
              <p:nvPr/>
            </p:nvSpPr>
            <p:spPr>
              <a:xfrm>
                <a:off x="4515133" y="4436977"/>
                <a:ext cx="14964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IN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BEE58A9-5ADE-B963-90FE-26E6122BF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5133" y="4436977"/>
                <a:ext cx="149649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A7E71FA0-1399-74BD-AFFC-A8A193FF1183}"/>
              </a:ext>
            </a:extLst>
          </p:cNvPr>
          <p:cNvGrpSpPr/>
          <p:nvPr/>
        </p:nvGrpSpPr>
        <p:grpSpPr>
          <a:xfrm>
            <a:off x="6471178" y="5469651"/>
            <a:ext cx="5506342" cy="948172"/>
            <a:chOff x="5613523" y="3362539"/>
            <a:chExt cx="4225612" cy="52322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723613F-2135-CA23-E169-0E81B0933EDC}"/>
                </a:ext>
              </a:extLst>
            </p:cNvPr>
            <p:cNvSpPr/>
            <p:nvPr/>
          </p:nvSpPr>
          <p:spPr>
            <a:xfrm>
              <a:off x="5613523" y="3362539"/>
              <a:ext cx="4225612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 algn="ctr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44426A2-5D75-115F-9053-606E6623739B}"/>
                    </a:ext>
                  </a:extLst>
                </p:cNvPr>
                <p:cNvSpPr txBox="1"/>
                <p:nvPr/>
              </p:nvSpPr>
              <p:spPr>
                <a:xfrm>
                  <a:off x="5613523" y="3381628"/>
                  <a:ext cx="4115825" cy="49617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44426A2-5D75-115F-9053-606E662373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3523" y="3381628"/>
                  <a:ext cx="4115825" cy="49617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191CB50-4F2E-DEF2-5ED9-EE51761F4958}"/>
              </a:ext>
            </a:extLst>
          </p:cNvPr>
          <p:cNvGrpSpPr/>
          <p:nvPr/>
        </p:nvGrpSpPr>
        <p:grpSpPr>
          <a:xfrm>
            <a:off x="6806421" y="5756456"/>
            <a:ext cx="5294752" cy="624888"/>
            <a:chOff x="3790882" y="4530772"/>
            <a:chExt cx="5294752" cy="6248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A445C21-34A9-473D-336F-8310978984F9}"/>
                </a:ext>
              </a:extLst>
            </p:cNvPr>
            <p:cNvSpPr/>
            <p:nvPr/>
          </p:nvSpPr>
          <p:spPr>
            <a:xfrm>
              <a:off x="3790882" y="4530772"/>
              <a:ext cx="5171099" cy="62488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9BE3F9D-9A88-1571-09F1-977E301B530B}"/>
                    </a:ext>
                  </a:extLst>
                </p:cNvPr>
                <p:cNvSpPr txBox="1"/>
                <p:nvPr/>
              </p:nvSpPr>
              <p:spPr>
                <a:xfrm>
                  <a:off x="3914536" y="4580345"/>
                  <a:ext cx="517109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9BE3F9D-9A88-1571-09F1-977E301B53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4536" y="4580345"/>
                  <a:ext cx="5171098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C6CACF7-03DB-DE2F-7346-F5873A6ECE1B}"/>
                  </a:ext>
                </a:extLst>
              </p:cNvPr>
              <p:cNvSpPr/>
              <p:nvPr/>
            </p:nvSpPr>
            <p:spPr>
              <a:xfrm>
                <a:off x="2950651" y="4060121"/>
                <a:ext cx="452916" cy="484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C6CACF7-03DB-DE2F-7346-F5873A6ECE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0651" y="4060121"/>
                <a:ext cx="452916" cy="48434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A8BBF05-F4FC-D267-FC5D-93E88DCB2D7F}"/>
                  </a:ext>
                </a:extLst>
              </p:cNvPr>
              <p:cNvSpPr/>
              <p:nvPr/>
            </p:nvSpPr>
            <p:spPr>
              <a:xfrm>
                <a:off x="2761091" y="1942271"/>
                <a:ext cx="817142" cy="888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A8BBF05-F4FC-D267-FC5D-93E88DCB2D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091" y="1942271"/>
                <a:ext cx="817142" cy="88823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A2BEFEC-E00A-6D57-1B65-0D23B17F1C76}"/>
                  </a:ext>
                </a:extLst>
              </p:cNvPr>
              <p:cNvSpPr/>
              <p:nvPr/>
            </p:nvSpPr>
            <p:spPr>
              <a:xfrm>
                <a:off x="2754374" y="3001196"/>
                <a:ext cx="845470" cy="888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A2BEFEC-E00A-6D57-1B65-0D23B17F1C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4374" y="3001196"/>
                <a:ext cx="845470" cy="88823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E660CD2-609A-2DB2-378F-4D8305B06748}"/>
                  </a:ext>
                </a:extLst>
              </p:cNvPr>
              <p:cNvSpPr/>
              <p:nvPr/>
            </p:nvSpPr>
            <p:spPr>
              <a:xfrm>
                <a:off x="3732892" y="4058081"/>
                <a:ext cx="452916" cy="484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E660CD2-609A-2DB2-378F-4D8305B067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2892" y="4058081"/>
                <a:ext cx="452916" cy="48434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4BAAEA7-7248-BAD8-F414-BD95730132AF}"/>
                  </a:ext>
                </a:extLst>
              </p:cNvPr>
              <p:cNvSpPr/>
              <p:nvPr/>
            </p:nvSpPr>
            <p:spPr>
              <a:xfrm>
                <a:off x="3487550" y="2051861"/>
                <a:ext cx="817142" cy="485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4BAAEA7-7248-BAD8-F414-BD95730132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550" y="2051861"/>
                <a:ext cx="817142" cy="48519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2AAFEA0-0BFB-803E-F1F0-A97786ABE952}"/>
                  </a:ext>
                </a:extLst>
              </p:cNvPr>
              <p:cNvSpPr/>
              <p:nvPr/>
            </p:nvSpPr>
            <p:spPr>
              <a:xfrm>
                <a:off x="3494997" y="3055397"/>
                <a:ext cx="845470" cy="484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2AAFEA0-0BFB-803E-F1F0-A97786ABE9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997" y="3055397"/>
                <a:ext cx="845470" cy="48434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403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 animBg="1"/>
      <p:bldP spid="13" grpId="0" animBg="1"/>
      <p:bldP spid="17" grpId="0"/>
      <p:bldP spid="11" grpId="0"/>
      <p:bldP spid="16" grpId="0"/>
      <p:bldP spid="19" grpId="0"/>
      <p:bldP spid="22" grpId="0"/>
      <p:bldP spid="24" grpId="0"/>
      <p:bldP spid="26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548F3-828E-3F14-D68F-AFD549D08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41A0E-E94D-2096-C1BA-67D2D91F2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Matrices of Identity Operators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BDD9FF9C-EE66-4C20-01A2-A3FE690DC6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1707" y="794778"/>
                <a:ext cx="12040293" cy="542108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14000"/>
                  </a:lnSpc>
                </a:pPr>
                <a:r>
                  <a:rPr lang="en-IN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IN" sz="2800" i="0" dirty="0">
                    <a:solidFill>
                      <a:srgbClr val="002060"/>
                    </a:solidFill>
                    <a:latin typeface="+mj-lt"/>
                  </a:rPr>
                  <a:t> be a linear operator. </a:t>
                </a:r>
                <a:r>
                  <a:rPr lang="en-IN" sz="2800" dirty="0">
                    <a:solidFill>
                      <a:srgbClr val="002060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and </a:t>
                </a:r>
                <a:br>
                  <a:rPr lang="en-IN" sz="2800" dirty="0">
                    <a:solidFill>
                      <a:srgbClr val="002060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are two different non-standard bases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, then</a:t>
                </a:r>
                <a:endParaRPr lang="en-US" sz="2800" b="1" dirty="0">
                  <a:solidFill>
                    <a:srgbClr val="002060"/>
                  </a:solidFill>
                </a:endParaRPr>
              </a:p>
              <a:p>
                <a:pPr lvl="1">
                  <a:lnSpc>
                    <a:spcPct val="114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denotes the matrix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when the domain and codomain use the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same basis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​.</a:t>
                </a:r>
                <a:endParaRPr lang="en-IN" sz="2800" dirty="0">
                  <a:solidFill>
                    <a:srgbClr val="002060"/>
                  </a:solidFill>
                </a:endParaRPr>
              </a:p>
              <a:p>
                <a:pPr lvl="1">
                  <a:lnSpc>
                    <a:spcPct val="114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denotes the matrix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when the domain and codomain use the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same basis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​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  <a:p>
                <a:pPr lvl="1">
                  <a:lnSpc>
                    <a:spcPct val="114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denotes the matrix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with respect to basis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of the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domain</a:t>
                </a:r>
                <a:r>
                  <a:rPr lang="en-US" sz="2800" dirty="0">
                    <a:solidFill>
                      <a:srgbClr val="002060"/>
                    </a:solidFill>
                  </a:rPr>
                  <a:t> and basis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​ of the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codomain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  <a:p>
                <a:pPr lvl="1">
                  <a:lnSpc>
                    <a:spcPct val="114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denotes the matrix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with respect to basis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of the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domain</a:t>
                </a:r>
                <a:r>
                  <a:rPr lang="en-US" sz="2800" dirty="0">
                    <a:solidFill>
                      <a:srgbClr val="002060"/>
                    </a:solidFill>
                  </a:rPr>
                  <a:t> and basis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​ of the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codomain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BDD9FF9C-EE66-4C20-01A2-A3FE690DC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07" y="794778"/>
                <a:ext cx="12040293" cy="5421087"/>
              </a:xfrm>
              <a:prstGeom prst="rect">
                <a:avLst/>
              </a:prstGeom>
              <a:blipFill>
                <a:blip r:embed="rId2"/>
                <a:stretch>
                  <a:fillRect l="-962" r="-1013" b="-2472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3699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073CE-5C42-D562-4561-59143C66A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2B1C5B7-BD01-134C-FDC1-4AD92F94F24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2B1C5B7-BD01-134C-FDC1-4AD92F94F2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61907BCD-8E71-1BCB-E55E-BBD7C75600C0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74D725B-E9D2-A11B-2C9C-DD01719D439F}"/>
              </a:ext>
            </a:extLst>
          </p:cNvPr>
          <p:cNvSpPr/>
          <p:nvPr/>
        </p:nvSpPr>
        <p:spPr>
          <a:xfrm>
            <a:off x="205273" y="923750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897C20-EBF8-F0DC-0567-34D36097107D}"/>
                  </a:ext>
                </a:extLst>
              </p:cNvPr>
              <p:cNvSpPr txBox="1"/>
              <p:nvPr/>
            </p:nvSpPr>
            <p:spPr>
              <a:xfrm>
                <a:off x="1844477" y="840175"/>
                <a:ext cx="10142250" cy="2649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∶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be the linear operator defined by </a:t>
                </a:r>
                <a:b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 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 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Find the matrix of transformation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w.r.t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ii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&amp;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iii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&amp;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iv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:br>
                  <a:rPr lang="en-US" sz="2800" dirty="0">
                    <a:solidFill>
                      <a:srgbClr val="002060"/>
                    </a:solidFill>
                  </a:rPr>
                </a:br>
                <a:r>
                  <a:rPr lang="en-US" sz="2800" dirty="0">
                    <a:solidFill>
                      <a:srgbClr val="002060"/>
                    </a:solidFill>
                  </a:rPr>
                  <a:t>where,</a:t>
                </a:r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1, 0, 0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0, 1, 0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(0, 0, 1)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:endParaRPr lang="en-IN" sz="2800" i="1" dirty="0">
                  <a:solidFill>
                    <a:srgbClr val="002060"/>
                  </a:solidFill>
                </a:endParaRPr>
              </a:p>
              <a:p>
                <a:pPr marL="982663" algn="just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1, 0, 1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0, 1, 1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(0, 0, 1)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897C20-EBF8-F0DC-0567-34D360971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477" y="840175"/>
                <a:ext cx="10142250" cy="2649828"/>
              </a:xfrm>
              <a:prstGeom prst="rect">
                <a:avLst/>
              </a:prstGeom>
              <a:blipFill>
                <a:blip r:embed="rId3"/>
                <a:stretch>
                  <a:fillRect l="-1263" t="-690" r="-1263" b="-5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0C0A451-E27D-D786-67B6-AFD875CDF2BD}"/>
              </a:ext>
            </a:extLst>
          </p:cNvPr>
          <p:cNvSpPr/>
          <p:nvPr/>
        </p:nvSpPr>
        <p:spPr>
          <a:xfrm>
            <a:off x="205273" y="3826050"/>
            <a:ext cx="1440000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p:sp>
        <p:nvSpPr>
          <p:cNvPr id="13" name="Right Arrow 3">
            <a:extLst>
              <a:ext uri="{FF2B5EF4-FFF2-40B4-BE49-F238E27FC236}">
                <a16:creationId xmlns:a16="http://schemas.microsoft.com/office/drawing/2014/main" id="{B44336DA-102D-A14C-F64A-651677A5191D}"/>
              </a:ext>
            </a:extLst>
          </p:cNvPr>
          <p:cNvSpPr/>
          <p:nvPr/>
        </p:nvSpPr>
        <p:spPr>
          <a:xfrm flipV="1">
            <a:off x="1089431" y="5337250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E9647D-60E5-FB41-CA2F-E28113F96AC7}"/>
                  </a:ext>
                </a:extLst>
              </p:cNvPr>
              <p:cNvSpPr txBox="1"/>
              <p:nvPr/>
            </p:nvSpPr>
            <p:spPr>
              <a:xfrm>
                <a:off x="1825019" y="3727224"/>
                <a:ext cx="1014225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(</a:t>
                </a:r>
                <a:r>
                  <a:rPr lang="en-IN" sz="2800" dirty="0" err="1">
                    <a:solidFill>
                      <a:srgbClr val="002060"/>
                    </a:solidFill>
                  </a:rPr>
                  <a:t>i</a:t>
                </a:r>
                <a:r>
                  <a:rPr lang="en-IN" sz="2800" dirty="0">
                    <a:solidFill>
                      <a:srgbClr val="002060"/>
                    </a:solidFill>
                  </a:rPr>
                  <a:t>)    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the standard basis of domain and codomain both, </a:t>
                </a:r>
              </a:p>
              <a:p>
                <a:pPr marL="534988"/>
                <a:r>
                  <a:rPr lang="en-IN" sz="2800" dirty="0">
                    <a:solidFill>
                      <a:srgbClr val="002060"/>
                    </a:solidFill>
                  </a:rPr>
                  <a:t> the matrix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w.r.t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the standard matrix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E9647D-60E5-FB41-CA2F-E28113F96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5019" y="3727224"/>
                <a:ext cx="10142250" cy="954107"/>
              </a:xfrm>
              <a:prstGeom prst="rect">
                <a:avLst/>
              </a:prstGeom>
              <a:blipFill>
                <a:blip r:embed="rId4"/>
                <a:stretch>
                  <a:fillRect l="-1202" t="-6369" b="-16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2ADA718-48B4-679F-1B69-5B8FBEF0EE46}"/>
              </a:ext>
            </a:extLst>
          </p:cNvPr>
          <p:cNvCxnSpPr>
            <a:cxnSpLocks/>
          </p:cNvCxnSpPr>
          <p:nvPr/>
        </p:nvCxnSpPr>
        <p:spPr>
          <a:xfrm>
            <a:off x="3891063" y="1909108"/>
            <a:ext cx="143969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B1AEE73-F10F-3843-8BB8-08E9FDB7A211}"/>
              </a:ext>
            </a:extLst>
          </p:cNvPr>
          <p:cNvCxnSpPr>
            <a:cxnSpLocks/>
          </p:cNvCxnSpPr>
          <p:nvPr/>
        </p:nvCxnSpPr>
        <p:spPr>
          <a:xfrm>
            <a:off x="5781472" y="1899380"/>
            <a:ext cx="92088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22FEABB-0292-0E7F-16F3-FDE34E1D4A49}"/>
              </a:ext>
            </a:extLst>
          </p:cNvPr>
          <p:cNvCxnSpPr>
            <a:cxnSpLocks/>
          </p:cNvCxnSpPr>
          <p:nvPr/>
        </p:nvCxnSpPr>
        <p:spPr>
          <a:xfrm>
            <a:off x="7079358" y="1918836"/>
            <a:ext cx="84133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D842774-37A9-C58A-6352-A5CCE77D20B3}"/>
                  </a:ext>
                </a:extLst>
              </p:cNvPr>
              <p:cNvSpPr/>
              <p:nvPr/>
            </p:nvSpPr>
            <p:spPr>
              <a:xfrm>
                <a:off x="1916346" y="5263170"/>
                <a:ext cx="3583302" cy="5425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2800" dirty="0">
                    <a:solidFill>
                      <a:srgbClr val="002060"/>
                    </a:solidFill>
                  </a:rPr>
                  <a:t>Directly,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=[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]=</m:t>
                    </m:r>
                  </m:oMath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D842774-37A9-C58A-6352-A5CCE77D20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6346" y="5263170"/>
                <a:ext cx="3583302" cy="542508"/>
              </a:xfrm>
              <a:prstGeom prst="rect">
                <a:avLst/>
              </a:prstGeom>
              <a:blipFill>
                <a:blip r:embed="rId5"/>
                <a:stretch>
                  <a:fillRect l="-1361" t="-12360" b="-258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39F7750-79A5-0B8F-A9D5-21A5792F3209}"/>
                  </a:ext>
                </a:extLst>
              </p:cNvPr>
              <p:cNvSpPr/>
              <p:nvPr/>
            </p:nvSpPr>
            <p:spPr>
              <a:xfrm>
                <a:off x="4032985" y="4681331"/>
                <a:ext cx="5434025" cy="182469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/>
                            <m:e/>
                            <m:e/>
                          </m:mr>
                          <m:mr>
                            <m:e/>
                            <m:e/>
                            <m:e/>
                          </m:mr>
                          <m:m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/>
                            <m:e>
                              <m:eqArr>
                                <m:eqArrPr>
                                  <m:ctrlPr>
                                    <a:rPr lang="en-IN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/>
                                <m:e/>
                              </m:eqArr>
                            </m:e>
                          </m:mr>
                        </m:m>
                        <m:r>
                          <a:rPr lang="en-IN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</m:e>
                    </m:d>
                  </m:oMath>
                </a14:m>
                <a:r>
                  <a:rPr lang="en-IN" sz="28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39F7750-79A5-0B8F-A9D5-21A5792F32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2985" y="4681331"/>
                <a:ext cx="5434025" cy="18246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B08CFDE-3EAF-0554-51E5-3145BE6AC982}"/>
                  </a:ext>
                </a:extLst>
              </p:cNvPr>
              <p:cNvSpPr/>
              <p:nvPr/>
            </p:nvSpPr>
            <p:spPr>
              <a:xfrm>
                <a:off x="5660094" y="5958837"/>
                <a:ext cx="207845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0       2       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B08CFDE-3EAF-0554-51E5-3145BE6AC9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094" y="5958837"/>
                <a:ext cx="207845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347B334-17F8-9A8A-D24C-8C10F0EB9FA3}"/>
                  </a:ext>
                </a:extLst>
              </p:cNvPr>
              <p:cNvSpPr/>
              <p:nvPr/>
            </p:nvSpPr>
            <p:spPr>
              <a:xfrm>
                <a:off x="5430967" y="5435617"/>
                <a:ext cx="233696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2  −1      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347B334-17F8-9A8A-D24C-8C10F0EB9F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967" y="5435617"/>
                <a:ext cx="233696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C183608-859F-B0D4-D1A2-78F22BBBD567}"/>
                  </a:ext>
                </a:extLst>
              </p:cNvPr>
              <p:cNvSpPr/>
              <p:nvPr/>
            </p:nvSpPr>
            <p:spPr>
              <a:xfrm>
                <a:off x="5777029" y="4900818"/>
                <a:ext cx="188384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1      2       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C183608-859F-B0D4-D1A2-78F22BBBD5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7029" y="4900818"/>
                <a:ext cx="188384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A2223E-5396-4F6B-6443-10C43806888B}"/>
                  </a:ext>
                </a:extLst>
              </p:cNvPr>
              <p:cNvSpPr txBox="1"/>
              <p:nvPr/>
            </p:nvSpPr>
            <p:spPr>
              <a:xfrm>
                <a:off x="8122594" y="5263170"/>
                <a:ext cx="416343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IN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is the standard basis)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A2223E-5396-4F6B-6443-10C438068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2594" y="5263170"/>
                <a:ext cx="4163438" cy="523220"/>
              </a:xfrm>
              <a:prstGeom prst="rect">
                <a:avLst/>
              </a:prstGeom>
              <a:blipFill>
                <a:blip r:embed="rId10"/>
                <a:stretch>
                  <a:fillRect l="-2928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900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/>
      <p:bldP spid="20" grpId="0"/>
      <p:bldP spid="21" grpId="0"/>
      <p:bldP spid="22" grpId="0"/>
      <p:bldP spid="23" grpId="0"/>
      <p:bldP spid="24" grpId="0"/>
      <p:bldP spid="9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AB3EF-4EC1-29AA-665F-37D5A2807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E01C94-1700-AD22-9127-E2B0E9A920C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DE01C94-1700-AD22-9127-E2B0E9A920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B38B31-890A-1AA0-E1E6-0C13C64A7553}"/>
                  </a:ext>
                </a:extLst>
              </p:cNvPr>
              <p:cNvSpPr txBox="1"/>
              <p:nvPr/>
            </p:nvSpPr>
            <p:spPr>
              <a:xfrm>
                <a:off x="1083077" y="1792170"/>
                <a:ext cx="283452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=(1, 0, 0)</m:t>
                    </m: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B38B31-890A-1AA0-E1E6-0C13C64A7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077" y="1792170"/>
                <a:ext cx="2834527" cy="523220"/>
              </a:xfrm>
              <a:prstGeom prst="rect">
                <a:avLst/>
              </a:prstGeom>
              <a:blipFill>
                <a:blip r:embed="rId3"/>
                <a:stretch>
                  <a:fillRect l="-4516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00640E8-B9F1-263D-2EF0-0E320645BE02}"/>
                  </a:ext>
                </a:extLst>
              </p:cNvPr>
              <p:cNvSpPr txBox="1"/>
              <p:nvPr/>
            </p:nvSpPr>
            <p:spPr>
              <a:xfrm>
                <a:off x="1083077" y="2471585"/>
                <a:ext cx="794155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1, 0, 0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(1+2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+0, 2−0, 2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+0)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00640E8-B9F1-263D-2EF0-0E320645B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077" y="2471585"/>
                <a:ext cx="794155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Arrow 3">
            <a:extLst>
              <a:ext uri="{FF2B5EF4-FFF2-40B4-BE49-F238E27FC236}">
                <a16:creationId xmlns:a16="http://schemas.microsoft.com/office/drawing/2014/main" id="{A64FF1E8-77D6-CA77-8C23-62101687BE99}"/>
              </a:ext>
            </a:extLst>
          </p:cNvPr>
          <p:cNvSpPr/>
          <p:nvPr/>
        </p:nvSpPr>
        <p:spPr>
          <a:xfrm flipV="1">
            <a:off x="379315" y="324319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FB17AFC-2AF1-8F44-DD3E-E3FEE7630932}"/>
                  </a:ext>
                </a:extLst>
              </p:cNvPr>
              <p:cNvSpPr txBox="1"/>
              <p:nvPr/>
            </p:nvSpPr>
            <p:spPr>
              <a:xfrm>
                <a:off x="1083077" y="3153537"/>
                <a:ext cx="308036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=(0,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0)</m:t>
                    </m: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FB17AFC-2AF1-8F44-DD3E-E3FEE7630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077" y="3153537"/>
                <a:ext cx="3080362" cy="523220"/>
              </a:xfrm>
              <a:prstGeom prst="rect">
                <a:avLst/>
              </a:prstGeom>
              <a:blipFill>
                <a:blip r:embed="rId5"/>
                <a:stretch>
                  <a:fillRect l="-4158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B6DA57A-430C-BE4D-0335-6E024A5A696E}"/>
                  </a:ext>
                </a:extLst>
              </p:cNvPr>
              <p:cNvSpPr txBox="1"/>
              <p:nvPr/>
            </p:nvSpPr>
            <p:spPr>
              <a:xfrm>
                <a:off x="1083077" y="3830831"/>
                <a:ext cx="864458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(0)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+0)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B6DA57A-430C-BE4D-0335-6E024A5A6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077" y="3830831"/>
                <a:ext cx="864458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6BB80AC-678A-DDA2-4747-E6C555E4CE2D}"/>
                  </a:ext>
                </a:extLst>
              </p:cNvPr>
              <p:cNvSpPr txBox="1"/>
              <p:nvPr/>
            </p:nvSpPr>
            <p:spPr>
              <a:xfrm>
                <a:off x="8929991" y="2479193"/>
                <a:ext cx="22373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=(1,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6BB80AC-678A-DDA2-4747-E6C555E4C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991" y="2479193"/>
                <a:ext cx="223736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4FDA7A6-A12E-E3A8-ED78-1AB109AE4D50}"/>
                  </a:ext>
                </a:extLst>
              </p:cNvPr>
              <p:cNvSpPr txBox="1"/>
              <p:nvPr/>
            </p:nvSpPr>
            <p:spPr>
              <a:xfrm>
                <a:off x="9489939" y="3846337"/>
                <a:ext cx="24805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=(2,−1,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4FDA7A6-A12E-E3A8-ED78-1AB109AE4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9939" y="3846337"/>
                <a:ext cx="248055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ight Arrow 3">
            <a:extLst>
              <a:ext uri="{FF2B5EF4-FFF2-40B4-BE49-F238E27FC236}">
                <a16:creationId xmlns:a16="http://schemas.microsoft.com/office/drawing/2014/main" id="{AF639BDF-454F-BD1B-B054-098B087BFB94}"/>
              </a:ext>
            </a:extLst>
          </p:cNvPr>
          <p:cNvSpPr/>
          <p:nvPr/>
        </p:nvSpPr>
        <p:spPr>
          <a:xfrm flipV="1">
            <a:off x="379315" y="1856606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7" name="Right Arrow 3">
            <a:extLst>
              <a:ext uri="{FF2B5EF4-FFF2-40B4-BE49-F238E27FC236}">
                <a16:creationId xmlns:a16="http://schemas.microsoft.com/office/drawing/2014/main" id="{A20D2E8A-4210-5FA5-2BD8-6C7E15FB6FE7}"/>
              </a:ext>
            </a:extLst>
          </p:cNvPr>
          <p:cNvSpPr/>
          <p:nvPr/>
        </p:nvSpPr>
        <p:spPr>
          <a:xfrm flipV="1">
            <a:off x="379315" y="4656146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CE102A-944B-D8B8-D0A9-CE0B85B3F727}"/>
                  </a:ext>
                </a:extLst>
              </p:cNvPr>
              <p:cNvSpPr txBox="1"/>
              <p:nvPr/>
            </p:nvSpPr>
            <p:spPr>
              <a:xfrm>
                <a:off x="1083077" y="4566492"/>
                <a:ext cx="278853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=(0,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CE102A-944B-D8B8-D0A9-CE0B85B3F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077" y="4566492"/>
                <a:ext cx="2788532" cy="523220"/>
              </a:xfrm>
              <a:prstGeom prst="rect">
                <a:avLst/>
              </a:prstGeom>
              <a:blipFill>
                <a:blip r:embed="rId9"/>
                <a:stretch>
                  <a:fillRect l="-4595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D5828B-76D2-E750-6945-B30B9C6DA37A}"/>
                  </a:ext>
                </a:extLst>
              </p:cNvPr>
              <p:cNvSpPr txBox="1"/>
              <p:nvPr/>
            </p:nvSpPr>
            <p:spPr>
              <a:xfrm>
                <a:off x="1083077" y="5243786"/>
                <a:ext cx="864458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(0)−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D5828B-76D2-E750-6945-B30B9C6DA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077" y="5243786"/>
                <a:ext cx="8644584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002863-483D-C243-2F05-186048C91BEC}"/>
                  </a:ext>
                </a:extLst>
              </p:cNvPr>
              <p:cNvSpPr txBox="1"/>
              <p:nvPr/>
            </p:nvSpPr>
            <p:spPr>
              <a:xfrm>
                <a:off x="9338556" y="5259292"/>
                <a:ext cx="24805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=(1,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002863-483D-C243-2F05-186048C91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8556" y="5259292"/>
                <a:ext cx="2480553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B6F7E2AA-BD91-2896-505A-1E630C972EA6}"/>
              </a:ext>
            </a:extLst>
          </p:cNvPr>
          <p:cNvGrpSpPr/>
          <p:nvPr/>
        </p:nvGrpSpPr>
        <p:grpSpPr>
          <a:xfrm>
            <a:off x="5938736" y="5952390"/>
            <a:ext cx="6128424" cy="523220"/>
            <a:chOff x="5938736" y="5962118"/>
            <a:chExt cx="6128424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8DC4537-27BF-E452-B56B-F512851C884D}"/>
                    </a:ext>
                  </a:extLst>
                </p:cNvPr>
                <p:cNvSpPr txBox="1"/>
                <p:nvPr/>
              </p:nvSpPr>
              <p:spPr>
                <a:xfrm>
                  <a:off x="5938736" y="5962118"/>
                  <a:ext cx="612842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2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2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d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8DC4537-27BF-E452-B56B-F512851C88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8736" y="5962118"/>
                  <a:ext cx="6128424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C738E76-CF6C-EA67-614B-C0EECDBE08F7}"/>
                </a:ext>
              </a:extLst>
            </p:cNvPr>
            <p:cNvSpPr/>
            <p:nvPr/>
          </p:nvSpPr>
          <p:spPr>
            <a:xfrm>
              <a:off x="5977398" y="5979038"/>
              <a:ext cx="5900074" cy="5063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9BC614C-ADB3-15E0-C734-357697CEA4CC}"/>
                  </a:ext>
                </a:extLst>
              </p:cNvPr>
              <p:cNvSpPr txBox="1"/>
              <p:nvPr/>
            </p:nvSpPr>
            <p:spPr>
              <a:xfrm>
                <a:off x="136187" y="765758"/>
                <a:ext cx="12055813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sz="2800" dirty="0">
                    <a:solidFill>
                      <a:srgbClr val="002060"/>
                    </a:solidFill>
                  </a:rPr>
                  <a:t>(ii)   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the basis of domain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the basis of codomain, the matrix  </a:t>
                </a:r>
              </a:p>
              <a:p>
                <a:pPr algn="just"/>
                <a:r>
                  <a:rPr lang="en-IN" sz="2800" dirty="0">
                    <a:solidFill>
                      <a:srgbClr val="002060"/>
                    </a:solidFill>
                  </a:rPr>
                  <a:t>       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w.r.t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&amp;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the matrix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9BC614C-ADB3-15E0-C734-357697CEA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87" y="765758"/>
                <a:ext cx="12055813" cy="954107"/>
              </a:xfrm>
              <a:prstGeom prst="rect">
                <a:avLst/>
              </a:prstGeom>
              <a:blipFill>
                <a:blip r:embed="rId13"/>
                <a:stretch>
                  <a:fillRect l="-1011" t="-7051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F03BA5C-3CE4-677C-EEEF-F3DB17295A82}"/>
                  </a:ext>
                </a:extLst>
              </p:cNvPr>
              <p:cNvSpPr txBox="1"/>
              <p:nvPr/>
            </p:nvSpPr>
            <p:spPr>
              <a:xfrm>
                <a:off x="7091464" y="105797"/>
                <a:ext cx="51426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b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IN" sz="28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I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d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I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d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(</m:t>
                          </m:r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IN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F03BA5C-3CE4-677C-EEEF-F3DB17295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464" y="105797"/>
                <a:ext cx="5142691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542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  <p:bldP spid="18" grpId="0"/>
      <p:bldP spid="21" grpId="0"/>
      <p:bldP spid="23" grpId="0"/>
      <p:bldP spid="25" grpId="0"/>
      <p:bldP spid="5" grpId="0" animBg="1"/>
      <p:bldP spid="7" grpId="0" animBg="1"/>
      <p:bldP spid="8" grpId="0"/>
      <p:bldP spid="9" grpId="0"/>
      <p:bldP spid="10" grpId="0"/>
      <p:bldP spid="28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48A4C-C610-B9F3-9B80-48B34A4ED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DE45053-5055-9E7C-CD5E-81266B056AE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DE45053-5055-9E7C-CD5E-81266B056A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A8DB71-714B-1FD9-225F-969F26E2BE30}"/>
                  </a:ext>
                </a:extLst>
              </p:cNvPr>
              <p:cNvSpPr txBox="1"/>
              <p:nvPr/>
            </p:nvSpPr>
            <p:spPr>
              <a:xfrm>
                <a:off x="900892" y="788676"/>
                <a:ext cx="10345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Express the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as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A8DB71-714B-1FD9-225F-969F26E2B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892" y="788676"/>
                <a:ext cx="10345519" cy="523220"/>
              </a:xfrm>
              <a:prstGeom prst="rect">
                <a:avLst/>
              </a:prstGeom>
              <a:blipFill>
                <a:blip r:embed="rId3"/>
                <a:stretch>
                  <a:fillRect l="-1237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B7ECEC-36E5-95CA-286F-32D3ACF172C7}"/>
                  </a:ext>
                </a:extLst>
              </p:cNvPr>
              <p:cNvSpPr txBox="1"/>
              <p:nvPr/>
            </p:nvSpPr>
            <p:spPr>
              <a:xfrm>
                <a:off x="552025" y="1974290"/>
                <a:ext cx="92393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(1,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B7ECEC-36E5-95CA-286F-32D3ACF17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025" y="1974290"/>
                <a:ext cx="923939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5BCEBF-4422-CF3E-DD78-8AD65CFAC882}"/>
                  </a:ext>
                </a:extLst>
              </p:cNvPr>
              <p:cNvSpPr txBox="1"/>
              <p:nvPr/>
            </p:nvSpPr>
            <p:spPr>
              <a:xfrm>
                <a:off x="900892" y="1350808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5BCEBF-4422-CF3E-DD78-8AD65CFAC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892" y="1350808"/>
                <a:ext cx="612842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18170C52-7081-37DC-0A16-FAB27C914547}"/>
              </a:ext>
            </a:extLst>
          </p:cNvPr>
          <p:cNvGrpSpPr/>
          <p:nvPr/>
        </p:nvGrpSpPr>
        <p:grpSpPr>
          <a:xfrm>
            <a:off x="4901757" y="5959851"/>
            <a:ext cx="7290243" cy="523220"/>
            <a:chOff x="4029510" y="5402533"/>
            <a:chExt cx="7290243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2E8D1E6-217C-4E98-4168-F64CA96B3CF8}"/>
                    </a:ext>
                  </a:extLst>
                </p:cNvPr>
                <p:cNvSpPr txBox="1"/>
                <p:nvPr/>
              </p:nvSpPr>
              <p:spPr>
                <a:xfrm>
                  <a:off x="4048592" y="5402533"/>
                  <a:ext cx="727116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1, 0, 1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2E8D1E6-217C-4E98-4168-F64CA96B3C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8592" y="5402533"/>
                  <a:ext cx="7271161" cy="523220"/>
                </a:xfrm>
                <a:prstGeom prst="rect">
                  <a:avLst/>
                </a:prstGeom>
                <a:blipFill>
                  <a:blip r:embed="rId6"/>
                  <a:stretch>
                    <a:fillRect t="-12941" b="-3294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9E21106-BAF2-A8B0-9100-4FF67460DB62}"/>
                </a:ext>
              </a:extLst>
            </p:cNvPr>
            <p:cNvSpPr/>
            <p:nvPr/>
          </p:nvSpPr>
          <p:spPr>
            <a:xfrm>
              <a:off x="4029510" y="5402533"/>
              <a:ext cx="7173512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7D86F5F-98BF-206D-93DA-4C14B17685FF}"/>
              </a:ext>
            </a:extLst>
          </p:cNvPr>
          <p:cNvGrpSpPr/>
          <p:nvPr/>
        </p:nvGrpSpPr>
        <p:grpSpPr>
          <a:xfrm>
            <a:off x="9495819" y="5959851"/>
            <a:ext cx="2637816" cy="523220"/>
            <a:chOff x="3156626" y="3249198"/>
            <a:chExt cx="2708789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501DB8D-B405-3BD8-B037-04D68B9CC87D}"/>
                    </a:ext>
                  </a:extLst>
                </p:cNvPr>
                <p:cNvSpPr txBox="1"/>
                <p:nvPr/>
              </p:nvSpPr>
              <p:spPr>
                <a:xfrm>
                  <a:off x="3156626" y="3249198"/>
                  <a:ext cx="270878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(1,2,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501DB8D-B405-3BD8-B037-04D68B9CC8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6626" y="3249198"/>
                  <a:ext cx="2708789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032B4E7-A678-6C30-46CC-EB7649A7154B}"/>
                </a:ext>
              </a:extLst>
            </p:cNvPr>
            <p:cNvSpPr/>
            <p:nvPr/>
          </p:nvSpPr>
          <p:spPr>
            <a:xfrm>
              <a:off x="3156626" y="3249198"/>
              <a:ext cx="2632134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45A63AA-7CBA-0F7A-22C5-40F0DFABB6B2}"/>
                  </a:ext>
                </a:extLst>
              </p:cNvPr>
              <p:cNvSpPr txBox="1"/>
              <p:nvPr/>
            </p:nvSpPr>
            <p:spPr>
              <a:xfrm>
                <a:off x="552025" y="2674717"/>
                <a:ext cx="92393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(1,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1, 0, 1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45A63AA-7CBA-0F7A-22C5-40F0DFABB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025" y="2674717"/>
                <a:ext cx="923939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0F1DEF6B-A927-41C9-53AD-12FE556B68E7}"/>
              </a:ext>
            </a:extLst>
          </p:cNvPr>
          <p:cNvSpPr txBox="1"/>
          <p:nvPr/>
        </p:nvSpPr>
        <p:spPr>
          <a:xfrm>
            <a:off x="900892" y="3345558"/>
            <a:ext cx="5641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Equating corresponding components,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2EAAD79-F704-2208-12FE-2ED594397046}"/>
                  </a:ext>
                </a:extLst>
              </p:cNvPr>
              <p:cNvSpPr txBox="1"/>
              <p:nvPr/>
            </p:nvSpPr>
            <p:spPr>
              <a:xfrm>
                <a:off x="979087" y="3896603"/>
                <a:ext cx="16214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2EAAD79-F704-2208-12FE-2ED594397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87" y="3896603"/>
                <a:ext cx="162144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722955B-F53D-4250-792D-64748300874B}"/>
                  </a:ext>
                </a:extLst>
              </p:cNvPr>
              <p:cNvSpPr txBox="1"/>
              <p:nvPr/>
            </p:nvSpPr>
            <p:spPr>
              <a:xfrm>
                <a:off x="2649000" y="3896603"/>
                <a:ext cx="1621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722955B-F53D-4250-792D-647483008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000" y="3896603"/>
                <a:ext cx="162143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9E1D6C4-0E66-EC27-0A9E-4E1A4C11F51C}"/>
                  </a:ext>
                </a:extLst>
              </p:cNvPr>
              <p:cNvSpPr txBox="1"/>
              <p:nvPr/>
            </p:nvSpPr>
            <p:spPr>
              <a:xfrm>
                <a:off x="4581560" y="3896603"/>
                <a:ext cx="40618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9E1D6C4-0E66-EC27-0A9E-4E1A4C11F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560" y="3896603"/>
                <a:ext cx="406189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00C9A7CA-DB37-1D44-31BB-3ED145773A1F}"/>
              </a:ext>
            </a:extLst>
          </p:cNvPr>
          <p:cNvSpPr txBox="1"/>
          <p:nvPr/>
        </p:nvSpPr>
        <p:spPr>
          <a:xfrm>
            <a:off x="900892" y="4521265"/>
            <a:ext cx="3680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these equations,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F13007F-5F86-9147-9925-2F7952B44953}"/>
                  </a:ext>
                </a:extLst>
              </p:cNvPr>
              <p:cNvSpPr txBox="1"/>
              <p:nvPr/>
            </p:nvSpPr>
            <p:spPr>
              <a:xfrm>
                <a:off x="900892" y="5134840"/>
                <a:ext cx="53539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:r>
                  <a:rPr lang="en-IN" sz="2800" dirty="0">
                    <a:solidFill>
                      <a:srgbClr val="002060"/>
                    </a:solidFill>
                  </a:rPr>
                  <a:t>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F13007F-5F86-9147-9925-2F7952B44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892" y="5134840"/>
                <a:ext cx="5353991" cy="523220"/>
              </a:xfrm>
              <a:prstGeom prst="rect">
                <a:avLst/>
              </a:prstGeom>
              <a:blipFill>
                <a:blip r:embed="rId12"/>
                <a:stretch>
                  <a:fillRect l="-2392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Arrow 3">
            <a:extLst>
              <a:ext uri="{FF2B5EF4-FFF2-40B4-BE49-F238E27FC236}">
                <a16:creationId xmlns:a16="http://schemas.microsoft.com/office/drawing/2014/main" id="{D00729E7-CDAD-3614-E562-8B296AF1496B}"/>
              </a:ext>
            </a:extLst>
          </p:cNvPr>
          <p:cNvSpPr/>
          <p:nvPr/>
        </p:nvSpPr>
        <p:spPr>
          <a:xfrm flipV="1">
            <a:off x="181045" y="8640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29" name="Right Arrow 3">
            <a:extLst>
              <a:ext uri="{FF2B5EF4-FFF2-40B4-BE49-F238E27FC236}">
                <a16:creationId xmlns:a16="http://schemas.microsoft.com/office/drawing/2014/main" id="{0C881B3B-E611-7143-1A33-18E2A16E96EC}"/>
              </a:ext>
            </a:extLst>
          </p:cNvPr>
          <p:cNvSpPr/>
          <p:nvPr/>
        </p:nvSpPr>
        <p:spPr>
          <a:xfrm flipV="1">
            <a:off x="181044" y="34201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30" name="Right Arrow 3">
            <a:extLst>
              <a:ext uri="{FF2B5EF4-FFF2-40B4-BE49-F238E27FC236}">
                <a16:creationId xmlns:a16="http://schemas.microsoft.com/office/drawing/2014/main" id="{C0046179-EB63-8816-719D-7E3A0B7C0281}"/>
              </a:ext>
            </a:extLst>
          </p:cNvPr>
          <p:cNvSpPr/>
          <p:nvPr/>
        </p:nvSpPr>
        <p:spPr>
          <a:xfrm flipV="1">
            <a:off x="181043" y="455960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6C26D2D-114B-5E19-C15B-E925A73D02E8}"/>
                  </a:ext>
                </a:extLst>
              </p:cNvPr>
              <p:cNvSpPr txBox="1"/>
              <p:nvPr/>
            </p:nvSpPr>
            <p:spPr>
              <a:xfrm>
                <a:off x="469431" y="5807714"/>
                <a:ext cx="591089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6C26D2D-114B-5E19-C15B-E925A73D0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31" y="5807714"/>
                <a:ext cx="5910895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9806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8" grpId="0"/>
      <p:bldP spid="22" grpId="0"/>
      <p:bldP spid="26" grpId="0"/>
      <p:bldP spid="27" grpId="0" animBg="1"/>
      <p:bldP spid="29" grpId="0" animBg="1"/>
      <p:bldP spid="30" grpId="0" animBg="1"/>
      <p:bldP spid="33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E213C-2E2A-9377-6F57-E3BA478BD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83A8161-8863-2B81-3D4A-6B4343666E8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83A8161-8863-2B81-3D4A-6B4343666E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31714B-AA2B-6B3E-AD11-8794DB7273A4}"/>
                  </a:ext>
                </a:extLst>
              </p:cNvPr>
              <p:cNvSpPr txBox="1"/>
              <p:nvPr/>
            </p:nvSpPr>
            <p:spPr>
              <a:xfrm>
                <a:off x="871708" y="788676"/>
                <a:ext cx="10345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Express the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as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31714B-AA2B-6B3E-AD11-8794DB727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708" y="788676"/>
                <a:ext cx="10345519" cy="523220"/>
              </a:xfrm>
              <a:prstGeom prst="rect">
                <a:avLst/>
              </a:prstGeom>
              <a:blipFill>
                <a:blip r:embed="rId3"/>
                <a:stretch>
                  <a:fillRect l="-1237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6907F2-D669-D63C-2A58-38DF2F233143}"/>
                  </a:ext>
                </a:extLst>
              </p:cNvPr>
              <p:cNvSpPr txBox="1"/>
              <p:nvPr/>
            </p:nvSpPr>
            <p:spPr>
              <a:xfrm>
                <a:off x="522841" y="1974290"/>
                <a:ext cx="92393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−1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6907F2-D669-D63C-2A58-38DF2F233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41" y="1974290"/>
                <a:ext cx="923939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918E72-9785-D044-2BB7-59149600FA1F}"/>
                  </a:ext>
                </a:extLst>
              </p:cNvPr>
              <p:cNvSpPr txBox="1"/>
              <p:nvPr/>
            </p:nvSpPr>
            <p:spPr>
              <a:xfrm>
                <a:off x="871708" y="1350808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918E72-9785-D044-2BB7-59149600F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708" y="1350808"/>
                <a:ext cx="612842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D6A01645-35DA-9FB6-5CD8-60D53AF7A87F}"/>
              </a:ext>
            </a:extLst>
          </p:cNvPr>
          <p:cNvGrpSpPr/>
          <p:nvPr/>
        </p:nvGrpSpPr>
        <p:grpSpPr>
          <a:xfrm>
            <a:off x="4974002" y="6016875"/>
            <a:ext cx="7192967" cy="523220"/>
            <a:chOff x="4029510" y="5402533"/>
            <a:chExt cx="7779869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E1AD6A5-A305-A1E8-B398-5AA79DA53113}"/>
                    </a:ext>
                  </a:extLst>
                </p:cNvPr>
                <p:cNvSpPr txBox="1"/>
                <p:nvPr/>
              </p:nvSpPr>
              <p:spPr>
                <a:xfrm>
                  <a:off x="4048592" y="5402533"/>
                  <a:ext cx="776078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1, 0, 1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E1AD6A5-A305-A1E8-B398-5AA79DA531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8592" y="5402533"/>
                  <a:ext cx="7760787" cy="523220"/>
                </a:xfrm>
                <a:prstGeom prst="rect">
                  <a:avLst/>
                </a:prstGeom>
                <a:blipFill>
                  <a:blip r:embed="rId6"/>
                  <a:stretch>
                    <a:fillRect t="-11628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DE0879A-6D2A-2436-A5B7-294C82D2CAC6}"/>
                </a:ext>
              </a:extLst>
            </p:cNvPr>
            <p:cNvSpPr/>
            <p:nvPr/>
          </p:nvSpPr>
          <p:spPr>
            <a:xfrm>
              <a:off x="4029510" y="5402533"/>
              <a:ext cx="7692320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CC6096A-9FD4-E073-268B-CDABECFAEB95}"/>
              </a:ext>
            </a:extLst>
          </p:cNvPr>
          <p:cNvGrpSpPr/>
          <p:nvPr/>
        </p:nvGrpSpPr>
        <p:grpSpPr>
          <a:xfrm>
            <a:off x="9202251" y="6026044"/>
            <a:ext cx="2883774" cy="523220"/>
            <a:chOff x="3156626" y="3249198"/>
            <a:chExt cx="2940577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E51B42E-4CE4-E613-C0E6-70EB20EC4388}"/>
                    </a:ext>
                  </a:extLst>
                </p:cNvPr>
                <p:cNvSpPr txBox="1"/>
                <p:nvPr/>
              </p:nvSpPr>
              <p:spPr>
                <a:xfrm>
                  <a:off x="3157889" y="3249198"/>
                  <a:ext cx="293931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E51B42E-4CE4-E613-C0E6-70EB20EC43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89" y="3249198"/>
                  <a:ext cx="2939314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42B15A3-5684-500B-1121-05985248E67F}"/>
                </a:ext>
              </a:extLst>
            </p:cNvPr>
            <p:cNvSpPr/>
            <p:nvPr/>
          </p:nvSpPr>
          <p:spPr>
            <a:xfrm>
              <a:off x="3156626" y="3249198"/>
              <a:ext cx="2939314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CFD8687-E36A-3DA8-94B8-70FC8420769D}"/>
                  </a:ext>
                </a:extLst>
              </p:cNvPr>
              <p:cNvSpPr txBox="1"/>
              <p:nvPr/>
            </p:nvSpPr>
            <p:spPr>
              <a:xfrm>
                <a:off x="522841" y="2674717"/>
                <a:ext cx="92393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−1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1, 0, 1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CFD8687-E36A-3DA8-94B8-70FC84207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41" y="2674717"/>
                <a:ext cx="923939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588E5545-8DAE-FF32-4CAF-D6A35C2D32E0}"/>
              </a:ext>
            </a:extLst>
          </p:cNvPr>
          <p:cNvSpPr txBox="1"/>
          <p:nvPr/>
        </p:nvSpPr>
        <p:spPr>
          <a:xfrm>
            <a:off x="871708" y="3345558"/>
            <a:ext cx="5641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Equating corresponding components,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9B73124-7E5A-F03B-CBA1-CE82DA2BB1C1}"/>
                  </a:ext>
                </a:extLst>
              </p:cNvPr>
              <p:cNvSpPr txBox="1"/>
              <p:nvPr/>
            </p:nvSpPr>
            <p:spPr>
              <a:xfrm>
                <a:off x="949902" y="3896603"/>
                <a:ext cx="15922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9B73124-7E5A-F03B-CBA1-CE82DA2BB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902" y="3896603"/>
                <a:ext cx="159225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E2B3158-8E02-ADAA-36FC-4A60458BAC2A}"/>
                  </a:ext>
                </a:extLst>
              </p:cNvPr>
              <p:cNvSpPr txBox="1"/>
              <p:nvPr/>
            </p:nvSpPr>
            <p:spPr>
              <a:xfrm>
                <a:off x="2775459" y="3896603"/>
                <a:ext cx="17770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=−1,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E2B3158-8E02-ADAA-36FC-4A60458BA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459" y="3896603"/>
                <a:ext cx="1777083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43B2261-0D71-0784-ECC3-260D7DC9C867}"/>
                  </a:ext>
                </a:extLst>
              </p:cNvPr>
              <p:cNvSpPr txBox="1"/>
              <p:nvPr/>
            </p:nvSpPr>
            <p:spPr>
              <a:xfrm>
                <a:off x="4785840" y="3896603"/>
                <a:ext cx="40618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43B2261-0D71-0784-ECC3-260D7DC9C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840" y="3896603"/>
                <a:ext cx="406189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BB485921-C23A-200F-A335-7616100DFC20}"/>
              </a:ext>
            </a:extLst>
          </p:cNvPr>
          <p:cNvSpPr txBox="1"/>
          <p:nvPr/>
        </p:nvSpPr>
        <p:spPr>
          <a:xfrm>
            <a:off x="871708" y="4521265"/>
            <a:ext cx="3680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these equations,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0CACE5F-514F-12E3-35AF-B2A96880FFB4}"/>
                  </a:ext>
                </a:extLst>
              </p:cNvPr>
              <p:cNvSpPr txBox="1"/>
              <p:nvPr/>
            </p:nvSpPr>
            <p:spPr>
              <a:xfrm>
                <a:off x="871708" y="5134840"/>
                <a:ext cx="53539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:r>
                  <a:rPr lang="en-IN" sz="2800" dirty="0">
                    <a:solidFill>
                      <a:srgbClr val="002060"/>
                    </a:solidFill>
                  </a:rPr>
                  <a:t>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=−1,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0CACE5F-514F-12E3-35AF-B2A96880F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708" y="5134840"/>
                <a:ext cx="5353991" cy="523220"/>
              </a:xfrm>
              <a:prstGeom prst="rect">
                <a:avLst/>
              </a:prstGeom>
              <a:blipFill>
                <a:blip r:embed="rId12"/>
                <a:stretch>
                  <a:fillRect l="-2392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Arrow 3">
            <a:extLst>
              <a:ext uri="{FF2B5EF4-FFF2-40B4-BE49-F238E27FC236}">
                <a16:creationId xmlns:a16="http://schemas.microsoft.com/office/drawing/2014/main" id="{0C253F9C-BFCB-FF61-F11A-2FE9D23A20E7}"/>
              </a:ext>
            </a:extLst>
          </p:cNvPr>
          <p:cNvSpPr/>
          <p:nvPr/>
        </p:nvSpPr>
        <p:spPr>
          <a:xfrm flipV="1">
            <a:off x="151861" y="8640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29" name="Right Arrow 3">
            <a:extLst>
              <a:ext uri="{FF2B5EF4-FFF2-40B4-BE49-F238E27FC236}">
                <a16:creationId xmlns:a16="http://schemas.microsoft.com/office/drawing/2014/main" id="{4E47C5B6-3632-17A9-08F1-9DC00DB820D4}"/>
              </a:ext>
            </a:extLst>
          </p:cNvPr>
          <p:cNvSpPr/>
          <p:nvPr/>
        </p:nvSpPr>
        <p:spPr>
          <a:xfrm flipV="1">
            <a:off x="151860" y="34201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30" name="Right Arrow 3">
            <a:extLst>
              <a:ext uri="{FF2B5EF4-FFF2-40B4-BE49-F238E27FC236}">
                <a16:creationId xmlns:a16="http://schemas.microsoft.com/office/drawing/2014/main" id="{C0322984-EFC3-D4E4-65EE-A379A8622A77}"/>
              </a:ext>
            </a:extLst>
          </p:cNvPr>
          <p:cNvSpPr/>
          <p:nvPr/>
        </p:nvSpPr>
        <p:spPr>
          <a:xfrm flipV="1">
            <a:off x="151859" y="455960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6D7F7EF-1603-274C-92ED-5B55BCA19D73}"/>
                  </a:ext>
                </a:extLst>
              </p:cNvPr>
              <p:cNvSpPr txBox="1"/>
              <p:nvPr/>
            </p:nvSpPr>
            <p:spPr>
              <a:xfrm>
                <a:off x="522841" y="5807714"/>
                <a:ext cx="564105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6D7F7EF-1603-274C-92ED-5B55BCA19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41" y="5807714"/>
                <a:ext cx="5641050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1148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8" grpId="0"/>
      <p:bldP spid="22" grpId="0"/>
      <p:bldP spid="26" grpId="0"/>
      <p:bldP spid="27" grpId="0" animBg="1"/>
      <p:bldP spid="29" grpId="0" animBg="1"/>
      <p:bldP spid="30" grpId="0" animBg="1"/>
      <p:bldP spid="33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4C351-25F5-6D0D-8666-BF518261B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126756C-1282-75D9-6B50-49BF0E3C535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126756C-1282-75D9-6B50-49BF0E3C5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1E2DC4-0A69-A78D-2C06-6D9F54664688}"/>
                  </a:ext>
                </a:extLst>
              </p:cNvPr>
              <p:cNvSpPr txBox="1"/>
              <p:nvPr/>
            </p:nvSpPr>
            <p:spPr>
              <a:xfrm>
                <a:off x="881436" y="788676"/>
                <a:ext cx="10345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Express the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as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1E2DC4-0A69-A78D-2C06-6D9F54664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436" y="788676"/>
                <a:ext cx="10345519" cy="523220"/>
              </a:xfrm>
              <a:prstGeom prst="rect">
                <a:avLst/>
              </a:prstGeom>
              <a:blipFill>
                <a:blip r:embed="rId3"/>
                <a:stretch>
                  <a:fillRect l="-1237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3E52AB-3722-0BCD-5827-BC44A979149E}"/>
                  </a:ext>
                </a:extLst>
              </p:cNvPr>
              <p:cNvSpPr txBox="1"/>
              <p:nvPr/>
            </p:nvSpPr>
            <p:spPr>
              <a:xfrm>
                <a:off x="532569" y="1974290"/>
                <a:ext cx="92393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0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3E52AB-3722-0BCD-5827-BC44A9791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569" y="1974290"/>
                <a:ext cx="923939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419C84-7BD6-6F6B-F3FF-6F191B3BBC1F}"/>
                  </a:ext>
                </a:extLst>
              </p:cNvPr>
              <p:cNvSpPr txBox="1"/>
              <p:nvPr/>
            </p:nvSpPr>
            <p:spPr>
              <a:xfrm>
                <a:off x="881436" y="1350808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419C84-7BD6-6F6B-F3FF-6F191B3BB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436" y="1350808"/>
                <a:ext cx="612842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EB2EBE34-23BD-D380-1287-76FCA812F669}"/>
              </a:ext>
            </a:extLst>
          </p:cNvPr>
          <p:cNvGrpSpPr/>
          <p:nvPr/>
        </p:nvGrpSpPr>
        <p:grpSpPr>
          <a:xfrm>
            <a:off x="4974002" y="6016875"/>
            <a:ext cx="7192967" cy="523220"/>
            <a:chOff x="4029510" y="5402533"/>
            <a:chExt cx="7779869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4B9577D-A17F-DB93-0B67-521B3EC8C8AD}"/>
                    </a:ext>
                  </a:extLst>
                </p:cNvPr>
                <p:cNvSpPr txBox="1"/>
                <p:nvPr/>
              </p:nvSpPr>
              <p:spPr>
                <a:xfrm>
                  <a:off x="4048592" y="5402533"/>
                  <a:ext cx="776078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1, 0, 1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4B9577D-A17F-DB93-0B67-521B3EC8C8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8592" y="5402533"/>
                  <a:ext cx="7760787" cy="523220"/>
                </a:xfrm>
                <a:prstGeom prst="rect">
                  <a:avLst/>
                </a:prstGeom>
                <a:blipFill>
                  <a:blip r:embed="rId6"/>
                  <a:stretch>
                    <a:fillRect t="-11628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CCBAA5D-08DC-873D-1F39-0FB7B7990D41}"/>
                </a:ext>
              </a:extLst>
            </p:cNvPr>
            <p:cNvSpPr/>
            <p:nvPr/>
          </p:nvSpPr>
          <p:spPr>
            <a:xfrm>
              <a:off x="4029510" y="5402533"/>
              <a:ext cx="7692320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F6E3D66-83E3-823D-514A-1ADF157CC0E2}"/>
              </a:ext>
            </a:extLst>
          </p:cNvPr>
          <p:cNvGrpSpPr/>
          <p:nvPr/>
        </p:nvGrpSpPr>
        <p:grpSpPr>
          <a:xfrm>
            <a:off x="9508081" y="6016875"/>
            <a:ext cx="2577944" cy="523220"/>
            <a:chOff x="3156626" y="3249198"/>
            <a:chExt cx="2940577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4EED3D0-2ADE-0886-7B4D-30743EC996C8}"/>
                    </a:ext>
                  </a:extLst>
                </p:cNvPr>
                <p:cNvSpPr txBox="1"/>
                <p:nvPr/>
              </p:nvSpPr>
              <p:spPr>
                <a:xfrm>
                  <a:off x="3157889" y="3249198"/>
                  <a:ext cx="293931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4EED3D0-2ADE-0886-7B4D-30743EC996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89" y="3249198"/>
                  <a:ext cx="2939314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EECD93A-5FEE-59ED-867E-2A5D592DB160}"/>
                </a:ext>
              </a:extLst>
            </p:cNvPr>
            <p:cNvSpPr/>
            <p:nvPr/>
          </p:nvSpPr>
          <p:spPr>
            <a:xfrm>
              <a:off x="3156626" y="3249198"/>
              <a:ext cx="2939314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138D1BC-9036-A780-1496-7E37350C36D7}"/>
                  </a:ext>
                </a:extLst>
              </p:cNvPr>
              <p:cNvSpPr txBox="1"/>
              <p:nvPr/>
            </p:nvSpPr>
            <p:spPr>
              <a:xfrm>
                <a:off x="532569" y="2674717"/>
                <a:ext cx="92393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0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1, 0, 1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138D1BC-9036-A780-1496-7E37350C3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569" y="2674717"/>
                <a:ext cx="923939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7A612623-4EF6-B2B6-13A6-A5841CEA186C}"/>
              </a:ext>
            </a:extLst>
          </p:cNvPr>
          <p:cNvSpPr txBox="1"/>
          <p:nvPr/>
        </p:nvSpPr>
        <p:spPr>
          <a:xfrm>
            <a:off x="881436" y="3345558"/>
            <a:ext cx="5641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Equating corresponding components,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0640E62-5086-93EF-B71F-801857059866}"/>
                  </a:ext>
                </a:extLst>
              </p:cNvPr>
              <p:cNvSpPr txBox="1"/>
              <p:nvPr/>
            </p:nvSpPr>
            <p:spPr>
              <a:xfrm>
                <a:off x="959630" y="3896603"/>
                <a:ext cx="15922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0640E62-5086-93EF-B71F-801857059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630" y="3896603"/>
                <a:ext cx="159225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C570EAD-F126-1647-055A-9D162B5496E3}"/>
                  </a:ext>
                </a:extLst>
              </p:cNvPr>
              <p:cNvSpPr txBox="1"/>
              <p:nvPr/>
            </p:nvSpPr>
            <p:spPr>
              <a:xfrm>
                <a:off x="2785187" y="3896603"/>
                <a:ext cx="17770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C570EAD-F126-1647-055A-9D162B549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187" y="3896603"/>
                <a:ext cx="1777083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A56439-3FA6-3810-DF49-01685BAABF06}"/>
                  </a:ext>
                </a:extLst>
              </p:cNvPr>
              <p:cNvSpPr txBox="1"/>
              <p:nvPr/>
            </p:nvSpPr>
            <p:spPr>
              <a:xfrm>
                <a:off x="4795568" y="3896603"/>
                <a:ext cx="40618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A56439-3FA6-3810-DF49-01685BAAB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568" y="3896603"/>
                <a:ext cx="406189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71AEE320-8854-9DD2-FF0B-FC1D6BB78528}"/>
              </a:ext>
            </a:extLst>
          </p:cNvPr>
          <p:cNvSpPr txBox="1"/>
          <p:nvPr/>
        </p:nvSpPr>
        <p:spPr>
          <a:xfrm>
            <a:off x="881436" y="4521265"/>
            <a:ext cx="3680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these equations,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111B501-43F7-6E31-301C-F6DCF2956493}"/>
                  </a:ext>
                </a:extLst>
              </p:cNvPr>
              <p:cNvSpPr txBox="1"/>
              <p:nvPr/>
            </p:nvSpPr>
            <p:spPr>
              <a:xfrm>
                <a:off x="881436" y="5134840"/>
                <a:ext cx="53539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:r>
                  <a:rPr lang="en-IN" sz="2800" dirty="0">
                    <a:solidFill>
                      <a:srgbClr val="002060"/>
                    </a:solidFill>
                  </a:rPr>
                  <a:t>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111B501-43F7-6E31-301C-F6DCF2956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436" y="5134840"/>
                <a:ext cx="5353991" cy="523220"/>
              </a:xfrm>
              <a:prstGeom prst="rect">
                <a:avLst/>
              </a:prstGeom>
              <a:blipFill>
                <a:blip r:embed="rId12"/>
                <a:stretch>
                  <a:fillRect l="-2392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Arrow 3">
            <a:extLst>
              <a:ext uri="{FF2B5EF4-FFF2-40B4-BE49-F238E27FC236}">
                <a16:creationId xmlns:a16="http://schemas.microsoft.com/office/drawing/2014/main" id="{E19AC1DB-61A4-190C-C0FC-7185611E315A}"/>
              </a:ext>
            </a:extLst>
          </p:cNvPr>
          <p:cNvSpPr/>
          <p:nvPr/>
        </p:nvSpPr>
        <p:spPr>
          <a:xfrm flipV="1">
            <a:off x="161589" y="8640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29" name="Right Arrow 3">
            <a:extLst>
              <a:ext uri="{FF2B5EF4-FFF2-40B4-BE49-F238E27FC236}">
                <a16:creationId xmlns:a16="http://schemas.microsoft.com/office/drawing/2014/main" id="{B007E12C-0342-1EED-5068-661A6134AD95}"/>
              </a:ext>
            </a:extLst>
          </p:cNvPr>
          <p:cNvSpPr/>
          <p:nvPr/>
        </p:nvSpPr>
        <p:spPr>
          <a:xfrm flipV="1">
            <a:off x="161588" y="34201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30" name="Right Arrow 3">
            <a:extLst>
              <a:ext uri="{FF2B5EF4-FFF2-40B4-BE49-F238E27FC236}">
                <a16:creationId xmlns:a16="http://schemas.microsoft.com/office/drawing/2014/main" id="{9EB7B3AB-CEE1-96AE-B62D-334A32F480B5}"/>
              </a:ext>
            </a:extLst>
          </p:cNvPr>
          <p:cNvSpPr/>
          <p:nvPr/>
        </p:nvSpPr>
        <p:spPr>
          <a:xfrm flipV="1">
            <a:off x="161587" y="455960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4DE531E-DF8E-EBAD-A706-10DDAB8B9C60}"/>
                  </a:ext>
                </a:extLst>
              </p:cNvPr>
              <p:cNvSpPr txBox="1"/>
              <p:nvPr/>
            </p:nvSpPr>
            <p:spPr>
              <a:xfrm>
                <a:off x="532569" y="5807714"/>
                <a:ext cx="59303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4DE531E-DF8E-EBAD-A706-10DDAB8B9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569" y="5807714"/>
                <a:ext cx="5930352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178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8" grpId="0"/>
      <p:bldP spid="22" grpId="0"/>
      <p:bldP spid="26" grpId="0"/>
      <p:bldP spid="27" grpId="0" animBg="1"/>
      <p:bldP spid="29" grpId="0" animBg="1"/>
      <p:bldP spid="30" grpId="0" animBg="1"/>
      <p:bldP spid="33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FB258-4854-BFE3-0E7A-FCD24C35E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EE94085-582E-0698-2887-F702046AB6F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EE94085-582E-0698-2887-F702046AB6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Arrow 3">
            <a:extLst>
              <a:ext uri="{FF2B5EF4-FFF2-40B4-BE49-F238E27FC236}">
                <a16:creationId xmlns:a16="http://schemas.microsoft.com/office/drawing/2014/main" id="{07570DBB-007D-F762-3CCA-85BACE086996}"/>
              </a:ext>
            </a:extLst>
          </p:cNvPr>
          <p:cNvSpPr/>
          <p:nvPr/>
        </p:nvSpPr>
        <p:spPr>
          <a:xfrm flipV="1">
            <a:off x="219958" y="2102375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AFEE84-D61F-F2FE-A1D8-EE30B128E878}"/>
              </a:ext>
            </a:extLst>
          </p:cNvPr>
          <p:cNvGrpSpPr/>
          <p:nvPr/>
        </p:nvGrpSpPr>
        <p:grpSpPr>
          <a:xfrm>
            <a:off x="6906638" y="5748855"/>
            <a:ext cx="5131466" cy="523220"/>
            <a:chOff x="666908" y="3671577"/>
            <a:chExt cx="4070461" cy="52322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473159E-3D2C-D044-F546-34734F1D181B}"/>
                </a:ext>
              </a:extLst>
            </p:cNvPr>
            <p:cNvSpPr/>
            <p:nvPr/>
          </p:nvSpPr>
          <p:spPr>
            <a:xfrm>
              <a:off x="666908" y="3671577"/>
              <a:ext cx="4070461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01EB1832-08B5-B58C-DC9A-23C1D035A0DD}"/>
                    </a:ext>
                  </a:extLst>
                </p:cNvPr>
                <p:cNvSpPr txBox="1"/>
                <p:nvPr/>
              </p:nvSpPr>
              <p:spPr>
                <a:xfrm>
                  <a:off x="666908" y="3671577"/>
                  <a:ext cx="407046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01EB1832-08B5-B58C-DC9A-23C1D035A0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908" y="3671577"/>
                  <a:ext cx="4070461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8D87D17-7AFE-C9A9-B463-ED48250CB2D0}"/>
              </a:ext>
            </a:extLst>
          </p:cNvPr>
          <p:cNvGrpSpPr/>
          <p:nvPr/>
        </p:nvGrpSpPr>
        <p:grpSpPr>
          <a:xfrm>
            <a:off x="6771137" y="5743852"/>
            <a:ext cx="5870084" cy="523220"/>
            <a:chOff x="3536476" y="5546104"/>
            <a:chExt cx="2149532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FD1358B-25E9-BDBA-EA04-FB1DACFA4B2F}"/>
                    </a:ext>
                  </a:extLst>
                </p:cNvPr>
                <p:cNvSpPr txBox="1"/>
                <p:nvPr/>
              </p:nvSpPr>
              <p:spPr>
                <a:xfrm>
                  <a:off x="3536476" y="5546104"/>
                  <a:ext cx="214953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FD1358B-25E9-BDBA-EA04-FB1DACFA4B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6476" y="5546104"/>
                  <a:ext cx="2149532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348F34F-E427-ED69-A8F1-9DC166C98875}"/>
                </a:ext>
              </a:extLst>
            </p:cNvPr>
            <p:cNvSpPr/>
            <p:nvPr/>
          </p:nvSpPr>
          <p:spPr>
            <a:xfrm>
              <a:off x="3536476" y="5546104"/>
              <a:ext cx="1930469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79174A9-5AF6-16C2-C29E-43EE9C3B367C}"/>
              </a:ext>
            </a:extLst>
          </p:cNvPr>
          <p:cNvGrpSpPr/>
          <p:nvPr/>
        </p:nvGrpSpPr>
        <p:grpSpPr>
          <a:xfrm>
            <a:off x="6771137" y="5705850"/>
            <a:ext cx="5266967" cy="561222"/>
            <a:chOff x="6763891" y="3163307"/>
            <a:chExt cx="4070461" cy="5612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9C4CC7AA-2ED7-DBB3-8574-9E48F3505AAD}"/>
                    </a:ext>
                  </a:extLst>
                </p:cNvPr>
                <p:cNvSpPr txBox="1"/>
                <p:nvPr/>
              </p:nvSpPr>
              <p:spPr>
                <a:xfrm>
                  <a:off x="6830924" y="3163307"/>
                  <a:ext cx="393639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9C4CC7AA-2ED7-DBB3-8574-9E48F3505A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0924" y="3163307"/>
                  <a:ext cx="3936394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1C1F482-69A2-66BC-166F-D84553879EA2}"/>
                </a:ext>
              </a:extLst>
            </p:cNvPr>
            <p:cNvSpPr/>
            <p:nvPr/>
          </p:nvSpPr>
          <p:spPr>
            <a:xfrm>
              <a:off x="6763891" y="3201309"/>
              <a:ext cx="4070461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F5E63C3-23B9-BC8A-5AC7-10E68AD5B4D7}"/>
                  </a:ext>
                </a:extLst>
              </p:cNvPr>
              <p:cNvSpPr txBox="1"/>
              <p:nvPr/>
            </p:nvSpPr>
            <p:spPr>
              <a:xfrm>
                <a:off x="6154368" y="2043364"/>
                <a:ext cx="1700927" cy="560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F5E63C3-23B9-BC8A-5AC7-10E68AD5B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4368" y="2043364"/>
                <a:ext cx="1700927" cy="5602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EC191E1-52A0-34FC-4F9D-45DFB926C527}"/>
                  </a:ext>
                </a:extLst>
              </p:cNvPr>
              <p:cNvSpPr txBox="1"/>
              <p:nvPr/>
            </p:nvSpPr>
            <p:spPr>
              <a:xfrm>
                <a:off x="7970812" y="1369681"/>
                <a:ext cx="51394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2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EC191E1-52A0-34FC-4F9D-45DFB926C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812" y="1369681"/>
                <a:ext cx="513940" cy="2031325"/>
              </a:xfrm>
              <a:prstGeom prst="rect">
                <a:avLst/>
              </a:prstGeom>
              <a:blipFill>
                <a:blip r:embed="rId7"/>
                <a:stretch>
                  <a:fillRect r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Left Bracket 31">
            <a:extLst>
              <a:ext uri="{FF2B5EF4-FFF2-40B4-BE49-F238E27FC236}">
                <a16:creationId xmlns:a16="http://schemas.microsoft.com/office/drawing/2014/main" id="{5B517E3A-2A77-E224-E2AF-BED9036689F4}"/>
              </a:ext>
            </a:extLst>
          </p:cNvPr>
          <p:cNvSpPr/>
          <p:nvPr/>
        </p:nvSpPr>
        <p:spPr>
          <a:xfrm>
            <a:off x="7964330" y="1478255"/>
            <a:ext cx="145913" cy="1918657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DB1A499-B601-15F2-F8E2-A3321791039F}"/>
                  </a:ext>
                </a:extLst>
              </p:cNvPr>
              <p:cNvSpPr txBox="1"/>
              <p:nvPr/>
            </p:nvSpPr>
            <p:spPr>
              <a:xfrm>
                <a:off x="8675607" y="1387362"/>
                <a:ext cx="51394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2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1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DB1A499-B601-15F2-F8E2-A33217910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5607" y="1387362"/>
                <a:ext cx="513940" cy="2031325"/>
              </a:xfrm>
              <a:prstGeom prst="rect">
                <a:avLst/>
              </a:prstGeom>
              <a:blipFill>
                <a:blip r:embed="rId8"/>
                <a:stretch>
                  <a:fillRect r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Left Bracket 34">
            <a:extLst>
              <a:ext uri="{FF2B5EF4-FFF2-40B4-BE49-F238E27FC236}">
                <a16:creationId xmlns:a16="http://schemas.microsoft.com/office/drawing/2014/main" id="{15D73F95-D5DD-7B92-CAB2-3DC42BBFA958}"/>
              </a:ext>
            </a:extLst>
          </p:cNvPr>
          <p:cNvSpPr/>
          <p:nvPr/>
        </p:nvSpPr>
        <p:spPr>
          <a:xfrm flipH="1">
            <a:off x="9938032" y="1478255"/>
            <a:ext cx="150261" cy="1918657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CF799A1-1FDD-9ECA-8899-9637B8C8D88F}"/>
                  </a:ext>
                </a:extLst>
              </p:cNvPr>
              <p:cNvSpPr txBox="1"/>
              <p:nvPr/>
            </p:nvSpPr>
            <p:spPr>
              <a:xfrm>
                <a:off x="10171177" y="3204965"/>
                <a:ext cx="14964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IN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CF799A1-1FDD-9ECA-8899-9637B8C8D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177" y="3204965"/>
                <a:ext cx="149649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FBE5927-0745-88D2-B8E6-D34C5A7A737C}"/>
                  </a:ext>
                </a:extLst>
              </p:cNvPr>
              <p:cNvSpPr txBox="1"/>
              <p:nvPr/>
            </p:nvSpPr>
            <p:spPr>
              <a:xfrm>
                <a:off x="9499222" y="1408592"/>
                <a:ext cx="51394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FBE5927-0745-88D2-B8E6-D34C5A7A7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9222" y="1408592"/>
                <a:ext cx="513940" cy="203132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0FB51B9-DDC7-A971-7B04-013F9532F6B8}"/>
                  </a:ext>
                </a:extLst>
              </p:cNvPr>
              <p:cNvSpPr txBox="1"/>
              <p:nvPr/>
            </p:nvSpPr>
            <p:spPr>
              <a:xfrm>
                <a:off x="880692" y="2043364"/>
                <a:ext cx="55201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Thus, the matrix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w.r.t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&amp;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0FB51B9-DDC7-A971-7B04-013F9532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692" y="2043364"/>
                <a:ext cx="5520107" cy="523220"/>
              </a:xfrm>
              <a:prstGeom prst="rect">
                <a:avLst/>
              </a:prstGeom>
              <a:blipFill>
                <a:blip r:embed="rId11"/>
                <a:stretch>
                  <a:fillRect l="-2208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582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/>
      <p:bldP spid="31" grpId="0"/>
      <p:bldP spid="32" grpId="0" animBg="1"/>
      <p:bldP spid="34" grpId="0"/>
      <p:bldP spid="35" grpId="0" animBg="1"/>
      <p:bldP spid="36" grpId="0"/>
      <p:bldP spid="37" grpId="0"/>
      <p:bldP spid="38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0395B-A6DD-60D7-51FB-F0302FF06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C28004B-F0AC-8AB3-651E-719E51400E6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C28004B-F0AC-8AB3-651E-719E51400E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B896EA9-EF3E-0570-18F0-03A294670C56}"/>
                  </a:ext>
                </a:extLst>
              </p:cNvPr>
              <p:cNvSpPr txBox="1"/>
              <p:nvPr/>
            </p:nvSpPr>
            <p:spPr>
              <a:xfrm>
                <a:off x="999823" y="1887457"/>
                <a:ext cx="301572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(1, 0, 1)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B896EA9-EF3E-0570-18F0-03A294670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23" y="1887457"/>
                <a:ext cx="301572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C2A0E34-5451-6E2D-35DB-A242B0C40667}"/>
                  </a:ext>
                </a:extLst>
              </p:cNvPr>
              <p:cNvSpPr txBox="1"/>
              <p:nvPr/>
            </p:nvSpPr>
            <p:spPr>
              <a:xfrm>
                <a:off x="9528742" y="1887457"/>
                <a:ext cx="22373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=(2, 2, 1)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C2A0E34-5451-6E2D-35DB-A242B0C40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8742" y="1887457"/>
                <a:ext cx="223736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C07C33ED-045E-73ED-36DC-84729CB034F6}"/>
              </a:ext>
            </a:extLst>
          </p:cNvPr>
          <p:cNvGrpSpPr/>
          <p:nvPr/>
        </p:nvGrpSpPr>
        <p:grpSpPr>
          <a:xfrm>
            <a:off x="6127638" y="5954431"/>
            <a:ext cx="6128424" cy="523220"/>
            <a:chOff x="5938736" y="5962118"/>
            <a:chExt cx="6128424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CFF0C31-3AE7-ABB4-3A4D-CFCD6E5CF2E2}"/>
                    </a:ext>
                  </a:extLst>
                </p:cNvPr>
                <p:cNvSpPr txBox="1"/>
                <p:nvPr/>
              </p:nvSpPr>
              <p:spPr>
                <a:xfrm>
                  <a:off x="5938736" y="5962118"/>
                  <a:ext cx="612842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2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2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d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8DC4537-27BF-E452-B56B-F512851C88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8736" y="5962118"/>
                  <a:ext cx="6128424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39B5CE2-D0B9-952D-E900-50C90B763D67}"/>
                </a:ext>
              </a:extLst>
            </p:cNvPr>
            <p:cNvSpPr/>
            <p:nvPr/>
          </p:nvSpPr>
          <p:spPr>
            <a:xfrm>
              <a:off x="5977398" y="5979038"/>
              <a:ext cx="5900074" cy="5063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4" name="Right Arrow 3">
            <a:extLst>
              <a:ext uri="{FF2B5EF4-FFF2-40B4-BE49-F238E27FC236}">
                <a16:creationId xmlns:a16="http://schemas.microsoft.com/office/drawing/2014/main" id="{A116368F-10B5-0AB1-2B0F-6DB4E5D0F69D}"/>
              </a:ext>
            </a:extLst>
          </p:cNvPr>
          <p:cNvSpPr/>
          <p:nvPr/>
        </p:nvSpPr>
        <p:spPr>
          <a:xfrm flipV="1">
            <a:off x="216715" y="1934149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CD92B3-CD35-D4E7-A38A-5069840F2FAD}"/>
                  </a:ext>
                </a:extLst>
              </p:cNvPr>
              <p:cNvSpPr txBox="1"/>
              <p:nvPr/>
            </p:nvSpPr>
            <p:spPr>
              <a:xfrm>
                <a:off x="999823" y="2555968"/>
                <a:ext cx="301572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(0, 1, 1)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CD92B3-CD35-D4E7-A38A-5069840F2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23" y="2555968"/>
                <a:ext cx="3015723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B2C80A-8852-8F28-5368-6DF17B1B987A}"/>
                  </a:ext>
                </a:extLst>
              </p:cNvPr>
              <p:cNvSpPr txBox="1"/>
              <p:nvPr/>
            </p:nvSpPr>
            <p:spPr>
              <a:xfrm>
                <a:off x="9509860" y="2555968"/>
                <a:ext cx="22373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=(3,−1, 3)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B2C80A-8852-8F28-5368-6DF17B1B9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860" y="2555968"/>
                <a:ext cx="2237361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A19D946-E57D-FB36-682C-576817D4AE50}"/>
                  </a:ext>
                </a:extLst>
              </p:cNvPr>
              <p:cNvSpPr txBox="1"/>
              <p:nvPr/>
            </p:nvSpPr>
            <p:spPr>
              <a:xfrm>
                <a:off x="999823" y="3222365"/>
                <a:ext cx="301572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(0, 0, 1)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A19D946-E57D-FB36-682C-576817D4A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23" y="3222365"/>
                <a:ext cx="3015723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B69F26C-E5BB-8D4D-3B9E-844245B7F9EF}"/>
                  </a:ext>
                </a:extLst>
              </p:cNvPr>
              <p:cNvSpPr txBox="1"/>
              <p:nvPr/>
            </p:nvSpPr>
            <p:spPr>
              <a:xfrm>
                <a:off x="9509860" y="3222365"/>
                <a:ext cx="22373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=(1, 0, 1)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B69F26C-E5BB-8D4D-3B9E-844245B7F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860" y="3222365"/>
                <a:ext cx="2237361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ight Arrow 3">
            <a:extLst>
              <a:ext uri="{FF2B5EF4-FFF2-40B4-BE49-F238E27FC236}">
                <a16:creationId xmlns:a16="http://schemas.microsoft.com/office/drawing/2014/main" id="{EFA5EEB5-516C-E0D3-CF9A-1667AE8B3A1E}"/>
              </a:ext>
            </a:extLst>
          </p:cNvPr>
          <p:cNvSpPr/>
          <p:nvPr/>
        </p:nvSpPr>
        <p:spPr>
          <a:xfrm flipV="1">
            <a:off x="216714" y="473597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D9FFBD5-14BC-696E-354B-C8C347635242}"/>
                  </a:ext>
                </a:extLst>
              </p:cNvPr>
              <p:cNvSpPr txBox="1"/>
              <p:nvPr/>
            </p:nvSpPr>
            <p:spPr>
              <a:xfrm>
                <a:off x="999823" y="4697059"/>
                <a:ext cx="1700927" cy="560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D9FFBD5-14BC-696E-354B-C8C347635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23" y="4697059"/>
                <a:ext cx="1700927" cy="56021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A197FE6-1F0C-3B92-B560-234DEBD16C67}"/>
                  </a:ext>
                </a:extLst>
              </p:cNvPr>
              <p:cNvSpPr txBox="1"/>
              <p:nvPr/>
            </p:nvSpPr>
            <p:spPr>
              <a:xfrm>
                <a:off x="2971909" y="4023376"/>
                <a:ext cx="51394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2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2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A197FE6-1F0C-3B92-B560-234DEBD16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909" y="4023376"/>
                <a:ext cx="513940" cy="203132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ket 41">
            <a:extLst>
              <a:ext uri="{FF2B5EF4-FFF2-40B4-BE49-F238E27FC236}">
                <a16:creationId xmlns:a16="http://schemas.microsoft.com/office/drawing/2014/main" id="{6503FA2C-230F-90E8-B2D8-888C9E76DDAC}"/>
              </a:ext>
            </a:extLst>
          </p:cNvPr>
          <p:cNvSpPr/>
          <p:nvPr/>
        </p:nvSpPr>
        <p:spPr>
          <a:xfrm>
            <a:off x="2809785" y="4131950"/>
            <a:ext cx="145913" cy="1918657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0D1CC55-3AE7-1560-77D2-DF005F54C54C}"/>
                  </a:ext>
                </a:extLst>
              </p:cNvPr>
              <p:cNvSpPr txBox="1"/>
              <p:nvPr/>
            </p:nvSpPr>
            <p:spPr>
              <a:xfrm>
                <a:off x="3501606" y="4041057"/>
                <a:ext cx="51394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3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3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0D1CC55-3AE7-1560-77D2-DF005F54C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606" y="4041057"/>
                <a:ext cx="513940" cy="2031325"/>
              </a:xfrm>
              <a:prstGeom prst="rect">
                <a:avLst/>
              </a:prstGeom>
              <a:blipFill>
                <a:blip r:embed="rId20"/>
                <a:stretch>
                  <a:fillRect r="-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Left Bracket 43">
            <a:extLst>
              <a:ext uri="{FF2B5EF4-FFF2-40B4-BE49-F238E27FC236}">
                <a16:creationId xmlns:a16="http://schemas.microsoft.com/office/drawing/2014/main" id="{0C845E0A-E501-FA40-300F-524353E56D11}"/>
              </a:ext>
            </a:extLst>
          </p:cNvPr>
          <p:cNvSpPr/>
          <p:nvPr/>
        </p:nvSpPr>
        <p:spPr>
          <a:xfrm flipH="1">
            <a:off x="4783487" y="4131950"/>
            <a:ext cx="150261" cy="1918657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0BF538D-E704-E8C1-8E9A-F625E29FDE5A}"/>
                  </a:ext>
                </a:extLst>
              </p:cNvPr>
              <p:cNvSpPr txBox="1"/>
              <p:nvPr/>
            </p:nvSpPr>
            <p:spPr>
              <a:xfrm>
                <a:off x="5005212" y="5715178"/>
                <a:ext cx="14964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IN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0BF538D-E704-E8C1-8E9A-F625E29FD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212" y="5715178"/>
                <a:ext cx="1496497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01EAF8D-6BC2-C51B-2E80-570346CFB801}"/>
                  </a:ext>
                </a:extLst>
              </p:cNvPr>
              <p:cNvSpPr txBox="1"/>
              <p:nvPr/>
            </p:nvSpPr>
            <p:spPr>
              <a:xfrm>
                <a:off x="4325221" y="4062287"/>
                <a:ext cx="51394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01EAF8D-6BC2-C51B-2E80-570346CFB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221" y="4062287"/>
                <a:ext cx="513940" cy="203132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50">
            <a:extLst>
              <a:ext uri="{FF2B5EF4-FFF2-40B4-BE49-F238E27FC236}">
                <a16:creationId xmlns:a16="http://schemas.microsoft.com/office/drawing/2014/main" id="{EEE87AAA-111B-C9AD-4E8E-30196E35AFAF}"/>
              </a:ext>
            </a:extLst>
          </p:cNvPr>
          <p:cNvSpPr/>
          <p:nvPr/>
        </p:nvSpPr>
        <p:spPr>
          <a:xfrm>
            <a:off x="9926782" y="3270656"/>
            <a:ext cx="1236747" cy="506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indent="-457200">
              <a:lnSpc>
                <a:spcPct val="150000"/>
              </a:lnSpc>
            </a:pPr>
            <a:endParaRPr lang="en-IN" sz="2000" b="1" dirty="0">
              <a:solidFill>
                <a:srgbClr val="FF0000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726256E-4B8A-34D4-B136-602769BC6DE4}"/>
              </a:ext>
            </a:extLst>
          </p:cNvPr>
          <p:cNvSpPr/>
          <p:nvPr/>
        </p:nvSpPr>
        <p:spPr>
          <a:xfrm>
            <a:off x="9948549" y="2566975"/>
            <a:ext cx="1467368" cy="506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indent="-457200">
              <a:lnSpc>
                <a:spcPct val="150000"/>
              </a:lnSpc>
            </a:pPr>
            <a:endParaRPr lang="en-IN" sz="2000" b="1" dirty="0">
              <a:solidFill>
                <a:srgbClr val="FF0000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7F921CB-C982-DEF5-9DE5-75E519C948AA}"/>
              </a:ext>
            </a:extLst>
          </p:cNvPr>
          <p:cNvSpPr/>
          <p:nvPr/>
        </p:nvSpPr>
        <p:spPr>
          <a:xfrm>
            <a:off x="9952026" y="1905752"/>
            <a:ext cx="1236747" cy="506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indent="-457200">
              <a:lnSpc>
                <a:spcPct val="150000"/>
              </a:lnSpc>
            </a:pPr>
            <a:endParaRPr lang="en-IN" sz="20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4FECC87-2590-359F-DA2A-FC70642BAC9F}"/>
                  </a:ext>
                </a:extLst>
              </p:cNvPr>
              <p:cNvSpPr txBox="1"/>
              <p:nvPr/>
            </p:nvSpPr>
            <p:spPr>
              <a:xfrm>
                <a:off x="136187" y="765758"/>
                <a:ext cx="12055813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indent="-571500" algn="just">
                  <a:buAutoNum type="romanLcParenBoth" startAt="3"/>
                </a:pPr>
                <a:r>
                  <a:rPr lang="en-IN" sz="2800" dirty="0">
                    <a:solidFill>
                      <a:srgbClr val="002060"/>
                    </a:solidFill>
                  </a:rPr>
                  <a:t>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the basis of domain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the basis of codomain, the matrix</a:t>
                </a:r>
              </a:p>
              <a:p>
                <a:pPr algn="just"/>
                <a:r>
                  <a:rPr lang="en-IN" sz="2800" dirty="0">
                    <a:solidFill>
                      <a:srgbClr val="002060"/>
                    </a:solidFill>
                  </a:rPr>
                  <a:t>      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w.r.t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&amp;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the matrix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4FECC87-2590-359F-DA2A-FC70642BA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87" y="765758"/>
                <a:ext cx="12055813" cy="954107"/>
              </a:xfrm>
              <a:prstGeom prst="rect">
                <a:avLst/>
              </a:prstGeom>
              <a:blipFill>
                <a:blip r:embed="rId23"/>
                <a:stretch>
                  <a:fillRect l="-1011" t="-7051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BC94AB6-3BB6-A8C5-AA68-9C2BAA651797}"/>
                  </a:ext>
                </a:extLst>
              </p:cNvPr>
              <p:cNvSpPr txBox="1"/>
              <p:nvPr/>
            </p:nvSpPr>
            <p:spPr>
              <a:xfrm>
                <a:off x="7113345" y="93991"/>
                <a:ext cx="51487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b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IN" sz="28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I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I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(</m:t>
                          </m:r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IN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BC94AB6-3BB6-A8C5-AA68-9C2BAA651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345" y="93991"/>
                <a:ext cx="5148722" cy="52322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E8C51D-B987-5608-6FB0-D562CFABFD6F}"/>
                  </a:ext>
                </a:extLst>
              </p:cNvPr>
              <p:cNvSpPr txBox="1"/>
              <p:nvPr/>
            </p:nvSpPr>
            <p:spPr>
              <a:xfrm>
                <a:off x="3891570" y="1888832"/>
                <a:ext cx="52621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(1+2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+1, 2−0, 2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E8C51D-B987-5608-6FB0-D562CFABF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570" y="1888832"/>
                <a:ext cx="5262158" cy="52322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2F3FE6-0153-B271-31E8-4FC09A7C778F}"/>
                  </a:ext>
                </a:extLst>
              </p:cNvPr>
              <p:cNvSpPr txBox="1"/>
              <p:nvPr/>
            </p:nvSpPr>
            <p:spPr>
              <a:xfrm>
                <a:off x="3853806" y="2547617"/>
                <a:ext cx="573766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(0+2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+1, 2(0)−1, 2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72F3FE6-0153-B271-31E8-4FC09A7C7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3806" y="2547617"/>
                <a:ext cx="5737666" cy="52322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F36078-0904-3C8A-093B-F3EC7C112DD0}"/>
                  </a:ext>
                </a:extLst>
              </p:cNvPr>
              <p:cNvSpPr txBox="1"/>
              <p:nvPr/>
            </p:nvSpPr>
            <p:spPr>
              <a:xfrm>
                <a:off x="3891570" y="3219837"/>
                <a:ext cx="588472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(0+2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+1, 2(0)−0, 2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F36078-0904-3C8A-093B-F3EC7C112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570" y="3219837"/>
                <a:ext cx="5884728" cy="52322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906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3" grpId="0"/>
      <p:bldP spid="14" grpId="0" animBg="1"/>
      <p:bldP spid="16" grpId="0"/>
      <p:bldP spid="20" grpId="0"/>
      <p:bldP spid="22" grpId="0"/>
      <p:bldP spid="24" grpId="0"/>
      <p:bldP spid="39" grpId="0" animBg="1"/>
      <p:bldP spid="40" grpId="0"/>
      <p:bldP spid="41" grpId="0"/>
      <p:bldP spid="42" grpId="0" animBg="1"/>
      <p:bldP spid="43" grpId="0"/>
      <p:bldP spid="44" grpId="0" animBg="1"/>
      <p:bldP spid="45" grpId="0"/>
      <p:bldP spid="46" grpId="0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/>
      <p:bldP spid="6" grpId="0"/>
      <p:bldP spid="8" grpId="0"/>
      <p:bldP spid="10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A0D97-BB34-47BE-4BB9-97573912B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064AF0-409B-8654-4FE1-CBC9F0D4A00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064AF0-409B-8654-4FE1-CBC9F0D4A0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184668-F27C-70C7-145D-BD150280A4C5}"/>
                  </a:ext>
                </a:extLst>
              </p:cNvPr>
              <p:cNvSpPr txBox="1"/>
              <p:nvPr/>
            </p:nvSpPr>
            <p:spPr>
              <a:xfrm>
                <a:off x="139627" y="664430"/>
                <a:ext cx="1034552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(iv)    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the basis of domain and codomain both, the matrix</a:t>
                </a:r>
              </a:p>
              <a:p>
                <a:pPr marL="534988"/>
                <a:r>
                  <a:rPr lang="en-IN" sz="2800" dirty="0">
                    <a:solidFill>
                      <a:srgbClr val="002060"/>
                    </a:solidFill>
                  </a:rPr>
                  <a:t>  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w.r.t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the standard matrix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184668-F27C-70C7-145D-BD150280A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27" y="664430"/>
                <a:ext cx="10345520" cy="954107"/>
              </a:xfrm>
              <a:prstGeom prst="rect">
                <a:avLst/>
              </a:prstGeom>
              <a:blipFill>
                <a:blip r:embed="rId3"/>
                <a:stretch>
                  <a:fillRect l="-1237" t="-7006" b="-16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A8840D-8475-D659-07EB-F3216A05B640}"/>
                  </a:ext>
                </a:extLst>
              </p:cNvPr>
              <p:cNvSpPr txBox="1"/>
              <p:nvPr/>
            </p:nvSpPr>
            <p:spPr>
              <a:xfrm>
                <a:off x="923240" y="1640643"/>
                <a:ext cx="10345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Expressing the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as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A8840D-8475-D659-07EB-F3216A05B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240" y="1640643"/>
                <a:ext cx="10345519" cy="523220"/>
              </a:xfrm>
              <a:prstGeom prst="rect">
                <a:avLst/>
              </a:prstGeom>
              <a:blipFill>
                <a:blip r:embed="rId4"/>
                <a:stretch>
                  <a:fillRect l="-1178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4CB249-FFFA-1E8F-0E42-1D8C6A96D0D6}"/>
                  </a:ext>
                </a:extLst>
              </p:cNvPr>
              <p:cNvSpPr txBox="1"/>
              <p:nvPr/>
            </p:nvSpPr>
            <p:spPr>
              <a:xfrm>
                <a:off x="510608" y="2726565"/>
                <a:ext cx="57028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2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4CB249-FFFA-1E8F-0E42-1D8C6A96D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08" y="2726565"/>
                <a:ext cx="570285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21F15C-986A-B035-AEE1-3F23F2C15276}"/>
                  </a:ext>
                </a:extLst>
              </p:cNvPr>
              <p:cNvSpPr txBox="1"/>
              <p:nvPr/>
            </p:nvSpPr>
            <p:spPr>
              <a:xfrm>
                <a:off x="937669" y="2157271"/>
                <a:ext cx="564105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21F15C-986A-B035-AEE1-3F23F2C15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69" y="2157271"/>
                <a:ext cx="564105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844C934D-F93B-CEB8-F266-0423541B36AC}"/>
              </a:ext>
            </a:extLst>
          </p:cNvPr>
          <p:cNvGrpSpPr/>
          <p:nvPr/>
        </p:nvGrpSpPr>
        <p:grpSpPr>
          <a:xfrm>
            <a:off x="4874217" y="5992452"/>
            <a:ext cx="7192967" cy="523220"/>
            <a:chOff x="4029510" y="5402533"/>
            <a:chExt cx="7779869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528311B-35AF-7ACA-0E57-CB961C218DE7}"/>
                    </a:ext>
                  </a:extLst>
                </p:cNvPr>
                <p:cNvSpPr txBox="1"/>
                <p:nvPr/>
              </p:nvSpPr>
              <p:spPr>
                <a:xfrm>
                  <a:off x="4048592" y="5402533"/>
                  <a:ext cx="776078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1, 0, 1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E1AD6A5-A305-A1E8-B398-5AA79DA531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8592" y="5402533"/>
                  <a:ext cx="7760787" cy="523220"/>
                </a:xfrm>
                <a:prstGeom prst="rect">
                  <a:avLst/>
                </a:prstGeom>
                <a:blipFill>
                  <a:blip r:embed="rId7"/>
                  <a:stretch>
                    <a:fillRect t="-11628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16C2325-0751-097D-2ADD-9A3D309E8778}"/>
                </a:ext>
              </a:extLst>
            </p:cNvPr>
            <p:cNvSpPr/>
            <p:nvPr/>
          </p:nvSpPr>
          <p:spPr>
            <a:xfrm>
              <a:off x="4029510" y="5402533"/>
              <a:ext cx="7692320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B96016-286A-B853-5FD6-9689A3ABA4EF}"/>
              </a:ext>
            </a:extLst>
          </p:cNvPr>
          <p:cNvGrpSpPr/>
          <p:nvPr/>
        </p:nvGrpSpPr>
        <p:grpSpPr>
          <a:xfrm>
            <a:off x="9025883" y="5985066"/>
            <a:ext cx="2655509" cy="523220"/>
            <a:chOff x="3156626" y="3249198"/>
            <a:chExt cx="2940577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C9A9C87-ACAD-E15F-DF69-0CD6D3B6661F}"/>
                    </a:ext>
                  </a:extLst>
                </p:cNvPr>
                <p:cNvSpPr txBox="1"/>
                <p:nvPr/>
              </p:nvSpPr>
              <p:spPr>
                <a:xfrm>
                  <a:off x="3157889" y="3249198"/>
                  <a:ext cx="293931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C9A9C87-ACAD-E15F-DF69-0CD6D3B666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89" y="3249198"/>
                  <a:ext cx="2939314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C9FB54C-E696-6DF7-0F46-ACE8A03D3A18}"/>
                </a:ext>
              </a:extLst>
            </p:cNvPr>
            <p:cNvSpPr/>
            <p:nvPr/>
          </p:nvSpPr>
          <p:spPr>
            <a:xfrm>
              <a:off x="3156626" y="3249198"/>
              <a:ext cx="2939314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F887CCB-1AFE-2280-D44E-F90FAA1EDA35}"/>
                  </a:ext>
                </a:extLst>
              </p:cNvPr>
              <p:cNvSpPr txBox="1"/>
              <p:nvPr/>
            </p:nvSpPr>
            <p:spPr>
              <a:xfrm>
                <a:off x="510608" y="3342404"/>
                <a:ext cx="92393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2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1, 0, 1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F887CCB-1AFE-2280-D44E-F90FAA1EDA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08" y="3342404"/>
                <a:ext cx="923939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C680667C-56F9-38AE-454F-68A9F141A79C}"/>
              </a:ext>
            </a:extLst>
          </p:cNvPr>
          <p:cNvSpPr txBox="1"/>
          <p:nvPr/>
        </p:nvSpPr>
        <p:spPr>
          <a:xfrm>
            <a:off x="923240" y="3885607"/>
            <a:ext cx="5641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Equating corresponding components,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C96AA30-E6FD-F704-5608-7888C4F3F582}"/>
                  </a:ext>
                </a:extLst>
              </p:cNvPr>
              <p:cNvSpPr txBox="1"/>
              <p:nvPr/>
            </p:nvSpPr>
            <p:spPr>
              <a:xfrm>
                <a:off x="957124" y="4397218"/>
                <a:ext cx="15922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C96AA30-E6FD-F704-5608-7888C4F3F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124" y="4397218"/>
                <a:ext cx="159225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FB87505-B66B-34C2-A057-1E60FC02F786}"/>
                  </a:ext>
                </a:extLst>
              </p:cNvPr>
              <p:cNvSpPr txBox="1"/>
              <p:nvPr/>
            </p:nvSpPr>
            <p:spPr>
              <a:xfrm>
                <a:off x="2719347" y="4410010"/>
                <a:ext cx="17770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FB87505-B66B-34C2-A057-1E60FC02F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9347" y="4410010"/>
                <a:ext cx="1777083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00BFF45-8696-7B27-9961-D7E1E51A2D4A}"/>
                  </a:ext>
                </a:extLst>
              </p:cNvPr>
              <p:cNvSpPr txBox="1"/>
              <p:nvPr/>
            </p:nvSpPr>
            <p:spPr>
              <a:xfrm>
                <a:off x="4666394" y="4391102"/>
                <a:ext cx="40618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00BFF45-8696-7B27-9961-D7E1E51A2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394" y="4391102"/>
                <a:ext cx="4061897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106B8C01-0FD0-EE7D-9277-9B6EC0CD5191}"/>
              </a:ext>
            </a:extLst>
          </p:cNvPr>
          <p:cNvSpPr txBox="1"/>
          <p:nvPr/>
        </p:nvSpPr>
        <p:spPr>
          <a:xfrm>
            <a:off x="957124" y="4973075"/>
            <a:ext cx="3680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these equations,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FFF6193-C9E3-6200-1D48-E76BC87AEF99}"/>
                  </a:ext>
                </a:extLst>
              </p:cNvPr>
              <p:cNvSpPr txBox="1"/>
              <p:nvPr/>
            </p:nvSpPr>
            <p:spPr>
              <a:xfrm>
                <a:off x="957124" y="5529997"/>
                <a:ext cx="53539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:r>
                  <a:rPr lang="en-IN" sz="2800" dirty="0">
                    <a:solidFill>
                      <a:srgbClr val="002060"/>
                    </a:solidFill>
                  </a:rPr>
                  <a:t>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FFF6193-C9E3-6200-1D48-E76BC87AE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124" y="5529997"/>
                <a:ext cx="5353991" cy="523220"/>
              </a:xfrm>
              <a:prstGeom prst="rect">
                <a:avLst/>
              </a:prstGeom>
              <a:blipFill>
                <a:blip r:embed="rId13"/>
                <a:stretch>
                  <a:fillRect l="-2278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ight Arrow 3">
            <a:extLst>
              <a:ext uri="{FF2B5EF4-FFF2-40B4-BE49-F238E27FC236}">
                <a16:creationId xmlns:a16="http://schemas.microsoft.com/office/drawing/2014/main" id="{2E26794F-4082-D3FA-DC79-269D3C30724A}"/>
              </a:ext>
            </a:extLst>
          </p:cNvPr>
          <p:cNvSpPr/>
          <p:nvPr/>
        </p:nvSpPr>
        <p:spPr>
          <a:xfrm flipV="1">
            <a:off x="139628" y="1715096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38" name="Right Arrow 3">
            <a:extLst>
              <a:ext uri="{FF2B5EF4-FFF2-40B4-BE49-F238E27FC236}">
                <a16:creationId xmlns:a16="http://schemas.microsoft.com/office/drawing/2014/main" id="{090B07C0-764A-6B04-6872-E100ECE0FF44}"/>
              </a:ext>
            </a:extLst>
          </p:cNvPr>
          <p:cNvSpPr/>
          <p:nvPr/>
        </p:nvSpPr>
        <p:spPr>
          <a:xfrm flipV="1">
            <a:off x="139627" y="394864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39" name="Right Arrow 3">
            <a:extLst>
              <a:ext uri="{FF2B5EF4-FFF2-40B4-BE49-F238E27FC236}">
                <a16:creationId xmlns:a16="http://schemas.microsoft.com/office/drawing/2014/main" id="{9D2F4EA7-A9E8-3340-DE43-215B62F67642}"/>
              </a:ext>
            </a:extLst>
          </p:cNvPr>
          <p:cNvSpPr/>
          <p:nvPr/>
        </p:nvSpPr>
        <p:spPr>
          <a:xfrm flipV="1">
            <a:off x="139626" y="5002102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C741E33-892E-00F5-0135-CE8BB57CD315}"/>
                  </a:ext>
                </a:extLst>
              </p:cNvPr>
              <p:cNvSpPr txBox="1"/>
              <p:nvPr/>
            </p:nvSpPr>
            <p:spPr>
              <a:xfrm>
                <a:off x="510608" y="6086919"/>
                <a:ext cx="643947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C741E33-892E-00F5-0135-CE8BB57CD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08" y="6086919"/>
                <a:ext cx="643947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9663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/>
      <p:bldP spid="21" grpId="0"/>
      <p:bldP spid="31" grpId="0"/>
      <p:bldP spid="36" grpId="0"/>
      <p:bldP spid="37" grpId="0" animBg="1"/>
      <p:bldP spid="38" grpId="0" animBg="1"/>
      <p:bldP spid="39" grpId="0" animBg="1"/>
      <p:bldP spid="40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85055-41A1-D396-6A88-EBB2E470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5925ECE-5AAE-BA4F-46CF-7FBB0084AF8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5925ECE-5AAE-BA4F-46CF-7FBB0084AF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D8C42F-911F-7374-6DD2-135176B693DC}"/>
                  </a:ext>
                </a:extLst>
              </p:cNvPr>
              <p:cNvSpPr txBox="1"/>
              <p:nvPr/>
            </p:nvSpPr>
            <p:spPr>
              <a:xfrm>
                <a:off x="959260" y="788676"/>
                <a:ext cx="10345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Express the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as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D8C42F-911F-7374-6DD2-135176B69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60" y="788676"/>
                <a:ext cx="10345519" cy="523220"/>
              </a:xfrm>
              <a:prstGeom prst="rect">
                <a:avLst/>
              </a:prstGeom>
              <a:blipFill>
                <a:blip r:embed="rId3"/>
                <a:stretch>
                  <a:fillRect l="-1179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9395E8-B75C-5F39-D0F1-F7B65FB8E4B1}"/>
                  </a:ext>
                </a:extLst>
              </p:cNvPr>
              <p:cNvSpPr txBox="1"/>
              <p:nvPr/>
            </p:nvSpPr>
            <p:spPr>
              <a:xfrm>
                <a:off x="610393" y="2022930"/>
                <a:ext cx="92393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−1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9395E8-B75C-5F39-D0F1-F7B65FB8E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93" y="2022930"/>
                <a:ext cx="923939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21C59C-F71D-BC05-5964-64E13D7EADD1}"/>
                  </a:ext>
                </a:extLst>
              </p:cNvPr>
              <p:cNvSpPr txBox="1"/>
              <p:nvPr/>
            </p:nvSpPr>
            <p:spPr>
              <a:xfrm>
                <a:off x="959260" y="1389720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21C59C-F71D-BC05-5964-64E13D7EA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60" y="1389720"/>
                <a:ext cx="612842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7CCA619C-2E24-A4FA-DBDE-B689C85D5A0F}"/>
              </a:ext>
            </a:extLst>
          </p:cNvPr>
          <p:cNvGrpSpPr/>
          <p:nvPr/>
        </p:nvGrpSpPr>
        <p:grpSpPr>
          <a:xfrm>
            <a:off x="4974002" y="6016875"/>
            <a:ext cx="7192967" cy="523220"/>
            <a:chOff x="4029510" y="5402533"/>
            <a:chExt cx="7779869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28871B0-DDD4-82A4-DC4C-F9DF07DE214E}"/>
                    </a:ext>
                  </a:extLst>
                </p:cNvPr>
                <p:cNvSpPr txBox="1"/>
                <p:nvPr/>
              </p:nvSpPr>
              <p:spPr>
                <a:xfrm>
                  <a:off x="4048592" y="5402533"/>
                  <a:ext cx="776078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1, 0, 1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E1AD6A5-A305-A1E8-B398-5AA79DA531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8592" y="5402533"/>
                  <a:ext cx="7760787" cy="523220"/>
                </a:xfrm>
                <a:prstGeom prst="rect">
                  <a:avLst/>
                </a:prstGeom>
                <a:blipFill>
                  <a:blip r:embed="rId6"/>
                  <a:stretch>
                    <a:fillRect t="-11628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8FC309B-4959-1915-19FE-E0D8B266A7F3}"/>
                </a:ext>
              </a:extLst>
            </p:cNvPr>
            <p:cNvSpPr/>
            <p:nvPr/>
          </p:nvSpPr>
          <p:spPr>
            <a:xfrm>
              <a:off x="4029510" y="5402533"/>
              <a:ext cx="7692320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78A5AE0-06BC-CA40-974E-5824C7703BEB}"/>
              </a:ext>
            </a:extLst>
          </p:cNvPr>
          <p:cNvGrpSpPr/>
          <p:nvPr/>
        </p:nvGrpSpPr>
        <p:grpSpPr>
          <a:xfrm>
            <a:off x="9143310" y="6016875"/>
            <a:ext cx="2960357" cy="944169"/>
            <a:chOff x="3156626" y="3249198"/>
            <a:chExt cx="2940577" cy="9441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32DCFA4-CE8A-9BE4-65A2-A52635CFAB77}"/>
                    </a:ext>
                  </a:extLst>
                </p:cNvPr>
                <p:cNvSpPr txBox="1"/>
                <p:nvPr/>
              </p:nvSpPr>
              <p:spPr>
                <a:xfrm>
                  <a:off x="3157889" y="3249198"/>
                  <a:ext cx="2939314" cy="94416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32DCFA4-CE8A-9BE4-65A2-A52635CFAB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89" y="3249198"/>
                  <a:ext cx="2939314" cy="94416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87CCCE0-CD6F-B72F-CEC5-CBF0241BDFBB}"/>
                </a:ext>
              </a:extLst>
            </p:cNvPr>
            <p:cNvSpPr/>
            <p:nvPr/>
          </p:nvSpPr>
          <p:spPr>
            <a:xfrm>
              <a:off x="3156626" y="3249198"/>
              <a:ext cx="2939314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03CFDBC-6FF8-51CE-C469-7DF252285559}"/>
                  </a:ext>
                </a:extLst>
              </p:cNvPr>
              <p:cNvSpPr txBox="1"/>
              <p:nvPr/>
            </p:nvSpPr>
            <p:spPr>
              <a:xfrm>
                <a:off x="610393" y="2674717"/>
                <a:ext cx="92393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−1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1, 0, 1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03CFDBC-6FF8-51CE-C469-7DF2522855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93" y="2674717"/>
                <a:ext cx="923939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323C35AD-01E4-A5C2-E556-5D7B8C4DAEF2}"/>
              </a:ext>
            </a:extLst>
          </p:cNvPr>
          <p:cNvSpPr txBox="1"/>
          <p:nvPr/>
        </p:nvSpPr>
        <p:spPr>
          <a:xfrm>
            <a:off x="959260" y="3345558"/>
            <a:ext cx="5641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Equating corresponding components,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8E0DBA5-CBAA-7BF8-9218-B183D9C4E6FA}"/>
                  </a:ext>
                </a:extLst>
              </p:cNvPr>
              <p:cNvSpPr txBox="1"/>
              <p:nvPr/>
            </p:nvSpPr>
            <p:spPr>
              <a:xfrm>
                <a:off x="1037454" y="3896603"/>
                <a:ext cx="15922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8E0DBA5-CBAA-7BF8-9218-B183D9C4E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454" y="3896603"/>
                <a:ext cx="159225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C2D1544-0AD8-9818-EC86-D33DC1BB87E7}"/>
                  </a:ext>
                </a:extLst>
              </p:cNvPr>
              <p:cNvSpPr txBox="1"/>
              <p:nvPr/>
            </p:nvSpPr>
            <p:spPr>
              <a:xfrm>
                <a:off x="2863011" y="3896603"/>
                <a:ext cx="17770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=−1,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E2B3158-8E02-ADAA-36FC-4A60458BA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3011" y="3896603"/>
                <a:ext cx="1777083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4FF5602-F1A6-1D78-CBDC-21D02B95A3FC}"/>
                  </a:ext>
                </a:extLst>
              </p:cNvPr>
              <p:cNvSpPr txBox="1"/>
              <p:nvPr/>
            </p:nvSpPr>
            <p:spPr>
              <a:xfrm>
                <a:off x="4873392" y="3896603"/>
                <a:ext cx="40618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4FF5602-F1A6-1D78-CBDC-21D02B95A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392" y="3896603"/>
                <a:ext cx="406189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462BC85D-E577-293C-F963-91FBD378A799}"/>
              </a:ext>
            </a:extLst>
          </p:cNvPr>
          <p:cNvSpPr txBox="1"/>
          <p:nvPr/>
        </p:nvSpPr>
        <p:spPr>
          <a:xfrm>
            <a:off x="959260" y="4521265"/>
            <a:ext cx="3680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these equations,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54BF746-4667-5688-4208-EA33802FFAAD}"/>
                  </a:ext>
                </a:extLst>
              </p:cNvPr>
              <p:cNvSpPr txBox="1"/>
              <p:nvPr/>
            </p:nvSpPr>
            <p:spPr>
              <a:xfrm>
                <a:off x="959260" y="5134840"/>
                <a:ext cx="53539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:r>
                  <a:rPr lang="en-IN" sz="2800" dirty="0">
                    <a:solidFill>
                      <a:srgbClr val="002060"/>
                    </a:solidFill>
                  </a:rPr>
                  <a:t>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=−1,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54BF746-4667-5688-4208-EA33802FF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60" y="5134840"/>
                <a:ext cx="5353991" cy="523220"/>
              </a:xfrm>
              <a:prstGeom prst="rect">
                <a:avLst/>
              </a:prstGeom>
              <a:blipFill>
                <a:blip r:embed="rId12"/>
                <a:stretch>
                  <a:fillRect l="-2275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Arrow 3">
            <a:extLst>
              <a:ext uri="{FF2B5EF4-FFF2-40B4-BE49-F238E27FC236}">
                <a16:creationId xmlns:a16="http://schemas.microsoft.com/office/drawing/2014/main" id="{FFC8D757-1399-7197-C171-2C25F4DA96CF}"/>
              </a:ext>
            </a:extLst>
          </p:cNvPr>
          <p:cNvSpPr/>
          <p:nvPr/>
        </p:nvSpPr>
        <p:spPr>
          <a:xfrm flipV="1">
            <a:off x="239413" y="8640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29" name="Right Arrow 3">
            <a:extLst>
              <a:ext uri="{FF2B5EF4-FFF2-40B4-BE49-F238E27FC236}">
                <a16:creationId xmlns:a16="http://schemas.microsoft.com/office/drawing/2014/main" id="{1D77F71F-3E4E-F2CE-D8BC-5BB89B8B45C1}"/>
              </a:ext>
            </a:extLst>
          </p:cNvPr>
          <p:cNvSpPr/>
          <p:nvPr/>
        </p:nvSpPr>
        <p:spPr>
          <a:xfrm flipV="1">
            <a:off x="239412" y="34201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30" name="Right Arrow 3">
            <a:extLst>
              <a:ext uri="{FF2B5EF4-FFF2-40B4-BE49-F238E27FC236}">
                <a16:creationId xmlns:a16="http://schemas.microsoft.com/office/drawing/2014/main" id="{184C947D-1FFC-86C0-1488-AFD07F2B0C54}"/>
              </a:ext>
            </a:extLst>
          </p:cNvPr>
          <p:cNvSpPr/>
          <p:nvPr/>
        </p:nvSpPr>
        <p:spPr>
          <a:xfrm flipV="1">
            <a:off x="239411" y="455960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3338879-3EA3-69DE-64C8-6F5F7A3C1E8D}"/>
                  </a:ext>
                </a:extLst>
              </p:cNvPr>
              <p:cNvSpPr txBox="1"/>
              <p:nvPr/>
            </p:nvSpPr>
            <p:spPr>
              <a:xfrm>
                <a:off x="610393" y="5787327"/>
                <a:ext cx="554448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3338879-3EA3-69DE-64C8-6F5F7A3C1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93" y="5787327"/>
                <a:ext cx="5544485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479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8" grpId="0"/>
      <p:bldP spid="22" grpId="0"/>
      <p:bldP spid="26" grpId="0"/>
      <p:bldP spid="27" grpId="0" animBg="1"/>
      <p:bldP spid="29" grpId="0" animBg="1"/>
      <p:bldP spid="30" grpId="0" animBg="1"/>
      <p:bldP spid="33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CC3EC-545B-8149-3084-36B3AB007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F5F0C35-5273-F9F2-AEE5-F7F834261ED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F5F0C35-5273-F9F2-AEE5-F7F834261E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488BF98-3999-DF26-12AD-023212F17DD1}"/>
                  </a:ext>
                </a:extLst>
              </p:cNvPr>
              <p:cNvSpPr txBox="1"/>
              <p:nvPr/>
            </p:nvSpPr>
            <p:spPr>
              <a:xfrm>
                <a:off x="959260" y="788676"/>
                <a:ext cx="10345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Express the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as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488BF98-3999-DF26-12AD-023212F17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60" y="788676"/>
                <a:ext cx="10345519" cy="523220"/>
              </a:xfrm>
              <a:prstGeom prst="rect">
                <a:avLst/>
              </a:prstGeom>
              <a:blipFill>
                <a:blip r:embed="rId3"/>
                <a:stretch>
                  <a:fillRect l="-1179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CA5901-6DF7-BD01-7583-749F8E1487E0}"/>
                  </a:ext>
                </a:extLst>
              </p:cNvPr>
              <p:cNvSpPr txBox="1"/>
              <p:nvPr/>
            </p:nvSpPr>
            <p:spPr>
              <a:xfrm>
                <a:off x="610393" y="1974290"/>
                <a:ext cx="92393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0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CA5901-6DF7-BD01-7583-749F8E148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93" y="1974290"/>
                <a:ext cx="923939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464DAF-F604-A6E4-9D52-5503E74D0799}"/>
                  </a:ext>
                </a:extLst>
              </p:cNvPr>
              <p:cNvSpPr txBox="1"/>
              <p:nvPr/>
            </p:nvSpPr>
            <p:spPr>
              <a:xfrm>
                <a:off x="959260" y="1350808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464DAF-F604-A6E4-9D52-5503E74D0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60" y="1350808"/>
                <a:ext cx="612842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11C7F208-242F-99E4-A77D-AAEF990572DF}"/>
              </a:ext>
            </a:extLst>
          </p:cNvPr>
          <p:cNvGrpSpPr/>
          <p:nvPr/>
        </p:nvGrpSpPr>
        <p:grpSpPr>
          <a:xfrm>
            <a:off x="4974002" y="6016875"/>
            <a:ext cx="7192967" cy="523220"/>
            <a:chOff x="4029510" y="5402533"/>
            <a:chExt cx="7779869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5D0C0F1-18DB-EA44-1889-0742E07DE64C}"/>
                    </a:ext>
                  </a:extLst>
                </p:cNvPr>
                <p:cNvSpPr txBox="1"/>
                <p:nvPr/>
              </p:nvSpPr>
              <p:spPr>
                <a:xfrm>
                  <a:off x="4048592" y="5402533"/>
                  <a:ext cx="776078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1, 0, 1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4B9577D-A17F-DB93-0B67-521B3EC8C8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8592" y="5402533"/>
                  <a:ext cx="7760787" cy="523220"/>
                </a:xfrm>
                <a:prstGeom prst="rect">
                  <a:avLst/>
                </a:prstGeom>
                <a:blipFill>
                  <a:blip r:embed="rId6"/>
                  <a:stretch>
                    <a:fillRect t="-11628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93F377-7AC3-B5F8-05D5-D03AD59D2AA9}"/>
                </a:ext>
              </a:extLst>
            </p:cNvPr>
            <p:cNvSpPr/>
            <p:nvPr/>
          </p:nvSpPr>
          <p:spPr>
            <a:xfrm>
              <a:off x="4029510" y="5402533"/>
              <a:ext cx="7692320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83B1652-B023-19FD-B830-5387A5FCA93D}"/>
              </a:ext>
            </a:extLst>
          </p:cNvPr>
          <p:cNvGrpSpPr/>
          <p:nvPr/>
        </p:nvGrpSpPr>
        <p:grpSpPr>
          <a:xfrm>
            <a:off x="9476143" y="6016875"/>
            <a:ext cx="2650354" cy="523220"/>
            <a:chOff x="3156626" y="3249198"/>
            <a:chExt cx="3023173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26837C9-7C8B-DC36-F4A2-C52AF1DECFF5}"/>
                    </a:ext>
                  </a:extLst>
                </p:cNvPr>
                <p:cNvSpPr txBox="1"/>
                <p:nvPr/>
              </p:nvSpPr>
              <p:spPr>
                <a:xfrm>
                  <a:off x="3157889" y="3249198"/>
                  <a:ext cx="30219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26837C9-7C8B-DC36-F4A2-C52AF1DECF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889" y="3249198"/>
                  <a:ext cx="3021910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57C832-49C8-2BD5-9093-5A3C0BC4CF64}"/>
                </a:ext>
              </a:extLst>
            </p:cNvPr>
            <p:cNvSpPr/>
            <p:nvPr/>
          </p:nvSpPr>
          <p:spPr>
            <a:xfrm>
              <a:off x="3156626" y="3249198"/>
              <a:ext cx="2939314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B29A1AB-26A6-D89B-1203-E50D25D6C755}"/>
                  </a:ext>
                </a:extLst>
              </p:cNvPr>
              <p:cNvSpPr txBox="1"/>
              <p:nvPr/>
            </p:nvSpPr>
            <p:spPr>
              <a:xfrm>
                <a:off x="610393" y="2674717"/>
                <a:ext cx="92393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0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1, 0, 1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B29A1AB-26A6-D89B-1203-E50D25D6C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93" y="2674717"/>
                <a:ext cx="923939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B599D61D-3B34-A15F-7735-E18E59FA3400}"/>
              </a:ext>
            </a:extLst>
          </p:cNvPr>
          <p:cNvSpPr txBox="1"/>
          <p:nvPr/>
        </p:nvSpPr>
        <p:spPr>
          <a:xfrm>
            <a:off x="959260" y="3345558"/>
            <a:ext cx="5641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Equating corresponding components,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C24A846-8005-9E0D-8977-2114E8A7C2C1}"/>
                  </a:ext>
                </a:extLst>
              </p:cNvPr>
              <p:cNvSpPr txBox="1"/>
              <p:nvPr/>
            </p:nvSpPr>
            <p:spPr>
              <a:xfrm>
                <a:off x="1037454" y="3896603"/>
                <a:ext cx="15922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0640E62-5086-93EF-B71F-801857059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454" y="3896603"/>
                <a:ext cx="159225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C246331-505E-7CC4-2FE7-DC9515B2DC2D}"/>
                  </a:ext>
                </a:extLst>
              </p:cNvPr>
              <p:cNvSpPr txBox="1"/>
              <p:nvPr/>
            </p:nvSpPr>
            <p:spPr>
              <a:xfrm>
                <a:off x="2863011" y="3896603"/>
                <a:ext cx="17770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C570EAD-F126-1647-055A-9D162B549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3011" y="3896603"/>
                <a:ext cx="1777083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4E90547-2D15-23FC-8A74-C18A2CCD873D}"/>
                  </a:ext>
                </a:extLst>
              </p:cNvPr>
              <p:cNvSpPr txBox="1"/>
              <p:nvPr/>
            </p:nvSpPr>
            <p:spPr>
              <a:xfrm>
                <a:off x="4873392" y="3896603"/>
                <a:ext cx="40618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A56439-3FA6-3810-DF49-01685BAAB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392" y="3896603"/>
                <a:ext cx="406189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DF5288CC-975A-0D87-1C98-4C8E5D5ED641}"/>
              </a:ext>
            </a:extLst>
          </p:cNvPr>
          <p:cNvSpPr txBox="1"/>
          <p:nvPr/>
        </p:nvSpPr>
        <p:spPr>
          <a:xfrm>
            <a:off x="959260" y="4521265"/>
            <a:ext cx="3680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these equations,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3417CC8-CE43-7DCD-6EEF-59A2573767BD}"/>
                  </a:ext>
                </a:extLst>
              </p:cNvPr>
              <p:cNvSpPr txBox="1"/>
              <p:nvPr/>
            </p:nvSpPr>
            <p:spPr>
              <a:xfrm>
                <a:off x="959260" y="5134840"/>
                <a:ext cx="53539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:r>
                  <a:rPr lang="en-IN" sz="2800" dirty="0">
                    <a:solidFill>
                      <a:srgbClr val="002060"/>
                    </a:solidFill>
                  </a:rPr>
                  <a:t>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111B501-43F7-6E31-301C-F6DCF2956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60" y="5134840"/>
                <a:ext cx="5353991" cy="523220"/>
              </a:xfrm>
              <a:prstGeom prst="rect">
                <a:avLst/>
              </a:prstGeom>
              <a:blipFill>
                <a:blip r:embed="rId12"/>
                <a:stretch>
                  <a:fillRect l="-2275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Arrow 3">
            <a:extLst>
              <a:ext uri="{FF2B5EF4-FFF2-40B4-BE49-F238E27FC236}">
                <a16:creationId xmlns:a16="http://schemas.microsoft.com/office/drawing/2014/main" id="{D1738F43-B3BA-2782-813E-15A034568E70}"/>
              </a:ext>
            </a:extLst>
          </p:cNvPr>
          <p:cNvSpPr/>
          <p:nvPr/>
        </p:nvSpPr>
        <p:spPr>
          <a:xfrm flipV="1">
            <a:off x="239413" y="8640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29" name="Right Arrow 3">
            <a:extLst>
              <a:ext uri="{FF2B5EF4-FFF2-40B4-BE49-F238E27FC236}">
                <a16:creationId xmlns:a16="http://schemas.microsoft.com/office/drawing/2014/main" id="{A3B7E4F5-A8B6-5D53-BB04-F57B2511BABA}"/>
              </a:ext>
            </a:extLst>
          </p:cNvPr>
          <p:cNvSpPr/>
          <p:nvPr/>
        </p:nvSpPr>
        <p:spPr>
          <a:xfrm flipV="1">
            <a:off x="239412" y="34201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30" name="Right Arrow 3">
            <a:extLst>
              <a:ext uri="{FF2B5EF4-FFF2-40B4-BE49-F238E27FC236}">
                <a16:creationId xmlns:a16="http://schemas.microsoft.com/office/drawing/2014/main" id="{9E7901AA-BB65-CD6F-AD86-05B247ECDBB9}"/>
              </a:ext>
            </a:extLst>
          </p:cNvPr>
          <p:cNvSpPr/>
          <p:nvPr/>
        </p:nvSpPr>
        <p:spPr>
          <a:xfrm flipV="1">
            <a:off x="239411" y="455960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9E4DBD5-F335-A76A-76F6-598A20AF163D}"/>
                  </a:ext>
                </a:extLst>
              </p:cNvPr>
              <p:cNvSpPr txBox="1"/>
              <p:nvPr/>
            </p:nvSpPr>
            <p:spPr>
              <a:xfrm>
                <a:off x="610393" y="5849857"/>
                <a:ext cx="60697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9E4DBD5-F335-A76A-76F6-598A20AF1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93" y="5849857"/>
                <a:ext cx="6069779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0018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8" grpId="0"/>
      <p:bldP spid="22" grpId="0"/>
      <p:bldP spid="26" grpId="0"/>
      <p:bldP spid="27" grpId="0" animBg="1"/>
      <p:bldP spid="29" grpId="0" animBg="1"/>
      <p:bldP spid="30" grpId="0" animBg="1"/>
      <p:bldP spid="33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C49FE-1667-BB62-B3E9-5705884A2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104EB19-A7C7-48DB-524A-91DA188EA4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104EB19-A7C7-48DB-524A-91DA188EA4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Arrow 3">
            <a:extLst>
              <a:ext uri="{FF2B5EF4-FFF2-40B4-BE49-F238E27FC236}">
                <a16:creationId xmlns:a16="http://schemas.microsoft.com/office/drawing/2014/main" id="{A4C05CAD-351E-A467-BBCD-A90057D8EEEA}"/>
              </a:ext>
            </a:extLst>
          </p:cNvPr>
          <p:cNvSpPr/>
          <p:nvPr/>
        </p:nvSpPr>
        <p:spPr>
          <a:xfrm flipV="1">
            <a:off x="239413" y="2011893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0D9D72E-8B8A-F744-2238-FAC8CED07D29}"/>
              </a:ext>
            </a:extLst>
          </p:cNvPr>
          <p:cNvGrpSpPr/>
          <p:nvPr/>
        </p:nvGrpSpPr>
        <p:grpSpPr>
          <a:xfrm>
            <a:off x="6698917" y="5925603"/>
            <a:ext cx="5350212" cy="523220"/>
            <a:chOff x="666908" y="3671577"/>
            <a:chExt cx="4070461" cy="52322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9761AC8-49DF-F175-2B74-1642D3BAEA71}"/>
                </a:ext>
              </a:extLst>
            </p:cNvPr>
            <p:cNvSpPr/>
            <p:nvPr/>
          </p:nvSpPr>
          <p:spPr>
            <a:xfrm>
              <a:off x="666908" y="3671577"/>
              <a:ext cx="4070461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C72CDD0-0D5F-A984-EEE6-E401D52D96E3}"/>
                    </a:ext>
                  </a:extLst>
                </p:cNvPr>
                <p:cNvSpPr txBox="1"/>
                <p:nvPr/>
              </p:nvSpPr>
              <p:spPr>
                <a:xfrm>
                  <a:off x="666908" y="3671577"/>
                  <a:ext cx="407046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C72CDD0-0D5F-A984-EEE6-E401D52D96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908" y="3671577"/>
                  <a:ext cx="4070461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736E10B-C6F0-AE58-74FB-A14623939CCC}"/>
              </a:ext>
            </a:extLst>
          </p:cNvPr>
          <p:cNvGrpSpPr/>
          <p:nvPr/>
        </p:nvGrpSpPr>
        <p:grpSpPr>
          <a:xfrm>
            <a:off x="6815798" y="5925603"/>
            <a:ext cx="5820431" cy="523220"/>
            <a:chOff x="3536476" y="5546104"/>
            <a:chExt cx="2149532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B752792-19C2-B21D-85F2-89C034968FC5}"/>
                    </a:ext>
                  </a:extLst>
                </p:cNvPr>
                <p:cNvSpPr txBox="1"/>
                <p:nvPr/>
              </p:nvSpPr>
              <p:spPr>
                <a:xfrm>
                  <a:off x="3536476" y="5546104"/>
                  <a:ext cx="214953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B752792-19C2-B21D-85F2-89C034968F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6476" y="5546104"/>
                  <a:ext cx="2149532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199FC7D-E4E6-9E78-A3A3-6B22B5C19FC4}"/>
                </a:ext>
              </a:extLst>
            </p:cNvPr>
            <p:cNvSpPr/>
            <p:nvPr/>
          </p:nvSpPr>
          <p:spPr>
            <a:xfrm>
              <a:off x="3536476" y="5546104"/>
              <a:ext cx="1930469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04D7DB8-9A2A-B41A-8B9C-E5EC0CC18BCD}"/>
              </a:ext>
            </a:extLst>
          </p:cNvPr>
          <p:cNvGrpSpPr/>
          <p:nvPr/>
        </p:nvGrpSpPr>
        <p:grpSpPr>
          <a:xfrm>
            <a:off x="6621334" y="5903828"/>
            <a:ext cx="5450577" cy="544995"/>
            <a:chOff x="7463380" y="2332693"/>
            <a:chExt cx="4540637" cy="5449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8B1F022-1F07-1C2B-1699-FB8017E0A2E7}"/>
                    </a:ext>
                  </a:extLst>
                </p:cNvPr>
                <p:cNvSpPr txBox="1"/>
                <p:nvPr/>
              </p:nvSpPr>
              <p:spPr>
                <a:xfrm>
                  <a:off x="7544993" y="2332693"/>
                  <a:ext cx="427787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8B1F022-1F07-1C2B-1699-FB8017E0A2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4993" y="2332693"/>
                  <a:ext cx="4277877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1ABFDB7-76C7-4F66-AAC2-71505F792CF5}"/>
                </a:ext>
              </a:extLst>
            </p:cNvPr>
            <p:cNvSpPr/>
            <p:nvPr/>
          </p:nvSpPr>
          <p:spPr>
            <a:xfrm>
              <a:off x="7463380" y="2354468"/>
              <a:ext cx="4540637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43C002E-0DC8-7A06-8A8F-34738904289C}"/>
                  </a:ext>
                </a:extLst>
              </p:cNvPr>
              <p:cNvSpPr txBox="1"/>
              <p:nvPr/>
            </p:nvSpPr>
            <p:spPr>
              <a:xfrm>
                <a:off x="1089498" y="1920504"/>
                <a:ext cx="1700927" cy="560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43C002E-0DC8-7A06-8A8F-347389042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498" y="1920504"/>
                <a:ext cx="1700927" cy="5602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EBF1F55-486B-4365-2B9F-27FDD9616B51}"/>
                  </a:ext>
                </a:extLst>
              </p:cNvPr>
              <p:cNvSpPr txBox="1"/>
              <p:nvPr/>
            </p:nvSpPr>
            <p:spPr>
              <a:xfrm>
                <a:off x="2905942" y="1246821"/>
                <a:ext cx="51394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2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2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EBF1F55-486B-4365-2B9F-27FDD9616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942" y="1246821"/>
                <a:ext cx="513940" cy="2031325"/>
              </a:xfrm>
              <a:prstGeom prst="rect">
                <a:avLst/>
              </a:prstGeom>
              <a:blipFill>
                <a:blip r:embed="rId7"/>
                <a:stretch>
                  <a:fillRect r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Left Bracket 31">
            <a:extLst>
              <a:ext uri="{FF2B5EF4-FFF2-40B4-BE49-F238E27FC236}">
                <a16:creationId xmlns:a16="http://schemas.microsoft.com/office/drawing/2014/main" id="{C4B338B8-4C51-F7FD-E759-8EAAB3D699D0}"/>
              </a:ext>
            </a:extLst>
          </p:cNvPr>
          <p:cNvSpPr/>
          <p:nvPr/>
        </p:nvSpPr>
        <p:spPr>
          <a:xfrm>
            <a:off x="2899460" y="1355395"/>
            <a:ext cx="145913" cy="1918657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8832ABE-498E-2D1F-3610-7752B890F072}"/>
                  </a:ext>
                </a:extLst>
              </p:cNvPr>
              <p:cNvSpPr txBox="1"/>
              <p:nvPr/>
            </p:nvSpPr>
            <p:spPr>
              <a:xfrm>
                <a:off x="3610737" y="1264502"/>
                <a:ext cx="51394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3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1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8832ABE-498E-2D1F-3610-7752B890F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737" y="1264502"/>
                <a:ext cx="513940" cy="2031325"/>
              </a:xfrm>
              <a:prstGeom prst="rect">
                <a:avLst/>
              </a:prstGeom>
              <a:blipFill>
                <a:blip r:embed="rId8"/>
                <a:stretch>
                  <a:fillRect r="-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Left Bracket 34">
            <a:extLst>
              <a:ext uri="{FF2B5EF4-FFF2-40B4-BE49-F238E27FC236}">
                <a16:creationId xmlns:a16="http://schemas.microsoft.com/office/drawing/2014/main" id="{B40757AF-9DD3-85CE-D676-4668F53F1A75}"/>
              </a:ext>
            </a:extLst>
          </p:cNvPr>
          <p:cNvSpPr/>
          <p:nvPr/>
        </p:nvSpPr>
        <p:spPr>
          <a:xfrm flipH="1">
            <a:off x="4873162" y="1355395"/>
            <a:ext cx="150261" cy="1918657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A657781-4DE2-338F-DA0F-0EEA8946A042}"/>
                  </a:ext>
                </a:extLst>
              </p:cNvPr>
              <p:cNvSpPr txBox="1"/>
              <p:nvPr/>
            </p:nvSpPr>
            <p:spPr>
              <a:xfrm>
                <a:off x="5106307" y="3082105"/>
                <a:ext cx="14964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IN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A657781-4DE2-338F-DA0F-0EEA8946A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307" y="3082105"/>
                <a:ext cx="149649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E2F385E-2FAA-A1EF-0B82-2DA7F588E61F}"/>
                  </a:ext>
                </a:extLst>
              </p:cNvPr>
              <p:cNvSpPr txBox="1"/>
              <p:nvPr/>
            </p:nvSpPr>
            <p:spPr>
              <a:xfrm>
                <a:off x="4434352" y="1285732"/>
                <a:ext cx="51394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E2F385E-2FAA-A1EF-0B82-2DA7F588E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352" y="1285732"/>
                <a:ext cx="513940" cy="203132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1693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/>
      <p:bldP spid="31" grpId="0"/>
      <p:bldP spid="32" grpId="0" animBg="1"/>
      <p:bldP spid="34" grpId="0"/>
      <p:bldP spid="35" grpId="0" animBg="1"/>
      <p:bldP spid="36" grpId="0"/>
      <p:bldP spid="37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B3359-1075-AB06-1459-DA6B3DF8C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5F1DDB9-FC55-2B0E-C1B3-6CE64C48DF8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Example:4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5F1DDB9-FC55-2B0E-C1B3-6CE64C48DF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757500A3-249D-C66A-7CA8-F70C4EAB9AE1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12FC3DF-A903-9DBD-FBE0-578BF8BB7DE8}"/>
              </a:ext>
            </a:extLst>
          </p:cNvPr>
          <p:cNvSpPr/>
          <p:nvPr/>
        </p:nvSpPr>
        <p:spPr>
          <a:xfrm>
            <a:off x="122279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8C9458-6C96-526B-F46E-3A653BD38A15}"/>
                  </a:ext>
                </a:extLst>
              </p:cNvPr>
              <p:cNvSpPr txBox="1"/>
              <p:nvPr/>
            </p:nvSpPr>
            <p:spPr>
              <a:xfrm>
                <a:off x="1695393" y="800163"/>
                <a:ext cx="10345519" cy="28248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4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𝕄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2×2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𝕄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2×2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be the linear transformation defined by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sz="2800" b="0" i="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then find the matrix of the transformation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with respect to the standard basis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a non-standard basis </a:t>
                </a:r>
                <a:b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8C9458-6C96-526B-F46E-3A653BD38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5393" y="800163"/>
                <a:ext cx="10345519" cy="2824812"/>
              </a:xfrm>
              <a:prstGeom prst="rect">
                <a:avLst/>
              </a:prstGeom>
              <a:blipFill>
                <a:blip r:embed="rId3"/>
                <a:stretch>
                  <a:fillRect l="-1179" t="-1078" r="-1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54FE18-1797-C64E-3482-5F2C787D939F}"/>
              </a:ext>
            </a:extLst>
          </p:cNvPr>
          <p:cNvSpPr/>
          <p:nvPr/>
        </p:nvSpPr>
        <p:spPr>
          <a:xfrm>
            <a:off x="122279" y="4015046"/>
            <a:ext cx="1440000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B4BEF8-CAE9-1198-D6CD-CBFE105D1FD3}"/>
                  </a:ext>
                </a:extLst>
              </p:cNvPr>
              <p:cNvSpPr txBox="1"/>
              <p:nvPr/>
            </p:nvSpPr>
            <p:spPr>
              <a:xfrm>
                <a:off x="1763487" y="3843646"/>
                <a:ext cx="8891968" cy="859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B4BEF8-CAE9-1198-D6CD-CBFE105D1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487" y="3843646"/>
                <a:ext cx="8891968" cy="859210"/>
              </a:xfrm>
              <a:prstGeom prst="rect">
                <a:avLst/>
              </a:prstGeom>
              <a:blipFill>
                <a:blip r:embed="rId4"/>
                <a:stretch>
                  <a:fillRect l="-1371" b="-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EB2344-1A24-4C0B-B788-C7DDCC8AA7DB}"/>
                  </a:ext>
                </a:extLst>
              </p:cNvPr>
              <p:cNvSpPr txBox="1"/>
              <p:nvPr/>
            </p:nvSpPr>
            <p:spPr>
              <a:xfrm>
                <a:off x="1763487" y="4921527"/>
                <a:ext cx="8891968" cy="859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EB2344-1A24-4C0B-B788-C7DDCC8AA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487" y="4921527"/>
                <a:ext cx="8891968" cy="859210"/>
              </a:xfrm>
              <a:prstGeom prst="rect">
                <a:avLst/>
              </a:prstGeom>
              <a:blipFill>
                <a:blip r:embed="rId5"/>
                <a:stretch>
                  <a:fillRect l="-1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2530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B483-D7F4-AC2A-7267-38F8D4010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CDC0C43-AE49-FD00-979C-5846B7D7A23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Example:4(Continue)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CDC0C43-AE49-FD00-979C-5846B7D7A2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5B4D69-E3F1-043D-0C86-6CF160E25C6A}"/>
                  </a:ext>
                </a:extLst>
              </p:cNvPr>
              <p:cNvSpPr txBox="1"/>
              <p:nvPr/>
            </p:nvSpPr>
            <p:spPr>
              <a:xfrm>
                <a:off x="203393" y="844364"/>
                <a:ext cx="2937906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5B4D69-E3F1-043D-0C86-6CF160E25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93" y="844364"/>
                <a:ext cx="2937906" cy="810799"/>
              </a:xfrm>
              <a:prstGeom prst="rect">
                <a:avLst/>
              </a:prstGeom>
              <a:blipFill>
                <a:blip r:embed="rId3"/>
                <a:stretch>
                  <a:fillRect l="-4149" b="-6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A9A1A3-BF43-9F49-D9FA-949D4B71FDB8}"/>
                  </a:ext>
                </a:extLst>
              </p:cNvPr>
              <p:cNvSpPr txBox="1"/>
              <p:nvPr/>
            </p:nvSpPr>
            <p:spPr>
              <a:xfrm>
                <a:off x="203393" y="2039121"/>
                <a:ext cx="185887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A9A1A3-BF43-9F49-D9FA-949D4B71F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93" y="2039121"/>
                <a:ext cx="185887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12C437D-8A73-F692-B00D-93590F097FD7}"/>
                  </a:ext>
                </a:extLst>
              </p:cNvPr>
              <p:cNvSpPr txBox="1"/>
              <p:nvPr/>
            </p:nvSpPr>
            <p:spPr>
              <a:xfrm>
                <a:off x="4347953" y="1874136"/>
                <a:ext cx="2120940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12C437D-8A73-F692-B00D-93590F097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953" y="1874136"/>
                <a:ext cx="2120940" cy="8107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8452878-3078-A0B9-7BD5-1B2212DE8164}"/>
                  </a:ext>
                </a:extLst>
              </p:cNvPr>
              <p:cNvSpPr txBox="1"/>
              <p:nvPr/>
            </p:nvSpPr>
            <p:spPr>
              <a:xfrm>
                <a:off x="923239" y="2796199"/>
                <a:ext cx="10345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Expressing the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as linear combination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8452878-3078-A0B9-7BD5-1B2212DE8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239" y="2796199"/>
                <a:ext cx="10345519" cy="523220"/>
              </a:xfrm>
              <a:prstGeom prst="rect">
                <a:avLst/>
              </a:prstGeom>
              <a:blipFill>
                <a:blip r:embed="rId6"/>
                <a:stretch>
                  <a:fillRect l="-1178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ight Arrow 3">
            <a:extLst>
              <a:ext uri="{FF2B5EF4-FFF2-40B4-BE49-F238E27FC236}">
                <a16:creationId xmlns:a16="http://schemas.microsoft.com/office/drawing/2014/main" id="{73DEEE01-84E8-5B1D-7D68-364FEB9ABEF0}"/>
              </a:ext>
            </a:extLst>
          </p:cNvPr>
          <p:cNvSpPr/>
          <p:nvPr/>
        </p:nvSpPr>
        <p:spPr>
          <a:xfrm flipV="1">
            <a:off x="203393" y="2860110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CD8D942-A6BC-7A2E-4580-74087705B940}"/>
                  </a:ext>
                </a:extLst>
              </p:cNvPr>
              <p:cNvSpPr txBox="1"/>
              <p:nvPr/>
            </p:nvSpPr>
            <p:spPr>
              <a:xfrm>
                <a:off x="923239" y="3538582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CD8D942-A6BC-7A2E-4580-74087705B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239" y="3538582"/>
                <a:ext cx="612842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12ADB1E-7198-DA88-FACB-00152D9C7CF3}"/>
                  </a:ext>
                </a:extLst>
              </p:cNvPr>
              <p:cNvSpPr txBox="1"/>
              <p:nvPr/>
            </p:nvSpPr>
            <p:spPr>
              <a:xfrm>
                <a:off x="310397" y="4194965"/>
                <a:ext cx="10069016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12ADB1E-7198-DA88-FACB-00152D9C7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97" y="4194965"/>
                <a:ext cx="10069016" cy="8107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93D4874-893A-8FA4-3D5F-1E53705D4A37}"/>
                  </a:ext>
                </a:extLst>
              </p:cNvPr>
              <p:cNvSpPr txBox="1"/>
              <p:nvPr/>
            </p:nvSpPr>
            <p:spPr>
              <a:xfrm>
                <a:off x="310397" y="5258288"/>
                <a:ext cx="4261177" cy="909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93D4874-893A-8FA4-3D5F-1E53705D4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97" y="5258288"/>
                <a:ext cx="4261177" cy="9099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C2588BA4-6FCD-698D-3CE0-FBB861C3259F}"/>
              </a:ext>
            </a:extLst>
          </p:cNvPr>
          <p:cNvGrpSpPr/>
          <p:nvPr/>
        </p:nvGrpSpPr>
        <p:grpSpPr>
          <a:xfrm>
            <a:off x="8847307" y="1535696"/>
            <a:ext cx="2786974" cy="935130"/>
            <a:chOff x="8847307" y="1535696"/>
            <a:chExt cx="2786974" cy="9351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E95ADFD-1862-043E-7853-B40367E164F4}"/>
                    </a:ext>
                  </a:extLst>
                </p:cNvPr>
                <p:cNvSpPr txBox="1"/>
                <p:nvPr/>
              </p:nvSpPr>
              <p:spPr>
                <a:xfrm>
                  <a:off x="8915400" y="1586747"/>
                  <a:ext cx="2718881" cy="8107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E95ADFD-1862-043E-7853-B40367E164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5400" y="1586747"/>
                  <a:ext cx="2718881" cy="8107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EFC01F1-1A59-BD53-3125-3916FA4D70C7}"/>
                </a:ext>
              </a:extLst>
            </p:cNvPr>
            <p:cNvSpPr/>
            <p:nvPr/>
          </p:nvSpPr>
          <p:spPr>
            <a:xfrm>
              <a:off x="8847307" y="1535696"/>
              <a:ext cx="2786974" cy="93513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AFC2B5-3DD9-127F-1E20-A88EC2F72AAD}"/>
                  </a:ext>
                </a:extLst>
              </p:cNvPr>
              <p:cNvSpPr txBox="1"/>
              <p:nvPr/>
            </p:nvSpPr>
            <p:spPr>
              <a:xfrm>
                <a:off x="1652890" y="1898349"/>
                <a:ext cx="2825885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AFC2B5-3DD9-127F-1E20-A88EC2F72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890" y="1898349"/>
                <a:ext cx="2825885" cy="8107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4BFC253C-A132-4D4D-B84C-BCC2DDBA1B38}"/>
              </a:ext>
            </a:extLst>
          </p:cNvPr>
          <p:cNvGrpSpPr/>
          <p:nvPr/>
        </p:nvGrpSpPr>
        <p:grpSpPr>
          <a:xfrm>
            <a:off x="4478775" y="5686617"/>
            <a:ext cx="7552478" cy="885580"/>
            <a:chOff x="2381503" y="5624253"/>
            <a:chExt cx="9320871" cy="8855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ECFF033-EC3B-4B9C-AFE2-E6694756A44F}"/>
                    </a:ext>
                  </a:extLst>
                </p:cNvPr>
                <p:cNvSpPr txBox="1"/>
                <p:nvPr/>
              </p:nvSpPr>
              <p:spPr>
                <a:xfrm>
                  <a:off x="2381504" y="5650623"/>
                  <a:ext cx="9320870" cy="8592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ECFF033-EC3B-4B9C-AFE2-E6694756A4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1504" y="5650623"/>
                  <a:ext cx="9320870" cy="8592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8175C69-1C4B-4477-9913-FAF93A6766D8}"/>
                </a:ext>
              </a:extLst>
            </p:cNvPr>
            <p:cNvSpPr/>
            <p:nvPr/>
          </p:nvSpPr>
          <p:spPr>
            <a:xfrm>
              <a:off x="2381503" y="5624253"/>
              <a:ext cx="9320871" cy="86354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1927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5" grpId="0"/>
      <p:bldP spid="21" grpId="0"/>
      <p:bldP spid="22" grpId="0" animBg="1"/>
      <p:bldP spid="23" grpId="0"/>
      <p:bldP spid="25" grpId="0"/>
      <p:bldP spid="26" grpId="0"/>
      <p:bldP spid="12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AE15F-95F7-6746-4250-074ECE850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B903BDA-3EE1-861D-F31E-DE82680E2A2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Example:4(Continue)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B903BDA-3EE1-861D-F31E-DE82680E2A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572B6BC-B960-5EF4-B19A-FA53EDDC90A8}"/>
                  </a:ext>
                </a:extLst>
              </p:cNvPr>
              <p:cNvSpPr txBox="1"/>
              <p:nvPr/>
            </p:nvSpPr>
            <p:spPr>
              <a:xfrm>
                <a:off x="213120" y="910024"/>
                <a:ext cx="4261177" cy="909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572B6BC-B960-5EF4-B19A-FA53EDDC9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120" y="910024"/>
                <a:ext cx="4261177" cy="9099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FD164C7-CE2F-8B04-00F3-D83A81A82FA9}"/>
              </a:ext>
            </a:extLst>
          </p:cNvPr>
          <p:cNvSpPr txBox="1"/>
          <p:nvPr/>
        </p:nvSpPr>
        <p:spPr>
          <a:xfrm>
            <a:off x="932969" y="1993415"/>
            <a:ext cx="5641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Equating corresponding components,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785AB7-8759-4A81-E4C5-E56ECA668F22}"/>
                  </a:ext>
                </a:extLst>
              </p:cNvPr>
              <p:cNvSpPr txBox="1"/>
              <p:nvPr/>
            </p:nvSpPr>
            <p:spPr>
              <a:xfrm>
                <a:off x="1011164" y="2544460"/>
                <a:ext cx="212114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785AB7-8759-4A81-E4C5-E56ECA668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164" y="2544460"/>
                <a:ext cx="212114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AA7335-C62B-7D6E-2F83-3CA9EAE9A87A}"/>
                  </a:ext>
                </a:extLst>
              </p:cNvPr>
              <p:cNvSpPr txBox="1"/>
              <p:nvPr/>
            </p:nvSpPr>
            <p:spPr>
              <a:xfrm>
                <a:off x="3507930" y="2544460"/>
                <a:ext cx="1621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AA7335-C62B-7D6E-2F83-3CA9EAE9A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7930" y="2544460"/>
                <a:ext cx="162143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9E49B2-B858-F053-0E9E-E6211907B7BB}"/>
                  </a:ext>
                </a:extLst>
              </p:cNvPr>
              <p:cNvSpPr txBox="1"/>
              <p:nvPr/>
            </p:nvSpPr>
            <p:spPr>
              <a:xfrm>
                <a:off x="5440490" y="2544460"/>
                <a:ext cx="20789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9E49B2-B858-F053-0E9E-E6211907B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0490" y="2544460"/>
                <a:ext cx="207899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CE7D58B-2706-1973-2BA4-CEB11AD58F13}"/>
              </a:ext>
            </a:extLst>
          </p:cNvPr>
          <p:cNvSpPr txBox="1"/>
          <p:nvPr/>
        </p:nvSpPr>
        <p:spPr>
          <a:xfrm>
            <a:off x="932969" y="3198306"/>
            <a:ext cx="3680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these equations,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571A23-B4A3-B60F-2FEF-7968AFC91F73}"/>
                  </a:ext>
                </a:extLst>
              </p:cNvPr>
              <p:cNvSpPr txBox="1"/>
              <p:nvPr/>
            </p:nvSpPr>
            <p:spPr>
              <a:xfrm>
                <a:off x="932969" y="3841064"/>
                <a:ext cx="66935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:r>
                  <a:rPr lang="en-IN" sz="2800" dirty="0">
                    <a:solidFill>
                      <a:srgbClr val="002060"/>
                    </a:solidFill>
                  </a:rPr>
                  <a:t>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0,    </m:t>
                    </m:r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571A23-B4A3-B60F-2FEF-7968AFC91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969" y="3841064"/>
                <a:ext cx="6693516" cy="523220"/>
              </a:xfrm>
              <a:prstGeom prst="rect">
                <a:avLst/>
              </a:prstGeom>
              <a:blipFill>
                <a:blip r:embed="rId7"/>
                <a:stretch>
                  <a:fillRect l="-1821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Arrow 3">
            <a:extLst>
              <a:ext uri="{FF2B5EF4-FFF2-40B4-BE49-F238E27FC236}">
                <a16:creationId xmlns:a16="http://schemas.microsoft.com/office/drawing/2014/main" id="{7BF017B0-878C-DDE2-83E5-8EE5013BB38E}"/>
              </a:ext>
            </a:extLst>
          </p:cNvPr>
          <p:cNvSpPr/>
          <p:nvPr/>
        </p:nvSpPr>
        <p:spPr>
          <a:xfrm flipV="1">
            <a:off x="213121" y="2067985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14" name="Right Arrow 3">
            <a:extLst>
              <a:ext uri="{FF2B5EF4-FFF2-40B4-BE49-F238E27FC236}">
                <a16:creationId xmlns:a16="http://schemas.microsoft.com/office/drawing/2014/main" id="{7BA73267-B57F-FC36-7866-62287233D175}"/>
              </a:ext>
            </a:extLst>
          </p:cNvPr>
          <p:cNvSpPr/>
          <p:nvPr/>
        </p:nvSpPr>
        <p:spPr>
          <a:xfrm flipV="1">
            <a:off x="213120" y="3236642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AF70088-7933-8757-1310-A5260C4A9710}"/>
                  </a:ext>
                </a:extLst>
              </p:cNvPr>
              <p:cNvSpPr txBox="1"/>
              <p:nvPr/>
            </p:nvSpPr>
            <p:spPr>
              <a:xfrm>
                <a:off x="8105870" y="2544460"/>
                <a:ext cx="1621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AF70088-7933-8757-1310-A5260C4A9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5870" y="2544460"/>
                <a:ext cx="162143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02C2085-9914-01B0-E575-C92007640A9D}"/>
                  </a:ext>
                </a:extLst>
              </p:cNvPr>
              <p:cNvSpPr txBox="1"/>
              <p:nvPr/>
            </p:nvSpPr>
            <p:spPr>
              <a:xfrm>
                <a:off x="501508" y="4483822"/>
                <a:ext cx="80162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02C2085-9914-01B0-E575-C92007640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08" y="4483822"/>
                <a:ext cx="801629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77E97187-8C8A-F4B2-39F1-46F44FAB6A1F}"/>
              </a:ext>
            </a:extLst>
          </p:cNvPr>
          <p:cNvGrpSpPr/>
          <p:nvPr/>
        </p:nvGrpSpPr>
        <p:grpSpPr>
          <a:xfrm>
            <a:off x="6912898" y="5926205"/>
            <a:ext cx="5152986" cy="542676"/>
            <a:chOff x="6275899" y="5837593"/>
            <a:chExt cx="5793682" cy="5426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10AA05A-F711-D0DD-4AEB-346AAFD9E7AD}"/>
                    </a:ext>
                  </a:extLst>
                </p:cNvPr>
                <p:cNvSpPr txBox="1"/>
                <p:nvPr/>
              </p:nvSpPr>
              <p:spPr>
                <a:xfrm>
                  <a:off x="6283182" y="5837593"/>
                  <a:ext cx="578639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10AA05A-F711-D0DD-4AEB-346AAFD9E7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3182" y="5837593"/>
                  <a:ext cx="5786399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84C5773-E5DC-5AE2-D447-655F71FB49E9}"/>
                </a:ext>
              </a:extLst>
            </p:cNvPr>
            <p:cNvSpPr/>
            <p:nvPr/>
          </p:nvSpPr>
          <p:spPr>
            <a:xfrm>
              <a:off x="6275899" y="5857049"/>
              <a:ext cx="5786399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326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7" grpId="0"/>
      <p:bldP spid="12" grpId="0"/>
      <p:bldP spid="13" grpId="0" animBg="1"/>
      <p:bldP spid="14" grpId="0" animBg="1"/>
      <p:bldP spid="18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9AAD0-ABE1-EB73-ABD3-884EFED27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C73F359-B449-00EB-A487-96A641572B0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Example:4(Continue)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C73F359-B449-00EB-A487-96A641572B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568EF3-8C7F-0046-31C0-826AB1C5C02D}"/>
                  </a:ext>
                </a:extLst>
              </p:cNvPr>
              <p:cNvSpPr txBox="1"/>
              <p:nvPr/>
            </p:nvSpPr>
            <p:spPr>
              <a:xfrm>
                <a:off x="203393" y="844364"/>
                <a:ext cx="2937906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568EF3-8C7F-0046-31C0-826AB1C5C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93" y="844364"/>
                <a:ext cx="2937906" cy="810799"/>
              </a:xfrm>
              <a:prstGeom prst="rect">
                <a:avLst/>
              </a:prstGeom>
              <a:blipFill>
                <a:blip r:embed="rId3"/>
                <a:stretch>
                  <a:fillRect l="-4149" b="-30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F18284-EF6D-4FCC-8E4E-BE78DCBE1A64}"/>
                  </a:ext>
                </a:extLst>
              </p:cNvPr>
              <p:cNvSpPr txBox="1"/>
              <p:nvPr/>
            </p:nvSpPr>
            <p:spPr>
              <a:xfrm>
                <a:off x="203393" y="2039121"/>
                <a:ext cx="185887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F18284-EF6D-4FCC-8E4E-BE78DCBE1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93" y="2039121"/>
                <a:ext cx="185887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08F9C80-7CF9-6977-B084-DA872F3A4B38}"/>
                  </a:ext>
                </a:extLst>
              </p:cNvPr>
              <p:cNvSpPr txBox="1"/>
              <p:nvPr/>
            </p:nvSpPr>
            <p:spPr>
              <a:xfrm>
                <a:off x="4347953" y="1874136"/>
                <a:ext cx="2120940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08F9C80-7CF9-6977-B084-DA872F3A4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953" y="1874136"/>
                <a:ext cx="2120940" cy="8107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9780EB-834F-3D93-3CD7-61AE797F17D5}"/>
                  </a:ext>
                </a:extLst>
              </p:cNvPr>
              <p:cNvSpPr txBox="1"/>
              <p:nvPr/>
            </p:nvSpPr>
            <p:spPr>
              <a:xfrm>
                <a:off x="923239" y="2796199"/>
                <a:ext cx="10345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Expressing the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as linear combination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9780EB-834F-3D93-3CD7-61AE797F1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239" y="2796199"/>
                <a:ext cx="10345519" cy="523220"/>
              </a:xfrm>
              <a:prstGeom prst="rect">
                <a:avLst/>
              </a:prstGeom>
              <a:blipFill>
                <a:blip r:embed="rId6"/>
                <a:stretch>
                  <a:fillRect l="-1178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ight Arrow 3">
            <a:extLst>
              <a:ext uri="{FF2B5EF4-FFF2-40B4-BE49-F238E27FC236}">
                <a16:creationId xmlns:a16="http://schemas.microsoft.com/office/drawing/2014/main" id="{3933B1DB-3084-A95C-4779-099198448890}"/>
              </a:ext>
            </a:extLst>
          </p:cNvPr>
          <p:cNvSpPr/>
          <p:nvPr/>
        </p:nvSpPr>
        <p:spPr>
          <a:xfrm flipV="1">
            <a:off x="203393" y="2860110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69F6B49-C1ED-A6E1-3526-79F230B19F5B}"/>
                  </a:ext>
                </a:extLst>
              </p:cNvPr>
              <p:cNvSpPr txBox="1"/>
              <p:nvPr/>
            </p:nvSpPr>
            <p:spPr>
              <a:xfrm>
                <a:off x="923239" y="3538582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69F6B49-C1ED-A6E1-3526-79F230B19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239" y="3538582"/>
                <a:ext cx="612842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5FB1D0-E8AC-4A41-2261-2C634E3CCAF2}"/>
                  </a:ext>
                </a:extLst>
              </p:cNvPr>
              <p:cNvSpPr txBox="1"/>
              <p:nvPr/>
            </p:nvSpPr>
            <p:spPr>
              <a:xfrm>
                <a:off x="310397" y="4194965"/>
                <a:ext cx="10069016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5FB1D0-E8AC-4A41-2261-2C634E3CC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97" y="4194965"/>
                <a:ext cx="10069016" cy="8107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2E897EF-1D23-D199-01BE-C3B5D88BB2D0}"/>
                  </a:ext>
                </a:extLst>
              </p:cNvPr>
              <p:cNvSpPr txBox="1"/>
              <p:nvPr/>
            </p:nvSpPr>
            <p:spPr>
              <a:xfrm>
                <a:off x="310397" y="5258288"/>
                <a:ext cx="4261177" cy="909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2E897EF-1D23-D199-01BE-C3B5D88BB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97" y="5258288"/>
                <a:ext cx="4261177" cy="9099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21932BBE-3E26-E7CC-464F-A996AD5123C7}"/>
              </a:ext>
            </a:extLst>
          </p:cNvPr>
          <p:cNvGrpSpPr/>
          <p:nvPr/>
        </p:nvGrpSpPr>
        <p:grpSpPr>
          <a:xfrm>
            <a:off x="8847307" y="1535696"/>
            <a:ext cx="2786974" cy="935130"/>
            <a:chOff x="8847307" y="1535696"/>
            <a:chExt cx="2786974" cy="9351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A836328-2BE0-5242-6B40-8D4CC9B2F88B}"/>
                    </a:ext>
                  </a:extLst>
                </p:cNvPr>
                <p:cNvSpPr txBox="1"/>
                <p:nvPr/>
              </p:nvSpPr>
              <p:spPr>
                <a:xfrm>
                  <a:off x="8915400" y="1586747"/>
                  <a:ext cx="2718881" cy="8107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A836328-2BE0-5242-6B40-8D4CC9B2F8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5400" y="1586747"/>
                  <a:ext cx="2718881" cy="8107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36B8898-F4A7-720C-5607-A7190FCA94EA}"/>
                </a:ext>
              </a:extLst>
            </p:cNvPr>
            <p:cNvSpPr/>
            <p:nvPr/>
          </p:nvSpPr>
          <p:spPr>
            <a:xfrm>
              <a:off x="8847307" y="1535696"/>
              <a:ext cx="2786974" cy="93513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F03BE52-2A9B-601D-027C-B5C2284C970D}"/>
                  </a:ext>
                </a:extLst>
              </p:cNvPr>
              <p:cNvSpPr txBox="1"/>
              <p:nvPr/>
            </p:nvSpPr>
            <p:spPr>
              <a:xfrm>
                <a:off x="1652890" y="1898349"/>
                <a:ext cx="2825885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F03BE52-2A9B-601D-027C-B5C2284C9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890" y="1898349"/>
                <a:ext cx="2825885" cy="8107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00488F8E-1C31-47EE-BFB2-DF616DD4E818}"/>
              </a:ext>
            </a:extLst>
          </p:cNvPr>
          <p:cNvGrpSpPr/>
          <p:nvPr/>
        </p:nvGrpSpPr>
        <p:grpSpPr>
          <a:xfrm>
            <a:off x="4478775" y="5686617"/>
            <a:ext cx="7552478" cy="885580"/>
            <a:chOff x="2381503" y="5624253"/>
            <a:chExt cx="9320871" cy="8855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3BA02F5-49B3-46D1-90FC-0B667BB4CBB4}"/>
                    </a:ext>
                  </a:extLst>
                </p:cNvPr>
                <p:cNvSpPr txBox="1"/>
                <p:nvPr/>
              </p:nvSpPr>
              <p:spPr>
                <a:xfrm>
                  <a:off x="2381504" y="5650623"/>
                  <a:ext cx="9320870" cy="8592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3BA02F5-49B3-46D1-90FC-0B667BB4CB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1504" y="5650623"/>
                  <a:ext cx="9320870" cy="8592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40C867B-9E28-4C94-8694-044D2B2A51F5}"/>
                </a:ext>
              </a:extLst>
            </p:cNvPr>
            <p:cNvSpPr/>
            <p:nvPr/>
          </p:nvSpPr>
          <p:spPr>
            <a:xfrm>
              <a:off x="2381503" y="5624253"/>
              <a:ext cx="9320871" cy="86354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471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5" grpId="0"/>
      <p:bldP spid="21" grpId="0"/>
      <p:bldP spid="22" grpId="0" animBg="1"/>
      <p:bldP spid="23" grpId="0"/>
      <p:bldP spid="25" grpId="0"/>
      <p:bldP spid="26" grpId="0"/>
      <p:bldP spid="12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0D6EE-ECE3-6491-3F6A-74BF603F2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4A2C1A9-5C7D-0374-5D45-53164157574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Example:4(Continue)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4A2C1A9-5C7D-0374-5D45-531641575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B100889-D5D6-5AF4-AC75-F9D396D10D6C}"/>
                  </a:ext>
                </a:extLst>
              </p:cNvPr>
              <p:cNvSpPr txBox="1"/>
              <p:nvPr/>
            </p:nvSpPr>
            <p:spPr>
              <a:xfrm>
                <a:off x="213120" y="910024"/>
                <a:ext cx="4261177" cy="909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B100889-D5D6-5AF4-AC75-F9D396D10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120" y="910024"/>
                <a:ext cx="4261177" cy="9099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C7CA6DF-2883-38D8-1272-9D1DEDAE3E99}"/>
              </a:ext>
            </a:extLst>
          </p:cNvPr>
          <p:cNvSpPr txBox="1"/>
          <p:nvPr/>
        </p:nvSpPr>
        <p:spPr>
          <a:xfrm>
            <a:off x="932969" y="1993415"/>
            <a:ext cx="5641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Equating corresponding components,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BB35EA6-5C42-4A90-839B-18E81C2D83D6}"/>
                  </a:ext>
                </a:extLst>
              </p:cNvPr>
              <p:cNvSpPr txBox="1"/>
              <p:nvPr/>
            </p:nvSpPr>
            <p:spPr>
              <a:xfrm>
                <a:off x="1011164" y="2544460"/>
                <a:ext cx="212114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BB35EA6-5C42-4A90-839B-18E81C2D8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164" y="2544460"/>
                <a:ext cx="212114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CA10BE-81EB-42A3-4388-EB5F3C80D871}"/>
                  </a:ext>
                </a:extLst>
              </p:cNvPr>
              <p:cNvSpPr txBox="1"/>
              <p:nvPr/>
            </p:nvSpPr>
            <p:spPr>
              <a:xfrm>
                <a:off x="3507930" y="2544460"/>
                <a:ext cx="1621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CA10BE-81EB-42A3-4388-EB5F3C80D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7930" y="2544460"/>
                <a:ext cx="162143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ED2C46-24BB-FAFA-8FF3-AF4B5803D287}"/>
                  </a:ext>
                </a:extLst>
              </p:cNvPr>
              <p:cNvSpPr txBox="1"/>
              <p:nvPr/>
            </p:nvSpPr>
            <p:spPr>
              <a:xfrm>
                <a:off x="5440490" y="2544460"/>
                <a:ext cx="20789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9E49B2-B858-F053-0E9E-E6211907B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0490" y="2544460"/>
                <a:ext cx="207899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889B0B5-9BD2-FB40-FD62-57FC49994FE7}"/>
              </a:ext>
            </a:extLst>
          </p:cNvPr>
          <p:cNvSpPr txBox="1"/>
          <p:nvPr/>
        </p:nvSpPr>
        <p:spPr>
          <a:xfrm>
            <a:off x="932969" y="3198306"/>
            <a:ext cx="3680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these equations,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CB3036-30E1-9E33-4139-EDA765B884AE}"/>
                  </a:ext>
                </a:extLst>
              </p:cNvPr>
              <p:cNvSpPr txBox="1"/>
              <p:nvPr/>
            </p:nvSpPr>
            <p:spPr>
              <a:xfrm>
                <a:off x="932969" y="3841064"/>
                <a:ext cx="66935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:r>
                  <a:rPr lang="en-IN" sz="2800" dirty="0">
                    <a:solidFill>
                      <a:srgbClr val="002060"/>
                    </a:solidFill>
                  </a:rPr>
                  <a:t>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=−1,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0,    </m:t>
                    </m:r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CB3036-30E1-9E33-4139-EDA765B88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969" y="3841064"/>
                <a:ext cx="6693516" cy="523220"/>
              </a:xfrm>
              <a:prstGeom prst="rect">
                <a:avLst/>
              </a:prstGeom>
              <a:blipFill>
                <a:blip r:embed="rId7"/>
                <a:stretch>
                  <a:fillRect l="-1821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Arrow 3">
            <a:extLst>
              <a:ext uri="{FF2B5EF4-FFF2-40B4-BE49-F238E27FC236}">
                <a16:creationId xmlns:a16="http://schemas.microsoft.com/office/drawing/2014/main" id="{2C9CCFE7-1659-C7B0-C69A-31A5C7290A59}"/>
              </a:ext>
            </a:extLst>
          </p:cNvPr>
          <p:cNvSpPr/>
          <p:nvPr/>
        </p:nvSpPr>
        <p:spPr>
          <a:xfrm flipV="1">
            <a:off x="213121" y="2067985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14" name="Right Arrow 3">
            <a:extLst>
              <a:ext uri="{FF2B5EF4-FFF2-40B4-BE49-F238E27FC236}">
                <a16:creationId xmlns:a16="http://schemas.microsoft.com/office/drawing/2014/main" id="{B8963431-E6BF-57C0-FB19-F0A8F2DC946E}"/>
              </a:ext>
            </a:extLst>
          </p:cNvPr>
          <p:cNvSpPr/>
          <p:nvPr/>
        </p:nvSpPr>
        <p:spPr>
          <a:xfrm flipV="1">
            <a:off x="213120" y="3236642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5815E7C-4C71-7820-0BAE-FE045EFA62E4}"/>
                  </a:ext>
                </a:extLst>
              </p:cNvPr>
              <p:cNvSpPr txBox="1"/>
              <p:nvPr/>
            </p:nvSpPr>
            <p:spPr>
              <a:xfrm>
                <a:off x="8105870" y="2544460"/>
                <a:ext cx="1621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5815E7C-4C71-7820-0BAE-FE045EFA6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5870" y="2544460"/>
                <a:ext cx="162143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CF2702-8C03-642E-5D0B-A6D74D7C036B}"/>
                  </a:ext>
                </a:extLst>
              </p:cNvPr>
              <p:cNvSpPr txBox="1"/>
              <p:nvPr/>
            </p:nvSpPr>
            <p:spPr>
              <a:xfrm>
                <a:off x="551567" y="4614448"/>
                <a:ext cx="76660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CF2702-8C03-642E-5D0B-A6D74D7C0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567" y="4614448"/>
                <a:ext cx="766609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E2435851-3ACD-4CAE-B633-B778C7C87940}"/>
              </a:ext>
            </a:extLst>
          </p:cNvPr>
          <p:cNvGrpSpPr/>
          <p:nvPr/>
        </p:nvGrpSpPr>
        <p:grpSpPr>
          <a:xfrm>
            <a:off x="6912898" y="5926205"/>
            <a:ext cx="5152986" cy="542676"/>
            <a:chOff x="6275899" y="5837593"/>
            <a:chExt cx="5793682" cy="5426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5F681B9-85D8-4FA3-81F5-F458F8BE087F}"/>
                    </a:ext>
                  </a:extLst>
                </p:cNvPr>
                <p:cNvSpPr txBox="1"/>
                <p:nvPr/>
              </p:nvSpPr>
              <p:spPr>
                <a:xfrm>
                  <a:off x="6283182" y="5837593"/>
                  <a:ext cx="578639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5F681B9-85D8-4FA3-81F5-F458F8BE08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3182" y="5837593"/>
                  <a:ext cx="5786399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2DFC504-D171-4DFC-82BB-2030B7F6F1DD}"/>
                </a:ext>
              </a:extLst>
            </p:cNvPr>
            <p:cNvSpPr/>
            <p:nvPr/>
          </p:nvSpPr>
          <p:spPr>
            <a:xfrm>
              <a:off x="6275899" y="5857049"/>
              <a:ext cx="5786399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419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7" grpId="0"/>
      <p:bldP spid="12" grpId="0"/>
      <p:bldP spid="13" grpId="0" animBg="1"/>
      <p:bldP spid="14" grpId="0" animBg="1"/>
      <p:bldP spid="18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93C1E-7BA9-35F9-94E8-8D754DD7C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53FEE43-A953-6573-5D22-1F7F948902A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Example:4(Continue)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53FEE43-A953-6573-5D22-1F7F948902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978BE5-98D1-5D8C-2C14-0F1194D099DC}"/>
                  </a:ext>
                </a:extLst>
              </p:cNvPr>
              <p:cNvSpPr txBox="1"/>
              <p:nvPr/>
            </p:nvSpPr>
            <p:spPr>
              <a:xfrm>
                <a:off x="203393" y="844364"/>
                <a:ext cx="2937906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978BE5-98D1-5D8C-2C14-0F1194D09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93" y="844364"/>
                <a:ext cx="2937906" cy="810799"/>
              </a:xfrm>
              <a:prstGeom prst="rect">
                <a:avLst/>
              </a:prstGeom>
              <a:blipFill>
                <a:blip r:embed="rId3"/>
                <a:stretch>
                  <a:fillRect l="-4149" b="-30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12C5FE-726C-6A3F-AC4D-960C77458461}"/>
                  </a:ext>
                </a:extLst>
              </p:cNvPr>
              <p:cNvSpPr txBox="1"/>
              <p:nvPr/>
            </p:nvSpPr>
            <p:spPr>
              <a:xfrm>
                <a:off x="203393" y="2039121"/>
                <a:ext cx="185887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12C5FE-726C-6A3F-AC4D-960C77458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93" y="2039121"/>
                <a:ext cx="185887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1B09FE9-2454-3BAE-FD3C-E9A68E4441CD}"/>
                  </a:ext>
                </a:extLst>
              </p:cNvPr>
              <p:cNvSpPr txBox="1"/>
              <p:nvPr/>
            </p:nvSpPr>
            <p:spPr>
              <a:xfrm>
                <a:off x="4347953" y="1874136"/>
                <a:ext cx="2120940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1B09FE9-2454-3BAE-FD3C-E9A68E444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953" y="1874136"/>
                <a:ext cx="2120940" cy="8107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A485E90-C542-07B5-BFA5-96B13FCD270D}"/>
                  </a:ext>
                </a:extLst>
              </p:cNvPr>
              <p:cNvSpPr txBox="1"/>
              <p:nvPr/>
            </p:nvSpPr>
            <p:spPr>
              <a:xfrm>
                <a:off x="923239" y="2796199"/>
                <a:ext cx="10345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Expressing the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as linear combination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A485E90-C542-07B5-BFA5-96B13FCD2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239" y="2796199"/>
                <a:ext cx="10345519" cy="523220"/>
              </a:xfrm>
              <a:prstGeom prst="rect">
                <a:avLst/>
              </a:prstGeom>
              <a:blipFill>
                <a:blip r:embed="rId6"/>
                <a:stretch>
                  <a:fillRect l="-1178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ight Arrow 3">
            <a:extLst>
              <a:ext uri="{FF2B5EF4-FFF2-40B4-BE49-F238E27FC236}">
                <a16:creationId xmlns:a16="http://schemas.microsoft.com/office/drawing/2014/main" id="{19EEBF5B-795D-88A4-CF88-0474CFCCFDFB}"/>
              </a:ext>
            </a:extLst>
          </p:cNvPr>
          <p:cNvSpPr/>
          <p:nvPr/>
        </p:nvSpPr>
        <p:spPr>
          <a:xfrm flipV="1">
            <a:off x="203393" y="2860110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444B397-01B0-3FD1-9D85-22A65BD34BBA}"/>
                  </a:ext>
                </a:extLst>
              </p:cNvPr>
              <p:cNvSpPr txBox="1"/>
              <p:nvPr/>
            </p:nvSpPr>
            <p:spPr>
              <a:xfrm>
                <a:off x="923239" y="3538582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444B397-01B0-3FD1-9D85-22A65BD34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239" y="3538582"/>
                <a:ext cx="612842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141905-1764-5035-D93D-D4461AB95400}"/>
                  </a:ext>
                </a:extLst>
              </p:cNvPr>
              <p:cNvSpPr txBox="1"/>
              <p:nvPr/>
            </p:nvSpPr>
            <p:spPr>
              <a:xfrm>
                <a:off x="310397" y="4194965"/>
                <a:ext cx="10069016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141905-1764-5035-D93D-D4461AB95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97" y="4194965"/>
                <a:ext cx="10069016" cy="8107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F484550-2364-6EFD-94F1-5DD13887F39A}"/>
                  </a:ext>
                </a:extLst>
              </p:cNvPr>
              <p:cNvSpPr txBox="1"/>
              <p:nvPr/>
            </p:nvSpPr>
            <p:spPr>
              <a:xfrm>
                <a:off x="310397" y="5258288"/>
                <a:ext cx="4261177" cy="909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F484550-2364-6EFD-94F1-5DD13887F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97" y="5258288"/>
                <a:ext cx="4261177" cy="9099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6BEDBDBF-9689-4807-E93A-7EB74BC62F91}"/>
              </a:ext>
            </a:extLst>
          </p:cNvPr>
          <p:cNvGrpSpPr/>
          <p:nvPr/>
        </p:nvGrpSpPr>
        <p:grpSpPr>
          <a:xfrm>
            <a:off x="8847307" y="1535696"/>
            <a:ext cx="2786974" cy="935130"/>
            <a:chOff x="8847307" y="1535696"/>
            <a:chExt cx="2786974" cy="9351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A301A59-E279-85C7-A2A6-E47FF57973E3}"/>
                    </a:ext>
                  </a:extLst>
                </p:cNvPr>
                <p:cNvSpPr txBox="1"/>
                <p:nvPr/>
              </p:nvSpPr>
              <p:spPr>
                <a:xfrm>
                  <a:off x="8915400" y="1586747"/>
                  <a:ext cx="2718881" cy="8107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A301A59-E279-85C7-A2A6-E47FF57973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5400" y="1586747"/>
                  <a:ext cx="2718881" cy="8107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2F65ED1-1280-54EA-0A84-3C379F7A0AD0}"/>
                </a:ext>
              </a:extLst>
            </p:cNvPr>
            <p:cNvSpPr/>
            <p:nvPr/>
          </p:nvSpPr>
          <p:spPr>
            <a:xfrm>
              <a:off x="8847307" y="1535696"/>
              <a:ext cx="2786974" cy="93513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EE861CE-BE15-CD10-A2BA-CA8CBF1D05E8}"/>
                  </a:ext>
                </a:extLst>
              </p:cNvPr>
              <p:cNvSpPr txBox="1"/>
              <p:nvPr/>
            </p:nvSpPr>
            <p:spPr>
              <a:xfrm>
                <a:off x="1652890" y="1898349"/>
                <a:ext cx="2825885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EE861CE-BE15-CD10-A2BA-CA8CBF1D0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890" y="1898349"/>
                <a:ext cx="2825885" cy="8107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5AFB5654-7A82-4061-9307-132D244F78B3}"/>
              </a:ext>
            </a:extLst>
          </p:cNvPr>
          <p:cNvGrpSpPr/>
          <p:nvPr/>
        </p:nvGrpSpPr>
        <p:grpSpPr>
          <a:xfrm>
            <a:off x="4478775" y="5686617"/>
            <a:ext cx="7552478" cy="885580"/>
            <a:chOff x="2381503" y="5624253"/>
            <a:chExt cx="9320871" cy="8855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4018524-D21C-4A18-A11D-E4948600C4D1}"/>
                    </a:ext>
                  </a:extLst>
                </p:cNvPr>
                <p:cNvSpPr txBox="1"/>
                <p:nvPr/>
              </p:nvSpPr>
              <p:spPr>
                <a:xfrm>
                  <a:off x="2381504" y="5650623"/>
                  <a:ext cx="9320870" cy="8592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4018524-D21C-4A18-A11D-E4948600C4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1504" y="5650623"/>
                  <a:ext cx="9320870" cy="8592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ACBC3DE-53FD-40CF-BFE7-364264B2F3EF}"/>
                </a:ext>
              </a:extLst>
            </p:cNvPr>
            <p:cNvSpPr/>
            <p:nvPr/>
          </p:nvSpPr>
          <p:spPr>
            <a:xfrm>
              <a:off x="2381503" y="5624253"/>
              <a:ext cx="9320871" cy="86354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8025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5" grpId="0"/>
      <p:bldP spid="21" grpId="0"/>
      <p:bldP spid="22" grpId="0" animBg="1"/>
      <p:bldP spid="23" grpId="0"/>
      <p:bldP spid="25" grpId="0"/>
      <p:bldP spid="26" grpId="0"/>
      <p:bldP spid="12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83C38-A365-9B11-A849-5FA0BA5EA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DF2A4E8-A7DC-A008-624D-153C5471BAC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Example:4(Continue)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DF2A4E8-A7DC-A008-624D-153C5471BA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BE807CC-2901-8699-DD6D-0441B711E031}"/>
                  </a:ext>
                </a:extLst>
              </p:cNvPr>
              <p:cNvSpPr txBox="1"/>
              <p:nvPr/>
            </p:nvSpPr>
            <p:spPr>
              <a:xfrm>
                <a:off x="213120" y="910024"/>
                <a:ext cx="4261177" cy="909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BE807CC-2901-8699-DD6D-0441B711E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120" y="910024"/>
                <a:ext cx="4261177" cy="9099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50E122A-CDD1-CBA6-EEBC-2D0F51C11C04}"/>
              </a:ext>
            </a:extLst>
          </p:cNvPr>
          <p:cNvSpPr txBox="1"/>
          <p:nvPr/>
        </p:nvSpPr>
        <p:spPr>
          <a:xfrm>
            <a:off x="932969" y="1993415"/>
            <a:ext cx="5641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Equating corresponding components,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F32DD52-E769-0EC3-B720-9E1630F6BC8F}"/>
                  </a:ext>
                </a:extLst>
              </p:cNvPr>
              <p:cNvSpPr txBox="1"/>
              <p:nvPr/>
            </p:nvSpPr>
            <p:spPr>
              <a:xfrm>
                <a:off x="1011164" y="2544460"/>
                <a:ext cx="212114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F32DD52-E769-0EC3-B720-9E1630F6B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164" y="2544460"/>
                <a:ext cx="212114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15E4F4-08D8-044A-A85D-3F3270B8D278}"/>
                  </a:ext>
                </a:extLst>
              </p:cNvPr>
              <p:cNvSpPr txBox="1"/>
              <p:nvPr/>
            </p:nvSpPr>
            <p:spPr>
              <a:xfrm>
                <a:off x="3507930" y="2544460"/>
                <a:ext cx="1621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AA7335-C62B-7D6E-2F83-3CA9EAE9A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7930" y="2544460"/>
                <a:ext cx="162143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DC58BA-D406-161C-9CC6-526001CE71C4}"/>
                  </a:ext>
                </a:extLst>
              </p:cNvPr>
              <p:cNvSpPr txBox="1"/>
              <p:nvPr/>
            </p:nvSpPr>
            <p:spPr>
              <a:xfrm>
                <a:off x="5440490" y="2544460"/>
                <a:ext cx="20789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DC58BA-D406-161C-9CC6-526001CE7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0490" y="2544460"/>
                <a:ext cx="207899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F851B7A-65DC-6995-F390-4EEE9E4B7C5D}"/>
              </a:ext>
            </a:extLst>
          </p:cNvPr>
          <p:cNvSpPr txBox="1"/>
          <p:nvPr/>
        </p:nvSpPr>
        <p:spPr>
          <a:xfrm>
            <a:off x="932969" y="3198306"/>
            <a:ext cx="3680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these equations,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457C87-68ED-40D9-3F93-45E87A941AA7}"/>
                  </a:ext>
                </a:extLst>
              </p:cNvPr>
              <p:cNvSpPr txBox="1"/>
              <p:nvPr/>
            </p:nvSpPr>
            <p:spPr>
              <a:xfrm>
                <a:off x="932969" y="3841064"/>
                <a:ext cx="66935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:r>
                  <a:rPr lang="en-IN" sz="2800" dirty="0">
                    <a:solidFill>
                      <a:srgbClr val="002060"/>
                    </a:solidFill>
                  </a:rPr>
                  <a:t>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1,    </m:t>
                    </m:r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457C87-68ED-40D9-3F93-45E87A941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969" y="3841064"/>
                <a:ext cx="6693516" cy="523220"/>
              </a:xfrm>
              <a:prstGeom prst="rect">
                <a:avLst/>
              </a:prstGeom>
              <a:blipFill>
                <a:blip r:embed="rId7"/>
                <a:stretch>
                  <a:fillRect l="-1821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Arrow 3">
            <a:extLst>
              <a:ext uri="{FF2B5EF4-FFF2-40B4-BE49-F238E27FC236}">
                <a16:creationId xmlns:a16="http://schemas.microsoft.com/office/drawing/2014/main" id="{8497A815-8526-1381-F8E9-BC8A3849447C}"/>
              </a:ext>
            </a:extLst>
          </p:cNvPr>
          <p:cNvSpPr/>
          <p:nvPr/>
        </p:nvSpPr>
        <p:spPr>
          <a:xfrm flipV="1">
            <a:off x="213121" y="2067985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14" name="Right Arrow 3">
            <a:extLst>
              <a:ext uri="{FF2B5EF4-FFF2-40B4-BE49-F238E27FC236}">
                <a16:creationId xmlns:a16="http://schemas.microsoft.com/office/drawing/2014/main" id="{8CC4C55C-E088-AE8C-68E1-3E0433583775}"/>
              </a:ext>
            </a:extLst>
          </p:cNvPr>
          <p:cNvSpPr/>
          <p:nvPr/>
        </p:nvSpPr>
        <p:spPr>
          <a:xfrm flipV="1">
            <a:off x="213120" y="3236642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45CAAB8-FE8F-67F0-35F2-CACCB6013DD9}"/>
                  </a:ext>
                </a:extLst>
              </p:cNvPr>
              <p:cNvSpPr txBox="1"/>
              <p:nvPr/>
            </p:nvSpPr>
            <p:spPr>
              <a:xfrm>
                <a:off x="8105870" y="2544460"/>
                <a:ext cx="1621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45CAAB8-FE8F-67F0-35F2-CACCB6013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5870" y="2544460"/>
                <a:ext cx="162143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5ECAB16-6802-2332-4392-8E56E28966CA}"/>
                  </a:ext>
                </a:extLst>
              </p:cNvPr>
              <p:cNvSpPr txBox="1"/>
              <p:nvPr/>
            </p:nvSpPr>
            <p:spPr>
              <a:xfrm>
                <a:off x="501508" y="4494910"/>
                <a:ext cx="784119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5ECAB16-6802-2332-4392-8E56E2896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08" y="4494910"/>
                <a:ext cx="7841195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364312F8-C838-45B3-A044-1D5A9BA261A4}"/>
              </a:ext>
            </a:extLst>
          </p:cNvPr>
          <p:cNvGrpSpPr/>
          <p:nvPr/>
        </p:nvGrpSpPr>
        <p:grpSpPr>
          <a:xfrm>
            <a:off x="6912898" y="5926205"/>
            <a:ext cx="5152986" cy="542676"/>
            <a:chOff x="6275899" y="5837593"/>
            <a:chExt cx="5793682" cy="5426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CDBBDCB-07D6-47DF-B372-9CB743C89517}"/>
                    </a:ext>
                  </a:extLst>
                </p:cNvPr>
                <p:cNvSpPr txBox="1"/>
                <p:nvPr/>
              </p:nvSpPr>
              <p:spPr>
                <a:xfrm>
                  <a:off x="6283182" y="5837593"/>
                  <a:ext cx="578639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CDBBDCB-07D6-47DF-B372-9CB743C895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3182" y="5837593"/>
                  <a:ext cx="5786399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777F134-EA88-46BD-8DF7-FCEDEC406068}"/>
                </a:ext>
              </a:extLst>
            </p:cNvPr>
            <p:cNvSpPr/>
            <p:nvPr/>
          </p:nvSpPr>
          <p:spPr>
            <a:xfrm>
              <a:off x="6275899" y="5857049"/>
              <a:ext cx="5786399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7028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7" grpId="0"/>
      <p:bldP spid="12" grpId="0"/>
      <p:bldP spid="13" grpId="0" animBg="1"/>
      <p:bldP spid="14" grpId="0" animBg="1"/>
      <p:bldP spid="18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E709E-98CF-9A0A-E10A-34B0ABB2F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3CEB6AE-B0DA-2715-8794-B2929ED6E71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Example:4(Continue)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3CEB6AE-B0DA-2715-8794-B2929ED6E7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6471ECB-5B73-5A62-0FD7-730D03547504}"/>
                  </a:ext>
                </a:extLst>
              </p:cNvPr>
              <p:cNvSpPr txBox="1"/>
              <p:nvPr/>
            </p:nvSpPr>
            <p:spPr>
              <a:xfrm>
                <a:off x="203393" y="844364"/>
                <a:ext cx="2937906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6471ECB-5B73-5A62-0FD7-730D03547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93" y="844364"/>
                <a:ext cx="2937906" cy="810799"/>
              </a:xfrm>
              <a:prstGeom prst="rect">
                <a:avLst/>
              </a:prstGeom>
              <a:blipFill>
                <a:blip r:embed="rId3"/>
                <a:stretch>
                  <a:fillRect l="-4149" b="-30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ADB735-6759-C808-908B-93E621299119}"/>
                  </a:ext>
                </a:extLst>
              </p:cNvPr>
              <p:cNvSpPr txBox="1"/>
              <p:nvPr/>
            </p:nvSpPr>
            <p:spPr>
              <a:xfrm>
                <a:off x="203393" y="2039121"/>
                <a:ext cx="185887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ADB735-6759-C808-908B-93E621299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93" y="2039121"/>
                <a:ext cx="185887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81F1C5-2EDB-546B-5673-9F563BE6B7B6}"/>
                  </a:ext>
                </a:extLst>
              </p:cNvPr>
              <p:cNvSpPr txBox="1"/>
              <p:nvPr/>
            </p:nvSpPr>
            <p:spPr>
              <a:xfrm>
                <a:off x="4347953" y="1874136"/>
                <a:ext cx="2120940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81F1C5-2EDB-546B-5673-9F563BE6B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953" y="1874136"/>
                <a:ext cx="2120940" cy="8107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69A0D7B-F8FD-B7FA-AAD7-A528DC4E9DC2}"/>
                  </a:ext>
                </a:extLst>
              </p:cNvPr>
              <p:cNvSpPr txBox="1"/>
              <p:nvPr/>
            </p:nvSpPr>
            <p:spPr>
              <a:xfrm>
                <a:off x="923239" y="2796199"/>
                <a:ext cx="10345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Expressing the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as linear combination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69A0D7B-F8FD-B7FA-AAD7-A528DC4E9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239" y="2796199"/>
                <a:ext cx="10345519" cy="523220"/>
              </a:xfrm>
              <a:prstGeom prst="rect">
                <a:avLst/>
              </a:prstGeom>
              <a:blipFill>
                <a:blip r:embed="rId6"/>
                <a:stretch>
                  <a:fillRect l="-1178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ight Arrow 3">
            <a:extLst>
              <a:ext uri="{FF2B5EF4-FFF2-40B4-BE49-F238E27FC236}">
                <a16:creationId xmlns:a16="http://schemas.microsoft.com/office/drawing/2014/main" id="{97B6457C-4953-BFAF-DAED-B688A0B9A74A}"/>
              </a:ext>
            </a:extLst>
          </p:cNvPr>
          <p:cNvSpPr/>
          <p:nvPr/>
        </p:nvSpPr>
        <p:spPr>
          <a:xfrm flipV="1">
            <a:off x="203393" y="2860110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D14128-DCA4-9E4F-E02C-8C91F524A91B}"/>
                  </a:ext>
                </a:extLst>
              </p:cNvPr>
              <p:cNvSpPr txBox="1"/>
              <p:nvPr/>
            </p:nvSpPr>
            <p:spPr>
              <a:xfrm>
                <a:off x="923239" y="3538582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D14128-DCA4-9E4F-E02C-8C91F524A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239" y="3538582"/>
                <a:ext cx="612842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21A85F9-50BB-3935-813D-D8ADFBA87D7A}"/>
                  </a:ext>
                </a:extLst>
              </p:cNvPr>
              <p:cNvSpPr txBox="1"/>
              <p:nvPr/>
            </p:nvSpPr>
            <p:spPr>
              <a:xfrm>
                <a:off x="310397" y="4194965"/>
                <a:ext cx="10069016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21A85F9-50BB-3935-813D-D8ADFBA87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97" y="4194965"/>
                <a:ext cx="10069016" cy="8107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C9A27DD-0308-CAC4-E249-F2AAE351D8C0}"/>
                  </a:ext>
                </a:extLst>
              </p:cNvPr>
              <p:cNvSpPr txBox="1"/>
              <p:nvPr/>
            </p:nvSpPr>
            <p:spPr>
              <a:xfrm>
                <a:off x="310397" y="5258288"/>
                <a:ext cx="4261177" cy="909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C9A27DD-0308-CAC4-E249-F2AAE351D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97" y="5258288"/>
                <a:ext cx="4261177" cy="9099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C995D721-0CD5-FEC0-ADAE-EEF223A472B9}"/>
              </a:ext>
            </a:extLst>
          </p:cNvPr>
          <p:cNvGrpSpPr/>
          <p:nvPr/>
        </p:nvGrpSpPr>
        <p:grpSpPr>
          <a:xfrm>
            <a:off x="8847307" y="1535696"/>
            <a:ext cx="2786974" cy="935130"/>
            <a:chOff x="8847307" y="1535696"/>
            <a:chExt cx="2786974" cy="9351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DBC75BE-A08F-4B47-2389-9EDCF7A2A064}"/>
                    </a:ext>
                  </a:extLst>
                </p:cNvPr>
                <p:cNvSpPr txBox="1"/>
                <p:nvPr/>
              </p:nvSpPr>
              <p:spPr>
                <a:xfrm>
                  <a:off x="8915400" y="1586747"/>
                  <a:ext cx="2718881" cy="8107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DBC75BE-A08F-4B47-2389-9EDCF7A2A0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5400" y="1586747"/>
                  <a:ext cx="2718881" cy="8107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D113398-C87A-7289-30D1-8245520E469A}"/>
                </a:ext>
              </a:extLst>
            </p:cNvPr>
            <p:cNvSpPr/>
            <p:nvPr/>
          </p:nvSpPr>
          <p:spPr>
            <a:xfrm>
              <a:off x="8847307" y="1535696"/>
              <a:ext cx="2786974" cy="93513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DD22A0-B346-125F-9042-4B18D7C4319B}"/>
                  </a:ext>
                </a:extLst>
              </p:cNvPr>
              <p:cNvSpPr txBox="1"/>
              <p:nvPr/>
            </p:nvSpPr>
            <p:spPr>
              <a:xfrm>
                <a:off x="1652890" y="1898349"/>
                <a:ext cx="2825885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DD22A0-B346-125F-9042-4B18D7C43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890" y="1898349"/>
                <a:ext cx="2825885" cy="8107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7BA406D8-FDFE-49C8-BBB2-25B88CA43324}"/>
              </a:ext>
            </a:extLst>
          </p:cNvPr>
          <p:cNvGrpSpPr/>
          <p:nvPr/>
        </p:nvGrpSpPr>
        <p:grpSpPr>
          <a:xfrm>
            <a:off x="4478775" y="5686617"/>
            <a:ext cx="7552478" cy="885580"/>
            <a:chOff x="2381503" y="5624253"/>
            <a:chExt cx="9320871" cy="8855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31DD79D-6D6A-413A-AC8C-FCA677276CDD}"/>
                    </a:ext>
                  </a:extLst>
                </p:cNvPr>
                <p:cNvSpPr txBox="1"/>
                <p:nvPr/>
              </p:nvSpPr>
              <p:spPr>
                <a:xfrm>
                  <a:off x="2381504" y="5650623"/>
                  <a:ext cx="9320870" cy="8592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31DD79D-6D6A-413A-AC8C-FCA677276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1504" y="5650623"/>
                  <a:ext cx="9320870" cy="8592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F7328D9-BD03-44A7-BAF2-115CA460FED5}"/>
                </a:ext>
              </a:extLst>
            </p:cNvPr>
            <p:cNvSpPr/>
            <p:nvPr/>
          </p:nvSpPr>
          <p:spPr>
            <a:xfrm>
              <a:off x="2381503" y="5624253"/>
              <a:ext cx="9320871" cy="86354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838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5" grpId="0"/>
      <p:bldP spid="21" grpId="0"/>
      <p:bldP spid="22" grpId="0" animBg="1"/>
      <p:bldP spid="23" grpId="0"/>
      <p:bldP spid="25" grpId="0"/>
      <p:bldP spid="26" grpId="0"/>
      <p:bldP spid="12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4C430-7C6F-BC46-9702-3940D2B77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EBB9693-313E-08E0-870F-FFBEA47FA5C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Example:4(Continue)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EBB9693-313E-08E0-870F-FFBEA47FA5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AAC6B2-F14F-1965-902A-2CD3344DD128}"/>
                  </a:ext>
                </a:extLst>
              </p:cNvPr>
              <p:cNvSpPr txBox="1"/>
              <p:nvPr/>
            </p:nvSpPr>
            <p:spPr>
              <a:xfrm>
                <a:off x="213120" y="910024"/>
                <a:ext cx="4261177" cy="909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a:rPr lang="en-IN" sz="28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DAAC6B2-F14F-1965-902A-2CD3344DD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120" y="910024"/>
                <a:ext cx="4261177" cy="9099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F9113AE-3735-D618-9005-8D70BFB08AB3}"/>
              </a:ext>
            </a:extLst>
          </p:cNvPr>
          <p:cNvSpPr txBox="1"/>
          <p:nvPr/>
        </p:nvSpPr>
        <p:spPr>
          <a:xfrm>
            <a:off x="932969" y="1993415"/>
            <a:ext cx="5641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Equating corresponding components,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40DDD4-BDD3-C850-8C32-13BD9E8E8DC8}"/>
                  </a:ext>
                </a:extLst>
              </p:cNvPr>
              <p:cNvSpPr txBox="1"/>
              <p:nvPr/>
            </p:nvSpPr>
            <p:spPr>
              <a:xfrm>
                <a:off x="1011164" y="2544460"/>
                <a:ext cx="212114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40DDD4-BDD3-C850-8C32-13BD9E8E8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164" y="2544460"/>
                <a:ext cx="212114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7395CBB-A6C9-8032-CBFF-4172D3293394}"/>
                  </a:ext>
                </a:extLst>
              </p:cNvPr>
              <p:cNvSpPr txBox="1"/>
              <p:nvPr/>
            </p:nvSpPr>
            <p:spPr>
              <a:xfrm>
                <a:off x="3507930" y="2544460"/>
                <a:ext cx="1621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7395CBB-A6C9-8032-CBFF-4172D32933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7930" y="2544460"/>
                <a:ext cx="162143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DDE595-E8A4-4D65-C659-2999AB7964F4}"/>
                  </a:ext>
                </a:extLst>
              </p:cNvPr>
              <p:cNvSpPr txBox="1"/>
              <p:nvPr/>
            </p:nvSpPr>
            <p:spPr>
              <a:xfrm>
                <a:off x="5440490" y="2544460"/>
                <a:ext cx="20789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9E49B2-B858-F053-0E9E-E6211907B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0490" y="2544460"/>
                <a:ext cx="207899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0A11515-51CD-E43C-2BA3-D618EE29E453}"/>
              </a:ext>
            </a:extLst>
          </p:cNvPr>
          <p:cNvSpPr txBox="1"/>
          <p:nvPr/>
        </p:nvSpPr>
        <p:spPr>
          <a:xfrm>
            <a:off x="932969" y="3198306"/>
            <a:ext cx="3680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these equations,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3A01794-550B-4A0F-1925-5BA8DB745143}"/>
                  </a:ext>
                </a:extLst>
              </p:cNvPr>
              <p:cNvSpPr txBox="1"/>
              <p:nvPr/>
            </p:nvSpPr>
            <p:spPr>
              <a:xfrm>
                <a:off x="932969" y="3841064"/>
                <a:ext cx="789001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:r>
                  <a:rPr lang="en-IN" sz="2800" dirty="0">
                    <a:solidFill>
                      <a:srgbClr val="002060"/>
                    </a:solidFill>
                  </a:rPr>
                  <a:t>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=−2,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−1,    </m:t>
                    </m:r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3A01794-550B-4A0F-1925-5BA8DB745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969" y="3841064"/>
                <a:ext cx="7890018" cy="523220"/>
              </a:xfrm>
              <a:prstGeom prst="rect">
                <a:avLst/>
              </a:prstGeom>
              <a:blipFill>
                <a:blip r:embed="rId7"/>
                <a:stretch>
                  <a:fillRect l="-1546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Arrow 3">
            <a:extLst>
              <a:ext uri="{FF2B5EF4-FFF2-40B4-BE49-F238E27FC236}">
                <a16:creationId xmlns:a16="http://schemas.microsoft.com/office/drawing/2014/main" id="{E2B5D7E3-54DE-18E7-650A-05A6DC713567}"/>
              </a:ext>
            </a:extLst>
          </p:cNvPr>
          <p:cNvSpPr/>
          <p:nvPr/>
        </p:nvSpPr>
        <p:spPr>
          <a:xfrm flipV="1">
            <a:off x="213121" y="2067985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14" name="Right Arrow 3">
            <a:extLst>
              <a:ext uri="{FF2B5EF4-FFF2-40B4-BE49-F238E27FC236}">
                <a16:creationId xmlns:a16="http://schemas.microsoft.com/office/drawing/2014/main" id="{04EEF641-0D8B-8645-3FD0-647CF402130F}"/>
              </a:ext>
            </a:extLst>
          </p:cNvPr>
          <p:cNvSpPr/>
          <p:nvPr/>
        </p:nvSpPr>
        <p:spPr>
          <a:xfrm flipV="1">
            <a:off x="213120" y="3236642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6381306-00F0-4701-156E-C59987AAFA68}"/>
                  </a:ext>
                </a:extLst>
              </p:cNvPr>
              <p:cNvSpPr txBox="1"/>
              <p:nvPr/>
            </p:nvSpPr>
            <p:spPr>
              <a:xfrm>
                <a:off x="8105870" y="2544460"/>
                <a:ext cx="1621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6381306-00F0-4701-156E-C59987AAF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5870" y="2544460"/>
                <a:ext cx="162143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E1267A4-124B-C06D-ACF8-A24C1B732D90}"/>
                  </a:ext>
                </a:extLst>
              </p:cNvPr>
              <p:cNvSpPr txBox="1"/>
              <p:nvPr/>
            </p:nvSpPr>
            <p:spPr>
              <a:xfrm>
                <a:off x="501508" y="4614448"/>
                <a:ext cx="84053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E1267A4-124B-C06D-ACF8-A24C1B732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08" y="4614448"/>
                <a:ext cx="840539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5D01AE1A-0E09-4A72-9FE1-D9683E27EB17}"/>
              </a:ext>
            </a:extLst>
          </p:cNvPr>
          <p:cNvGrpSpPr/>
          <p:nvPr/>
        </p:nvGrpSpPr>
        <p:grpSpPr>
          <a:xfrm>
            <a:off x="6912898" y="5926205"/>
            <a:ext cx="5152986" cy="542676"/>
            <a:chOff x="6275899" y="5837593"/>
            <a:chExt cx="5793682" cy="5426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52C02C0-3AD9-406B-9A25-B333914DF5FB}"/>
                    </a:ext>
                  </a:extLst>
                </p:cNvPr>
                <p:cNvSpPr txBox="1"/>
                <p:nvPr/>
              </p:nvSpPr>
              <p:spPr>
                <a:xfrm>
                  <a:off x="6283182" y="5837593"/>
                  <a:ext cx="578639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52C02C0-3AD9-406B-9A25-B333914DF5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3182" y="5837593"/>
                  <a:ext cx="5786399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CD8AA5D-C895-4575-92D1-4A6309D4E27A}"/>
                </a:ext>
              </a:extLst>
            </p:cNvPr>
            <p:cNvSpPr/>
            <p:nvPr/>
          </p:nvSpPr>
          <p:spPr>
            <a:xfrm>
              <a:off x="6275899" y="5857049"/>
              <a:ext cx="5786399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185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7" grpId="0"/>
      <p:bldP spid="12" grpId="0"/>
      <p:bldP spid="13" grpId="0" animBg="1"/>
      <p:bldP spid="14" grpId="0" animBg="1"/>
      <p:bldP spid="18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60A42-72CC-D39E-20DF-F11250636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0535CD8-E397-0A9D-70D7-03BE83FCBF6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Method:3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Example:4(Continue)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0535CD8-E397-0A9D-70D7-03BE83FCBF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Arrow 3">
            <a:extLst>
              <a:ext uri="{FF2B5EF4-FFF2-40B4-BE49-F238E27FC236}">
                <a16:creationId xmlns:a16="http://schemas.microsoft.com/office/drawing/2014/main" id="{E85A7F0B-7956-EAA2-7E55-BB8B36504C07}"/>
              </a:ext>
            </a:extLst>
          </p:cNvPr>
          <p:cNvSpPr/>
          <p:nvPr/>
        </p:nvSpPr>
        <p:spPr>
          <a:xfrm flipV="1">
            <a:off x="219958" y="2102375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2E29CEB-661E-6D94-8821-C0923E9598CA}"/>
              </a:ext>
            </a:extLst>
          </p:cNvPr>
          <p:cNvGrpSpPr/>
          <p:nvPr/>
        </p:nvGrpSpPr>
        <p:grpSpPr>
          <a:xfrm>
            <a:off x="6600342" y="5936181"/>
            <a:ext cx="5448537" cy="523220"/>
            <a:chOff x="666909" y="3671577"/>
            <a:chExt cx="1872012" cy="52322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7C1A4E-A958-5A91-54CF-3DAC4026DD20}"/>
                </a:ext>
              </a:extLst>
            </p:cNvPr>
            <p:cNvSpPr/>
            <p:nvPr/>
          </p:nvSpPr>
          <p:spPr>
            <a:xfrm>
              <a:off x="666909" y="3671577"/>
              <a:ext cx="1872012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C76CE520-C318-C235-9A08-D9D5EE2DD2ED}"/>
                    </a:ext>
                  </a:extLst>
                </p:cNvPr>
                <p:cNvSpPr txBox="1"/>
                <p:nvPr/>
              </p:nvSpPr>
              <p:spPr>
                <a:xfrm>
                  <a:off x="666909" y="3671577"/>
                  <a:ext cx="187201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Q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C76CE520-C318-C235-9A08-D9D5EE2DD2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909" y="3671577"/>
                  <a:ext cx="1872012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33ADDB3-D30E-8D8C-987A-3CE451EF18F7}"/>
              </a:ext>
            </a:extLst>
          </p:cNvPr>
          <p:cNvGrpSpPr/>
          <p:nvPr/>
        </p:nvGrpSpPr>
        <p:grpSpPr>
          <a:xfrm>
            <a:off x="6545356" y="5933189"/>
            <a:ext cx="5503523" cy="523220"/>
            <a:chOff x="3536475" y="5546104"/>
            <a:chExt cx="2644543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C3DE44C-CB3D-A237-41E0-FADD4B1039FE}"/>
                    </a:ext>
                  </a:extLst>
                </p:cNvPr>
                <p:cNvSpPr txBox="1"/>
                <p:nvPr/>
              </p:nvSpPr>
              <p:spPr>
                <a:xfrm>
                  <a:off x="3536476" y="5546104"/>
                  <a:ext cx="264454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Q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C3DE44C-CB3D-A237-41E0-FADD4B1039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6476" y="5546104"/>
                  <a:ext cx="2644542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55298B5-BF68-49A6-AD8F-23DA5964CE30}"/>
                </a:ext>
              </a:extLst>
            </p:cNvPr>
            <p:cNvSpPr/>
            <p:nvPr/>
          </p:nvSpPr>
          <p:spPr>
            <a:xfrm>
              <a:off x="3536475" y="5546104"/>
              <a:ext cx="2644542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0B8EB61-DF61-9A80-934C-BDA3C5527EDD}"/>
              </a:ext>
            </a:extLst>
          </p:cNvPr>
          <p:cNvGrpSpPr/>
          <p:nvPr/>
        </p:nvGrpSpPr>
        <p:grpSpPr>
          <a:xfrm>
            <a:off x="6104960" y="5895187"/>
            <a:ext cx="5943919" cy="561222"/>
            <a:chOff x="6763892" y="3163307"/>
            <a:chExt cx="2714204" cy="5612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990DA188-E3DD-934E-7DCB-BDB597BE2767}"/>
                    </a:ext>
                  </a:extLst>
                </p:cNvPr>
                <p:cNvSpPr txBox="1"/>
                <p:nvPr/>
              </p:nvSpPr>
              <p:spPr>
                <a:xfrm>
                  <a:off x="6830924" y="3163307"/>
                  <a:ext cx="264717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Q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990DA188-E3DD-934E-7DCB-BDB597BE27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0924" y="3163307"/>
                  <a:ext cx="2647172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14229E2-9A28-4510-5D8B-C0E5BAD73231}"/>
                </a:ext>
              </a:extLst>
            </p:cNvPr>
            <p:cNvSpPr/>
            <p:nvPr/>
          </p:nvSpPr>
          <p:spPr>
            <a:xfrm>
              <a:off x="6763892" y="3201309"/>
              <a:ext cx="2714204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1D1D9E4-F0FC-6869-EBC0-3B41C1CF203A}"/>
                  </a:ext>
                </a:extLst>
              </p:cNvPr>
              <p:cNvSpPr txBox="1"/>
              <p:nvPr/>
            </p:nvSpPr>
            <p:spPr>
              <a:xfrm>
                <a:off x="5920903" y="2043364"/>
                <a:ext cx="1700927" cy="560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1D1D9E4-F0FC-6869-EBC0-3B41C1CF2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903" y="2043364"/>
                <a:ext cx="1700927" cy="5602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A4DD72F-B7D2-6C3D-5FA2-E9D879CE471A}"/>
                  </a:ext>
                </a:extLst>
              </p:cNvPr>
              <p:cNvSpPr txBox="1"/>
              <p:nvPr/>
            </p:nvSpPr>
            <p:spPr>
              <a:xfrm>
                <a:off x="7459333" y="954012"/>
                <a:ext cx="51394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A4DD72F-B7D2-6C3D-5FA2-E9D879CE4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9333" y="954012"/>
                <a:ext cx="513940" cy="267765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Left Bracket 31">
            <a:extLst>
              <a:ext uri="{FF2B5EF4-FFF2-40B4-BE49-F238E27FC236}">
                <a16:creationId xmlns:a16="http://schemas.microsoft.com/office/drawing/2014/main" id="{FA60B429-C0FA-0358-72BF-F610EA00D3EB}"/>
              </a:ext>
            </a:extLst>
          </p:cNvPr>
          <p:cNvSpPr/>
          <p:nvPr/>
        </p:nvSpPr>
        <p:spPr>
          <a:xfrm>
            <a:off x="7360206" y="1117441"/>
            <a:ext cx="133200" cy="2412064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E4BF75F-3984-12C7-12CE-A06E878AAFAD}"/>
                  </a:ext>
                </a:extLst>
              </p:cNvPr>
              <p:cNvSpPr txBox="1"/>
              <p:nvPr/>
            </p:nvSpPr>
            <p:spPr>
              <a:xfrm>
                <a:off x="7966568" y="954012"/>
                <a:ext cx="51394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0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0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E4BF75F-3984-12C7-12CE-A06E878AA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568" y="954012"/>
                <a:ext cx="513940" cy="2677656"/>
              </a:xfrm>
              <a:prstGeom prst="rect">
                <a:avLst/>
              </a:prstGeom>
              <a:blipFill>
                <a:blip r:embed="rId8"/>
                <a:stretch>
                  <a:fillRect r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Left Bracket 34">
            <a:extLst>
              <a:ext uri="{FF2B5EF4-FFF2-40B4-BE49-F238E27FC236}">
                <a16:creationId xmlns:a16="http://schemas.microsoft.com/office/drawing/2014/main" id="{C75F0A88-1662-8C79-1260-6928B36DBF63}"/>
              </a:ext>
            </a:extLst>
          </p:cNvPr>
          <p:cNvSpPr/>
          <p:nvPr/>
        </p:nvSpPr>
        <p:spPr>
          <a:xfrm flipH="1">
            <a:off x="10058533" y="1117441"/>
            <a:ext cx="132741" cy="2412064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F665AAC-4A03-8692-FD5E-097087C6253C}"/>
                  </a:ext>
                </a:extLst>
              </p:cNvPr>
              <p:cNvSpPr txBox="1"/>
              <p:nvPr/>
            </p:nvSpPr>
            <p:spPr>
              <a:xfrm>
                <a:off x="10175498" y="3370058"/>
                <a:ext cx="113581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IN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F665AAC-4A03-8692-FD5E-097087C62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5498" y="3370058"/>
                <a:ext cx="113581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B78460-8001-D413-E326-2111AE8EDC5B}"/>
                  </a:ext>
                </a:extLst>
              </p:cNvPr>
              <p:cNvSpPr txBox="1"/>
              <p:nvPr/>
            </p:nvSpPr>
            <p:spPr>
              <a:xfrm>
                <a:off x="8813132" y="954012"/>
                <a:ext cx="51394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B78460-8001-D413-E326-2111AE8ED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3132" y="954012"/>
                <a:ext cx="513940" cy="267765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8F3EF76-46E8-447F-E141-7FFADB959C1E}"/>
                  </a:ext>
                </a:extLst>
              </p:cNvPr>
              <p:cNvSpPr txBox="1"/>
              <p:nvPr/>
            </p:nvSpPr>
            <p:spPr>
              <a:xfrm>
                <a:off x="880692" y="2043364"/>
                <a:ext cx="55201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Thus, the matrix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w.r.t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&amp;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8F3EF76-46E8-447F-E141-7FFADB959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692" y="2043364"/>
                <a:ext cx="5520107" cy="523220"/>
              </a:xfrm>
              <a:prstGeom prst="rect">
                <a:avLst/>
              </a:prstGeom>
              <a:blipFill>
                <a:blip r:embed="rId11"/>
                <a:stretch>
                  <a:fillRect l="-2208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06480796-0D39-BB4D-1CA2-9F15031FC46F}"/>
              </a:ext>
            </a:extLst>
          </p:cNvPr>
          <p:cNvGrpSpPr/>
          <p:nvPr/>
        </p:nvGrpSpPr>
        <p:grpSpPr>
          <a:xfrm>
            <a:off x="6394874" y="5933189"/>
            <a:ext cx="5797126" cy="523220"/>
            <a:chOff x="3536475" y="5546104"/>
            <a:chExt cx="4491697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F2C0F70-4883-2B71-14D9-A002FA922405}"/>
                    </a:ext>
                  </a:extLst>
                </p:cNvPr>
                <p:cNvSpPr txBox="1"/>
                <p:nvPr/>
              </p:nvSpPr>
              <p:spPr>
                <a:xfrm>
                  <a:off x="3536477" y="5546104"/>
                  <a:ext cx="449169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Q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F2C0F70-4883-2B71-14D9-A002FA9224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6477" y="5546104"/>
                  <a:ext cx="4491695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989D5C2-78B3-D45F-C682-0077765C6F2C}"/>
                </a:ext>
              </a:extLst>
            </p:cNvPr>
            <p:cNvSpPr/>
            <p:nvPr/>
          </p:nvSpPr>
          <p:spPr>
            <a:xfrm>
              <a:off x="3536475" y="5546104"/>
              <a:ext cx="4418143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0DEC56-3083-7AEE-3C7C-E645D33AAE85}"/>
                  </a:ext>
                </a:extLst>
              </p:cNvPr>
              <p:cNvSpPr txBox="1"/>
              <p:nvPr/>
            </p:nvSpPr>
            <p:spPr>
              <a:xfrm>
                <a:off x="9386718" y="984645"/>
                <a:ext cx="51394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2</m:t>
                      </m:r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1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0DEC56-3083-7AEE-3C7C-E645D33AA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6718" y="984645"/>
                <a:ext cx="513940" cy="2677656"/>
              </a:xfrm>
              <a:prstGeom prst="rect">
                <a:avLst/>
              </a:prstGeom>
              <a:blipFill>
                <a:blip r:embed="rId13"/>
                <a:stretch>
                  <a:fillRect r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7742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/>
      <p:bldP spid="31" grpId="0"/>
      <p:bldP spid="32" grpId="0" animBg="1"/>
      <p:bldP spid="34" grpId="0"/>
      <p:bldP spid="35" grpId="0" animBg="1"/>
      <p:bldP spid="36" grpId="0"/>
      <p:bldP spid="37" grpId="0"/>
      <p:bldP spid="38" grpId="0"/>
      <p:bldP spid="9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29A88-EDA4-7393-6F6E-C18654D88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F65C7-3A69-EDF9-9732-946724D3B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Method-4</a:t>
            </a:r>
            <a:br>
              <a:rPr lang="en-US" dirty="0"/>
            </a:br>
            <a:r>
              <a:rPr lang="en-IN" dirty="0"/>
              <a:t>Change of Basis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86312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BEA94-D783-B183-E02F-D75AA182D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DC2F2-81B0-0CD4-FBC0-740C12A6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Change of Bases on Linear Operators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C9304FCF-7C31-851B-557D-D45E7C1AE7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1707" y="711201"/>
                <a:ext cx="12040293" cy="2959989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50000"/>
                  </a:lnSpc>
                </a:pPr>
                <a:r>
                  <a:rPr lang="en-IN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a linear operator. </a:t>
                </a:r>
              </a:p>
              <a:p>
                <a:pPr lvl="0">
                  <a:lnSpc>
                    <a:spcPct val="150000"/>
                  </a:lnSpc>
                </a:pPr>
                <a:r>
                  <a:rPr lang="en-IN" sz="2800" dirty="0">
                    <a:solidFill>
                      <a:srgbClr val="002060"/>
                    </a:solidFill>
                  </a:rPr>
                  <a:t>The matrix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depends on the basis chosen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  <a:p>
                <a:pPr lvl="0">
                  <a:lnSpc>
                    <a:spcPct val="150000"/>
                  </a:lnSpc>
                </a:pPr>
                <a:r>
                  <a:rPr lang="en-IN" sz="2800" dirty="0">
                    <a:solidFill>
                      <a:srgbClr val="002060"/>
                    </a:solidFill>
                  </a:rPr>
                  <a:t>If we change the basis, the matrix representation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also </a:t>
                </a:r>
                <a:r>
                  <a:rPr lang="en-IN" sz="2800" b="1" dirty="0">
                    <a:solidFill>
                      <a:srgbClr val="FF0000"/>
                    </a:solidFill>
                  </a:rPr>
                  <a:t>changes</a:t>
                </a:r>
                <a:r>
                  <a:rPr lang="en-IN" sz="2800" b="1" dirty="0">
                    <a:solidFill>
                      <a:srgbClr val="002060"/>
                    </a:solidFill>
                  </a:rPr>
                  <a:t>, </a:t>
                </a:r>
                <a:r>
                  <a:rPr lang="en-IN" sz="2800" dirty="0">
                    <a:solidFill>
                      <a:srgbClr val="002060"/>
                    </a:solidFill>
                  </a:rPr>
                  <a:t>but the operator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itself </a:t>
                </a:r>
                <a:r>
                  <a:rPr lang="en-IN" sz="2800" b="1" dirty="0">
                    <a:solidFill>
                      <a:srgbClr val="FF0000"/>
                    </a:solidFill>
                  </a:rPr>
                  <a:t>remains the same</a:t>
                </a:r>
                <a:r>
                  <a:rPr lang="en-IN" sz="2800" b="1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C9304FCF-7C31-851B-557D-D45E7C1AE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07" y="711201"/>
                <a:ext cx="12040293" cy="2959989"/>
              </a:xfrm>
              <a:prstGeom prst="rect">
                <a:avLst/>
              </a:prstGeom>
              <a:blipFill>
                <a:blip r:embed="rId2"/>
                <a:stretch>
                  <a:fillRect l="-962" r="-1013" b="-371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9286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DC584-BC1F-398E-A073-8C6687896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B5DF16B-9099-7868-C03D-05C3FA1EA3F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 lvl="0"/>
                <a:r>
                  <a:rPr lang="en-US" dirty="0"/>
                  <a:t>Procedure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𝐓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𝐓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B5DF16B-9099-7868-C03D-05C3FA1EA3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0" t="-6838" b="-1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69D7F4-4A5A-2EEE-57DC-F320B7CCFBDD}"/>
                  </a:ext>
                </a:extLst>
              </p:cNvPr>
              <p:cNvSpPr txBox="1"/>
              <p:nvPr/>
            </p:nvSpPr>
            <p:spPr>
              <a:xfrm>
                <a:off x="141051" y="1378683"/>
                <a:ext cx="5079460" cy="612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Clr>
                    <a:srgbClr val="002060"/>
                  </a:buClr>
                </a:pPr>
                <a:r>
                  <a:rPr lang="en-US" sz="2800" dirty="0">
                    <a:solidFill>
                      <a:srgbClr val="002060"/>
                    </a:solidFill>
                  </a:rPr>
                  <a:t>1)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𝐓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if not given.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69D7F4-4A5A-2EEE-57DC-F320B7CCF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51" y="1378683"/>
                <a:ext cx="5079460" cy="612925"/>
              </a:xfrm>
              <a:prstGeom prst="rect">
                <a:avLst/>
              </a:prstGeom>
              <a:blipFill>
                <a:blip r:embed="rId3"/>
                <a:stretch>
                  <a:fillRect l="-2401" t="-990" b="-207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C91B57-CD02-33AC-5ABC-623B4E0BC93B}"/>
                  </a:ext>
                </a:extLst>
              </p:cNvPr>
              <p:cNvSpPr txBox="1"/>
              <p:nvPr/>
            </p:nvSpPr>
            <p:spPr>
              <a:xfrm>
                <a:off x="141051" y="2163257"/>
                <a:ext cx="11909898" cy="1097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47675" lvl="0" indent="-447675"/>
                <a:r>
                  <a:rPr lang="en-IN" sz="2800" dirty="0">
                    <a:solidFill>
                      <a:srgbClr val="002060"/>
                    </a:solidFill>
                  </a:rPr>
                  <a:t>2) </a:t>
                </a:r>
                <a:r>
                  <a:rPr lang="en-US" sz="2800" dirty="0">
                    <a:solidFill>
                      <a:srgbClr val="002060"/>
                    </a:solidFill>
                  </a:rPr>
                  <a:t>Take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express as a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linear combination</a:t>
                </a:r>
                <a:r>
                  <a:rPr lang="en-US" sz="2800" dirty="0">
                    <a:solidFill>
                      <a:srgbClr val="002060"/>
                    </a:solidFill>
                  </a:rPr>
                  <a:t> of the vectors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  <a:p>
                <a:pPr marL="360363">
                  <a:lnSpc>
                    <a:spcPct val="150000"/>
                  </a:lnSpc>
                </a:pPr>
                <a:r>
                  <a:rPr lang="en-IN" sz="2800" dirty="0">
                    <a:solidFill>
                      <a:srgbClr val="002060"/>
                    </a:solidFill>
                  </a:rPr>
                  <a:t>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C91B57-CD02-33AC-5ABC-623B4E0BC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51" y="2163257"/>
                <a:ext cx="11909898" cy="1097736"/>
              </a:xfrm>
              <a:prstGeom prst="rect">
                <a:avLst/>
              </a:prstGeom>
              <a:blipFill>
                <a:blip r:embed="rId4"/>
                <a:stretch>
                  <a:fillRect l="-1024" t="-6111"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AB4EAB-28F4-8504-0B6A-429A53BABC24}"/>
                  </a:ext>
                </a:extLst>
              </p:cNvPr>
              <p:cNvSpPr txBox="1"/>
              <p:nvPr/>
            </p:nvSpPr>
            <p:spPr>
              <a:xfrm>
                <a:off x="141051" y="3443589"/>
                <a:ext cx="11909898" cy="23528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12000"/>
                  </a:lnSpc>
                </a:pPr>
                <a:r>
                  <a:rPr lang="en-IN" sz="2800" dirty="0">
                    <a:solidFill>
                      <a:srgbClr val="002060"/>
                    </a:solidFill>
                  </a:rPr>
                  <a:t>3) </a:t>
                </a:r>
                <a:r>
                  <a:rPr lang="en-US" sz="2800" dirty="0">
                    <a:solidFill>
                      <a:srgbClr val="002060"/>
                    </a:solidFill>
                  </a:rPr>
                  <a:t>Write the coefficients as a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column vector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12000"/>
                  </a:lnSpc>
                </a:pPr>
                <a:r>
                  <a:rPr lang="en-IN" sz="2800" dirty="0">
                    <a:solidFill>
                      <a:srgbClr val="002060"/>
                    </a:solidFill>
                  </a:rPr>
                  <a:t>i.e.,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AB4EAB-28F4-8504-0B6A-429A53BAB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51" y="3443589"/>
                <a:ext cx="11909898" cy="2352824"/>
              </a:xfrm>
              <a:prstGeom prst="rect">
                <a:avLst/>
              </a:prstGeom>
              <a:blipFill>
                <a:blip r:embed="rId5"/>
                <a:stretch>
                  <a:fillRect l="-1024" t="-18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6F147D-3A1A-5AB8-B251-F1AEC22487B8}"/>
                  </a:ext>
                </a:extLst>
              </p:cNvPr>
              <p:cNvSpPr txBox="1"/>
              <p:nvPr/>
            </p:nvSpPr>
            <p:spPr>
              <a:xfrm>
                <a:off x="141051" y="5910985"/>
                <a:ext cx="11909898" cy="560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IN" sz="2800" dirty="0">
                    <a:solidFill>
                      <a:srgbClr val="002060"/>
                    </a:solidFill>
                  </a:rPr>
                  <a:t>4) </a:t>
                </a:r>
                <a:r>
                  <a:rPr lang="en-US" sz="2800" dirty="0">
                    <a:solidFill>
                      <a:srgbClr val="002060"/>
                    </a:solidFill>
                  </a:rPr>
                  <a:t>Repeat the same process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….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6F147D-3A1A-5AB8-B251-F1AEC2248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51" y="5910985"/>
                <a:ext cx="11909898" cy="560218"/>
              </a:xfrm>
              <a:prstGeom prst="rect">
                <a:avLst/>
              </a:prstGeom>
              <a:blipFill>
                <a:blip r:embed="rId6"/>
                <a:stretch>
                  <a:fillRect l="-1024" t="-11957" b="-228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D1CFAC-0167-BE02-8800-45ABD45A2650}"/>
                  </a:ext>
                </a:extLst>
              </p:cNvPr>
              <p:cNvSpPr txBox="1"/>
              <p:nvPr/>
            </p:nvSpPr>
            <p:spPr>
              <a:xfrm>
                <a:off x="141051" y="613334"/>
                <a:ext cx="11483502" cy="6668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be two bases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D1CFAC-0167-BE02-8800-45ABD45A2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51" y="613334"/>
                <a:ext cx="11483502" cy="666849"/>
              </a:xfrm>
              <a:prstGeom prst="rect">
                <a:avLst/>
              </a:prstGeom>
              <a:blipFill>
                <a:blip r:embed="rId7"/>
                <a:stretch>
                  <a:fillRect l="-1062" b="-25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0248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1831B-7371-7FFC-BCC0-D1A18138A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F412DA3-CC13-5EBA-51C4-527EF972A60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 lvl="0"/>
                <a:r>
                  <a:rPr lang="en-US" dirty="0"/>
                  <a:t>Procedure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𝐓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𝐓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F412DA3-CC13-5EBA-51C4-527EF972A6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0" t="-6838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844D8A-B1EA-53B0-DD03-FAADE9C21EE6}"/>
                  </a:ext>
                </a:extLst>
              </p:cNvPr>
              <p:cNvSpPr txBox="1"/>
              <p:nvPr/>
            </p:nvSpPr>
            <p:spPr>
              <a:xfrm>
                <a:off x="141051" y="903163"/>
                <a:ext cx="11909898" cy="1412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IN" sz="2800" dirty="0">
                    <a:solidFill>
                      <a:srgbClr val="002060"/>
                    </a:solidFill>
                  </a:rPr>
                  <a:t>5) </a:t>
                </a:r>
                <a:r>
                  <a:rPr lang="en-US" sz="2800" dirty="0">
                    <a:solidFill>
                      <a:srgbClr val="002060"/>
                    </a:solidFill>
                  </a:rPr>
                  <a:t>Put these vectors into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columns</a:t>
                </a:r>
                <a:r>
                  <a:rPr lang="en-US" sz="2800" dirty="0">
                    <a:solidFill>
                      <a:srgbClr val="002060"/>
                    </a:solidFill>
                  </a:rPr>
                  <a:t> in order</a:t>
                </a:r>
                <a:endParaRPr lang="en-IN" sz="2800" dirty="0">
                  <a:solidFill>
                    <a:srgbClr val="002060"/>
                  </a:solidFill>
                </a:endParaRPr>
              </a:p>
              <a:p>
                <a:pPr marL="360363" indent="-360363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IN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sz="2800" i="1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800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w</m:t>
                                            </m:r>
                                          </m:e>
                                          <m:sub>
                                            <m:r>
                                              <a:rPr lang="en-IN" sz="2800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IN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80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a:rPr lang="en-IN" sz="280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IN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sz="2800" i="1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800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w</m:t>
                                            </m:r>
                                          </m:e>
                                          <m:sub>
                                            <m:r>
                                              <a:rPr lang="en-IN" sz="2800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IN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80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a:rPr lang="en-IN" sz="280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IN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sz="2800" i="1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800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w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800">
                                                <a:solidFill>
                                                  <a:srgbClr val="00206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n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IN" sz="2800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80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a:rPr lang="en-IN" sz="280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844D8A-B1EA-53B0-DD03-FAADE9C21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51" y="903163"/>
                <a:ext cx="11909898" cy="1412246"/>
              </a:xfrm>
              <a:prstGeom prst="rect">
                <a:avLst/>
              </a:prstGeom>
              <a:blipFill>
                <a:blip r:embed="rId3"/>
                <a:stretch>
                  <a:fillRect l="-10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86E0A8-2927-AA49-F617-ED5D10CA1633}"/>
                  </a:ext>
                </a:extLst>
              </p:cNvPr>
              <p:cNvSpPr txBox="1"/>
              <p:nvPr/>
            </p:nvSpPr>
            <p:spPr>
              <a:xfrm>
                <a:off x="141050" y="2685832"/>
                <a:ext cx="120509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IN" sz="2800" dirty="0">
                    <a:solidFill>
                      <a:srgbClr val="002060"/>
                    </a:solidFill>
                  </a:rPr>
                  <a:t>6) The resultant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of order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called the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transition matrix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86E0A8-2927-AA49-F617-ED5D10CA1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50" y="2685832"/>
                <a:ext cx="12050949" cy="523220"/>
              </a:xfrm>
              <a:prstGeom prst="rect">
                <a:avLst/>
              </a:prstGeom>
              <a:blipFill>
                <a:blip r:embed="rId4"/>
                <a:stretch>
                  <a:fillRect l="-1012" t="-12941" r="-1062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9CBEC2-F099-D7DA-3BC9-B73CAEDF534B}"/>
                  </a:ext>
                </a:extLst>
              </p:cNvPr>
              <p:cNvSpPr txBox="1"/>
              <p:nvPr/>
            </p:nvSpPr>
            <p:spPr>
              <a:xfrm>
                <a:off x="141051" y="3579475"/>
                <a:ext cx="11909898" cy="532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IN" sz="2800" dirty="0">
                    <a:solidFill>
                      <a:srgbClr val="002060"/>
                    </a:solidFill>
                  </a:rPr>
                  <a:t>7) </a:t>
                </a:r>
                <a:r>
                  <a:rPr lang="en-US" sz="2800" dirty="0">
                    <a:solidFill>
                      <a:srgbClr val="002060"/>
                    </a:solidFill>
                  </a:rPr>
                  <a:t>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which is the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transition matrix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9CBEC2-F099-D7DA-3BC9-B73CAEDF5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51" y="3579475"/>
                <a:ext cx="11909898" cy="532966"/>
              </a:xfrm>
              <a:prstGeom prst="rect">
                <a:avLst/>
              </a:prstGeom>
              <a:blipFill>
                <a:blip r:embed="rId5"/>
                <a:stretch>
                  <a:fillRect l="-1024" t="-9091" b="-306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9A0024E-564D-3A03-1FFF-A3612C93A447}"/>
                  </a:ext>
                </a:extLst>
              </p:cNvPr>
              <p:cNvSpPr txBox="1"/>
              <p:nvPr/>
            </p:nvSpPr>
            <p:spPr>
              <a:xfrm>
                <a:off x="141051" y="4482864"/>
                <a:ext cx="4392038" cy="579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8) </a:t>
                </a:r>
                <a:r>
                  <a:rPr lang="en-US" sz="2800" dirty="0">
                    <a:solidFill>
                      <a:srgbClr val="002060"/>
                    </a:solidFill>
                  </a:rPr>
                  <a:t>Find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𝐓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  <m:r>
                      <a:rPr lang="en-I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p>
                        <m:r>
                          <a:rPr lang="en-IN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I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𝐓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  <m:sub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  <m:r>
                      <a:rPr lang="en-I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9A0024E-564D-3A03-1FFF-A3612C93A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51" y="4482864"/>
                <a:ext cx="4392038" cy="579902"/>
              </a:xfrm>
              <a:prstGeom prst="rect">
                <a:avLst/>
              </a:prstGeom>
              <a:blipFill>
                <a:blip r:embed="rId6"/>
                <a:stretch>
                  <a:fillRect l="-2774" t="-6250" r="-1248" b="-218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4163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F061F-BDC4-A9E2-9678-A0866D2EE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E82EC6D-4F6F-6BB8-7E19-B0EE94070B5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Method:4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E82EC6D-4F6F-6BB8-7E19-B0EE94070B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18E179FD-1517-D915-A166-C51533B362A5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465A180-737C-B63E-7389-670AD0A72BDC}"/>
              </a:ext>
            </a:extLst>
          </p:cNvPr>
          <p:cNvSpPr/>
          <p:nvPr/>
        </p:nvSpPr>
        <p:spPr>
          <a:xfrm>
            <a:off x="205273" y="923750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394DCB-8726-A328-01A6-16032B8A42D9}"/>
                  </a:ext>
                </a:extLst>
              </p:cNvPr>
              <p:cNvSpPr txBox="1"/>
              <p:nvPr/>
            </p:nvSpPr>
            <p:spPr>
              <a:xfrm>
                <a:off x="1846481" y="800163"/>
                <a:ext cx="10345519" cy="2256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 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defined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US" sz="2800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1, 2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(1, 3)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−1, 1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  <a:p>
                <a:pPr lvl="0" algn="just"/>
                <a:r>
                  <a:rPr lang="en-US" sz="2800" dirty="0">
                    <a:solidFill>
                      <a:srgbClr val="002060"/>
                    </a:solidFill>
                  </a:rPr>
                  <a:t>(</a:t>
                </a:r>
                <a:r>
                  <a:rPr lang="en-US" sz="2800" dirty="0" err="1">
                    <a:solidFill>
                      <a:srgbClr val="002060"/>
                    </a:solidFill>
                  </a:rPr>
                  <a:t>i</a:t>
                </a:r>
                <a:r>
                  <a:rPr lang="en-US" sz="2800" dirty="0">
                    <a:solidFill>
                      <a:srgbClr val="002060"/>
                    </a:solidFill>
                  </a:rPr>
                  <a:t>)   Find the matrix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with respect to the basis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  <a:p>
                <a:pPr marL="622300" lvl="0" indent="-622300" algn="just"/>
                <a:r>
                  <a:rPr lang="en-US" sz="2800" dirty="0">
                    <a:solidFill>
                      <a:srgbClr val="002060"/>
                    </a:solidFill>
                  </a:rPr>
                  <a:t>(ii)  Find the matrix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with respect to the basis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by using transition matrix P.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394DCB-8726-A328-01A6-16032B8A4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481" y="800163"/>
                <a:ext cx="10345519" cy="2256515"/>
              </a:xfrm>
              <a:prstGeom prst="rect">
                <a:avLst/>
              </a:prstGeom>
              <a:blipFill>
                <a:blip r:embed="rId3"/>
                <a:stretch>
                  <a:fillRect l="-1237" t="-2432" r="-1179" b="-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A76978D-BE75-6D9E-FCC9-A2097938E8F9}"/>
              </a:ext>
            </a:extLst>
          </p:cNvPr>
          <p:cNvSpPr/>
          <p:nvPr/>
        </p:nvSpPr>
        <p:spPr>
          <a:xfrm>
            <a:off x="205273" y="3378537"/>
            <a:ext cx="1440000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98CAD0-35AE-8D1E-6DAB-294F3F8CB275}"/>
                  </a:ext>
                </a:extLst>
              </p:cNvPr>
              <p:cNvSpPr txBox="1"/>
              <p:nvPr/>
            </p:nvSpPr>
            <p:spPr>
              <a:xfrm>
                <a:off x="1846481" y="3323317"/>
                <a:ext cx="294925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=(1,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2)</m:t>
                    </m: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98CAD0-35AE-8D1E-6DAB-294F3F8CB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481" y="3323317"/>
                <a:ext cx="2949255" cy="523220"/>
              </a:xfrm>
              <a:prstGeom prst="rect">
                <a:avLst/>
              </a:prstGeom>
              <a:blipFill>
                <a:blip r:embed="rId4"/>
                <a:stretch>
                  <a:fillRect l="-4339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231610B-7AAF-EC9E-8160-339017DA2706}"/>
                  </a:ext>
                </a:extLst>
              </p:cNvPr>
              <p:cNvSpPr txBox="1"/>
              <p:nvPr/>
            </p:nvSpPr>
            <p:spPr>
              <a:xfrm>
                <a:off x="1846480" y="3998954"/>
                <a:ext cx="603492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(2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+2,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1−3(2)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231610B-7AAF-EC9E-8160-339017DA2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480" y="3998954"/>
                <a:ext cx="603492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4D1DBA6-F770-7E88-6EAC-BF1E104969F1}"/>
                  </a:ext>
                </a:extLst>
              </p:cNvPr>
              <p:cNvSpPr txBox="1"/>
              <p:nvPr/>
            </p:nvSpPr>
            <p:spPr>
              <a:xfrm>
                <a:off x="7686854" y="4008325"/>
                <a:ext cx="22373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=(4,−5)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4D1DBA6-F770-7E88-6EAC-BF1E10496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6854" y="4008325"/>
                <a:ext cx="223736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BB7C411-F836-7D73-1118-A5B739E1E9CF}"/>
                  </a:ext>
                </a:extLst>
              </p:cNvPr>
              <p:cNvSpPr txBox="1"/>
              <p:nvPr/>
            </p:nvSpPr>
            <p:spPr>
              <a:xfrm>
                <a:off x="1763487" y="4674591"/>
                <a:ext cx="294925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=(1,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3)</m:t>
                    </m: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BB7C411-F836-7D73-1118-A5B739E1E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487" y="4674591"/>
                <a:ext cx="2949255" cy="523220"/>
              </a:xfrm>
              <a:prstGeom prst="rect">
                <a:avLst/>
              </a:prstGeom>
              <a:blipFill>
                <a:blip r:embed="rId7"/>
                <a:stretch>
                  <a:fillRect l="-4132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80F069D-DEFD-2A88-6CA6-76333A50CE39}"/>
                  </a:ext>
                </a:extLst>
              </p:cNvPr>
              <p:cNvSpPr txBox="1"/>
              <p:nvPr/>
            </p:nvSpPr>
            <p:spPr>
              <a:xfrm>
                <a:off x="1846479" y="5359599"/>
                <a:ext cx="657833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(2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+3,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1−3(3)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80F069D-DEFD-2A88-6CA6-76333A50C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479" y="5359599"/>
                <a:ext cx="657833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2386123-4208-D505-4F72-1F5BFE58FCFF}"/>
                  </a:ext>
                </a:extLst>
              </p:cNvPr>
              <p:cNvSpPr txBox="1"/>
              <p:nvPr/>
            </p:nvSpPr>
            <p:spPr>
              <a:xfrm>
                <a:off x="7769047" y="5359599"/>
                <a:ext cx="22373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=(5,−8)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2386123-4208-D505-4F72-1F5BFE58F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9047" y="5359599"/>
                <a:ext cx="223736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1463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4" grpId="0"/>
      <p:bldP spid="17" grpId="0"/>
      <p:bldP spid="19" grpId="0"/>
      <p:bldP spid="20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9C327-48CB-811F-EA79-E367308F7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A53A5AF-617C-20D5-297F-025478341D9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Method:4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A53A5AF-617C-20D5-297F-025478341D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0B6133-9DBF-AE1B-AEB7-59E16885E68C}"/>
                  </a:ext>
                </a:extLst>
              </p:cNvPr>
              <p:cNvSpPr txBox="1"/>
              <p:nvPr/>
            </p:nvSpPr>
            <p:spPr>
              <a:xfrm>
                <a:off x="959260" y="788676"/>
                <a:ext cx="10345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Expressing the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as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0B6133-9DBF-AE1B-AEB7-59E16885E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60" y="788676"/>
                <a:ext cx="10345519" cy="523220"/>
              </a:xfrm>
              <a:prstGeom prst="rect">
                <a:avLst/>
              </a:prstGeom>
              <a:blipFill>
                <a:blip r:embed="rId3"/>
                <a:stretch>
                  <a:fillRect l="-1179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ADA9EF-9343-9BD5-C6C1-C82BF7148BA1}"/>
                  </a:ext>
                </a:extLst>
              </p:cNvPr>
              <p:cNvSpPr txBox="1"/>
              <p:nvPr/>
            </p:nvSpPr>
            <p:spPr>
              <a:xfrm>
                <a:off x="984541" y="1402251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ADA9EF-9343-9BD5-C6C1-C82BF7148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541" y="1402251"/>
                <a:ext cx="612842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8A68B7C2-078D-3A39-0B02-1E38E7E09037}"/>
              </a:ext>
            </a:extLst>
          </p:cNvPr>
          <p:cNvGrpSpPr/>
          <p:nvPr/>
        </p:nvGrpSpPr>
        <p:grpSpPr>
          <a:xfrm>
            <a:off x="8415871" y="5959851"/>
            <a:ext cx="3717764" cy="523220"/>
            <a:chOff x="4029510" y="5402533"/>
            <a:chExt cx="7353344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A6AC7F4-477B-F176-4BD7-1C2699DD2C78}"/>
                    </a:ext>
                  </a:extLst>
                </p:cNvPr>
                <p:cNvSpPr txBox="1"/>
                <p:nvPr/>
              </p:nvSpPr>
              <p:spPr>
                <a:xfrm>
                  <a:off x="4111693" y="5402533"/>
                  <a:ext cx="727116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A6AC7F4-477B-F176-4BD7-1C2699DD2C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1693" y="5402533"/>
                  <a:ext cx="7271161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8DAAD0C-082A-9CDF-326A-BB02F385A965}"/>
                </a:ext>
              </a:extLst>
            </p:cNvPr>
            <p:cNvSpPr/>
            <p:nvPr/>
          </p:nvSpPr>
          <p:spPr>
            <a:xfrm>
              <a:off x="4029510" y="5402533"/>
              <a:ext cx="7173512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A6D484A-545A-9FE9-20A2-117CFDBE00E8}"/>
              </a:ext>
            </a:extLst>
          </p:cNvPr>
          <p:cNvGrpSpPr/>
          <p:nvPr/>
        </p:nvGrpSpPr>
        <p:grpSpPr>
          <a:xfrm>
            <a:off x="9404898" y="5233534"/>
            <a:ext cx="2637816" cy="523220"/>
            <a:chOff x="3156626" y="3249198"/>
            <a:chExt cx="2708789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4449434-EE9D-B0D6-F611-2D147DC94525}"/>
                    </a:ext>
                  </a:extLst>
                </p:cNvPr>
                <p:cNvSpPr txBox="1"/>
                <p:nvPr/>
              </p:nvSpPr>
              <p:spPr>
                <a:xfrm>
                  <a:off x="3156626" y="3249198"/>
                  <a:ext cx="270878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−5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4449434-EE9D-B0D6-F611-2D147DC945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6626" y="3249198"/>
                  <a:ext cx="2708789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D21986E-E86C-B807-A4EF-ED6954981A26}"/>
                </a:ext>
              </a:extLst>
            </p:cNvPr>
            <p:cNvSpPr/>
            <p:nvPr/>
          </p:nvSpPr>
          <p:spPr>
            <a:xfrm>
              <a:off x="3156626" y="3249198"/>
              <a:ext cx="2632134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F8AEDF-9CFA-4E2C-736D-B4BAE4B0A8F1}"/>
                  </a:ext>
                </a:extLst>
              </p:cNvPr>
              <p:cNvSpPr txBox="1"/>
              <p:nvPr/>
            </p:nvSpPr>
            <p:spPr>
              <a:xfrm>
                <a:off x="527798" y="2074614"/>
                <a:ext cx="521545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4,−5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F8AEDF-9CFA-4E2C-736D-B4BAE4B0A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98" y="2074614"/>
                <a:ext cx="521545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73B1FADB-FE5A-B023-A901-3298836304CA}"/>
              </a:ext>
            </a:extLst>
          </p:cNvPr>
          <p:cNvSpPr txBox="1"/>
          <p:nvPr/>
        </p:nvSpPr>
        <p:spPr>
          <a:xfrm>
            <a:off x="959260" y="2742440"/>
            <a:ext cx="5641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Equating corresponding components,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0392B4F-137D-A51C-244A-51B907CFD2B1}"/>
                  </a:ext>
                </a:extLst>
              </p:cNvPr>
              <p:cNvSpPr txBox="1"/>
              <p:nvPr/>
            </p:nvSpPr>
            <p:spPr>
              <a:xfrm>
                <a:off x="969359" y="3390762"/>
                <a:ext cx="221158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0392B4F-137D-A51C-244A-51B907CFD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59" y="3390762"/>
                <a:ext cx="221158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8974B32-23C6-66F0-7075-F48AC059DA0E}"/>
                  </a:ext>
                </a:extLst>
              </p:cNvPr>
              <p:cNvSpPr txBox="1"/>
              <p:nvPr/>
            </p:nvSpPr>
            <p:spPr>
              <a:xfrm>
                <a:off x="3711689" y="3418587"/>
                <a:ext cx="40618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8974B32-23C6-66F0-7075-F48AC059D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689" y="3418587"/>
                <a:ext cx="406189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F632F44C-B765-C037-5041-1C9D1471E5D4}"/>
              </a:ext>
            </a:extLst>
          </p:cNvPr>
          <p:cNvSpPr txBox="1"/>
          <p:nvPr/>
        </p:nvSpPr>
        <p:spPr>
          <a:xfrm>
            <a:off x="959260" y="4180795"/>
            <a:ext cx="3680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these equations,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1FEEE84-BB54-5ACF-6C0D-D5E58249487B}"/>
                  </a:ext>
                </a:extLst>
              </p:cNvPr>
              <p:cNvSpPr txBox="1"/>
              <p:nvPr/>
            </p:nvSpPr>
            <p:spPr>
              <a:xfrm>
                <a:off x="959260" y="4794370"/>
                <a:ext cx="53539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:r>
                  <a:rPr lang="en-IN" sz="2800" dirty="0">
                    <a:solidFill>
                      <a:srgbClr val="002060"/>
                    </a:solidFill>
                  </a:rPr>
                  <a:t>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=17,  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=−13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1FEEE84-BB54-5ACF-6C0D-D5E582494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60" y="4794370"/>
                <a:ext cx="5353991" cy="523220"/>
              </a:xfrm>
              <a:prstGeom prst="rect">
                <a:avLst/>
              </a:prstGeom>
              <a:blipFill>
                <a:blip r:embed="rId10"/>
                <a:stretch>
                  <a:fillRect l="-2275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Arrow 3">
            <a:extLst>
              <a:ext uri="{FF2B5EF4-FFF2-40B4-BE49-F238E27FC236}">
                <a16:creationId xmlns:a16="http://schemas.microsoft.com/office/drawing/2014/main" id="{9004EC44-AF36-305E-29EA-4C7DB9EA7B8C}"/>
              </a:ext>
            </a:extLst>
          </p:cNvPr>
          <p:cNvSpPr/>
          <p:nvPr/>
        </p:nvSpPr>
        <p:spPr>
          <a:xfrm flipV="1">
            <a:off x="239413" y="8640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29" name="Right Arrow 3">
            <a:extLst>
              <a:ext uri="{FF2B5EF4-FFF2-40B4-BE49-F238E27FC236}">
                <a16:creationId xmlns:a16="http://schemas.microsoft.com/office/drawing/2014/main" id="{3F2CAD5C-03FA-FF96-BBEC-57DA88C4B95D}"/>
              </a:ext>
            </a:extLst>
          </p:cNvPr>
          <p:cNvSpPr/>
          <p:nvPr/>
        </p:nvSpPr>
        <p:spPr>
          <a:xfrm flipV="1">
            <a:off x="239412" y="2817010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30" name="Right Arrow 3">
            <a:extLst>
              <a:ext uri="{FF2B5EF4-FFF2-40B4-BE49-F238E27FC236}">
                <a16:creationId xmlns:a16="http://schemas.microsoft.com/office/drawing/2014/main" id="{13B4DFDD-658C-2E63-688A-A89D05C04131}"/>
              </a:ext>
            </a:extLst>
          </p:cNvPr>
          <p:cNvSpPr/>
          <p:nvPr/>
        </p:nvSpPr>
        <p:spPr>
          <a:xfrm flipV="1">
            <a:off x="239411" y="421913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4A80EB7-99FB-CDB0-E3D4-8082B17FC8A4}"/>
                  </a:ext>
                </a:extLst>
              </p:cNvPr>
              <p:cNvSpPr txBox="1"/>
              <p:nvPr/>
            </p:nvSpPr>
            <p:spPr>
              <a:xfrm>
                <a:off x="528409" y="5582544"/>
                <a:ext cx="45425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17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−13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4A80EB7-99FB-CDB0-E3D4-8082B17FC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9" y="5582544"/>
                <a:ext cx="454253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7D0749-B296-90CA-04CD-B805EA2815B7}"/>
                  </a:ext>
                </a:extLst>
              </p:cNvPr>
              <p:cNvSpPr txBox="1"/>
              <p:nvPr/>
            </p:nvSpPr>
            <p:spPr>
              <a:xfrm>
                <a:off x="8680315" y="113319"/>
                <a:ext cx="351168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b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IN" sz="28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I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(</m:t>
                          </m:r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IN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7D0749-B296-90CA-04CD-B805EA281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315" y="113319"/>
                <a:ext cx="3511685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629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8" grpId="0"/>
      <p:bldP spid="22" grpId="0"/>
      <p:bldP spid="26" grpId="0"/>
      <p:bldP spid="27" grpId="0" animBg="1"/>
      <p:bldP spid="29" grpId="0" animBg="1"/>
      <p:bldP spid="30" grpId="0" animBg="1"/>
      <p:bldP spid="33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5BAB3-A3C2-CEF1-7E59-25EE73FAA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2F51B62-385D-BAA6-EAA2-33FEE078545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Method:4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2F51B62-385D-BAA6-EAA2-33FEE07854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AFFDCE-DC15-D478-4111-B5D0F71E72A7}"/>
                  </a:ext>
                </a:extLst>
              </p:cNvPr>
              <p:cNvSpPr txBox="1"/>
              <p:nvPr/>
            </p:nvSpPr>
            <p:spPr>
              <a:xfrm>
                <a:off x="959260" y="788676"/>
                <a:ext cx="10345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Expressing the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as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AFFDCE-DC15-D478-4111-B5D0F71E7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60" y="788676"/>
                <a:ext cx="10345519" cy="523220"/>
              </a:xfrm>
              <a:prstGeom prst="rect">
                <a:avLst/>
              </a:prstGeom>
              <a:blipFill>
                <a:blip r:embed="rId3"/>
                <a:stretch>
                  <a:fillRect l="-1179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AF2120-9640-D097-07F8-E1123BE2AEAF}"/>
                  </a:ext>
                </a:extLst>
              </p:cNvPr>
              <p:cNvSpPr txBox="1"/>
              <p:nvPr/>
            </p:nvSpPr>
            <p:spPr>
              <a:xfrm>
                <a:off x="984541" y="1402251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AF2120-9640-D097-07F8-E1123BE2A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541" y="1402251"/>
                <a:ext cx="612842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56803D70-ADAC-97DB-62FD-6685149C9F65}"/>
              </a:ext>
            </a:extLst>
          </p:cNvPr>
          <p:cNvGrpSpPr/>
          <p:nvPr/>
        </p:nvGrpSpPr>
        <p:grpSpPr>
          <a:xfrm>
            <a:off x="8415871" y="5959851"/>
            <a:ext cx="3717764" cy="523220"/>
            <a:chOff x="4029510" y="5402533"/>
            <a:chExt cx="7353344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2634DB1-9D06-D4C0-432D-ECE906BBD887}"/>
                    </a:ext>
                  </a:extLst>
                </p:cNvPr>
                <p:cNvSpPr txBox="1"/>
                <p:nvPr/>
              </p:nvSpPr>
              <p:spPr>
                <a:xfrm>
                  <a:off x="4111693" y="5402533"/>
                  <a:ext cx="727116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2634DB1-9D06-D4C0-432D-ECE906BBD8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1693" y="5402533"/>
                  <a:ext cx="7271161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5DBBE7C-21B0-BD3E-BF11-680B67E1B74B}"/>
                </a:ext>
              </a:extLst>
            </p:cNvPr>
            <p:cNvSpPr/>
            <p:nvPr/>
          </p:nvSpPr>
          <p:spPr>
            <a:xfrm>
              <a:off x="4029510" y="5402533"/>
              <a:ext cx="7173512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157E747-E984-A886-A3B3-13182156177D}"/>
              </a:ext>
            </a:extLst>
          </p:cNvPr>
          <p:cNvGrpSpPr/>
          <p:nvPr/>
        </p:nvGrpSpPr>
        <p:grpSpPr>
          <a:xfrm>
            <a:off x="9404898" y="5233534"/>
            <a:ext cx="2637816" cy="523220"/>
            <a:chOff x="3156626" y="3249198"/>
            <a:chExt cx="2708789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0D0EF1C-4FB8-A92A-5857-A68E0B64FD68}"/>
                    </a:ext>
                  </a:extLst>
                </p:cNvPr>
                <p:cNvSpPr txBox="1"/>
                <p:nvPr/>
              </p:nvSpPr>
              <p:spPr>
                <a:xfrm>
                  <a:off x="3156626" y="3249198"/>
                  <a:ext cx="270878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−8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0D0EF1C-4FB8-A92A-5857-A68E0B64FD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6626" y="3249198"/>
                  <a:ext cx="2708789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098A2E7-9B80-DC16-63EE-F6A63F2967FE}"/>
                </a:ext>
              </a:extLst>
            </p:cNvPr>
            <p:cNvSpPr/>
            <p:nvPr/>
          </p:nvSpPr>
          <p:spPr>
            <a:xfrm>
              <a:off x="3156626" y="3249198"/>
              <a:ext cx="2632134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70E8D0-71EF-37DB-5058-BE7613B69A1D}"/>
                  </a:ext>
                </a:extLst>
              </p:cNvPr>
              <p:cNvSpPr txBox="1"/>
              <p:nvPr/>
            </p:nvSpPr>
            <p:spPr>
              <a:xfrm>
                <a:off x="527798" y="2074614"/>
                <a:ext cx="56410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5,−8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70E8D0-71EF-37DB-5058-BE7613B69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98" y="2074614"/>
                <a:ext cx="564104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3154509-C04C-7B0E-C36E-E7579AEFC016}"/>
              </a:ext>
            </a:extLst>
          </p:cNvPr>
          <p:cNvSpPr txBox="1"/>
          <p:nvPr/>
        </p:nvSpPr>
        <p:spPr>
          <a:xfrm>
            <a:off x="959260" y="2742440"/>
            <a:ext cx="5641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Equating corresponding components,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DB8ACA7-4CB8-C78D-31A7-CBE103189ACF}"/>
                  </a:ext>
                </a:extLst>
              </p:cNvPr>
              <p:cNvSpPr txBox="1"/>
              <p:nvPr/>
            </p:nvSpPr>
            <p:spPr>
              <a:xfrm>
                <a:off x="969359" y="3390762"/>
                <a:ext cx="221158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DB8ACA7-4CB8-C78D-31A7-CBE103189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59" y="3390762"/>
                <a:ext cx="221158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402BFA8-1A32-4397-5D5E-485D689273FE}"/>
                  </a:ext>
                </a:extLst>
              </p:cNvPr>
              <p:cNvSpPr txBox="1"/>
              <p:nvPr/>
            </p:nvSpPr>
            <p:spPr>
              <a:xfrm>
                <a:off x="3711689" y="3418587"/>
                <a:ext cx="40618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402BFA8-1A32-4397-5D5E-485D68927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689" y="3418587"/>
                <a:ext cx="406189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70713BF-C179-95EF-288A-BD8B314D3470}"/>
              </a:ext>
            </a:extLst>
          </p:cNvPr>
          <p:cNvSpPr txBox="1"/>
          <p:nvPr/>
        </p:nvSpPr>
        <p:spPr>
          <a:xfrm>
            <a:off x="959260" y="4180795"/>
            <a:ext cx="3680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these equations,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F7DA275-3D54-A4F6-7A33-3C6C569BF01E}"/>
                  </a:ext>
                </a:extLst>
              </p:cNvPr>
              <p:cNvSpPr txBox="1"/>
              <p:nvPr/>
            </p:nvSpPr>
            <p:spPr>
              <a:xfrm>
                <a:off x="959260" y="4794370"/>
                <a:ext cx="53539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:r>
                  <a:rPr lang="en-IN" sz="2800" dirty="0">
                    <a:solidFill>
                      <a:srgbClr val="002060"/>
                    </a:solidFill>
                  </a:rPr>
                  <a:t>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=23,  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=−18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F7DA275-3D54-A4F6-7A33-3C6C569BF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60" y="4794370"/>
                <a:ext cx="5353991" cy="523220"/>
              </a:xfrm>
              <a:prstGeom prst="rect">
                <a:avLst/>
              </a:prstGeom>
              <a:blipFill>
                <a:blip r:embed="rId10"/>
                <a:stretch>
                  <a:fillRect l="-2275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Arrow 3">
            <a:extLst>
              <a:ext uri="{FF2B5EF4-FFF2-40B4-BE49-F238E27FC236}">
                <a16:creationId xmlns:a16="http://schemas.microsoft.com/office/drawing/2014/main" id="{D40FEDE8-2C3A-5E2C-7AD3-9801306FE331}"/>
              </a:ext>
            </a:extLst>
          </p:cNvPr>
          <p:cNvSpPr/>
          <p:nvPr/>
        </p:nvSpPr>
        <p:spPr>
          <a:xfrm flipV="1">
            <a:off x="239413" y="8640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29" name="Right Arrow 3">
            <a:extLst>
              <a:ext uri="{FF2B5EF4-FFF2-40B4-BE49-F238E27FC236}">
                <a16:creationId xmlns:a16="http://schemas.microsoft.com/office/drawing/2014/main" id="{612C209D-4F40-0141-BD5D-40D803872A17}"/>
              </a:ext>
            </a:extLst>
          </p:cNvPr>
          <p:cNvSpPr/>
          <p:nvPr/>
        </p:nvSpPr>
        <p:spPr>
          <a:xfrm flipV="1">
            <a:off x="239412" y="2817010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30" name="Right Arrow 3">
            <a:extLst>
              <a:ext uri="{FF2B5EF4-FFF2-40B4-BE49-F238E27FC236}">
                <a16:creationId xmlns:a16="http://schemas.microsoft.com/office/drawing/2014/main" id="{F9F8BE21-D001-87A1-5DE5-33D8C7468178}"/>
              </a:ext>
            </a:extLst>
          </p:cNvPr>
          <p:cNvSpPr/>
          <p:nvPr/>
        </p:nvSpPr>
        <p:spPr>
          <a:xfrm flipV="1">
            <a:off x="239411" y="421913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72918D7-4F0B-0993-BCB5-FC8E33C5A8B5}"/>
                  </a:ext>
                </a:extLst>
              </p:cNvPr>
              <p:cNvSpPr txBox="1"/>
              <p:nvPr/>
            </p:nvSpPr>
            <p:spPr>
              <a:xfrm>
                <a:off x="528409" y="5442772"/>
                <a:ext cx="45425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23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72918D7-4F0B-0993-BCB5-FC8E33C5A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9" y="5442772"/>
                <a:ext cx="454253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E2E658-4B1C-044E-130D-30F4455ADD2D}"/>
                  </a:ext>
                </a:extLst>
              </p:cNvPr>
              <p:cNvSpPr txBox="1"/>
              <p:nvPr/>
            </p:nvSpPr>
            <p:spPr>
              <a:xfrm>
                <a:off x="8680315" y="113319"/>
                <a:ext cx="351168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b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IN" sz="28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I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(</m:t>
                          </m:r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IN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E2E658-4B1C-044E-130D-30F4455AD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315" y="113319"/>
                <a:ext cx="351168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757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8" grpId="0"/>
      <p:bldP spid="22" grpId="0"/>
      <p:bldP spid="26" grpId="0"/>
      <p:bldP spid="27" grpId="0" animBg="1"/>
      <p:bldP spid="29" grpId="0" animBg="1"/>
      <p:bldP spid="30" grpId="0" animBg="1"/>
      <p:bldP spid="33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339E6-2238-B8A3-6772-A05F9FE45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A50A1D7-B4E9-3204-6A68-60B5216019A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Method:4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A50A1D7-B4E9-3204-6A68-60B5216019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Arrow 3">
            <a:extLst>
              <a:ext uri="{FF2B5EF4-FFF2-40B4-BE49-F238E27FC236}">
                <a16:creationId xmlns:a16="http://schemas.microsoft.com/office/drawing/2014/main" id="{AC652ACB-D8FB-9D0A-AF8E-61DF3F655C18}"/>
              </a:ext>
            </a:extLst>
          </p:cNvPr>
          <p:cNvSpPr/>
          <p:nvPr/>
        </p:nvSpPr>
        <p:spPr>
          <a:xfrm flipV="1">
            <a:off x="219958" y="2102375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3100D8C-C259-A431-303C-6A67B2BB387D}"/>
              </a:ext>
            </a:extLst>
          </p:cNvPr>
          <p:cNvGrpSpPr/>
          <p:nvPr/>
        </p:nvGrpSpPr>
        <p:grpSpPr>
          <a:xfrm>
            <a:off x="8637051" y="5841087"/>
            <a:ext cx="3394217" cy="523220"/>
            <a:chOff x="666908" y="3671577"/>
            <a:chExt cx="3394217" cy="52322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0F7C684-29CF-B4A7-F7A3-88F4CDDCDFBB}"/>
                </a:ext>
              </a:extLst>
            </p:cNvPr>
            <p:cNvSpPr/>
            <p:nvPr/>
          </p:nvSpPr>
          <p:spPr>
            <a:xfrm>
              <a:off x="666908" y="3671577"/>
              <a:ext cx="3394217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14BEA7C8-E5DD-4D04-EBDF-C4ED29F3CE39}"/>
                    </a:ext>
                  </a:extLst>
                </p:cNvPr>
                <p:cNvSpPr txBox="1"/>
                <p:nvPr/>
              </p:nvSpPr>
              <p:spPr>
                <a:xfrm>
                  <a:off x="666908" y="3671577"/>
                  <a:ext cx="33942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−13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14BEA7C8-E5DD-4D04-EBDF-C4ED29F3CE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908" y="3671577"/>
                  <a:ext cx="3394217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96F07C9-C90C-0073-979E-23468188347C}"/>
              </a:ext>
            </a:extLst>
          </p:cNvPr>
          <p:cNvGrpSpPr/>
          <p:nvPr/>
        </p:nvGrpSpPr>
        <p:grpSpPr>
          <a:xfrm>
            <a:off x="8659452" y="5841087"/>
            <a:ext cx="3456385" cy="523220"/>
            <a:chOff x="3536475" y="5546104"/>
            <a:chExt cx="3464531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FDE413A-41A5-15E0-6907-B7766BA4C0D7}"/>
                    </a:ext>
                  </a:extLst>
                </p:cNvPr>
                <p:cNvSpPr txBox="1"/>
                <p:nvPr/>
              </p:nvSpPr>
              <p:spPr>
                <a:xfrm>
                  <a:off x="3536476" y="5546104"/>
                  <a:ext cx="346453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I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FDE413A-41A5-15E0-6907-B7766BA4C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6476" y="5546104"/>
                  <a:ext cx="3464530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89F18F7-AF5E-C9B2-BB1C-63550229289D}"/>
                </a:ext>
              </a:extLst>
            </p:cNvPr>
            <p:cNvSpPr/>
            <p:nvPr/>
          </p:nvSpPr>
          <p:spPr>
            <a:xfrm>
              <a:off x="3536475" y="5546104"/>
              <a:ext cx="3390838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C3FA97A-767D-3839-46F4-9717D3E01C75}"/>
                  </a:ext>
                </a:extLst>
              </p:cNvPr>
              <p:cNvSpPr txBox="1"/>
              <p:nvPr/>
            </p:nvSpPr>
            <p:spPr>
              <a:xfrm>
                <a:off x="5130258" y="2043364"/>
                <a:ext cx="1348363" cy="560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C3FA97A-767D-3839-46F4-9717D3E01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258" y="2043364"/>
                <a:ext cx="1348363" cy="5602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F925F6F-0C6F-C632-4F63-8182D413D709}"/>
                  </a:ext>
                </a:extLst>
              </p:cNvPr>
              <p:cNvSpPr txBox="1"/>
              <p:nvPr/>
            </p:nvSpPr>
            <p:spPr>
              <a:xfrm>
                <a:off x="6831056" y="1482624"/>
                <a:ext cx="793806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17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−13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F925F6F-0C6F-C632-4F63-8182D413D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056" y="1482624"/>
                <a:ext cx="793806" cy="13849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Left Bracket 31">
            <a:extLst>
              <a:ext uri="{FF2B5EF4-FFF2-40B4-BE49-F238E27FC236}">
                <a16:creationId xmlns:a16="http://schemas.microsoft.com/office/drawing/2014/main" id="{863014CF-F03D-5A7F-5B39-29CEF7EBDBB4}"/>
              </a:ext>
            </a:extLst>
          </p:cNvPr>
          <p:cNvSpPr/>
          <p:nvPr/>
        </p:nvSpPr>
        <p:spPr>
          <a:xfrm>
            <a:off x="6797734" y="1659986"/>
            <a:ext cx="144468" cy="1188207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35" name="Left Bracket 34">
            <a:extLst>
              <a:ext uri="{FF2B5EF4-FFF2-40B4-BE49-F238E27FC236}">
                <a16:creationId xmlns:a16="http://schemas.microsoft.com/office/drawing/2014/main" id="{FA94B6F9-83D2-FBE2-55DD-3ACE5496667D}"/>
              </a:ext>
            </a:extLst>
          </p:cNvPr>
          <p:cNvSpPr/>
          <p:nvPr/>
        </p:nvSpPr>
        <p:spPr>
          <a:xfrm flipH="1">
            <a:off x="8637051" y="1679412"/>
            <a:ext cx="148773" cy="1188207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04D2574-460E-19F6-AA96-F0AFF0B4C9B9}"/>
                  </a:ext>
                </a:extLst>
              </p:cNvPr>
              <p:cNvSpPr txBox="1"/>
              <p:nvPr/>
            </p:nvSpPr>
            <p:spPr>
              <a:xfrm>
                <a:off x="8877398" y="2700463"/>
                <a:ext cx="110318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04D2574-460E-19F6-AA96-F0AFF0B4C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7398" y="2700463"/>
                <a:ext cx="110318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824CC39-318C-79DD-C176-5C0CE4B7A61E}"/>
                  </a:ext>
                </a:extLst>
              </p:cNvPr>
              <p:cNvSpPr txBox="1"/>
              <p:nvPr/>
            </p:nvSpPr>
            <p:spPr>
              <a:xfrm>
                <a:off x="7719613" y="1482624"/>
                <a:ext cx="917438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23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−18</m:t>
                      </m:r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824CC39-318C-79DD-C176-5C0CE4B7A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613" y="1482624"/>
                <a:ext cx="917438" cy="13849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8C3339-7AAD-6A00-65B9-37968541C12E}"/>
                  </a:ext>
                </a:extLst>
              </p:cNvPr>
              <p:cNvSpPr txBox="1"/>
              <p:nvPr/>
            </p:nvSpPr>
            <p:spPr>
              <a:xfrm>
                <a:off x="880692" y="2043364"/>
                <a:ext cx="428469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Thus, the matrix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w.r.t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8C3339-7AAD-6A00-65B9-37968541C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692" y="2043364"/>
                <a:ext cx="4284695" cy="523220"/>
              </a:xfrm>
              <a:prstGeom prst="rect">
                <a:avLst/>
              </a:prstGeom>
              <a:blipFill>
                <a:blip r:embed="rId9"/>
                <a:stretch>
                  <a:fillRect l="-2845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457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/>
      <p:bldP spid="31" grpId="0"/>
      <p:bldP spid="32" grpId="0" animBg="1"/>
      <p:bldP spid="35" grpId="0" animBg="1"/>
      <p:bldP spid="36" grpId="0"/>
      <p:bldP spid="37" grpId="0"/>
      <p:bldP spid="38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A4D5A-8520-619D-5214-E35DF7555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8BE4C44-EA10-0922-788F-E6F851D4053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Method:4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8BE4C44-EA10-0922-788F-E6F851D405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B5AF002-C2ED-4FDE-9C58-97069DEA1AD1}"/>
                  </a:ext>
                </a:extLst>
              </p:cNvPr>
              <p:cNvSpPr txBox="1"/>
              <p:nvPr/>
            </p:nvSpPr>
            <p:spPr>
              <a:xfrm>
                <a:off x="959260" y="788676"/>
                <a:ext cx="10345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Expressing the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as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B5AF002-C2ED-4FDE-9C58-97069DEA1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60" y="788676"/>
                <a:ext cx="10345519" cy="523220"/>
              </a:xfrm>
              <a:prstGeom prst="rect">
                <a:avLst/>
              </a:prstGeom>
              <a:blipFill>
                <a:blip r:embed="rId3"/>
                <a:stretch>
                  <a:fillRect l="-1179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0622EA-1487-4F99-8ED5-DFE803631252}"/>
                  </a:ext>
                </a:extLst>
              </p:cNvPr>
              <p:cNvSpPr txBox="1"/>
              <p:nvPr/>
            </p:nvSpPr>
            <p:spPr>
              <a:xfrm>
                <a:off x="984541" y="1402251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0622EA-1487-4F99-8ED5-DFE803631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541" y="1402251"/>
                <a:ext cx="612842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A7925B99-137D-B739-D14C-9CDBA2543414}"/>
              </a:ext>
            </a:extLst>
          </p:cNvPr>
          <p:cNvGrpSpPr/>
          <p:nvPr/>
        </p:nvGrpSpPr>
        <p:grpSpPr>
          <a:xfrm>
            <a:off x="8415871" y="5959851"/>
            <a:ext cx="3717764" cy="523220"/>
            <a:chOff x="4029510" y="5402533"/>
            <a:chExt cx="7353344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8B6802F-999A-2401-3736-45058E145A83}"/>
                    </a:ext>
                  </a:extLst>
                </p:cNvPr>
                <p:cNvSpPr txBox="1"/>
                <p:nvPr/>
              </p:nvSpPr>
              <p:spPr>
                <a:xfrm>
                  <a:off x="4111693" y="5402533"/>
                  <a:ext cx="727116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8B6802F-999A-2401-3736-45058E145A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1693" y="5402533"/>
                  <a:ext cx="7271161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190161D-21C9-F08B-F74B-D0FBE63419AC}"/>
                </a:ext>
              </a:extLst>
            </p:cNvPr>
            <p:cNvSpPr/>
            <p:nvPr/>
          </p:nvSpPr>
          <p:spPr>
            <a:xfrm>
              <a:off x="4029510" y="5402533"/>
              <a:ext cx="7173512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68AEB53-2480-96DD-647B-F99FCBD6BFD9}"/>
              </a:ext>
            </a:extLst>
          </p:cNvPr>
          <p:cNvGrpSpPr/>
          <p:nvPr/>
        </p:nvGrpSpPr>
        <p:grpSpPr>
          <a:xfrm>
            <a:off x="9404898" y="5233534"/>
            <a:ext cx="2259303" cy="523220"/>
            <a:chOff x="3156626" y="3249198"/>
            <a:chExt cx="2708789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0EFD46B-94F4-AA2F-6A6A-D0E063E00277}"/>
                    </a:ext>
                  </a:extLst>
                </p:cNvPr>
                <p:cNvSpPr txBox="1"/>
                <p:nvPr/>
              </p:nvSpPr>
              <p:spPr>
                <a:xfrm>
                  <a:off x="3156626" y="3249198"/>
                  <a:ext cx="270878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0EFD46B-94F4-AA2F-6A6A-D0E063E002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6626" y="3249198"/>
                  <a:ext cx="2708789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C91EAA3-09D2-3A37-900B-CFA77D234759}"/>
                </a:ext>
              </a:extLst>
            </p:cNvPr>
            <p:cNvSpPr/>
            <p:nvPr/>
          </p:nvSpPr>
          <p:spPr>
            <a:xfrm>
              <a:off x="3156626" y="3249198"/>
              <a:ext cx="2632134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B8809ED-9AEE-14C4-DC22-749740319A1D}"/>
                  </a:ext>
                </a:extLst>
              </p:cNvPr>
              <p:cNvSpPr txBox="1"/>
              <p:nvPr/>
            </p:nvSpPr>
            <p:spPr>
              <a:xfrm>
                <a:off x="527798" y="2074614"/>
                <a:ext cx="50818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B8809ED-9AEE-14C4-DC22-749740319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98" y="2074614"/>
                <a:ext cx="508189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BBA829E-3B12-7188-0CB1-816D353C08AF}"/>
              </a:ext>
            </a:extLst>
          </p:cNvPr>
          <p:cNvSpPr txBox="1"/>
          <p:nvPr/>
        </p:nvSpPr>
        <p:spPr>
          <a:xfrm>
            <a:off x="959260" y="2742440"/>
            <a:ext cx="5641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Equating corresponding components,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BE5A2ED-DDE4-A5AC-5715-AC2B7ACAB316}"/>
                  </a:ext>
                </a:extLst>
              </p:cNvPr>
              <p:cNvSpPr txBox="1"/>
              <p:nvPr/>
            </p:nvSpPr>
            <p:spPr>
              <a:xfrm>
                <a:off x="969358" y="3390762"/>
                <a:ext cx="24645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BE5A2ED-DDE4-A5AC-5715-AC2B7ACAB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58" y="3390762"/>
                <a:ext cx="2464505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DB8A583-2364-84AE-DA8C-F6D203B8E277}"/>
                  </a:ext>
                </a:extLst>
              </p:cNvPr>
              <p:cNvSpPr txBox="1"/>
              <p:nvPr/>
            </p:nvSpPr>
            <p:spPr>
              <a:xfrm>
                <a:off x="3711689" y="3418587"/>
                <a:ext cx="40618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DB8A583-2364-84AE-DA8C-F6D203B8E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689" y="3418587"/>
                <a:ext cx="406189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4F4D7CBA-610A-820E-20F2-4AE18701CF82}"/>
              </a:ext>
            </a:extLst>
          </p:cNvPr>
          <p:cNvSpPr txBox="1"/>
          <p:nvPr/>
        </p:nvSpPr>
        <p:spPr>
          <a:xfrm>
            <a:off x="959260" y="4180795"/>
            <a:ext cx="3680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these equations,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362E871-29E5-CB90-2EAC-A0D13E1C8E77}"/>
                  </a:ext>
                </a:extLst>
              </p:cNvPr>
              <p:cNvSpPr txBox="1"/>
              <p:nvPr/>
            </p:nvSpPr>
            <p:spPr>
              <a:xfrm>
                <a:off x="959260" y="4794370"/>
                <a:ext cx="53539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:r>
                  <a:rPr lang="en-IN" sz="2800" dirty="0">
                    <a:solidFill>
                      <a:srgbClr val="002060"/>
                    </a:solidFill>
                  </a:rPr>
                  <a:t>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=−4,  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362E871-29E5-CB90-2EAC-A0D13E1C8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60" y="4794370"/>
                <a:ext cx="5353991" cy="523220"/>
              </a:xfrm>
              <a:prstGeom prst="rect">
                <a:avLst/>
              </a:prstGeom>
              <a:blipFill>
                <a:blip r:embed="rId10"/>
                <a:stretch>
                  <a:fillRect l="-2275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Arrow 3">
            <a:extLst>
              <a:ext uri="{FF2B5EF4-FFF2-40B4-BE49-F238E27FC236}">
                <a16:creationId xmlns:a16="http://schemas.microsoft.com/office/drawing/2014/main" id="{F36B4FC3-36FB-1695-6516-E97F765C63D2}"/>
              </a:ext>
            </a:extLst>
          </p:cNvPr>
          <p:cNvSpPr/>
          <p:nvPr/>
        </p:nvSpPr>
        <p:spPr>
          <a:xfrm flipV="1">
            <a:off x="239413" y="8640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29" name="Right Arrow 3">
            <a:extLst>
              <a:ext uri="{FF2B5EF4-FFF2-40B4-BE49-F238E27FC236}">
                <a16:creationId xmlns:a16="http://schemas.microsoft.com/office/drawing/2014/main" id="{485B95B3-2867-D21B-D736-9420573A93ED}"/>
              </a:ext>
            </a:extLst>
          </p:cNvPr>
          <p:cNvSpPr/>
          <p:nvPr/>
        </p:nvSpPr>
        <p:spPr>
          <a:xfrm flipV="1">
            <a:off x="239412" y="2817010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30" name="Right Arrow 3">
            <a:extLst>
              <a:ext uri="{FF2B5EF4-FFF2-40B4-BE49-F238E27FC236}">
                <a16:creationId xmlns:a16="http://schemas.microsoft.com/office/drawing/2014/main" id="{86FB86F2-49CC-7766-978E-D20BD43CEBB4}"/>
              </a:ext>
            </a:extLst>
          </p:cNvPr>
          <p:cNvSpPr/>
          <p:nvPr/>
        </p:nvSpPr>
        <p:spPr>
          <a:xfrm flipV="1">
            <a:off x="239411" y="421913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76AB5B8-4BBA-E6B1-9EA3-BC8EE227992A}"/>
                  </a:ext>
                </a:extLst>
              </p:cNvPr>
              <p:cNvSpPr txBox="1"/>
              <p:nvPr/>
            </p:nvSpPr>
            <p:spPr>
              <a:xfrm>
                <a:off x="527799" y="5470752"/>
                <a:ext cx="45425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76AB5B8-4BBA-E6B1-9EA3-BC8EE2279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99" y="5470752"/>
                <a:ext cx="454253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EF3AD3-9449-D152-2810-4BFDE764C23F}"/>
                  </a:ext>
                </a:extLst>
              </p:cNvPr>
              <p:cNvSpPr txBox="1"/>
              <p:nvPr/>
            </p:nvSpPr>
            <p:spPr>
              <a:xfrm>
                <a:off x="8680315" y="113319"/>
                <a:ext cx="351168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b>
                          <m:r>
                            <a:rPr lang="en-I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IN" sz="28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I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(</m:t>
                          </m:r>
                          <m:r>
                            <a:rPr lang="en-IN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IN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EF3AD3-9449-D152-2810-4BFDE764C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315" y="113319"/>
                <a:ext cx="3511685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5998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8" grpId="0"/>
      <p:bldP spid="22" grpId="0"/>
      <p:bldP spid="26" grpId="0"/>
      <p:bldP spid="27" grpId="0" animBg="1"/>
      <p:bldP spid="29" grpId="0" animBg="1"/>
      <p:bldP spid="30" grpId="0" animBg="1"/>
      <p:bldP spid="33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44401-98BB-A3B9-CEAA-A8D5A260F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4D7093A-1964-1AF0-E7EB-24E8A682E49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Method:4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4D7093A-1964-1AF0-E7EB-24E8A682E4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741B3B-8148-6608-503D-042F018537C5}"/>
                  </a:ext>
                </a:extLst>
              </p:cNvPr>
              <p:cNvSpPr txBox="1"/>
              <p:nvPr/>
            </p:nvSpPr>
            <p:spPr>
              <a:xfrm>
                <a:off x="959260" y="788676"/>
                <a:ext cx="10345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Expressing the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as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741B3B-8148-6608-503D-042F01853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60" y="788676"/>
                <a:ext cx="10345519" cy="523220"/>
              </a:xfrm>
              <a:prstGeom prst="rect">
                <a:avLst/>
              </a:prstGeom>
              <a:blipFill>
                <a:blip r:embed="rId3"/>
                <a:stretch>
                  <a:fillRect l="-1179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BDAB01-6698-2E3C-38D3-0416489EE074}"/>
                  </a:ext>
                </a:extLst>
              </p:cNvPr>
              <p:cNvSpPr txBox="1"/>
              <p:nvPr/>
            </p:nvSpPr>
            <p:spPr>
              <a:xfrm>
                <a:off x="984541" y="1402251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BDAB01-6698-2E3C-38D3-0416489EE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541" y="1402251"/>
                <a:ext cx="612842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09F639F8-A780-AE7C-846D-46AEFAFDEBF2}"/>
              </a:ext>
            </a:extLst>
          </p:cNvPr>
          <p:cNvGrpSpPr/>
          <p:nvPr/>
        </p:nvGrpSpPr>
        <p:grpSpPr>
          <a:xfrm>
            <a:off x="8415871" y="5959851"/>
            <a:ext cx="3717764" cy="523220"/>
            <a:chOff x="4029510" y="5402533"/>
            <a:chExt cx="7353344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49FDBC2-A0F5-9707-D84D-0B0027F8A50B}"/>
                    </a:ext>
                  </a:extLst>
                </p:cNvPr>
                <p:cNvSpPr txBox="1"/>
                <p:nvPr/>
              </p:nvSpPr>
              <p:spPr>
                <a:xfrm>
                  <a:off x="4111693" y="5402533"/>
                  <a:ext cx="727116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49FDBC2-A0F5-9707-D84D-0B0027F8A5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1693" y="5402533"/>
                  <a:ext cx="7271161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4982DE-6980-660A-030F-A45757D3ADDB}"/>
                </a:ext>
              </a:extLst>
            </p:cNvPr>
            <p:cNvSpPr/>
            <p:nvPr/>
          </p:nvSpPr>
          <p:spPr>
            <a:xfrm>
              <a:off x="4029510" y="5402533"/>
              <a:ext cx="7173512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801C6B-32F4-F864-217A-FDF1836F07F0}"/>
              </a:ext>
            </a:extLst>
          </p:cNvPr>
          <p:cNvGrpSpPr/>
          <p:nvPr/>
        </p:nvGrpSpPr>
        <p:grpSpPr>
          <a:xfrm>
            <a:off x="9404898" y="5233534"/>
            <a:ext cx="2019965" cy="523220"/>
            <a:chOff x="3156625" y="3249198"/>
            <a:chExt cx="2798499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C3EE3AB-E0BD-EB0B-B3AE-310C30E209D6}"/>
                    </a:ext>
                  </a:extLst>
                </p:cNvPr>
                <p:cNvSpPr txBox="1"/>
                <p:nvPr/>
              </p:nvSpPr>
              <p:spPr>
                <a:xfrm>
                  <a:off x="3156625" y="3249198"/>
                  <a:ext cx="279849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C3EE3AB-E0BD-EB0B-B3AE-310C30E209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6625" y="3249198"/>
                  <a:ext cx="2798499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7ECF644-0BC3-1A8A-C80D-2D64AAC46E16}"/>
                </a:ext>
              </a:extLst>
            </p:cNvPr>
            <p:cNvSpPr/>
            <p:nvPr/>
          </p:nvSpPr>
          <p:spPr>
            <a:xfrm>
              <a:off x="3156626" y="3249198"/>
              <a:ext cx="2632134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172DE72-7B68-9842-2D09-67DB99CBA841}"/>
                  </a:ext>
                </a:extLst>
              </p:cNvPr>
              <p:cNvSpPr txBox="1"/>
              <p:nvPr/>
            </p:nvSpPr>
            <p:spPr>
              <a:xfrm>
                <a:off x="527798" y="2074614"/>
                <a:ext cx="51024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0,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172DE72-7B68-9842-2D09-67DB99CBA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98" y="2074614"/>
                <a:ext cx="510243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7989BF4-FFC8-15C6-C85D-4D8CBE9D4C0D}"/>
              </a:ext>
            </a:extLst>
          </p:cNvPr>
          <p:cNvSpPr txBox="1"/>
          <p:nvPr/>
        </p:nvSpPr>
        <p:spPr>
          <a:xfrm>
            <a:off x="959260" y="2742440"/>
            <a:ext cx="5641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Equating corresponding components,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7E0110-61EC-FE74-714D-573D574A7BEA}"/>
                  </a:ext>
                </a:extLst>
              </p:cNvPr>
              <p:cNvSpPr txBox="1"/>
              <p:nvPr/>
            </p:nvSpPr>
            <p:spPr>
              <a:xfrm>
                <a:off x="969358" y="3390762"/>
                <a:ext cx="24645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7E0110-61EC-FE74-714D-573D574A7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58" y="3390762"/>
                <a:ext cx="2464505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DEAEC08-7959-A601-6620-891D84D937E9}"/>
                  </a:ext>
                </a:extLst>
              </p:cNvPr>
              <p:cNvSpPr txBox="1"/>
              <p:nvPr/>
            </p:nvSpPr>
            <p:spPr>
              <a:xfrm>
                <a:off x="3711689" y="3418587"/>
                <a:ext cx="40618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DEAEC08-7959-A601-6620-891D84D93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689" y="3418587"/>
                <a:ext cx="406189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B8244218-B8D1-6C78-C10A-A44E25CD49C1}"/>
              </a:ext>
            </a:extLst>
          </p:cNvPr>
          <p:cNvSpPr txBox="1"/>
          <p:nvPr/>
        </p:nvSpPr>
        <p:spPr>
          <a:xfrm>
            <a:off x="959260" y="4180795"/>
            <a:ext cx="3680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these equations,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03F1FA3-D3D9-5BE8-8E59-116249432ADC}"/>
                  </a:ext>
                </a:extLst>
              </p:cNvPr>
              <p:cNvSpPr txBox="1"/>
              <p:nvPr/>
            </p:nvSpPr>
            <p:spPr>
              <a:xfrm>
                <a:off x="959260" y="4794370"/>
                <a:ext cx="53539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:r>
                  <a:rPr lang="en-IN" sz="2800" dirty="0">
                    <a:solidFill>
                      <a:srgbClr val="002060"/>
                    </a:solidFill>
                  </a:rPr>
                  <a:t>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=−1,  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03F1FA3-D3D9-5BE8-8E59-116249432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60" y="4794370"/>
                <a:ext cx="5353991" cy="523220"/>
              </a:xfrm>
              <a:prstGeom prst="rect">
                <a:avLst/>
              </a:prstGeom>
              <a:blipFill>
                <a:blip r:embed="rId10"/>
                <a:stretch>
                  <a:fillRect l="-2275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Arrow 3">
            <a:extLst>
              <a:ext uri="{FF2B5EF4-FFF2-40B4-BE49-F238E27FC236}">
                <a16:creationId xmlns:a16="http://schemas.microsoft.com/office/drawing/2014/main" id="{2665BFBB-849E-CAA0-451E-62A8FEF57FED}"/>
              </a:ext>
            </a:extLst>
          </p:cNvPr>
          <p:cNvSpPr/>
          <p:nvPr/>
        </p:nvSpPr>
        <p:spPr>
          <a:xfrm flipV="1">
            <a:off x="239413" y="8640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29" name="Right Arrow 3">
            <a:extLst>
              <a:ext uri="{FF2B5EF4-FFF2-40B4-BE49-F238E27FC236}">
                <a16:creationId xmlns:a16="http://schemas.microsoft.com/office/drawing/2014/main" id="{DAE1B73D-FE8B-5406-A74C-5B781FC8E170}"/>
              </a:ext>
            </a:extLst>
          </p:cNvPr>
          <p:cNvSpPr/>
          <p:nvPr/>
        </p:nvSpPr>
        <p:spPr>
          <a:xfrm flipV="1">
            <a:off x="239412" y="2817010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30" name="Right Arrow 3">
            <a:extLst>
              <a:ext uri="{FF2B5EF4-FFF2-40B4-BE49-F238E27FC236}">
                <a16:creationId xmlns:a16="http://schemas.microsoft.com/office/drawing/2014/main" id="{2AB0F20C-0D9E-FAC2-4795-9309B5214BDD}"/>
              </a:ext>
            </a:extLst>
          </p:cNvPr>
          <p:cNvSpPr/>
          <p:nvPr/>
        </p:nvSpPr>
        <p:spPr>
          <a:xfrm flipV="1">
            <a:off x="239411" y="421913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53C2B2-CB39-21DE-B93A-DD180ECA4695}"/>
                  </a:ext>
                </a:extLst>
              </p:cNvPr>
              <p:cNvSpPr txBox="1"/>
              <p:nvPr/>
            </p:nvSpPr>
            <p:spPr>
              <a:xfrm>
                <a:off x="528409" y="5466043"/>
                <a:ext cx="32061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53C2B2-CB39-21DE-B93A-DD180ECA4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09" y="5466043"/>
                <a:ext cx="320617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D35671-1987-08FE-4DC4-BA26AA4004C4}"/>
                  </a:ext>
                </a:extLst>
              </p:cNvPr>
              <p:cNvSpPr txBox="1"/>
              <p:nvPr/>
            </p:nvSpPr>
            <p:spPr>
              <a:xfrm>
                <a:off x="8680315" y="113319"/>
                <a:ext cx="351168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b>
                          <m:r>
                            <a:rPr lang="en-I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IN" sz="28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IN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IN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D35671-1987-08FE-4DC4-BA26AA400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315" y="113319"/>
                <a:ext cx="3511685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5479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8" grpId="0"/>
      <p:bldP spid="22" grpId="0"/>
      <p:bldP spid="26" grpId="0"/>
      <p:bldP spid="27" grpId="0" animBg="1"/>
      <p:bldP spid="29" grpId="0" animBg="1"/>
      <p:bldP spid="30" grpId="0" animBg="1"/>
      <p:bldP spid="33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24ED6-1408-789A-3779-7A0374657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8C49827-C5EE-6CFC-D7C7-374F7563D9C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Method:4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8C49827-C5EE-6CFC-D7C7-374F7563D9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Arrow 3">
            <a:extLst>
              <a:ext uri="{FF2B5EF4-FFF2-40B4-BE49-F238E27FC236}">
                <a16:creationId xmlns:a16="http://schemas.microsoft.com/office/drawing/2014/main" id="{1EB40F93-0FE6-57BE-1313-6DFC56FC6DA3}"/>
              </a:ext>
            </a:extLst>
          </p:cNvPr>
          <p:cNvSpPr/>
          <p:nvPr/>
        </p:nvSpPr>
        <p:spPr>
          <a:xfrm flipV="1">
            <a:off x="229686" y="1036965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F3D453-09E2-7E27-79AC-FECE4FDB24F6}"/>
              </a:ext>
            </a:extLst>
          </p:cNvPr>
          <p:cNvGrpSpPr/>
          <p:nvPr/>
        </p:nvGrpSpPr>
        <p:grpSpPr>
          <a:xfrm>
            <a:off x="8380630" y="5940859"/>
            <a:ext cx="3541979" cy="523220"/>
            <a:chOff x="666908" y="3671577"/>
            <a:chExt cx="3394217" cy="52322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43B7DF5-1317-1AD7-1BFE-C2E6E96B7C8F}"/>
                </a:ext>
              </a:extLst>
            </p:cNvPr>
            <p:cNvSpPr/>
            <p:nvPr/>
          </p:nvSpPr>
          <p:spPr>
            <a:xfrm>
              <a:off x="666908" y="3671577"/>
              <a:ext cx="3394217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9DC2207D-0D0E-9E49-77B7-AC15354FA1E7}"/>
                    </a:ext>
                  </a:extLst>
                </p:cNvPr>
                <p:cNvSpPr txBox="1"/>
                <p:nvPr/>
              </p:nvSpPr>
              <p:spPr>
                <a:xfrm>
                  <a:off x="666908" y="3671577"/>
                  <a:ext cx="33942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I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9DC2207D-0D0E-9E49-77B7-AC15354FA1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908" y="3671577"/>
                  <a:ext cx="3394217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3C04E27-E968-C87B-003F-3DAC4B1ECA2F}"/>
              </a:ext>
            </a:extLst>
          </p:cNvPr>
          <p:cNvGrpSpPr/>
          <p:nvPr/>
        </p:nvGrpSpPr>
        <p:grpSpPr>
          <a:xfrm>
            <a:off x="8541805" y="5952573"/>
            <a:ext cx="3454279" cy="523220"/>
            <a:chOff x="3536475" y="5546104"/>
            <a:chExt cx="3464531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BC7FB2D-0F94-0D9D-98D0-FA6E8F8F6285}"/>
                    </a:ext>
                  </a:extLst>
                </p:cNvPr>
                <p:cNvSpPr txBox="1"/>
                <p:nvPr/>
              </p:nvSpPr>
              <p:spPr>
                <a:xfrm>
                  <a:off x="3536476" y="5546104"/>
                  <a:ext cx="346453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BC7FB2D-0F94-0D9D-98D0-FA6E8F8F62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6476" y="5546104"/>
                  <a:ext cx="3464530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A57CD28-D7B8-6A8A-5377-952105E00FB4}"/>
                </a:ext>
              </a:extLst>
            </p:cNvPr>
            <p:cNvSpPr/>
            <p:nvPr/>
          </p:nvSpPr>
          <p:spPr>
            <a:xfrm>
              <a:off x="3536475" y="5546104"/>
              <a:ext cx="3390838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AB0EB6C-FC65-A097-95CB-8110CE544034}"/>
                  </a:ext>
                </a:extLst>
              </p:cNvPr>
              <p:cNvSpPr txBox="1"/>
              <p:nvPr/>
            </p:nvSpPr>
            <p:spPr>
              <a:xfrm>
                <a:off x="7117647" y="905427"/>
                <a:ext cx="3543105" cy="7340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AB0EB6C-FC65-A097-95CB-8110CE544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7647" y="905427"/>
                <a:ext cx="3543105" cy="7340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9DA5747-19B2-E6B4-78FC-BE726462BC18}"/>
                  </a:ext>
                </a:extLst>
              </p:cNvPr>
              <p:cNvSpPr txBox="1"/>
              <p:nvPr/>
            </p:nvSpPr>
            <p:spPr>
              <a:xfrm>
                <a:off x="8115173" y="2080628"/>
                <a:ext cx="793806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3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9DA5747-19B2-E6B4-78FC-BE726462B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5173" y="2080628"/>
                <a:ext cx="793806" cy="13849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Left Bracket 31">
            <a:extLst>
              <a:ext uri="{FF2B5EF4-FFF2-40B4-BE49-F238E27FC236}">
                <a16:creationId xmlns:a16="http://schemas.microsoft.com/office/drawing/2014/main" id="{4471AA53-349F-99B3-5D50-85AE10A0166F}"/>
              </a:ext>
            </a:extLst>
          </p:cNvPr>
          <p:cNvSpPr/>
          <p:nvPr/>
        </p:nvSpPr>
        <p:spPr>
          <a:xfrm>
            <a:off x="8103028" y="2209463"/>
            <a:ext cx="101983" cy="1108263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35" name="Left Bracket 34">
            <a:extLst>
              <a:ext uri="{FF2B5EF4-FFF2-40B4-BE49-F238E27FC236}">
                <a16:creationId xmlns:a16="http://schemas.microsoft.com/office/drawing/2014/main" id="{D8D2EFCF-E372-3163-8B2D-F4458BBEED99}"/>
              </a:ext>
            </a:extLst>
          </p:cNvPr>
          <p:cNvSpPr/>
          <p:nvPr/>
        </p:nvSpPr>
        <p:spPr>
          <a:xfrm flipH="1">
            <a:off x="9776909" y="2228889"/>
            <a:ext cx="101650" cy="1108263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356180E-D839-1C25-DA50-30C7DEF6DBBF}"/>
                  </a:ext>
                </a:extLst>
              </p:cNvPr>
              <p:cNvSpPr txBox="1"/>
              <p:nvPr/>
            </p:nvSpPr>
            <p:spPr>
              <a:xfrm>
                <a:off x="9908288" y="3167390"/>
                <a:ext cx="110318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356180E-D839-1C25-DA50-30C7DEF6D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8288" y="3167390"/>
                <a:ext cx="110318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9EC768C-30DB-CCC0-CF91-A29635019824}"/>
                  </a:ext>
                </a:extLst>
              </p:cNvPr>
              <p:cNvSpPr txBox="1"/>
              <p:nvPr/>
            </p:nvSpPr>
            <p:spPr>
              <a:xfrm>
                <a:off x="8859471" y="2080628"/>
                <a:ext cx="917438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1</m:t>
                      </m:r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9EC768C-30DB-CCC0-CF91-A29635019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9471" y="2080628"/>
                <a:ext cx="917438" cy="13849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2FCB287-CCD9-B6CA-4BE2-293B36321377}"/>
                  </a:ext>
                </a:extLst>
              </p:cNvPr>
              <p:cNvSpPr txBox="1"/>
              <p:nvPr/>
            </p:nvSpPr>
            <p:spPr>
              <a:xfrm>
                <a:off x="890420" y="977954"/>
                <a:ext cx="62552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Thus, the transition matrix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to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2FCB287-CCD9-B6CA-4BE2-293B36321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420" y="977954"/>
                <a:ext cx="6255212" cy="523220"/>
              </a:xfrm>
              <a:prstGeom prst="rect">
                <a:avLst/>
              </a:prstGeom>
              <a:blipFill>
                <a:blip r:embed="rId9"/>
                <a:stretch>
                  <a:fillRect l="-1949" t="-11628" r="-2534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464C3A-C6FC-7424-1B8A-FE7EE4F1089E}"/>
                  </a:ext>
                </a:extLst>
              </p:cNvPr>
              <p:cNvSpPr txBox="1"/>
              <p:nvPr/>
            </p:nvSpPr>
            <p:spPr>
              <a:xfrm rot="10800000" flipH="1" flipV="1">
                <a:off x="7072112" y="2445727"/>
                <a:ext cx="8709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464C3A-C6FC-7424-1B8A-FE7EE4F10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H="1" flipV="1">
                <a:off x="7072112" y="2445727"/>
                <a:ext cx="87090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9A99BCEF-B1E9-1753-7601-2B1D84617B8C}"/>
              </a:ext>
            </a:extLst>
          </p:cNvPr>
          <p:cNvGrpSpPr/>
          <p:nvPr/>
        </p:nvGrpSpPr>
        <p:grpSpPr>
          <a:xfrm>
            <a:off x="6391072" y="3936613"/>
            <a:ext cx="3517216" cy="1384995"/>
            <a:chOff x="6361343" y="3702967"/>
            <a:chExt cx="3517216" cy="13849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8F1387B-7DE8-00EE-D14E-736FA4ACCD58}"/>
                    </a:ext>
                  </a:extLst>
                </p:cNvPr>
                <p:cNvSpPr txBox="1"/>
                <p:nvPr/>
              </p:nvSpPr>
              <p:spPr>
                <a:xfrm>
                  <a:off x="8115173" y="3702967"/>
                  <a:ext cx="793806" cy="13849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n-IN" sz="2800" b="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  3</m:t>
                        </m:r>
                      </m:oMath>
                    </m:oMathPara>
                  </a14:m>
                  <a:endParaRPr lang="en-IN" sz="2800" b="0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8F1387B-7DE8-00EE-D14E-736FA4ACCD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5173" y="3702967"/>
                  <a:ext cx="793806" cy="138499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Left Bracket 6">
              <a:extLst>
                <a:ext uri="{FF2B5EF4-FFF2-40B4-BE49-F238E27FC236}">
                  <a16:creationId xmlns:a16="http://schemas.microsoft.com/office/drawing/2014/main" id="{41CE686F-A3E0-652C-E26F-EA6F664B4EF2}"/>
                </a:ext>
              </a:extLst>
            </p:cNvPr>
            <p:cNvSpPr/>
            <p:nvPr/>
          </p:nvSpPr>
          <p:spPr>
            <a:xfrm>
              <a:off x="8103028" y="3831802"/>
              <a:ext cx="101983" cy="1108263"/>
            </a:xfrm>
            <a:prstGeom prst="leftBracket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</a:endParaRPr>
            </a:p>
          </p:txBody>
        </p:sp>
        <p:sp>
          <p:nvSpPr>
            <p:cNvPr id="9" name="Left Bracket 8">
              <a:extLst>
                <a:ext uri="{FF2B5EF4-FFF2-40B4-BE49-F238E27FC236}">
                  <a16:creationId xmlns:a16="http://schemas.microsoft.com/office/drawing/2014/main" id="{FE769E2E-D587-1825-7695-D7BAE79DF2FF}"/>
                </a:ext>
              </a:extLst>
            </p:cNvPr>
            <p:cNvSpPr/>
            <p:nvPr/>
          </p:nvSpPr>
          <p:spPr>
            <a:xfrm flipH="1">
              <a:off x="9776909" y="3851228"/>
              <a:ext cx="101650" cy="1108263"/>
            </a:xfrm>
            <a:prstGeom prst="leftBracket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F63A5B4-7D70-553F-9463-0E5738346528}"/>
                    </a:ext>
                  </a:extLst>
                </p:cNvPr>
                <p:cNvSpPr txBox="1"/>
                <p:nvPr/>
              </p:nvSpPr>
              <p:spPr>
                <a:xfrm>
                  <a:off x="8859471" y="3702967"/>
                  <a:ext cx="917438" cy="13849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n-IN" sz="2800" b="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  4</m:t>
                        </m:r>
                      </m:oMath>
                    </m:oMathPara>
                  </a14:m>
                  <a:endParaRPr lang="en-IN" sz="280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F63A5B4-7D70-553F-9463-0E57383465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59471" y="3702967"/>
                  <a:ext cx="917438" cy="138499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316937B-09F9-B4D9-B30D-7BC479A1E1FA}"/>
                    </a:ext>
                  </a:extLst>
                </p:cNvPr>
                <p:cNvSpPr txBox="1"/>
                <p:nvPr/>
              </p:nvSpPr>
              <p:spPr>
                <a:xfrm rot="10800000" flipH="1" flipV="1">
                  <a:off x="6361343" y="4068066"/>
                  <a:ext cx="158166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sSup>
                          <m:sSup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p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316937B-09F9-B4D9-B30D-7BC479A1E1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H="1" flipV="1">
                  <a:off x="6361343" y="4068066"/>
                  <a:ext cx="1581669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59822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/>
      <p:bldP spid="31" grpId="0"/>
      <p:bldP spid="32" grpId="0" animBg="1"/>
      <p:bldP spid="35" grpId="0" animBg="1"/>
      <p:bldP spid="36" grpId="0"/>
      <p:bldP spid="37" grpId="0"/>
      <p:bldP spid="38" grpId="0"/>
      <p:bldP spid="5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6897B-E3E3-7D5E-05FE-1D48130B7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2ADF8EE-A129-1193-EA87-A15CF1BB7E4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Method:4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2ADF8EE-A129-1193-EA87-A15CF1BB7E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Arrow 3">
            <a:extLst>
              <a:ext uri="{FF2B5EF4-FFF2-40B4-BE49-F238E27FC236}">
                <a16:creationId xmlns:a16="http://schemas.microsoft.com/office/drawing/2014/main" id="{40DB381D-8DA7-483D-A648-B877B9F78472}"/>
              </a:ext>
            </a:extLst>
          </p:cNvPr>
          <p:cNvSpPr/>
          <p:nvPr/>
        </p:nvSpPr>
        <p:spPr>
          <a:xfrm flipV="1">
            <a:off x="229686" y="1036965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D1D42F3-F8FC-0C9E-3ACA-746BE28F2384}"/>
              </a:ext>
            </a:extLst>
          </p:cNvPr>
          <p:cNvGrpSpPr/>
          <p:nvPr/>
        </p:nvGrpSpPr>
        <p:grpSpPr>
          <a:xfrm>
            <a:off x="1989258" y="5411924"/>
            <a:ext cx="2954744" cy="936244"/>
            <a:chOff x="3536475" y="5546104"/>
            <a:chExt cx="2768961" cy="2857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55F856D-1FEB-7080-BC7F-3BAAC011F185}"/>
                    </a:ext>
                  </a:extLst>
                </p:cNvPr>
                <p:cNvSpPr txBox="1"/>
                <p:nvPr/>
              </p:nvSpPr>
              <p:spPr>
                <a:xfrm>
                  <a:off x="3536476" y="5546104"/>
                  <a:ext cx="2768960" cy="247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p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</m:m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55F856D-1FEB-7080-BC7F-3BAAC011F1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6476" y="5546104"/>
                  <a:ext cx="2768960" cy="24743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580AB09-8D48-FE70-E6C9-08094556A096}"/>
                </a:ext>
              </a:extLst>
            </p:cNvPr>
            <p:cNvSpPr/>
            <p:nvPr/>
          </p:nvSpPr>
          <p:spPr>
            <a:xfrm>
              <a:off x="3536475" y="5546104"/>
              <a:ext cx="2768960" cy="28571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73B11EB-66A8-279F-2E76-4DA21F7C0896}"/>
                  </a:ext>
                </a:extLst>
              </p:cNvPr>
              <p:cNvSpPr txBox="1"/>
              <p:nvPr/>
            </p:nvSpPr>
            <p:spPr>
              <a:xfrm>
                <a:off x="5537975" y="1796640"/>
                <a:ext cx="2205049" cy="567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73B11EB-66A8-279F-2E76-4DA21F7C0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7975" y="1796640"/>
                <a:ext cx="2205049" cy="5679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95856D7-86C8-05E2-1FB2-40B205D73791}"/>
                  </a:ext>
                </a:extLst>
              </p:cNvPr>
              <p:cNvSpPr txBox="1"/>
              <p:nvPr/>
            </p:nvSpPr>
            <p:spPr>
              <a:xfrm>
                <a:off x="890420" y="977954"/>
                <a:ext cx="6025946" cy="560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The matrix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w.r.t the basis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95856D7-86C8-05E2-1FB2-40B205D73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420" y="977954"/>
                <a:ext cx="6025946" cy="560218"/>
              </a:xfrm>
              <a:prstGeom prst="rect">
                <a:avLst/>
              </a:prstGeom>
              <a:blipFill>
                <a:blip r:embed="rId5"/>
                <a:stretch>
                  <a:fillRect l="-2022" t="-10870" b="-22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05CADC9-B23C-C7ED-9E37-D3B6F3D0A1A3}"/>
                  </a:ext>
                </a:extLst>
              </p:cNvPr>
              <p:cNvSpPr txBox="1"/>
              <p:nvPr/>
            </p:nvSpPr>
            <p:spPr>
              <a:xfrm>
                <a:off x="5537975" y="2722042"/>
                <a:ext cx="6128424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−18</m:t>
                                </m:r>
                              </m:e>
                            </m:mr>
                          </m:m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05CADC9-B23C-C7ED-9E37-D3B6F3D0A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7975" y="2722042"/>
                <a:ext cx="6128424" cy="8107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A96794B5-3922-55CB-943C-9C438C673EF2}"/>
              </a:ext>
            </a:extLst>
          </p:cNvPr>
          <p:cNvGrpSpPr/>
          <p:nvPr/>
        </p:nvGrpSpPr>
        <p:grpSpPr>
          <a:xfrm>
            <a:off x="9231937" y="5411924"/>
            <a:ext cx="2705067" cy="936244"/>
            <a:chOff x="3536475" y="5546104"/>
            <a:chExt cx="2768961" cy="2857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89A26AB-64B5-4C0B-3C52-9EF19395A7D2}"/>
                    </a:ext>
                  </a:extLst>
                </p:cNvPr>
                <p:cNvSpPr txBox="1"/>
                <p:nvPr/>
              </p:nvSpPr>
              <p:spPr>
                <a:xfrm>
                  <a:off x="3536476" y="5546104"/>
                  <a:ext cx="2768960" cy="247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80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en-IN" sz="280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IN" sz="280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  <m:r>
                              <a:rPr lang="en-IN" sz="280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89A26AB-64B5-4C0B-3C52-9EF19395A7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6476" y="5546104"/>
                  <a:ext cx="2768960" cy="24743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EB21002-5D86-CDE0-CD56-E686E3C2A305}"/>
                </a:ext>
              </a:extLst>
            </p:cNvPr>
            <p:cNvSpPr/>
            <p:nvPr/>
          </p:nvSpPr>
          <p:spPr>
            <a:xfrm>
              <a:off x="3536475" y="5546104"/>
              <a:ext cx="2768960" cy="28571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73D0422-FE47-A418-04B2-4FD3FDDF021E}"/>
              </a:ext>
            </a:extLst>
          </p:cNvPr>
          <p:cNvGrpSpPr/>
          <p:nvPr/>
        </p:nvGrpSpPr>
        <p:grpSpPr>
          <a:xfrm>
            <a:off x="5300934" y="5411924"/>
            <a:ext cx="3574073" cy="936244"/>
            <a:chOff x="3536474" y="5546104"/>
            <a:chExt cx="3349349" cy="2857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FEA78FE-800C-6AEE-0C11-713F7C1F041A}"/>
                    </a:ext>
                  </a:extLst>
                </p:cNvPr>
                <p:cNvSpPr txBox="1"/>
                <p:nvPr/>
              </p:nvSpPr>
              <p:spPr>
                <a:xfrm>
                  <a:off x="3536476" y="5546104"/>
                  <a:ext cx="3349347" cy="247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−13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−18</m:t>
                                  </m:r>
                                </m:e>
                              </m:mr>
                            </m:m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FEA78FE-800C-6AEE-0C11-713F7C1F04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6476" y="5546104"/>
                  <a:ext cx="3349347" cy="24743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7B79784-CC32-A6A2-451E-EB59A9462A84}"/>
                </a:ext>
              </a:extLst>
            </p:cNvPr>
            <p:cNvSpPr/>
            <p:nvPr/>
          </p:nvSpPr>
          <p:spPr>
            <a:xfrm>
              <a:off x="3536474" y="5546104"/>
              <a:ext cx="3349347" cy="28571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6CA75B-0DDF-A86C-052F-B9A08D47DF07}"/>
                  </a:ext>
                </a:extLst>
              </p:cNvPr>
              <p:cNvSpPr txBox="1"/>
              <p:nvPr/>
            </p:nvSpPr>
            <p:spPr>
              <a:xfrm>
                <a:off x="5537975" y="3838299"/>
                <a:ext cx="2419251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6CA75B-0DDF-A86C-052F-B9A08D47D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7975" y="3838299"/>
                <a:ext cx="2419251" cy="8107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786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/>
      <p:bldP spid="38" grpId="0"/>
      <p:bldP spid="10" grpId="0"/>
      <p:bldP spid="25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04524-570F-239A-2F2E-E778A80C4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D13D13F-0617-B59C-7713-ADEBA45C8D9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Method:4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Example:2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D13D13F-0617-B59C-7713-ADEBA45C8D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EB4F63E8-3065-FD36-B0C1-F338446182CC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9794643-7D8A-F28F-5B02-22B1A43261CE}"/>
              </a:ext>
            </a:extLst>
          </p:cNvPr>
          <p:cNvSpPr/>
          <p:nvPr/>
        </p:nvSpPr>
        <p:spPr>
          <a:xfrm>
            <a:off x="205273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131200-9182-D5DC-AED7-0B264CB98C1E}"/>
                  </a:ext>
                </a:extLst>
              </p:cNvPr>
              <p:cNvSpPr txBox="1"/>
              <p:nvPr/>
            </p:nvSpPr>
            <p:spPr>
              <a:xfrm>
                <a:off x="1846481" y="792416"/>
                <a:ext cx="10345519" cy="2785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2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be a basis of a vector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be a linear operator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the basis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defined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b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131200-9182-D5DC-AED7-0B264CB98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481" y="792416"/>
                <a:ext cx="10345519" cy="2785314"/>
              </a:xfrm>
              <a:prstGeom prst="rect">
                <a:avLst/>
              </a:prstGeom>
              <a:blipFill>
                <a:blip r:embed="rId3"/>
                <a:stretch>
                  <a:fillRect l="-1237" t="-1532" r="-1179" b="-5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5350FE-7058-984B-0F6C-62F5D9C12BAC}"/>
              </a:ext>
            </a:extLst>
          </p:cNvPr>
          <p:cNvSpPr/>
          <p:nvPr/>
        </p:nvSpPr>
        <p:spPr>
          <a:xfrm>
            <a:off x="205273" y="3694080"/>
            <a:ext cx="1440000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5C2690-198B-0BA4-C99F-22D3DE68ADEB}"/>
                  </a:ext>
                </a:extLst>
              </p:cNvPr>
              <p:cNvSpPr txBox="1"/>
              <p:nvPr/>
            </p:nvSpPr>
            <p:spPr>
              <a:xfrm>
                <a:off x="1846481" y="3627960"/>
                <a:ext cx="6540738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800" dirty="0">
                    <a:solidFill>
                      <a:srgbClr val="002060"/>
                    </a:solidFill>
                  </a:rPr>
                  <a:t>Expressing each vectors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:r>
                  <a:rPr lang="en-IN" sz="2800" dirty="0">
                    <a:solidFill>
                      <a:srgbClr val="002060"/>
                    </a:solidFill>
                  </a:rPr>
                  <a:t>as linear </a:t>
                </a:r>
                <a:br>
                  <a:rPr lang="en-IN" sz="2800" dirty="0">
                    <a:solidFill>
                      <a:srgbClr val="002060"/>
                    </a:solidFill>
                  </a:rPr>
                </a:br>
                <a:r>
                  <a:rPr lang="en-IN" sz="2800" dirty="0">
                    <a:solidFill>
                      <a:srgbClr val="002060"/>
                    </a:solidFill>
                  </a:rPr>
                  <a:t>combinations of vectors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5C2690-198B-0BA4-C99F-22D3DE68A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481" y="3627960"/>
                <a:ext cx="6540738" cy="954107"/>
              </a:xfrm>
              <a:prstGeom prst="rect">
                <a:avLst/>
              </a:prstGeom>
              <a:blipFill>
                <a:blip r:embed="rId4"/>
                <a:stretch>
                  <a:fillRect l="-1957" t="-6369" r="-1864" b="-16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2ECC08-528D-717A-7CDE-93AA03097EAE}"/>
                  </a:ext>
                </a:extLst>
              </p:cNvPr>
              <p:cNvSpPr txBox="1"/>
              <p:nvPr/>
            </p:nvSpPr>
            <p:spPr>
              <a:xfrm>
                <a:off x="1890719" y="4624428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2ECC08-528D-717A-7CDE-93AA03097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719" y="4624428"/>
                <a:ext cx="612842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0F7940-C76E-FA00-97F6-879BDF78C8CE}"/>
                  </a:ext>
                </a:extLst>
              </p:cNvPr>
              <p:cNvSpPr txBox="1"/>
              <p:nvPr/>
            </p:nvSpPr>
            <p:spPr>
              <a:xfrm>
                <a:off x="1890719" y="5283835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0F7940-C76E-FA00-97F6-879BDF78C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719" y="5283835"/>
                <a:ext cx="612842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18713C-BD2F-7A9F-D504-1B3E8BAD5461}"/>
                  </a:ext>
                </a:extLst>
              </p:cNvPr>
              <p:cNvSpPr txBox="1"/>
              <p:nvPr/>
            </p:nvSpPr>
            <p:spPr>
              <a:xfrm>
                <a:off x="1890719" y="5914058"/>
                <a:ext cx="66613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18713C-BD2F-7A9F-D504-1B3E8BAD5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719" y="5914058"/>
                <a:ext cx="666139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F7BFF5E5-5140-1128-3D1E-0245724E0140}"/>
              </a:ext>
            </a:extLst>
          </p:cNvPr>
          <p:cNvSpPr/>
          <p:nvPr/>
        </p:nvSpPr>
        <p:spPr>
          <a:xfrm>
            <a:off x="9140594" y="4045612"/>
            <a:ext cx="1305564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Hence, </a:t>
            </a:r>
            <a:endParaRPr lang="en-IN" sz="2800" b="1" dirty="0">
              <a:solidFill>
                <a:srgbClr val="00206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5BB976F-3D15-4A67-E137-1DFB14493463}"/>
              </a:ext>
            </a:extLst>
          </p:cNvPr>
          <p:cNvCxnSpPr>
            <a:cxnSpLocks/>
          </p:cNvCxnSpPr>
          <p:nvPr/>
        </p:nvCxnSpPr>
        <p:spPr>
          <a:xfrm>
            <a:off x="8726281" y="4155068"/>
            <a:ext cx="0" cy="23427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E684FF5-053C-2E30-799F-BD9D0238AB3C}"/>
                  </a:ext>
                </a:extLst>
              </p:cNvPr>
              <p:cNvSpPr txBox="1"/>
              <p:nvPr/>
            </p:nvSpPr>
            <p:spPr>
              <a:xfrm>
                <a:off x="9223750" y="5192226"/>
                <a:ext cx="7625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E684FF5-053C-2E30-799F-BD9D0238A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3750" y="5192226"/>
                <a:ext cx="76259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930E7BC-6339-2FD6-98A0-F1626B4B67E0}"/>
                  </a:ext>
                </a:extLst>
              </p:cNvPr>
              <p:cNvSpPr txBox="1"/>
              <p:nvPr/>
            </p:nvSpPr>
            <p:spPr>
              <a:xfrm>
                <a:off x="10254646" y="4473209"/>
                <a:ext cx="51394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930E7BC-6339-2FD6-98A0-F1626B4B6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4646" y="4473209"/>
                <a:ext cx="513940" cy="203132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Left Bracket 22">
            <a:extLst>
              <a:ext uri="{FF2B5EF4-FFF2-40B4-BE49-F238E27FC236}">
                <a16:creationId xmlns:a16="http://schemas.microsoft.com/office/drawing/2014/main" id="{A5ABBAF6-4630-0797-7F61-D047DC9B6756}"/>
              </a:ext>
            </a:extLst>
          </p:cNvPr>
          <p:cNvSpPr/>
          <p:nvPr/>
        </p:nvSpPr>
        <p:spPr>
          <a:xfrm>
            <a:off x="10123321" y="4684904"/>
            <a:ext cx="145913" cy="1702711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8C14CC6-8135-B786-0AB3-83563CE9251C}"/>
                  </a:ext>
                </a:extLst>
              </p:cNvPr>
              <p:cNvSpPr txBox="1"/>
              <p:nvPr/>
            </p:nvSpPr>
            <p:spPr>
              <a:xfrm>
                <a:off x="10768586" y="4473208"/>
                <a:ext cx="51394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8C14CC6-8135-B786-0AB3-83563CE92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8586" y="4473208"/>
                <a:ext cx="513940" cy="203132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Left Bracket 24">
            <a:extLst>
              <a:ext uri="{FF2B5EF4-FFF2-40B4-BE49-F238E27FC236}">
                <a16:creationId xmlns:a16="http://schemas.microsoft.com/office/drawing/2014/main" id="{67508F92-0CFD-D3F8-9DE6-0AC28842B0D6}"/>
              </a:ext>
            </a:extLst>
          </p:cNvPr>
          <p:cNvSpPr/>
          <p:nvPr/>
        </p:nvSpPr>
        <p:spPr>
          <a:xfrm flipH="1">
            <a:off x="11796466" y="4684904"/>
            <a:ext cx="150261" cy="1702711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A49FA21-B193-5723-C5B1-33E3C231AE0B}"/>
                  </a:ext>
                </a:extLst>
              </p:cNvPr>
              <p:cNvSpPr txBox="1"/>
              <p:nvPr/>
            </p:nvSpPr>
            <p:spPr>
              <a:xfrm>
                <a:off x="11282526" y="4473207"/>
                <a:ext cx="51394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A49FA21-B193-5723-C5B1-33E3C231A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2526" y="4473207"/>
                <a:ext cx="513940" cy="203132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D2DCE1D-E0D8-D4C1-22C0-14630223DDA9}"/>
              </a:ext>
            </a:extLst>
          </p:cNvPr>
          <p:cNvCxnSpPr>
            <a:cxnSpLocks/>
          </p:cNvCxnSpPr>
          <p:nvPr/>
        </p:nvCxnSpPr>
        <p:spPr>
          <a:xfrm>
            <a:off x="3758207" y="5181378"/>
            <a:ext cx="309739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14EC0C8-B8E5-94FE-E945-F361EA629F99}"/>
              </a:ext>
            </a:extLst>
          </p:cNvPr>
          <p:cNvCxnSpPr>
            <a:cxnSpLocks/>
          </p:cNvCxnSpPr>
          <p:nvPr/>
        </p:nvCxnSpPr>
        <p:spPr>
          <a:xfrm>
            <a:off x="4470988" y="5848453"/>
            <a:ext cx="33249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A69B30D-0268-AD2D-D95A-EFB24D4F5EF8}"/>
              </a:ext>
            </a:extLst>
          </p:cNvPr>
          <p:cNvCxnSpPr>
            <a:cxnSpLocks/>
          </p:cNvCxnSpPr>
          <p:nvPr/>
        </p:nvCxnSpPr>
        <p:spPr>
          <a:xfrm>
            <a:off x="5247131" y="6476901"/>
            <a:ext cx="312598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2815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21" grpId="0"/>
      <p:bldP spid="22" grpId="0"/>
      <p:bldP spid="23" grpId="0" animBg="1"/>
      <p:bldP spid="24" grpId="0"/>
      <p:bldP spid="25" grpId="0" animBg="1"/>
      <p:bldP spid="27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79D2D-B9B6-825B-1D04-123845632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278DD0B-CAE9-2200-4B18-7A80AF2AC76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Method:4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Example:2(Continue)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278DD0B-CAE9-2200-4B18-7A80AF2AC7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C987DED-DD2A-1636-178F-A242BC5D4E43}"/>
                  </a:ext>
                </a:extLst>
              </p:cNvPr>
              <p:cNvSpPr txBox="1"/>
              <p:nvPr/>
            </p:nvSpPr>
            <p:spPr>
              <a:xfrm rot="10800000" flipH="1" flipV="1">
                <a:off x="240213" y="2417322"/>
                <a:ext cx="3960969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C987DED-DD2A-1636-178F-A242BC5D4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H="1" flipV="1">
                <a:off x="240213" y="2417322"/>
                <a:ext cx="3960969" cy="12317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DEDBED-D6F4-831F-BF17-310585D84CBB}"/>
                  </a:ext>
                </a:extLst>
              </p:cNvPr>
              <p:cNvSpPr txBox="1"/>
              <p:nvPr/>
            </p:nvSpPr>
            <p:spPr>
              <a:xfrm>
                <a:off x="1063936" y="812066"/>
                <a:ext cx="2981290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DEDBED-D6F4-831F-BF17-310585D84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936" y="812066"/>
                <a:ext cx="2981290" cy="12317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ight Arrow 3">
            <a:extLst>
              <a:ext uri="{FF2B5EF4-FFF2-40B4-BE49-F238E27FC236}">
                <a16:creationId xmlns:a16="http://schemas.microsoft.com/office/drawing/2014/main" id="{240C89BC-AF06-D306-3053-CEC10104A9E4}"/>
              </a:ext>
            </a:extLst>
          </p:cNvPr>
          <p:cNvSpPr/>
          <p:nvPr/>
        </p:nvSpPr>
        <p:spPr>
          <a:xfrm flipV="1">
            <a:off x="309338" y="127035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30" name="Right Arrow 3">
            <a:extLst>
              <a:ext uri="{FF2B5EF4-FFF2-40B4-BE49-F238E27FC236}">
                <a16:creationId xmlns:a16="http://schemas.microsoft.com/office/drawing/2014/main" id="{6038DAFD-0C48-3ABC-CA04-7B1D3681FF65}"/>
              </a:ext>
            </a:extLst>
          </p:cNvPr>
          <p:cNvSpPr/>
          <p:nvPr/>
        </p:nvSpPr>
        <p:spPr>
          <a:xfrm flipV="1">
            <a:off x="4843731" y="1088964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9A56739-A0C2-CE65-0795-82BA1C1750DF}"/>
                  </a:ext>
                </a:extLst>
              </p:cNvPr>
              <p:cNvSpPr txBox="1"/>
              <p:nvPr/>
            </p:nvSpPr>
            <p:spPr>
              <a:xfrm>
                <a:off x="5420508" y="1621037"/>
                <a:ext cx="2205049" cy="567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9A56739-A0C2-CE65-0795-82BA1C175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508" y="1621037"/>
                <a:ext cx="2205049" cy="5679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F8A81D4-0EFA-438F-23F1-845DE8395379}"/>
                  </a:ext>
                </a:extLst>
              </p:cNvPr>
              <p:cNvSpPr txBox="1"/>
              <p:nvPr/>
            </p:nvSpPr>
            <p:spPr>
              <a:xfrm>
                <a:off x="5443472" y="1006030"/>
                <a:ext cx="6025946" cy="560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The matrix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w.r.t the basis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en-IN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F8A81D4-0EFA-438F-23F1-845DE8395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472" y="1006030"/>
                <a:ext cx="6025946" cy="560218"/>
              </a:xfrm>
              <a:prstGeom prst="rect">
                <a:avLst/>
              </a:prstGeom>
              <a:blipFill>
                <a:blip r:embed="rId6"/>
                <a:stretch>
                  <a:fillRect l="-2126" t="-10870" b="-22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92DB141-99DB-2BBD-C063-6786E263C41B}"/>
                  </a:ext>
                </a:extLst>
              </p:cNvPr>
              <p:cNvSpPr txBox="1"/>
              <p:nvPr/>
            </p:nvSpPr>
            <p:spPr>
              <a:xfrm>
                <a:off x="5443472" y="2417322"/>
                <a:ext cx="7082157" cy="1268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92DB141-99DB-2BBD-C063-6786E263C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472" y="2417322"/>
                <a:ext cx="7082157" cy="12689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8053997-7CD7-8E4D-7C6A-DC7E1BB841E8}"/>
                  </a:ext>
                </a:extLst>
              </p:cNvPr>
              <p:cNvSpPr txBox="1"/>
              <p:nvPr/>
            </p:nvSpPr>
            <p:spPr>
              <a:xfrm>
                <a:off x="5420508" y="3968026"/>
                <a:ext cx="2938793" cy="1268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8053997-7CD7-8E4D-7C6A-DC7E1BB84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508" y="3968026"/>
                <a:ext cx="2938793" cy="12689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DE691618-16FC-ED82-8EF2-F19E9B92A331}"/>
              </a:ext>
            </a:extLst>
          </p:cNvPr>
          <p:cNvGrpSpPr/>
          <p:nvPr/>
        </p:nvGrpSpPr>
        <p:grpSpPr>
          <a:xfrm>
            <a:off x="8456445" y="5155654"/>
            <a:ext cx="3574073" cy="1350246"/>
            <a:chOff x="3536474" y="5521290"/>
            <a:chExt cx="3349349" cy="4120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6F4695C-C557-ECC0-971E-BA4CC492962E}"/>
                    </a:ext>
                  </a:extLst>
                </p:cNvPr>
                <p:cNvSpPr txBox="1"/>
                <p:nvPr/>
              </p:nvSpPr>
              <p:spPr>
                <a:xfrm>
                  <a:off x="3536476" y="5546104"/>
                  <a:ext cx="3349347" cy="3758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6F4695C-C557-ECC0-971E-BA4CC49296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6476" y="5546104"/>
                  <a:ext cx="3349347" cy="37589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F2B997F-1F8C-CF76-3D60-52B5869084A8}"/>
                </a:ext>
              </a:extLst>
            </p:cNvPr>
            <p:cNvSpPr/>
            <p:nvPr/>
          </p:nvSpPr>
          <p:spPr>
            <a:xfrm>
              <a:off x="3536474" y="5521290"/>
              <a:ext cx="3349347" cy="41205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D42B5FE-C767-17C0-4409-0448E03AAD10}"/>
              </a:ext>
            </a:extLst>
          </p:cNvPr>
          <p:cNvCxnSpPr>
            <a:cxnSpLocks/>
          </p:cNvCxnSpPr>
          <p:nvPr/>
        </p:nvCxnSpPr>
        <p:spPr>
          <a:xfrm>
            <a:off x="4441711" y="916019"/>
            <a:ext cx="0" cy="476570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035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/>
      <p:bldP spid="21" grpId="0" animBg="1"/>
      <p:bldP spid="30" grpId="0" animBg="1"/>
      <p:bldP spid="34" grpId="0"/>
      <p:bldP spid="39" grpId="0"/>
      <p:bldP spid="40" grpId="0"/>
      <p:bldP spid="41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78B00-3ED8-62BD-CDD0-2BC2F5F1B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9B24215-29A3-42F4-54DD-E37E08AEBB9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Method:4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9B24215-29A3-42F4-54DD-E37E08AEBB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6F599AA-167A-AAAE-5BDE-71D8CBFA1FA3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58FE432-79E2-AFA3-9AF9-C1D286D49D93}"/>
              </a:ext>
            </a:extLst>
          </p:cNvPr>
          <p:cNvSpPr/>
          <p:nvPr/>
        </p:nvSpPr>
        <p:spPr>
          <a:xfrm>
            <a:off x="205273" y="943206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AED0D8-98E2-08AE-2302-2CE505E7E6FB}"/>
                  </a:ext>
                </a:extLst>
              </p:cNvPr>
              <p:cNvSpPr txBox="1"/>
              <p:nvPr/>
            </p:nvSpPr>
            <p:spPr>
              <a:xfrm>
                <a:off x="1846481" y="768623"/>
                <a:ext cx="10345519" cy="3668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be the bases for a vector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be the transition matrix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(</a:t>
                </a:r>
                <a:r>
                  <a:rPr lang="en-US" sz="2800" dirty="0" err="1">
                    <a:solidFill>
                      <a:srgbClr val="002060"/>
                    </a:solidFill>
                  </a:rPr>
                  <a:t>i</a:t>
                </a:r>
                <a:r>
                  <a:rPr lang="en-US" sz="2800" dirty="0">
                    <a:solidFill>
                      <a:srgbClr val="002060"/>
                    </a:solidFill>
                  </a:rPr>
                  <a:t>)  Express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as linear combinations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(ii) Express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as linear combinations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AED0D8-98E2-08AE-2302-2CE505E7E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481" y="768623"/>
                <a:ext cx="10345519" cy="3668633"/>
              </a:xfrm>
              <a:prstGeom prst="rect">
                <a:avLst/>
              </a:prstGeom>
              <a:blipFill>
                <a:blip r:embed="rId3"/>
                <a:stretch>
                  <a:fillRect l="-1237" b="-3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09478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8FE4E-AA41-EDB5-3695-BF9F5F671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EA7BE04-0D6A-A0BC-DB97-45E7AB7EA26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Method:4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EA7BE04-0D6A-A0BC-DB97-45E7AB7EA2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5126889-89AA-D2FA-133A-1F8BE8DB6723}"/>
              </a:ext>
            </a:extLst>
          </p:cNvPr>
          <p:cNvSpPr/>
          <p:nvPr/>
        </p:nvSpPr>
        <p:spPr>
          <a:xfrm>
            <a:off x="227044" y="874660"/>
            <a:ext cx="1440000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C6F3E96-E2D4-BEAB-E941-12FF7D487A11}"/>
                  </a:ext>
                </a:extLst>
              </p:cNvPr>
              <p:cNvSpPr txBox="1"/>
              <p:nvPr/>
            </p:nvSpPr>
            <p:spPr>
              <a:xfrm>
                <a:off x="1338249" y="3144952"/>
                <a:ext cx="3073863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,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C6F3E96-E2D4-BEAB-E941-12FF7D487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8249" y="3144952"/>
                <a:ext cx="3073863" cy="12317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3771E7A-158F-2B6F-751E-710059CF4A30}"/>
                  </a:ext>
                </a:extLst>
              </p:cNvPr>
              <p:cNvSpPr txBox="1"/>
              <p:nvPr/>
            </p:nvSpPr>
            <p:spPr>
              <a:xfrm>
                <a:off x="1846481" y="847050"/>
                <a:ext cx="70253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represents the transition matrix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3771E7A-158F-2B6F-751E-710059CF4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481" y="847050"/>
                <a:ext cx="7025376" cy="523220"/>
              </a:xfrm>
              <a:prstGeom prst="rect">
                <a:avLst/>
              </a:prstGeom>
              <a:blipFill>
                <a:blip r:embed="rId4"/>
                <a:stretch>
                  <a:fillRect t="-12791" r="-87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A64B92-D805-A7D4-9AE7-3B52317CBAC4}"/>
                  </a:ext>
                </a:extLst>
              </p:cNvPr>
              <p:cNvSpPr txBox="1"/>
              <p:nvPr/>
            </p:nvSpPr>
            <p:spPr>
              <a:xfrm>
                <a:off x="1846481" y="1661598"/>
                <a:ext cx="3182719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A64B92-D805-A7D4-9AE7-3B52317CB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481" y="1661598"/>
                <a:ext cx="3182719" cy="12317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359CA1-3973-E04A-6440-91F6E5C434F6}"/>
                  </a:ext>
                </a:extLst>
              </p:cNvPr>
              <p:cNvSpPr txBox="1"/>
              <p:nvPr/>
            </p:nvSpPr>
            <p:spPr>
              <a:xfrm>
                <a:off x="4412112" y="3144952"/>
                <a:ext cx="2671092" cy="12289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,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359CA1-3973-E04A-6440-91F6E5C43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112" y="3144952"/>
                <a:ext cx="2671092" cy="1228926"/>
              </a:xfrm>
              <a:prstGeom prst="rect">
                <a:avLst/>
              </a:prstGeom>
              <a:blipFill>
                <a:blip r:embed="rId6"/>
                <a:stretch>
                  <a:fillRect r="-20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7B7CD4-9F89-0100-BF7C-6C53A3F577C2}"/>
                  </a:ext>
                </a:extLst>
              </p:cNvPr>
              <p:cNvSpPr txBox="1"/>
              <p:nvPr/>
            </p:nvSpPr>
            <p:spPr>
              <a:xfrm>
                <a:off x="7391404" y="3144952"/>
                <a:ext cx="2300977" cy="12289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7B7CD4-9F89-0100-BF7C-6C53A3F57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404" y="3144952"/>
                <a:ext cx="2300977" cy="12289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C970118-2CBD-171A-0EB2-AB68E68C8F32}"/>
              </a:ext>
            </a:extLst>
          </p:cNvPr>
          <p:cNvSpPr txBox="1"/>
          <p:nvPr/>
        </p:nvSpPr>
        <p:spPr>
          <a:xfrm>
            <a:off x="227044" y="4520781"/>
            <a:ext cx="11989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002060"/>
                </a:solidFill>
                <a:latin typeface="+mj-lt"/>
              </a:rPr>
              <a:t>H</a:t>
            </a:r>
            <a:r>
              <a:rPr lang="en-IN" sz="2800" b="0" dirty="0">
                <a:solidFill>
                  <a:srgbClr val="002060"/>
                </a:solidFill>
                <a:latin typeface="+mj-lt"/>
              </a:rPr>
              <a:t>ence,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0D2DDD-7C97-FBC4-CCA0-A87A9AE939C3}"/>
                  </a:ext>
                </a:extLst>
              </p:cNvPr>
              <p:cNvSpPr txBox="1"/>
              <p:nvPr/>
            </p:nvSpPr>
            <p:spPr>
              <a:xfrm>
                <a:off x="1553464" y="4520781"/>
                <a:ext cx="45425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0D2DDD-7C97-FBC4-CCA0-A87A9AE93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464" y="4520781"/>
                <a:ext cx="454253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D7D6DB-DDE8-3214-3429-10B42757F6F4}"/>
                  </a:ext>
                </a:extLst>
              </p:cNvPr>
              <p:cNvSpPr txBox="1"/>
              <p:nvPr/>
            </p:nvSpPr>
            <p:spPr>
              <a:xfrm>
                <a:off x="1553464" y="5222925"/>
                <a:ext cx="45425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D7D6DB-DDE8-3214-3429-10B42757F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464" y="5222925"/>
                <a:ext cx="454253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C8046A-1960-1EA4-710C-EEA37FF4E1B7}"/>
                  </a:ext>
                </a:extLst>
              </p:cNvPr>
              <p:cNvSpPr txBox="1"/>
              <p:nvPr/>
            </p:nvSpPr>
            <p:spPr>
              <a:xfrm>
                <a:off x="1553464" y="5944624"/>
                <a:ext cx="45425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C8046A-1960-1EA4-710C-EEA37FF4E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464" y="5944624"/>
                <a:ext cx="4542536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86AA157-7CD3-A783-592B-D52E0433B3AD}"/>
                  </a:ext>
                </a:extLst>
              </p:cNvPr>
              <p:cNvSpPr txBox="1"/>
              <p:nvPr/>
            </p:nvSpPr>
            <p:spPr>
              <a:xfrm>
                <a:off x="4664528" y="1910207"/>
                <a:ext cx="4718957" cy="7340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a:rPr lang="en-IN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86AA157-7CD3-A783-592B-D52E0433B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4528" y="1910207"/>
                <a:ext cx="4718957" cy="73404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A385B931-20CC-AFA4-F8DD-557B8B650125}"/>
              </a:ext>
            </a:extLst>
          </p:cNvPr>
          <p:cNvGrpSpPr/>
          <p:nvPr/>
        </p:nvGrpSpPr>
        <p:grpSpPr>
          <a:xfrm>
            <a:off x="6241915" y="5944624"/>
            <a:ext cx="6128424" cy="534448"/>
            <a:chOff x="6241915" y="5944624"/>
            <a:chExt cx="6128424" cy="5344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B066AA8-B396-E567-D142-DE4BE7ACE180}"/>
                    </a:ext>
                  </a:extLst>
                </p:cNvPr>
                <p:cNvSpPr txBox="1"/>
                <p:nvPr/>
              </p:nvSpPr>
              <p:spPr>
                <a:xfrm>
                  <a:off x="6241915" y="5944624"/>
                  <a:ext cx="612842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</a:t>
                  </a:r>
                  <a:endParaRPr lang="en-IN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B066AA8-B396-E567-D142-DE4BE7ACE1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1915" y="5944624"/>
                  <a:ext cx="6128424" cy="523220"/>
                </a:xfrm>
                <a:prstGeom prst="rect">
                  <a:avLst/>
                </a:prstGeom>
                <a:blipFill>
                  <a:blip r:embed="rId12"/>
                  <a:stretch>
                    <a:fillRect t="-11628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9FACD42-68B8-C72D-D369-237135B54FB1}"/>
                </a:ext>
              </a:extLst>
            </p:cNvPr>
            <p:cNvSpPr/>
            <p:nvPr/>
          </p:nvSpPr>
          <p:spPr>
            <a:xfrm>
              <a:off x="6241915" y="5955852"/>
              <a:ext cx="5859294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8241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9" grpId="0"/>
      <p:bldP spid="3" grpId="0"/>
      <p:bldP spid="7" grpId="0"/>
      <p:bldP spid="8" grpId="0"/>
      <p:bldP spid="9" grpId="0"/>
      <p:bldP spid="10" grpId="0"/>
      <p:bldP spid="11" grpId="0"/>
      <p:bldP spid="12" grpId="0"/>
      <p:bldP spid="16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CD07C-C0F0-D7AB-008F-E72917CE8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CD5CD26-1B8A-7B09-6470-794EF2A749D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Method:4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CD5CD26-1B8A-7B09-6470-794EF2A749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F2777F2-1809-DCF2-729F-B298B4212DFB}"/>
                  </a:ext>
                </a:extLst>
              </p:cNvPr>
              <p:cNvSpPr txBox="1"/>
              <p:nvPr/>
            </p:nvSpPr>
            <p:spPr>
              <a:xfrm>
                <a:off x="239488" y="4509762"/>
                <a:ext cx="3073863" cy="12289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,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F2777F2-1809-DCF2-729F-B298B4212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488" y="4509762"/>
                <a:ext cx="3073863" cy="12289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5F0EF5E-32A8-8949-C70E-7D204CF78BBE}"/>
                  </a:ext>
                </a:extLst>
              </p:cNvPr>
              <p:cNvSpPr txBox="1"/>
              <p:nvPr/>
            </p:nvSpPr>
            <p:spPr>
              <a:xfrm>
                <a:off x="239488" y="2399201"/>
                <a:ext cx="72430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IN" sz="28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represents the transition matrix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5F0EF5E-32A8-8949-C70E-7D204CF78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488" y="2399201"/>
                <a:ext cx="7243091" cy="523220"/>
              </a:xfrm>
              <a:prstGeom prst="rect">
                <a:avLst/>
              </a:prstGeom>
              <a:blipFill>
                <a:blip r:embed="rId4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8FAE27-B8B1-296C-7BD2-5823143C9337}"/>
                  </a:ext>
                </a:extLst>
              </p:cNvPr>
              <p:cNvSpPr txBox="1"/>
              <p:nvPr/>
            </p:nvSpPr>
            <p:spPr>
              <a:xfrm>
                <a:off x="239488" y="3077343"/>
                <a:ext cx="3618148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−7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8FAE27-B8B1-296C-7BD2-5823143C9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488" y="3077343"/>
                <a:ext cx="3618148" cy="12317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86A6F9-5BF9-FDCC-D8FB-7F801DBD8B85}"/>
                  </a:ext>
                </a:extLst>
              </p:cNvPr>
              <p:cNvSpPr txBox="1"/>
              <p:nvPr/>
            </p:nvSpPr>
            <p:spPr>
              <a:xfrm>
                <a:off x="3141343" y="4512583"/>
                <a:ext cx="2671092" cy="1266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,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86A6F9-5BF9-FDCC-D8FB-7F801DBD8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343" y="4512583"/>
                <a:ext cx="2671092" cy="12661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C61BC5-FB71-52B8-280D-64AA1F1A8B88}"/>
                  </a:ext>
                </a:extLst>
              </p:cNvPr>
              <p:cNvSpPr txBox="1"/>
              <p:nvPr/>
            </p:nvSpPr>
            <p:spPr>
              <a:xfrm>
                <a:off x="5617032" y="4512583"/>
                <a:ext cx="2824874" cy="12289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C61BC5-FB71-52B8-280D-64AA1F1A8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7032" y="4512583"/>
                <a:ext cx="2824874" cy="12289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F31EE51-2F51-57F2-E661-1A99A5A9ED33}"/>
              </a:ext>
            </a:extLst>
          </p:cNvPr>
          <p:cNvSpPr txBox="1"/>
          <p:nvPr/>
        </p:nvSpPr>
        <p:spPr>
          <a:xfrm>
            <a:off x="8190699" y="1381119"/>
            <a:ext cx="11989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002060"/>
                </a:solidFill>
                <a:latin typeface="+mj-lt"/>
              </a:rPr>
              <a:t>H</a:t>
            </a:r>
            <a:r>
              <a:rPr lang="en-IN" sz="2800" b="0" dirty="0">
                <a:solidFill>
                  <a:srgbClr val="002060"/>
                </a:solidFill>
                <a:latin typeface="+mj-lt"/>
              </a:rPr>
              <a:t>ence,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5807D0-AAE8-0073-7527-7E2B2D4DD347}"/>
                  </a:ext>
                </a:extLst>
              </p:cNvPr>
              <p:cNvSpPr txBox="1"/>
              <p:nvPr/>
            </p:nvSpPr>
            <p:spPr>
              <a:xfrm>
                <a:off x="8190699" y="2115294"/>
                <a:ext cx="389786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5807D0-AAE8-0073-7527-7E2B2D4DD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0699" y="2115294"/>
                <a:ext cx="389786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3EDDE43-6B6D-E6F6-61D6-C84924A80978}"/>
                  </a:ext>
                </a:extLst>
              </p:cNvPr>
              <p:cNvSpPr txBox="1"/>
              <p:nvPr/>
            </p:nvSpPr>
            <p:spPr>
              <a:xfrm>
                <a:off x="3890705" y="3326192"/>
                <a:ext cx="4503962" cy="7340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v</m:t>
                                      </m:r>
                                    </m:e>
                                    <m:sub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v</m:t>
                                      </m:r>
                                    </m:e>
                                    <m:sub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v</m:t>
                                      </m:r>
                                    </m:e>
                                    <m:sub>
                                      <m:r>
                                        <a:rPr lang="en-IN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3EDDE43-6B6D-E6F6-61D6-C84924A80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0705" y="3326192"/>
                <a:ext cx="4503962" cy="73404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7ABF13-12F6-B66F-050A-1FB54A8BDF4E}"/>
                  </a:ext>
                </a:extLst>
              </p:cNvPr>
              <p:cNvSpPr txBox="1"/>
              <p:nvPr/>
            </p:nvSpPr>
            <p:spPr>
              <a:xfrm>
                <a:off x="239488" y="947234"/>
                <a:ext cx="3073864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7ABF13-12F6-B66F-050A-1FB54A8BD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488" y="947234"/>
                <a:ext cx="3073864" cy="123174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CB11A6-0A99-D6D9-D236-B03B4198480B}"/>
                  </a:ext>
                </a:extLst>
              </p:cNvPr>
              <p:cNvSpPr txBox="1"/>
              <p:nvPr/>
            </p:nvSpPr>
            <p:spPr>
              <a:xfrm>
                <a:off x="3079868" y="933489"/>
                <a:ext cx="4293076" cy="12405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−7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CB11A6-0A99-D6D9-D236-B03B41984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868" y="933489"/>
                <a:ext cx="4293076" cy="12405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72FA86-BB89-E5C3-18E4-585C827E0A23}"/>
                  </a:ext>
                </a:extLst>
              </p:cNvPr>
              <p:cNvSpPr txBox="1"/>
              <p:nvPr/>
            </p:nvSpPr>
            <p:spPr>
              <a:xfrm>
                <a:off x="8190699" y="2849469"/>
                <a:ext cx="376723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72FA86-BB89-E5C3-18E4-585C827E0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0699" y="2849469"/>
                <a:ext cx="3767233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0B2376A-9E72-D407-02DB-C2702851BC8D}"/>
                  </a:ext>
                </a:extLst>
              </p:cNvPr>
              <p:cNvSpPr txBox="1"/>
              <p:nvPr/>
            </p:nvSpPr>
            <p:spPr>
              <a:xfrm>
                <a:off x="8190699" y="3583644"/>
                <a:ext cx="418252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−7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−5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0B2376A-9E72-D407-02DB-C2702851B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0699" y="3583644"/>
                <a:ext cx="4182529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96A524E-C78C-C476-FBC6-5845FF9DEFEC}"/>
              </a:ext>
            </a:extLst>
          </p:cNvPr>
          <p:cNvCxnSpPr>
            <a:cxnSpLocks/>
          </p:cNvCxnSpPr>
          <p:nvPr/>
        </p:nvCxnSpPr>
        <p:spPr>
          <a:xfrm>
            <a:off x="8083259" y="987056"/>
            <a:ext cx="0" cy="473663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CCA361CB-0930-A6B9-D8AF-A91E2E3EDFC4}"/>
              </a:ext>
            </a:extLst>
          </p:cNvPr>
          <p:cNvGrpSpPr/>
          <p:nvPr/>
        </p:nvGrpSpPr>
        <p:grpSpPr>
          <a:xfrm>
            <a:off x="6241915" y="5944624"/>
            <a:ext cx="6128424" cy="534448"/>
            <a:chOff x="6241915" y="5944624"/>
            <a:chExt cx="6128424" cy="5344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9237646-618D-8FDB-A9BB-143910CFDB0A}"/>
                    </a:ext>
                  </a:extLst>
                </p:cNvPr>
                <p:cNvSpPr txBox="1"/>
                <p:nvPr/>
              </p:nvSpPr>
              <p:spPr>
                <a:xfrm>
                  <a:off x="6241915" y="5944624"/>
                  <a:ext cx="612842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</a:t>
                  </a:r>
                  <a:endParaRPr lang="en-IN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9237646-618D-8FDB-A9BB-143910CFD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1915" y="5944624"/>
                  <a:ext cx="6128424" cy="523220"/>
                </a:xfrm>
                <a:prstGeom prst="rect">
                  <a:avLst/>
                </a:prstGeom>
                <a:blipFill>
                  <a:blip r:embed="rId14"/>
                  <a:stretch>
                    <a:fillRect t="-11628" b="-313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43350BF-E8B5-6174-4B64-EAD90B85A12A}"/>
                </a:ext>
              </a:extLst>
            </p:cNvPr>
            <p:cNvSpPr/>
            <p:nvPr/>
          </p:nvSpPr>
          <p:spPr>
            <a:xfrm>
              <a:off x="6241915" y="5955852"/>
              <a:ext cx="5859294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214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9" grpId="0"/>
      <p:bldP spid="3" grpId="0"/>
      <p:bldP spid="7" grpId="0"/>
      <p:bldP spid="8" grpId="0"/>
      <p:bldP spid="9" grpId="0"/>
      <p:bldP spid="10" grpId="0"/>
      <p:bldP spid="16" grpId="0"/>
      <p:bldP spid="13" grpId="0"/>
      <p:bldP spid="14" grpId="0"/>
      <p:bldP spid="17" grpId="0"/>
      <p:bldP spid="18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EB61A-2305-F879-1BF1-4DBE6E00B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DE226-2177-44B8-869E-4A9287A3C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Method-5</a:t>
            </a:r>
            <a:br>
              <a:rPr lang="en-US" dirty="0"/>
            </a:br>
            <a:r>
              <a:rPr lang="en-US" dirty="0"/>
              <a:t>Similarity</a:t>
            </a:r>
            <a:r>
              <a:rPr lang="en-IN" dirty="0"/>
              <a:t> of Matrices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2476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3D061-755E-0179-8E9D-C8BE05423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509CF-473A-FC82-B621-C0810F1F7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of Matrices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5D4610B5-8765-CB67-759D-14A88D92B8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1707" y="1008896"/>
                <a:ext cx="12040293" cy="4321861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are two square matrices of order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said to be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similar</a:t>
                </a:r>
                <a:r>
                  <a:rPr lang="en-US" sz="2800" dirty="0">
                    <a:solidFill>
                      <a:srgbClr val="00206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</a:t>
                </a:r>
                <a:br>
                  <a:rPr lang="en-US" sz="2800" dirty="0">
                    <a:solidFill>
                      <a:srgbClr val="002060"/>
                    </a:solidFill>
                  </a:rPr>
                </a:br>
                <a:r>
                  <a:rPr lang="en-US" sz="2800" dirty="0">
                    <a:solidFill>
                      <a:srgbClr val="002060"/>
                    </a:solidFill>
                  </a:rPr>
                  <a:t>if there exists a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non-singular</a:t>
                </a:r>
                <a:r>
                  <a:rPr lang="en-US" sz="2800" dirty="0">
                    <a:solidFill>
                      <a:srgbClr val="002060"/>
                    </a:solidFill>
                  </a:rPr>
                  <a:t>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AP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are two square matrices of order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said to be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orthogonally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similar</a:t>
                </a:r>
                <a:r>
                  <a:rPr lang="en-US" sz="2800" dirty="0">
                    <a:solidFill>
                      <a:srgbClr val="00206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if there exists an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orthogonal</a:t>
                </a:r>
                <a:r>
                  <a:rPr lang="en-US" sz="2800" dirty="0">
                    <a:solidFill>
                      <a:srgbClr val="002060"/>
                    </a:solidFill>
                  </a:rPr>
                  <a:t>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AP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orthogonal,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  <a:p>
                <a:pPr marL="273050" indent="0">
                  <a:lnSpc>
                    <a:spcPct val="150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So, </a:t>
                </a:r>
                <a14:m>
                  <m:oMath xmlns:m="http://schemas.openxmlformats.org/officeDocument/2006/math">
                    <m:r>
                      <a:rPr lang="en-IN" sz="28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𝐁</m:t>
                    </m:r>
                    <m:r>
                      <a:rPr lang="en-IN" sz="28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p>
                        <m:r>
                          <a:rPr lang="en-I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𝐀</m:t>
                    </m:r>
                    <m:sSup>
                      <m:sSup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p>
                        <m:r>
                          <a:rPr lang="en-IN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  <m:r>
                          <a:rPr lang="en-I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p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𝐓</m:t>
                        </m:r>
                      </m:sup>
                    </m:sSup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𝐀</m:t>
                    </m:r>
                    <m:sSup>
                      <m:sSup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p>
                        <m:r>
                          <a:rPr lang="en-IN" sz="28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5D4610B5-8765-CB67-759D-14A88D92B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07" y="1008896"/>
                <a:ext cx="12040293" cy="4321861"/>
              </a:xfrm>
              <a:prstGeom prst="rect">
                <a:avLst/>
              </a:prstGeom>
              <a:blipFill>
                <a:blip r:embed="rId2"/>
                <a:stretch>
                  <a:fillRect l="-962" r="-1013" b="-339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537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83611-8CCB-EDC1-C8D7-888A85002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138C4-E096-E1E0-5210-F2F44D1D1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Similarity of Matrices</a:t>
            </a:r>
            <a:endParaRPr lang="en-IN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78677069-FDFB-8366-A5D2-FFA289D0BE73}"/>
              </a:ext>
            </a:extLst>
          </p:cNvPr>
          <p:cNvSpPr txBox="1">
            <a:spLocks/>
          </p:cNvSpPr>
          <p:nvPr/>
        </p:nvSpPr>
        <p:spPr>
          <a:xfrm>
            <a:off x="151707" y="1008897"/>
            <a:ext cx="12040293" cy="20358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Similar matrices have the same </a:t>
            </a:r>
            <a:r>
              <a:rPr lang="en-US" sz="2800" b="1" dirty="0">
                <a:solidFill>
                  <a:srgbClr val="FF0000"/>
                </a:solidFill>
              </a:rPr>
              <a:t>trace, determinant, rank </a:t>
            </a:r>
            <a:r>
              <a:rPr lang="en-US" sz="2800" dirty="0">
                <a:solidFill>
                  <a:srgbClr val="002060"/>
                </a:solidFill>
              </a:rPr>
              <a:t>and</a:t>
            </a:r>
            <a:r>
              <a:rPr lang="en-US" sz="2800" b="1" dirty="0">
                <a:solidFill>
                  <a:srgbClr val="002060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nullity</a:t>
            </a:r>
            <a:r>
              <a:rPr lang="en-US" sz="2800" dirty="0">
                <a:solidFill>
                  <a:srgbClr val="002060"/>
                </a:solidFill>
              </a:rPr>
              <a:t>.</a:t>
            </a:r>
            <a:endParaRPr lang="en-IN" sz="2800" dirty="0">
              <a:solidFill>
                <a:srgbClr val="002060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Every </a:t>
            </a:r>
            <a:r>
              <a:rPr lang="en-US" sz="2800" b="1" dirty="0">
                <a:solidFill>
                  <a:srgbClr val="FF0000"/>
                </a:solidFill>
              </a:rPr>
              <a:t>real</a:t>
            </a:r>
            <a:r>
              <a:rPr lang="en-US" sz="2800" b="1" dirty="0">
                <a:solidFill>
                  <a:srgbClr val="002060"/>
                </a:solidFill>
              </a:rPr>
              <a:t> </a:t>
            </a:r>
            <a:r>
              <a:rPr lang="en-US" sz="2800" dirty="0">
                <a:solidFill>
                  <a:srgbClr val="002060"/>
                </a:solidFill>
              </a:rPr>
              <a:t>symmetric matrix is </a:t>
            </a:r>
            <a:r>
              <a:rPr lang="en-US" sz="2800" b="1" dirty="0">
                <a:solidFill>
                  <a:srgbClr val="FF0000"/>
                </a:solidFill>
              </a:rPr>
              <a:t>orthogonally similar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002060"/>
                </a:solidFill>
              </a:rPr>
              <a:t>to a diagonal matrix.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95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06763-151A-137E-C4E5-B563908C7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F712C-77C0-FDF2-540D-F7DBB6F96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Remarks: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9217552-3068-BA43-3563-DE812A0D0C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1707" y="836579"/>
                <a:ext cx="12040293" cy="546694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12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be a linear operator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are two different non-standard bases for the vector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  <a:p>
                <a:pPr marL="0" lvl="0" indent="534988" algn="l">
                  <a:lnSpc>
                    <a:spcPct val="112000"/>
                  </a:lnSpc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(1)  The matrices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are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similar</a:t>
                </a:r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  <a:p>
                <a:pPr marL="1701800" lvl="1" indent="-534988" algn="l">
                  <a:lnSpc>
                    <a:spcPct val="112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pPr marL="1701800" lvl="1" indent="-534988" algn="l">
                  <a:lnSpc>
                    <a:spcPct val="112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pPr marL="1701800" lvl="1" indent="-534988" algn="l">
                  <a:lnSpc>
                    <a:spcPct val="112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ρ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ρ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ρ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pPr marL="1701800" lvl="1" indent="-534988" algn="l">
                  <a:lnSpc>
                    <a:spcPct val="112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η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η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η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pPr marL="1166813" lvl="0" indent="-631825" algn="l">
                  <a:lnSpc>
                    <a:spcPct val="112000"/>
                  </a:lnSpc>
                  <a:buNone/>
                </a:pPr>
                <a:r>
                  <a:rPr lang="en-IN" sz="2800" dirty="0">
                    <a:solidFill>
                      <a:srgbClr val="002060"/>
                    </a:solidFill>
                  </a:rPr>
                  <a:t>(2)  Trace, determinant, rank and nullity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𝐓</m:t>
                            </m:r>
                          </m:e>
                        </m:d>
                      </m:e>
                      <m:sub>
                        <m:r>
                          <a:rPr lang="en-I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 </a:t>
                </a:r>
                <a:r>
                  <a:rPr lang="en-IN" sz="2800" dirty="0">
                    <a:solidFill>
                      <a:srgbClr val="002060"/>
                    </a:solidFill>
                  </a:rPr>
                  <a:t>does not depend on the choice of </a:t>
                </a:r>
                <a:r>
                  <a:rPr lang="en-IN" sz="2800" b="1" dirty="0">
                    <a:solidFill>
                      <a:srgbClr val="FF0000"/>
                    </a:solidFill>
                  </a:rPr>
                  <a:t>basis </a:t>
                </a:r>
                <a14:m>
                  <m:oMath xmlns:m="http://schemas.openxmlformats.org/officeDocument/2006/math"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 It depends only on the </a:t>
                </a:r>
                <a:r>
                  <a:rPr lang="en-IN" sz="2800" b="1" dirty="0">
                    <a:solidFill>
                      <a:srgbClr val="FF0000"/>
                    </a:solidFill>
                  </a:rPr>
                  <a:t>linear operator </a:t>
                </a:r>
                <a14:m>
                  <m:oMath xmlns:m="http://schemas.openxmlformats.org/officeDocument/2006/math">
                    <m:r>
                      <a:rPr lang="en-IN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𝐓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9217552-3068-BA43-3563-DE812A0D0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07" y="836579"/>
                <a:ext cx="12040293" cy="5466944"/>
              </a:xfrm>
              <a:prstGeom prst="rect">
                <a:avLst/>
              </a:prstGeom>
              <a:blipFill>
                <a:blip r:embed="rId2"/>
                <a:stretch>
                  <a:fillRect l="-962" r="-1671" b="-780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3606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22D6C-5F30-3715-A503-5F28534CA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E89FDCE-EFF8-3DF6-DE91-E3EAFC650CF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Method:5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Example:1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E89FDCE-EFF8-3DF6-DE91-E3EAFC650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B69817C2-97E0-E925-97BC-930FF5D7A82E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8C9128F-B992-14AC-ED55-4C07190BA952}"/>
              </a:ext>
            </a:extLst>
          </p:cNvPr>
          <p:cNvSpPr/>
          <p:nvPr/>
        </p:nvSpPr>
        <p:spPr>
          <a:xfrm>
            <a:off x="205273" y="85424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101F634-ECE8-C7A2-7522-D16E9C22DC4C}"/>
                  </a:ext>
                </a:extLst>
              </p:cNvPr>
              <p:cNvSpPr txBox="1"/>
              <p:nvPr/>
            </p:nvSpPr>
            <p:spPr>
              <a:xfrm>
                <a:off x="1763487" y="810209"/>
                <a:ext cx="10345519" cy="544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2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Prove that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similar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similar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similar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 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101F634-ECE8-C7A2-7522-D16E9C22D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487" y="810209"/>
                <a:ext cx="10345519" cy="544060"/>
              </a:xfrm>
              <a:prstGeom prst="rect">
                <a:avLst/>
              </a:prstGeom>
              <a:blipFill>
                <a:blip r:embed="rId3"/>
                <a:stretch>
                  <a:fillRect l="-1179" t="-7865" r="-1355" b="-31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09474C6-EA44-8F26-F0C3-3598F2327BF4}"/>
              </a:ext>
            </a:extLst>
          </p:cNvPr>
          <p:cNvSpPr/>
          <p:nvPr/>
        </p:nvSpPr>
        <p:spPr>
          <a:xfrm>
            <a:off x="205273" y="1845824"/>
            <a:ext cx="1440000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B31392-131E-AD9F-4F47-5E2817F80A7B}"/>
                  </a:ext>
                </a:extLst>
              </p:cNvPr>
              <p:cNvSpPr txBox="1"/>
              <p:nvPr/>
            </p:nvSpPr>
            <p:spPr>
              <a:xfrm>
                <a:off x="1775832" y="1800826"/>
                <a:ext cx="10416168" cy="963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Given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similar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, there exists a non-singular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AP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B31392-131E-AD9F-4F47-5E2817F80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832" y="1800826"/>
                <a:ext cx="10416168" cy="963854"/>
              </a:xfrm>
              <a:prstGeom prst="rect">
                <a:avLst/>
              </a:prstGeom>
              <a:blipFill>
                <a:blip r:embed="rId4"/>
                <a:stretch>
                  <a:fillRect l="-1170" t="-6289" r="-9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781194-1630-0418-B8ED-0093B8EA01F5}"/>
                  </a:ext>
                </a:extLst>
              </p:cNvPr>
              <p:cNvSpPr txBox="1"/>
              <p:nvPr/>
            </p:nvSpPr>
            <p:spPr>
              <a:xfrm>
                <a:off x="965346" y="3962371"/>
                <a:ext cx="33233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:r>
                  <a:rPr lang="en-IN" sz="280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BQ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781194-1630-0418-B8ED-0093B8EA0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346" y="3962371"/>
                <a:ext cx="3323307" cy="523220"/>
              </a:xfrm>
              <a:prstGeom prst="rect">
                <a:avLst/>
              </a:prstGeom>
              <a:blipFill>
                <a:blip r:embed="rId5"/>
                <a:stretch>
                  <a:fillRect l="-3663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FB2D5CD-894E-C0C3-C93D-2F7C20E4E0F6}"/>
              </a:ext>
            </a:extLst>
          </p:cNvPr>
          <p:cNvCxnSpPr>
            <a:cxnSpLocks/>
          </p:cNvCxnSpPr>
          <p:nvPr/>
        </p:nvCxnSpPr>
        <p:spPr>
          <a:xfrm>
            <a:off x="5412847" y="4103320"/>
            <a:ext cx="0" cy="232496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ight Arrow 3">
            <a:extLst>
              <a:ext uri="{FF2B5EF4-FFF2-40B4-BE49-F238E27FC236}">
                <a16:creationId xmlns:a16="http://schemas.microsoft.com/office/drawing/2014/main" id="{4E8EEC93-9057-C2A4-A17C-7358138319CA}"/>
              </a:ext>
            </a:extLst>
          </p:cNvPr>
          <p:cNvSpPr/>
          <p:nvPr/>
        </p:nvSpPr>
        <p:spPr>
          <a:xfrm flipV="1">
            <a:off x="1068496" y="2969177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FDEE4-570A-E905-66CA-94CC2E252009}"/>
                  </a:ext>
                </a:extLst>
              </p:cNvPr>
              <p:cNvSpPr txBox="1"/>
              <p:nvPr/>
            </p:nvSpPr>
            <p:spPr>
              <a:xfrm>
                <a:off x="1775832" y="2881599"/>
                <a:ext cx="9997880" cy="963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Also,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similar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, there exists a non-singular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BQ</m:t>
                    </m:r>
                    <m:r>
                      <a:rPr lang="en-I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FDEE4-570A-E905-66CA-94CC2E252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832" y="2881599"/>
                <a:ext cx="9997880" cy="963854"/>
              </a:xfrm>
              <a:prstGeom prst="rect">
                <a:avLst/>
              </a:prstGeom>
              <a:blipFill>
                <a:blip r:embed="rId6"/>
                <a:stretch>
                  <a:fillRect l="-1220" t="-69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0D4379C-1CE7-DAB0-C087-1FAE75B58780}"/>
                  </a:ext>
                </a:extLst>
              </p:cNvPr>
              <p:cNvSpPr txBox="1"/>
              <p:nvPr/>
            </p:nvSpPr>
            <p:spPr>
              <a:xfrm>
                <a:off x="1337850" y="4635707"/>
                <a:ext cx="33233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i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APQ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0D4379C-1CE7-DAB0-C087-1FAE75B58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7850" y="4635707"/>
                <a:ext cx="332330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E116E0-98FF-4329-A085-7DC884BAB751}"/>
                  </a:ext>
                </a:extLst>
              </p:cNvPr>
              <p:cNvSpPr txBox="1"/>
              <p:nvPr/>
            </p:nvSpPr>
            <p:spPr>
              <a:xfrm>
                <a:off x="2060633" y="5250679"/>
                <a:ext cx="31149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p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PQ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E116E0-98FF-4329-A085-7DC884BAB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633" y="5250679"/>
                <a:ext cx="311490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6DC7807-66A5-2BA7-5D77-E5864F7D6B92}"/>
                  </a:ext>
                </a:extLst>
              </p:cNvPr>
              <p:cNvSpPr txBox="1"/>
              <p:nvPr/>
            </p:nvSpPr>
            <p:spPr>
              <a:xfrm>
                <a:off x="2060632" y="5919813"/>
                <a:ext cx="27548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PQ</m:t>
                              </m:r>
                            </m:e>
                          </m:d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PQ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6DC7807-66A5-2BA7-5D77-E5864F7D6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632" y="5919813"/>
                <a:ext cx="275483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53825D7-E461-F858-4FE6-4B5D8D60FAEA}"/>
                  </a:ext>
                </a:extLst>
              </p:cNvPr>
              <p:cNvSpPr txBox="1"/>
              <p:nvPr/>
            </p:nvSpPr>
            <p:spPr>
              <a:xfrm>
                <a:off x="6422463" y="4012408"/>
                <a:ext cx="449978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            </m:t>
                      </m:r>
                      <m:d>
                        <m:d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∵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PQ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53825D7-E461-F858-4FE6-4B5D8D60F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463" y="4012408"/>
                <a:ext cx="4499781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B6ACED-26E2-052E-91F4-E816B0EB49E8}"/>
                  </a:ext>
                </a:extLst>
              </p:cNvPr>
              <p:cNvSpPr txBox="1"/>
              <p:nvPr/>
            </p:nvSpPr>
            <p:spPr>
              <a:xfrm>
                <a:off x="5741723" y="5250679"/>
                <a:ext cx="660781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 xmlns:m="http://schemas.openxmlformats.org/officeDocument/2006/math"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is similar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.       </a:t>
                </a:r>
                <a:r>
                  <a:rPr lang="en-IN" sz="280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(∵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IN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is non-singular)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B6ACED-26E2-052E-91F4-E816B0EB4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723" y="5250679"/>
                <a:ext cx="6607814" cy="523220"/>
              </a:xfrm>
              <a:prstGeom prst="rect">
                <a:avLst/>
              </a:prstGeom>
              <a:blipFill>
                <a:blip r:embed="rId11"/>
                <a:stretch>
                  <a:fillRect t="-12791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981EB07-524D-8189-75EC-C183681476E2}"/>
                  </a:ext>
                </a:extLst>
              </p:cNvPr>
              <p:cNvSpPr txBox="1"/>
              <p:nvPr/>
            </p:nvSpPr>
            <p:spPr>
              <a:xfrm>
                <a:off x="5726796" y="4627733"/>
                <a:ext cx="273907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981EB07-524D-8189-75EC-C18368147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796" y="4627733"/>
                <a:ext cx="2739078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6D74DEB-88F3-04C8-44E3-CC1078EB481B}"/>
              </a:ext>
            </a:extLst>
          </p:cNvPr>
          <p:cNvCxnSpPr>
            <a:cxnSpLocks/>
          </p:cNvCxnSpPr>
          <p:nvPr/>
        </p:nvCxnSpPr>
        <p:spPr>
          <a:xfrm>
            <a:off x="1892894" y="2764680"/>
            <a:ext cx="161879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7DBB6B3-7EAE-129C-99FD-ABAF59DEC31D}"/>
              </a:ext>
            </a:extLst>
          </p:cNvPr>
          <p:cNvGrpSpPr/>
          <p:nvPr/>
        </p:nvGrpSpPr>
        <p:grpSpPr>
          <a:xfrm>
            <a:off x="9117250" y="5878801"/>
            <a:ext cx="2896410" cy="605244"/>
            <a:chOff x="7512186" y="5873625"/>
            <a:chExt cx="2896410" cy="6052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8B94863-57D5-D3EB-F07C-A6C39C3856E2}"/>
                    </a:ext>
                  </a:extLst>
                </p:cNvPr>
                <p:cNvSpPr txBox="1"/>
                <p:nvPr/>
              </p:nvSpPr>
              <p:spPr>
                <a:xfrm>
                  <a:off x="7512186" y="5905066"/>
                  <a:ext cx="28964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PQ</m:t>
                                </m:r>
                              </m:e>
                            </m:d>
                          </m:e>
                          <m:sup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p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p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8B94863-57D5-D3EB-F07C-A6C39C3856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2186" y="5905066"/>
                  <a:ext cx="2896410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31C9748-547E-11D8-3288-B9759656D22E}"/>
                </a:ext>
              </a:extLst>
            </p:cNvPr>
            <p:cNvSpPr/>
            <p:nvPr/>
          </p:nvSpPr>
          <p:spPr>
            <a:xfrm>
              <a:off x="7547971" y="5873625"/>
              <a:ext cx="2860625" cy="6052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7280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3" grpId="0" animBg="1"/>
      <p:bldP spid="7" grpId="0"/>
      <p:bldP spid="8" grpId="0"/>
      <p:bldP spid="14" grpId="0"/>
      <p:bldP spid="16" grpId="0"/>
      <p:bldP spid="18" grpId="0"/>
      <p:bldP spid="19" grpId="0"/>
      <p:bldP spid="20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7AA8C-B9E2-B0A7-DB33-DE3F14D66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8A814E-ABEB-E5F4-6D02-82FFD9E8C36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Method:5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Example:2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8A814E-ABEB-E5F4-6D02-82FFD9E8C3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1C9618C-00A0-B6A5-64A9-3F47118D208E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89C8FF5-D3E6-7EFD-7DDA-D0649035A43B}"/>
              </a:ext>
            </a:extLst>
          </p:cNvPr>
          <p:cNvSpPr/>
          <p:nvPr/>
        </p:nvSpPr>
        <p:spPr>
          <a:xfrm>
            <a:off x="229836" y="1141252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2EB691-EB32-43CB-BFA4-02D64E4C8A81}"/>
                  </a:ext>
                </a:extLst>
              </p:cNvPr>
              <p:cNvSpPr txBox="1"/>
              <p:nvPr/>
            </p:nvSpPr>
            <p:spPr>
              <a:xfrm>
                <a:off x="1763487" y="712611"/>
                <a:ext cx="10345519" cy="16626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Show that the matrices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mr>
                          <m:mr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are not similar.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2EB691-EB32-43CB-BFA4-02D64E4C8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487" y="712611"/>
                <a:ext cx="10345519" cy="1662635"/>
              </a:xfrm>
              <a:prstGeom prst="rect">
                <a:avLst/>
              </a:prstGeom>
              <a:blipFill>
                <a:blip r:embed="rId3"/>
                <a:stretch>
                  <a:fillRect l="-1179" r="-1532" b="-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842D76E-9446-6738-0D10-DD31B92E6016}"/>
              </a:ext>
            </a:extLst>
          </p:cNvPr>
          <p:cNvSpPr/>
          <p:nvPr/>
        </p:nvSpPr>
        <p:spPr>
          <a:xfrm>
            <a:off x="205273" y="2597625"/>
            <a:ext cx="1440000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4EC1D2C-4A29-5DB2-EAA4-FC4851FAD1E0}"/>
                  </a:ext>
                </a:extLst>
              </p:cNvPr>
              <p:cNvSpPr/>
              <p:nvPr/>
            </p:nvSpPr>
            <p:spPr>
              <a:xfrm>
                <a:off x="1763488" y="3264618"/>
                <a:ext cx="4590158" cy="5217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b="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Here,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=3+2−3=</m:t>
                    </m:r>
                    <m:r>
                      <a:rPr lang="en-IN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4EC1D2C-4A29-5DB2-EAA4-FC4851FAD1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488" y="3264618"/>
                <a:ext cx="4590158" cy="521706"/>
              </a:xfrm>
              <a:prstGeom prst="rect">
                <a:avLst/>
              </a:prstGeom>
              <a:blipFill>
                <a:blip r:embed="rId4"/>
                <a:stretch>
                  <a:fillRect l="-2656" t="-12941" b="-3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42083E0-0858-EB31-1862-3EC79EE2212C}"/>
                  </a:ext>
                </a:extLst>
              </p:cNvPr>
              <p:cNvSpPr/>
              <p:nvPr/>
            </p:nvSpPr>
            <p:spPr>
              <a:xfrm>
                <a:off x="1763488" y="3928343"/>
                <a:ext cx="4590158" cy="5217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and  </a:t>
                </a:r>
                <a:r>
                  <a:rPr lang="en-IN" sz="2800" b="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=2+2−2=</m:t>
                    </m:r>
                    <m:r>
                      <a:rPr lang="en-IN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42083E0-0858-EB31-1862-3EC79EE221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488" y="3928343"/>
                <a:ext cx="4590158" cy="521706"/>
              </a:xfrm>
              <a:prstGeom prst="rect">
                <a:avLst/>
              </a:prstGeom>
              <a:blipFill>
                <a:blip r:embed="rId5"/>
                <a:stretch>
                  <a:fillRect l="-2656" t="-11628" b="-313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114A8AF-9A31-9ADE-585C-C03BC9C53464}"/>
                  </a:ext>
                </a:extLst>
              </p:cNvPr>
              <p:cNvSpPr/>
              <p:nvPr/>
            </p:nvSpPr>
            <p:spPr>
              <a:xfrm>
                <a:off x="1763487" y="4592068"/>
                <a:ext cx="2662598" cy="5217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tr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tr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114A8AF-9A31-9ADE-585C-C03BC9C534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487" y="4592068"/>
                <a:ext cx="2662598" cy="5217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021204AF-48C9-4AEC-EFA2-74349EE72923}"/>
              </a:ext>
            </a:extLst>
          </p:cNvPr>
          <p:cNvSpPr/>
          <p:nvPr/>
        </p:nvSpPr>
        <p:spPr>
          <a:xfrm>
            <a:off x="1763487" y="2552415"/>
            <a:ext cx="4929143" cy="52170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  <a:ea typeface="Cambria Math" panose="02040503050406030204" pitchFamily="18" charset="0"/>
              </a:rPr>
              <a:t>First, we check equality of </a:t>
            </a:r>
            <a:r>
              <a:rPr lang="en-IN" sz="2800" b="1" dirty="0">
                <a:solidFill>
                  <a:srgbClr val="FF0000"/>
                </a:solidFill>
                <a:ea typeface="Cambria Math" panose="02040503050406030204" pitchFamily="18" charset="0"/>
              </a:rPr>
              <a:t>trace</a:t>
            </a:r>
            <a:r>
              <a:rPr lang="en-IN" sz="2800" dirty="0">
                <a:solidFill>
                  <a:srgbClr val="002060"/>
                </a:solidFill>
                <a:ea typeface="Cambria Math" panose="02040503050406030204" pitchFamily="18" charset="0"/>
              </a:rPr>
              <a:t>.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7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" grpId="0"/>
      <p:bldP spid="7" grpId="0"/>
      <p:bldP spid="9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351B6-2A60-8DCB-8960-11090C5A1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39FF25D-6E9A-A853-A6FC-8BB0C91D1D5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Method:5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Example:2(Continue)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39FF25D-6E9A-A853-A6FC-8BB0C91D1D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4AE0D8-8F0C-CAAE-D701-842099478E70}"/>
                  </a:ext>
                </a:extLst>
              </p:cNvPr>
              <p:cNvSpPr txBox="1"/>
              <p:nvPr/>
            </p:nvSpPr>
            <p:spPr>
              <a:xfrm>
                <a:off x="204157" y="2966998"/>
                <a:ext cx="5038113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|"/>
                          <m:endChr m:val="|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IN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</m: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4AE0D8-8F0C-CAAE-D701-842099478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57" y="2966998"/>
                <a:ext cx="5038113" cy="12317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60CA3A-96C4-EB00-31B3-BDA09F89C4E1}"/>
                  </a:ext>
                </a:extLst>
              </p:cNvPr>
              <p:cNvSpPr txBox="1"/>
              <p:nvPr/>
            </p:nvSpPr>
            <p:spPr>
              <a:xfrm>
                <a:off x="1156994" y="4474909"/>
                <a:ext cx="4811682" cy="10549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0363" indent="-360363">
                  <a:lnSpc>
                    <a:spcPct val="113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−6+6</m:t>
                          </m:r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−18+18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−6+6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60CA3A-96C4-EB00-31B3-BDA09F89C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994" y="4474909"/>
                <a:ext cx="4811682" cy="10549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C171548-C945-6382-AD8C-4E6254113D3F}"/>
                  </a:ext>
                </a:extLst>
              </p:cNvPr>
              <p:cNvSpPr txBox="1"/>
              <p:nvPr/>
            </p:nvSpPr>
            <p:spPr>
              <a:xfrm>
                <a:off x="202124" y="5760855"/>
                <a:ext cx="31931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et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C171548-C945-6382-AD8C-4E6254113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124" y="5760855"/>
                <a:ext cx="319310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4BD86E-F0BF-2EE9-B808-24A50E4020EC}"/>
                  </a:ext>
                </a:extLst>
              </p:cNvPr>
              <p:cNvSpPr txBox="1"/>
              <p:nvPr/>
            </p:nvSpPr>
            <p:spPr>
              <a:xfrm>
                <a:off x="330741" y="1462918"/>
                <a:ext cx="3490958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4BD86E-F0BF-2EE9-B808-24A50E402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741" y="1462918"/>
                <a:ext cx="3490958" cy="12317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16EC2D-194C-4655-1E48-418D60580E4B}"/>
              </a:ext>
            </a:extLst>
          </p:cNvPr>
          <p:cNvCxnSpPr>
            <a:cxnSpLocks/>
          </p:cNvCxnSpPr>
          <p:nvPr/>
        </p:nvCxnSpPr>
        <p:spPr>
          <a:xfrm>
            <a:off x="6161875" y="1391875"/>
            <a:ext cx="0" cy="486301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44FBAC-1C41-07D9-948D-EC561847E099}"/>
                  </a:ext>
                </a:extLst>
              </p:cNvPr>
              <p:cNvSpPr txBox="1"/>
              <p:nvPr/>
            </p:nvSpPr>
            <p:spPr>
              <a:xfrm>
                <a:off x="6450995" y="2966998"/>
                <a:ext cx="5038113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|"/>
                          <m:endChr m:val="|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IN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44FBAC-1C41-07D9-948D-EC561847E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995" y="2966998"/>
                <a:ext cx="5038113" cy="12317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3F8C0E-7184-3450-DCA4-3421FEF28912}"/>
                  </a:ext>
                </a:extLst>
              </p:cNvPr>
              <p:cNvSpPr txBox="1"/>
              <p:nvPr/>
            </p:nvSpPr>
            <p:spPr>
              <a:xfrm>
                <a:off x="7395540" y="4514205"/>
                <a:ext cx="5000739" cy="10463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0363" indent="-360363">
                  <a:lnSpc>
                    <a:spcPct val="112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−4+15</m:t>
                          </m:r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−8+18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20−12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3F8C0E-7184-3450-DCA4-3421FEF28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540" y="4514205"/>
                <a:ext cx="5000739" cy="10463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13F9484-43AC-C2EA-DD17-E92C78EBA6DE}"/>
                  </a:ext>
                </a:extLst>
              </p:cNvPr>
              <p:cNvSpPr txBox="1"/>
              <p:nvPr/>
            </p:nvSpPr>
            <p:spPr>
              <a:xfrm>
                <a:off x="6450995" y="5739120"/>
                <a:ext cx="31931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et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13F9484-43AC-C2EA-DD17-E92C78EBA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995" y="5739120"/>
                <a:ext cx="319310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BF68B2C-EC13-B419-638A-192FADA90A40}"/>
                  </a:ext>
                </a:extLst>
              </p:cNvPr>
              <p:cNvSpPr txBox="1"/>
              <p:nvPr/>
            </p:nvSpPr>
            <p:spPr>
              <a:xfrm>
                <a:off x="6577579" y="1482372"/>
                <a:ext cx="3490958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IN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BF68B2C-EC13-B419-638A-192FADA90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579" y="1482372"/>
                <a:ext cx="3490958" cy="123174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78F869B-6F45-AE60-54E1-F121AED10369}"/>
              </a:ext>
            </a:extLst>
          </p:cNvPr>
          <p:cNvSpPr/>
          <p:nvPr/>
        </p:nvSpPr>
        <p:spPr>
          <a:xfrm>
            <a:off x="202124" y="761939"/>
            <a:ext cx="6923313" cy="52170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  <a:ea typeface="Cambria Math" panose="02040503050406030204" pitchFamily="18" charset="0"/>
              </a:rPr>
              <a:t>Now, we check equality of </a:t>
            </a:r>
            <a:r>
              <a:rPr lang="en-IN" sz="2800" b="1" dirty="0">
                <a:solidFill>
                  <a:srgbClr val="FF0000"/>
                </a:solidFill>
                <a:ea typeface="Cambria Math" panose="02040503050406030204" pitchFamily="18" charset="0"/>
              </a:rPr>
              <a:t>determinant</a:t>
            </a:r>
            <a:r>
              <a:rPr lang="en-IN" sz="2800" dirty="0">
                <a:solidFill>
                  <a:srgbClr val="002060"/>
                </a:solidFill>
                <a:ea typeface="Cambria Math" panose="02040503050406030204" pitchFamily="18" charset="0"/>
              </a:rPr>
              <a:t>.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94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3" grpId="0"/>
      <p:bldP spid="17" grpId="0"/>
      <p:bldP spid="18" grpId="0"/>
      <p:bldP spid="19" grpId="0"/>
      <p:bldP spid="20" grpId="0"/>
      <p:bldP spid="4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18887-AD41-DAD8-589C-7EBAE6BDE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FB9DDB-CC6C-1BA2-BFB0-AC94582B892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Method:5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Example:2(Continue)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FB9DDB-CC6C-1BA2-BFB0-AC94582B89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DB2D4626-BBEB-DBB0-33DC-0AA1715A5A8A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E1938C-24DE-C5ED-3596-446312B3690F}"/>
                  </a:ext>
                </a:extLst>
              </p:cNvPr>
              <p:cNvSpPr txBox="1"/>
              <p:nvPr/>
            </p:nvSpPr>
            <p:spPr>
              <a:xfrm>
                <a:off x="508619" y="1712949"/>
                <a:ext cx="3599072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</m: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E1938C-24DE-C5ED-3596-446312B36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19" y="1712949"/>
                <a:ext cx="3599072" cy="12317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AC77FE8-7633-DEE5-098A-DBAFD8B68B54}"/>
                  </a:ext>
                </a:extLst>
              </p:cNvPr>
              <p:cNvSpPr/>
              <p:nvPr/>
            </p:nvSpPr>
            <p:spPr>
              <a:xfrm>
                <a:off x="916263" y="3463073"/>
                <a:ext cx="1694448" cy="52170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sub>
                    </m:sSub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IN" sz="2800" b="1" i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,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AC77FE8-7633-DEE5-098A-DBAFD8B68B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263" y="3463073"/>
                <a:ext cx="1694448" cy="521706"/>
              </a:xfrm>
              <a:prstGeom prst="rect">
                <a:avLst/>
              </a:prstGeom>
              <a:blipFill>
                <a:blip r:embed="rId4"/>
                <a:stretch>
                  <a:fillRect t="-16279" r="-7194" b="-27907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7E24099-1B3E-670B-FF94-A7E18F28F2F1}"/>
                  </a:ext>
                </a:extLst>
              </p:cNvPr>
              <p:cNvSpPr/>
              <p:nvPr/>
            </p:nvSpPr>
            <p:spPr>
              <a:xfrm>
                <a:off x="2514679" y="3485223"/>
                <a:ext cx="1694448" cy="52170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𝟏𝟑</m:t>
                          </m:r>
                        </m:sub>
                      </m:sSub>
                      <m:d>
                        <m:dPr>
                          <m:ctrlP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IN" sz="28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7E24099-1B3E-670B-FF94-A7E18F28F2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79" y="3485223"/>
                <a:ext cx="1694448" cy="5217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D131F76-29D9-F576-C1D9-5C5937A0A07C}"/>
                  </a:ext>
                </a:extLst>
              </p:cNvPr>
              <p:cNvSpPr txBox="1"/>
              <p:nvPr/>
            </p:nvSpPr>
            <p:spPr>
              <a:xfrm>
                <a:off x="1111733" y="4165974"/>
                <a:ext cx="1796837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D131F76-29D9-F576-C1D9-5C5937A0A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733" y="4165974"/>
                <a:ext cx="1796837" cy="1231747"/>
              </a:xfrm>
              <a:prstGeom prst="rect">
                <a:avLst/>
              </a:prstGeom>
              <a:blipFill>
                <a:blip r:embed="rId6"/>
                <a:stretch>
                  <a:fillRect r="-3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67FDF86-5441-D7C3-B4A0-F46DE0C32339}"/>
                  </a:ext>
                </a:extLst>
              </p:cNvPr>
              <p:cNvSpPr/>
              <p:nvPr/>
            </p:nvSpPr>
            <p:spPr>
              <a:xfrm>
                <a:off x="587483" y="4418144"/>
                <a:ext cx="524250" cy="711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67FDF86-5441-D7C3-B4A0-F46DE0C323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83" y="4418144"/>
                <a:ext cx="524250" cy="71120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022AD6BA-4691-BE7F-24D4-32BF9D874C3B}"/>
              </a:ext>
            </a:extLst>
          </p:cNvPr>
          <p:cNvSpPr/>
          <p:nvPr/>
        </p:nvSpPr>
        <p:spPr>
          <a:xfrm>
            <a:off x="6096000" y="1712949"/>
            <a:ext cx="5365406" cy="52170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There are </a:t>
            </a:r>
            <a:r>
              <a:rPr lang="en-IN" sz="2800" b="1" dirty="0">
                <a:solidFill>
                  <a:srgbClr val="FF0000"/>
                </a:solidFill>
                <a:latin typeface="+mj-lt"/>
              </a:rPr>
              <a:t>one</a:t>
            </a:r>
            <a:r>
              <a:rPr lang="en-IN" sz="2800" dirty="0">
                <a:solidFill>
                  <a:srgbClr val="002060"/>
                </a:solidFill>
              </a:rPr>
              <a:t> non-zero row in row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CCF1C34-C593-FAA2-5BEE-A9B55B59507C}"/>
                  </a:ext>
                </a:extLst>
              </p:cNvPr>
              <p:cNvSpPr/>
              <p:nvPr/>
            </p:nvSpPr>
            <p:spPr>
              <a:xfrm>
                <a:off x="6221115" y="3030800"/>
                <a:ext cx="2006280" cy="5217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ρ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CCF1C34-C593-FAA2-5BEE-A9B55B5950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115" y="3030800"/>
                <a:ext cx="2006280" cy="52170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315D9189-B045-2A23-A811-01F7237E6ADA}"/>
              </a:ext>
            </a:extLst>
          </p:cNvPr>
          <p:cNvSpPr/>
          <p:nvPr/>
        </p:nvSpPr>
        <p:spPr>
          <a:xfrm>
            <a:off x="6133811" y="2285334"/>
            <a:ext cx="2180888" cy="52170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echelon form,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C49389-FA20-8637-94C7-B6E0F9BBAD0D}"/>
              </a:ext>
            </a:extLst>
          </p:cNvPr>
          <p:cNvSpPr/>
          <p:nvPr/>
        </p:nvSpPr>
        <p:spPr>
          <a:xfrm>
            <a:off x="6275802" y="3061999"/>
            <a:ext cx="1984179" cy="5184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5653CFF-0514-05E7-0AB4-2F6937CA18BF}"/>
              </a:ext>
            </a:extLst>
          </p:cNvPr>
          <p:cNvCxnSpPr>
            <a:cxnSpLocks/>
          </p:cNvCxnSpPr>
          <p:nvPr/>
        </p:nvCxnSpPr>
        <p:spPr>
          <a:xfrm>
            <a:off x="5354481" y="1506244"/>
            <a:ext cx="0" cy="39126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14316A53-87F2-7F34-7A8E-A4B86CFAF6DD}"/>
              </a:ext>
            </a:extLst>
          </p:cNvPr>
          <p:cNvSpPr/>
          <p:nvPr/>
        </p:nvSpPr>
        <p:spPr>
          <a:xfrm>
            <a:off x="205273" y="841053"/>
            <a:ext cx="5235638" cy="52170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  <a:ea typeface="Cambria Math" panose="02040503050406030204" pitchFamily="18" charset="0"/>
              </a:rPr>
              <a:t>Now, we check equality of </a:t>
            </a:r>
            <a:r>
              <a:rPr lang="en-IN" sz="2800" b="1" dirty="0">
                <a:solidFill>
                  <a:srgbClr val="FF0000"/>
                </a:solidFill>
                <a:ea typeface="Cambria Math" panose="02040503050406030204" pitchFamily="18" charset="0"/>
              </a:rPr>
              <a:t>rank</a:t>
            </a:r>
            <a:r>
              <a:rPr lang="en-IN" sz="2800" dirty="0">
                <a:solidFill>
                  <a:srgbClr val="002060"/>
                </a:solidFill>
                <a:ea typeface="Cambria Math" panose="02040503050406030204" pitchFamily="18" charset="0"/>
              </a:rPr>
              <a:t>.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04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5" grpId="0"/>
      <p:bldP spid="17" grpId="0"/>
      <p:bldP spid="22" grpId="0"/>
      <p:bldP spid="25" grpId="0"/>
      <p:bldP spid="26" grpId="0"/>
      <p:bldP spid="27" grpId="0"/>
      <p:bldP spid="28" grpId="0" animBg="1"/>
      <p:bldP spid="3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2C513-95E3-659F-DB38-166613976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69C5BBD-B011-7995-40B6-7D3715B7FCA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Method:5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Example:2(Continue)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69C5BBD-B011-7995-40B6-7D3715B7FC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6F79C375-036E-2345-13A5-6BBBA7CD0C61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8D5D77-8622-7EAF-F823-AC2AB744D6BA}"/>
                  </a:ext>
                </a:extLst>
              </p:cNvPr>
              <p:cNvSpPr txBox="1"/>
              <p:nvPr/>
            </p:nvSpPr>
            <p:spPr>
              <a:xfrm>
                <a:off x="321191" y="1314303"/>
                <a:ext cx="3332181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8D5D77-8622-7EAF-F823-AC2AB744D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91" y="1314303"/>
                <a:ext cx="3332181" cy="12317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97EEA3A-6D2D-0CB1-751A-F536A042AF58}"/>
                  </a:ext>
                </a:extLst>
              </p:cNvPr>
              <p:cNvSpPr/>
              <p:nvPr/>
            </p:nvSpPr>
            <p:spPr>
              <a:xfrm>
                <a:off x="629665" y="2673287"/>
                <a:ext cx="1694448" cy="52170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sub>
                    </m:sSub>
                    <m:d>
                      <m:d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IN" sz="2800" b="1" i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,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97EEA3A-6D2D-0CB1-751A-F536A042AF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65" y="2673287"/>
                <a:ext cx="1694448" cy="521706"/>
              </a:xfrm>
              <a:prstGeom prst="rect">
                <a:avLst/>
              </a:prstGeom>
              <a:blipFill>
                <a:blip r:embed="rId4"/>
                <a:stretch>
                  <a:fillRect t="-16471" r="-7194" b="-28235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2A22883-8729-D8EC-DD75-E7F70D7C9140}"/>
                  </a:ext>
                </a:extLst>
              </p:cNvPr>
              <p:cNvSpPr/>
              <p:nvPr/>
            </p:nvSpPr>
            <p:spPr>
              <a:xfrm>
                <a:off x="2168153" y="2695437"/>
                <a:ext cx="1694448" cy="52170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I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𝟏𝟑</m:t>
                          </m:r>
                        </m:sub>
                      </m:sSub>
                      <m:d>
                        <m:dPr>
                          <m:ctrlP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</m:oMath>
                  </m:oMathPara>
                </a14:m>
                <a:endParaRPr lang="en-IN" sz="28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2A22883-8729-D8EC-DD75-E7F70D7C91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153" y="2695437"/>
                <a:ext cx="1694448" cy="5217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A000802-21A2-9C52-7E18-585A8D9221CD}"/>
                  </a:ext>
                </a:extLst>
              </p:cNvPr>
              <p:cNvSpPr txBox="1"/>
              <p:nvPr/>
            </p:nvSpPr>
            <p:spPr>
              <a:xfrm>
                <a:off x="1048994" y="3336891"/>
                <a:ext cx="2550238" cy="1268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</m:mr>
                          </m: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A000802-21A2-9C52-7E18-585A8D922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994" y="3336891"/>
                <a:ext cx="2550238" cy="12689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495D74F-2F04-364E-F9F5-CC7C2B3D8C74}"/>
                  </a:ext>
                </a:extLst>
              </p:cNvPr>
              <p:cNvSpPr/>
              <p:nvPr/>
            </p:nvSpPr>
            <p:spPr>
              <a:xfrm>
                <a:off x="574944" y="3589061"/>
                <a:ext cx="524250" cy="711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495D74F-2F04-364E-F9F5-CC7C2B3D8C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44" y="3589061"/>
                <a:ext cx="524250" cy="71120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BC646A4B-13F3-0F9C-CB9B-9D7B2250918A}"/>
              </a:ext>
            </a:extLst>
          </p:cNvPr>
          <p:cNvSpPr/>
          <p:nvPr/>
        </p:nvSpPr>
        <p:spPr>
          <a:xfrm>
            <a:off x="149154" y="751899"/>
            <a:ext cx="4007919" cy="52170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To find rank of matrix B :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B0B2C6-0545-F47B-464A-EC7D330D6765}"/>
              </a:ext>
            </a:extLst>
          </p:cNvPr>
          <p:cNvSpPr/>
          <p:nvPr/>
        </p:nvSpPr>
        <p:spPr>
          <a:xfrm>
            <a:off x="5396213" y="1281994"/>
            <a:ext cx="5365406" cy="52170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There are </a:t>
            </a:r>
            <a:r>
              <a:rPr lang="en-IN" sz="2800" b="1" dirty="0">
                <a:solidFill>
                  <a:srgbClr val="FF0000"/>
                </a:solidFill>
                <a:latin typeface="+mj-lt"/>
              </a:rPr>
              <a:t>two</a:t>
            </a:r>
            <a:r>
              <a:rPr lang="en-IN" sz="2800" dirty="0">
                <a:solidFill>
                  <a:srgbClr val="002060"/>
                </a:solidFill>
              </a:rPr>
              <a:t> non-zero rows in row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615284B-D19F-E6E3-F5CD-27B58E63EAFA}"/>
                  </a:ext>
                </a:extLst>
              </p:cNvPr>
              <p:cNvSpPr/>
              <p:nvPr/>
            </p:nvSpPr>
            <p:spPr>
              <a:xfrm>
                <a:off x="5608632" y="2636293"/>
                <a:ext cx="1951562" cy="5217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ρ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615284B-D19F-E6E3-F5CD-27B58E63EA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632" y="2636293"/>
                <a:ext cx="1951562" cy="52170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ACED912B-DCCB-AA16-526F-BED2D6ECD3B4}"/>
              </a:ext>
            </a:extLst>
          </p:cNvPr>
          <p:cNvSpPr/>
          <p:nvPr/>
        </p:nvSpPr>
        <p:spPr>
          <a:xfrm>
            <a:off x="5434024" y="1854379"/>
            <a:ext cx="2180888" cy="52170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echelon form,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AEA5AC-4BEC-50BC-93BB-9DA3195AEEE6}"/>
              </a:ext>
            </a:extLst>
          </p:cNvPr>
          <p:cNvSpPr/>
          <p:nvPr/>
        </p:nvSpPr>
        <p:spPr>
          <a:xfrm>
            <a:off x="5576015" y="2631044"/>
            <a:ext cx="1984179" cy="5184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99CB2AE-D5DF-5071-5DCA-4C0B09C74505}"/>
              </a:ext>
            </a:extLst>
          </p:cNvPr>
          <p:cNvCxnSpPr>
            <a:cxnSpLocks/>
          </p:cNvCxnSpPr>
          <p:nvPr/>
        </p:nvCxnSpPr>
        <p:spPr>
          <a:xfrm>
            <a:off x="4955646" y="1322244"/>
            <a:ext cx="0" cy="51563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14C6008-DFFB-1F05-8961-A4C66E0C1DC9}"/>
                  </a:ext>
                </a:extLst>
              </p:cNvPr>
              <p:cNvSpPr txBox="1"/>
              <p:nvPr/>
            </p:nvSpPr>
            <p:spPr>
              <a:xfrm>
                <a:off x="1048994" y="5350205"/>
                <a:ext cx="2550238" cy="1268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14C6008-DFFB-1F05-8961-A4C66E0C1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994" y="5350205"/>
                <a:ext cx="2550238" cy="12689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CA195A9-6E32-FE95-E54F-35C3D25DF917}"/>
                  </a:ext>
                </a:extLst>
              </p:cNvPr>
              <p:cNvSpPr/>
              <p:nvPr/>
            </p:nvSpPr>
            <p:spPr>
              <a:xfrm>
                <a:off x="574944" y="5602375"/>
                <a:ext cx="524250" cy="711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CA195A9-6E32-FE95-E54F-35C3D25DF9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44" y="5602375"/>
                <a:ext cx="524250" cy="71120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0B53FD4D-BF32-E2BE-091E-CF015E727BF6}"/>
                  </a:ext>
                </a:extLst>
              </p:cNvPr>
              <p:cNvSpPr/>
              <p:nvPr/>
            </p:nvSpPr>
            <p:spPr>
              <a:xfrm>
                <a:off x="427847" y="4742970"/>
                <a:ext cx="1694448" cy="52170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I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d>
                      <m:dPr>
                        <m:ctrlPr>
                          <a:rPr lang="en-I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IN" sz="2800" b="1" i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0B53FD4D-BF32-E2BE-091E-CF015E727B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47" y="4742970"/>
                <a:ext cx="1694448" cy="52170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ight Arrow 3">
            <a:extLst>
              <a:ext uri="{FF2B5EF4-FFF2-40B4-BE49-F238E27FC236}">
                <a16:creationId xmlns:a16="http://schemas.microsoft.com/office/drawing/2014/main" id="{DE9923B6-D211-73AC-ED7A-B2E26FB8CF5B}"/>
              </a:ext>
            </a:extLst>
          </p:cNvPr>
          <p:cNvSpPr/>
          <p:nvPr/>
        </p:nvSpPr>
        <p:spPr>
          <a:xfrm flipV="1">
            <a:off x="5396213" y="3708530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E505163-6EDF-738A-BC31-FB382C1BEBE6}"/>
                  </a:ext>
                </a:extLst>
              </p:cNvPr>
              <p:cNvSpPr/>
              <p:nvPr/>
            </p:nvSpPr>
            <p:spPr>
              <a:xfrm>
                <a:off x="5396213" y="4433128"/>
                <a:ext cx="5365406" cy="5217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Hence,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 and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 are not similar.</a:t>
                </a: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E505163-6EDF-738A-BC31-FB382C1BEB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213" y="4433128"/>
                <a:ext cx="5365406" cy="521706"/>
              </a:xfrm>
              <a:prstGeom prst="rect">
                <a:avLst/>
              </a:prstGeom>
              <a:blipFill>
                <a:blip r:embed="rId12"/>
                <a:stretch>
                  <a:fillRect l="-2273" t="-11628" b="-313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78701264-AC0C-CCB5-6DB7-58ABC54AD4B8}"/>
                  </a:ext>
                </a:extLst>
              </p:cNvPr>
              <p:cNvSpPr/>
              <p:nvPr/>
            </p:nvSpPr>
            <p:spPr>
              <a:xfrm>
                <a:off x="5972990" y="3614143"/>
                <a:ext cx="2337879" cy="46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ρ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ρ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78701264-AC0C-CCB5-6DB7-58ABC54AD4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2990" y="3614143"/>
                <a:ext cx="2337879" cy="468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8136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5" grpId="0"/>
      <p:bldP spid="17" grpId="0"/>
      <p:bldP spid="22" grpId="0"/>
      <p:bldP spid="24" grpId="0"/>
      <p:bldP spid="25" grpId="0"/>
      <p:bldP spid="26" grpId="0"/>
      <p:bldP spid="27" grpId="0"/>
      <p:bldP spid="28" grpId="0" animBg="1"/>
      <p:bldP spid="34" grpId="0"/>
      <p:bldP spid="37" grpId="0"/>
      <p:bldP spid="38" grpId="0"/>
      <p:bldP spid="41" grpId="0" animBg="1"/>
      <p:bldP spid="44" grpId="0"/>
      <p:bldP spid="45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D0428-CC26-E018-5FE6-53916F72E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0B3F336-B3E4-3F61-846F-312511CAD92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Method:5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0B3F336-B3E4-3F61-846F-312511CAD9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EDA04264-C39C-3BE3-B95A-B565A0560684}"/>
              </a:ext>
            </a:extLst>
          </p:cNvPr>
          <p:cNvSpPr txBox="1">
            <a:spLocks/>
          </p:cNvSpPr>
          <p:nvPr/>
        </p:nvSpPr>
        <p:spPr>
          <a:xfrm>
            <a:off x="205273" y="800163"/>
            <a:ext cx="1558214" cy="5220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IN" sz="2800" b="1" dirty="0">
              <a:solidFill>
                <a:schemeClr val="tx2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0950425-2675-DF96-933A-54839B1096AB}"/>
              </a:ext>
            </a:extLst>
          </p:cNvPr>
          <p:cNvSpPr/>
          <p:nvPr/>
        </p:nvSpPr>
        <p:spPr>
          <a:xfrm>
            <a:off x="205273" y="908484"/>
            <a:ext cx="1450657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A6DA5D7-CA39-E3E2-D33B-4312C57B291E}"/>
                  </a:ext>
                </a:extLst>
              </p:cNvPr>
              <p:cNvSpPr txBox="1"/>
              <p:nvPr/>
            </p:nvSpPr>
            <p:spPr>
              <a:xfrm>
                <a:off x="1788050" y="800163"/>
                <a:ext cx="10345519" cy="2240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be a linear operator defined by </a:t>
                </a:r>
                <a:endParaRPr lang="en-IN" sz="28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+7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 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the standard basis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1, 0, 0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1, 1, 0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1, 1, 1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Verify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</m:d>
                              </m:e>
                              <m:sub>
                                <m:sSub>
                                  <m:sSubPr>
                                    <m:ctrlPr>
                                      <a:rPr lang="en-I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I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A6DA5D7-CA39-E3E2-D33B-4312C57B2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050" y="800163"/>
                <a:ext cx="10345519" cy="2240422"/>
              </a:xfrm>
              <a:prstGeom prst="rect">
                <a:avLst/>
              </a:prstGeom>
              <a:blipFill>
                <a:blip r:embed="rId3"/>
                <a:stretch>
                  <a:fillRect l="-1179" t="-272" r="-1061" b="-48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9025A3C-118F-A065-F17F-64393020EC2F}"/>
              </a:ext>
            </a:extLst>
          </p:cNvPr>
          <p:cNvSpPr/>
          <p:nvPr/>
        </p:nvSpPr>
        <p:spPr>
          <a:xfrm>
            <a:off x="205273" y="3082101"/>
            <a:ext cx="1440000" cy="468000"/>
          </a:xfrm>
          <a:prstGeom prst="roundRect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A61E11-C537-8F49-F2EE-4E1C1AD77FED}"/>
                  </a:ext>
                </a:extLst>
              </p:cNvPr>
              <p:cNvSpPr txBox="1"/>
              <p:nvPr/>
            </p:nvSpPr>
            <p:spPr>
              <a:xfrm>
                <a:off x="1846481" y="3040585"/>
                <a:ext cx="28662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(1,0,0)</m:t>
                    </m: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A61E11-C537-8F49-F2EE-4E1C1AD77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481" y="3040585"/>
                <a:ext cx="2866261" cy="523220"/>
              </a:xfrm>
              <a:prstGeom prst="rect">
                <a:avLst/>
              </a:prstGeom>
              <a:blipFill>
                <a:blip r:embed="rId4"/>
                <a:stretch>
                  <a:fillRect l="-4468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24CF38-8067-003F-2A63-8932A594F94E}"/>
                  </a:ext>
                </a:extLst>
              </p:cNvPr>
              <p:cNvSpPr txBox="1"/>
              <p:nvPr/>
            </p:nvSpPr>
            <p:spPr>
              <a:xfrm>
                <a:off x="1846480" y="3636479"/>
                <a:ext cx="72488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0,0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(1+2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−0, 0, 1+7(0)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24CF38-8067-003F-2A63-8932A594F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480" y="3636479"/>
                <a:ext cx="72488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C401F2A-C635-F580-41FA-C72825B5B856}"/>
                  </a:ext>
                </a:extLst>
              </p:cNvPr>
              <p:cNvSpPr txBox="1"/>
              <p:nvPr/>
            </p:nvSpPr>
            <p:spPr>
              <a:xfrm>
                <a:off x="8961181" y="3615836"/>
                <a:ext cx="22373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=(1,0,1)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C401F2A-C635-F580-41FA-C72825B5B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1181" y="3615836"/>
                <a:ext cx="223736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46DF2E0-83C8-C636-024F-4617D5D5B893}"/>
                  </a:ext>
                </a:extLst>
              </p:cNvPr>
              <p:cNvSpPr txBox="1"/>
              <p:nvPr/>
            </p:nvSpPr>
            <p:spPr>
              <a:xfrm>
                <a:off x="1846481" y="4232373"/>
                <a:ext cx="28662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(0,1,0)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46DF2E0-83C8-C636-024F-4617D5D5B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481" y="4232373"/>
                <a:ext cx="286626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F802601-6D70-1A4A-0F89-A82A1A387299}"/>
                  </a:ext>
                </a:extLst>
              </p:cNvPr>
              <p:cNvSpPr txBox="1"/>
              <p:nvPr/>
            </p:nvSpPr>
            <p:spPr>
              <a:xfrm>
                <a:off x="1846480" y="4850830"/>
                <a:ext cx="758935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1,0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(0+2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−0, −1, 0+7(0)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F802601-6D70-1A4A-0F89-A82A1A387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480" y="4850830"/>
                <a:ext cx="758935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FF5071C-BAAD-D8F1-4574-7C38C46AD890}"/>
                  </a:ext>
                </a:extLst>
              </p:cNvPr>
              <p:cNvSpPr txBox="1"/>
              <p:nvPr/>
            </p:nvSpPr>
            <p:spPr>
              <a:xfrm>
                <a:off x="9233557" y="4830187"/>
                <a:ext cx="22373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=(2,−1,0)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FF5071C-BAAD-D8F1-4574-7C38C46AD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3557" y="4830187"/>
                <a:ext cx="223736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638C295-8DCC-0A55-A96E-3E3C781B1A7A}"/>
                  </a:ext>
                </a:extLst>
              </p:cNvPr>
              <p:cNvSpPr txBox="1"/>
              <p:nvPr/>
            </p:nvSpPr>
            <p:spPr>
              <a:xfrm>
                <a:off x="1763487" y="5467367"/>
                <a:ext cx="28662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(0,1,0)</m:t>
                    </m: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638C295-8DCC-0A55-A96E-3E3C781B1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487" y="5467367"/>
                <a:ext cx="2866261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043F3A7-2B74-5628-402B-249A5DF41285}"/>
                  </a:ext>
                </a:extLst>
              </p:cNvPr>
              <p:cNvSpPr txBox="1"/>
              <p:nvPr/>
            </p:nvSpPr>
            <p:spPr>
              <a:xfrm>
                <a:off x="1846480" y="6057837"/>
                <a:ext cx="758935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0,1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(0+2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−1, 0, 0+7(1)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043F3A7-2B74-5628-402B-249A5DF41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480" y="6057837"/>
                <a:ext cx="758935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96B2111-219C-BFA1-F71D-9700D0AEA3B0}"/>
                  </a:ext>
                </a:extLst>
              </p:cNvPr>
              <p:cNvSpPr txBox="1"/>
              <p:nvPr/>
            </p:nvSpPr>
            <p:spPr>
              <a:xfrm>
                <a:off x="9048730" y="6037194"/>
                <a:ext cx="22373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=(−1,0,7)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96B2111-219C-BFA1-F71D-9700D0AEA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30" y="6037194"/>
                <a:ext cx="2237361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ight Arrow 3">
            <a:extLst>
              <a:ext uri="{FF2B5EF4-FFF2-40B4-BE49-F238E27FC236}">
                <a16:creationId xmlns:a16="http://schemas.microsoft.com/office/drawing/2014/main" id="{A7FD7E53-55A1-7BCC-2CCC-F53252511E90}"/>
              </a:ext>
            </a:extLst>
          </p:cNvPr>
          <p:cNvSpPr/>
          <p:nvPr/>
        </p:nvSpPr>
        <p:spPr>
          <a:xfrm flipV="1">
            <a:off x="1068496" y="5588104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37" name="Right Arrow 3">
            <a:extLst>
              <a:ext uri="{FF2B5EF4-FFF2-40B4-BE49-F238E27FC236}">
                <a16:creationId xmlns:a16="http://schemas.microsoft.com/office/drawing/2014/main" id="{F8FA73EF-54F6-3EA5-3C03-8D63E5AA7169}"/>
              </a:ext>
            </a:extLst>
          </p:cNvPr>
          <p:cNvSpPr/>
          <p:nvPr/>
        </p:nvSpPr>
        <p:spPr>
          <a:xfrm flipV="1">
            <a:off x="1079153" y="4328547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788C9B0-E18E-BCBF-B6DE-105CD726E505}"/>
              </a:ext>
            </a:extLst>
          </p:cNvPr>
          <p:cNvCxnSpPr>
            <a:cxnSpLocks/>
          </p:cNvCxnSpPr>
          <p:nvPr/>
        </p:nvCxnSpPr>
        <p:spPr>
          <a:xfrm>
            <a:off x="8673073" y="1898918"/>
            <a:ext cx="330167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298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6" grpId="0"/>
      <p:bldP spid="18" grpId="0"/>
      <p:bldP spid="19" grpId="0"/>
      <p:bldP spid="31" grpId="0"/>
      <p:bldP spid="32" grpId="0"/>
      <p:bldP spid="33" grpId="0"/>
      <p:bldP spid="36" grpId="0" animBg="1"/>
      <p:bldP spid="37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AD0B0-1AAD-1220-C7F4-FB04E4530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BE2DC1A-BEBD-F7BD-116F-637FD31B03E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Method:5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BE2DC1A-BEBD-F7BD-116F-637FD31B03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34C6F29B-9CF6-12B2-FDBD-07072705C3BC}"/>
              </a:ext>
            </a:extLst>
          </p:cNvPr>
          <p:cNvGrpSpPr/>
          <p:nvPr/>
        </p:nvGrpSpPr>
        <p:grpSpPr>
          <a:xfrm>
            <a:off x="9482319" y="5980619"/>
            <a:ext cx="2579980" cy="523220"/>
            <a:chOff x="666908" y="3671577"/>
            <a:chExt cx="4070461" cy="52322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0988424-1CD9-4116-5AF1-897F283B5890}"/>
                </a:ext>
              </a:extLst>
            </p:cNvPr>
            <p:cNvSpPr/>
            <p:nvPr/>
          </p:nvSpPr>
          <p:spPr>
            <a:xfrm>
              <a:off x="666908" y="3671577"/>
              <a:ext cx="4070461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46E9ACC-76CD-2DF2-124F-966DC766C718}"/>
                    </a:ext>
                  </a:extLst>
                </p:cNvPr>
                <p:cNvSpPr txBox="1"/>
                <p:nvPr/>
              </p:nvSpPr>
              <p:spPr>
                <a:xfrm>
                  <a:off x="666908" y="3671577"/>
                  <a:ext cx="407046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(1,0,1)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46E9ACC-76CD-2DF2-124F-966DC766C7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908" y="3671577"/>
                  <a:ext cx="4070461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CC61C98-7475-9D03-E88B-990CFEF2D72E}"/>
              </a:ext>
            </a:extLst>
          </p:cNvPr>
          <p:cNvGrpSpPr/>
          <p:nvPr/>
        </p:nvGrpSpPr>
        <p:grpSpPr>
          <a:xfrm>
            <a:off x="9270115" y="5980619"/>
            <a:ext cx="3101797" cy="523220"/>
            <a:chOff x="3536476" y="5546104"/>
            <a:chExt cx="2149532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71F8067-57AC-FC07-B9F6-4F4E13E1D869}"/>
                    </a:ext>
                  </a:extLst>
                </p:cNvPr>
                <p:cNvSpPr txBox="1"/>
                <p:nvPr/>
              </p:nvSpPr>
              <p:spPr>
                <a:xfrm>
                  <a:off x="3536476" y="5546104"/>
                  <a:ext cx="214953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(−1,0,7)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71F8067-57AC-FC07-B9F6-4F4E13E1D8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6476" y="5546104"/>
                  <a:ext cx="2149532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0A93A98-5706-5D34-2EFA-E4687F18E946}"/>
                </a:ext>
              </a:extLst>
            </p:cNvPr>
            <p:cNvSpPr/>
            <p:nvPr/>
          </p:nvSpPr>
          <p:spPr>
            <a:xfrm>
              <a:off x="3536476" y="5546104"/>
              <a:ext cx="1930469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785A804-D577-739B-E1E5-4E3B306059ED}"/>
              </a:ext>
            </a:extLst>
          </p:cNvPr>
          <p:cNvGrpSpPr/>
          <p:nvPr/>
        </p:nvGrpSpPr>
        <p:grpSpPr>
          <a:xfrm>
            <a:off x="8998612" y="5942617"/>
            <a:ext cx="3063687" cy="561222"/>
            <a:chOff x="7463380" y="2316466"/>
            <a:chExt cx="4540637" cy="5612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87D29095-C68E-B62C-F865-E915ADB9261F}"/>
                    </a:ext>
                  </a:extLst>
                </p:cNvPr>
                <p:cNvSpPr txBox="1"/>
                <p:nvPr/>
              </p:nvSpPr>
              <p:spPr>
                <a:xfrm>
                  <a:off x="7651362" y="2316466"/>
                  <a:ext cx="427787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(2,−1,0)</m:t>
                        </m:r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87D29095-C68E-B62C-F865-E915ADB926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1362" y="2316466"/>
                  <a:ext cx="4277877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CB3F83E-DCAF-F9E2-5EF1-E6ABC3BAF7AD}"/>
                </a:ext>
              </a:extLst>
            </p:cNvPr>
            <p:cNvSpPr/>
            <p:nvPr/>
          </p:nvSpPr>
          <p:spPr>
            <a:xfrm>
              <a:off x="7463380" y="2354468"/>
              <a:ext cx="4540637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D2470CD-52E9-B952-FCA4-C7E527753E3D}"/>
                  </a:ext>
                </a:extLst>
              </p:cNvPr>
              <p:cNvSpPr txBox="1"/>
              <p:nvPr/>
            </p:nvSpPr>
            <p:spPr>
              <a:xfrm>
                <a:off x="6725118" y="928046"/>
                <a:ext cx="51394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D2470CD-52E9-B952-FCA4-C7E527753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118" y="928046"/>
                <a:ext cx="513940" cy="20313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Left Bracket 23">
            <a:extLst>
              <a:ext uri="{FF2B5EF4-FFF2-40B4-BE49-F238E27FC236}">
                <a16:creationId xmlns:a16="http://schemas.microsoft.com/office/drawing/2014/main" id="{B1CD2F31-2D9B-D1E2-68F8-E470104AA0CD}"/>
              </a:ext>
            </a:extLst>
          </p:cNvPr>
          <p:cNvSpPr/>
          <p:nvPr/>
        </p:nvSpPr>
        <p:spPr>
          <a:xfrm>
            <a:off x="6586148" y="1035902"/>
            <a:ext cx="145913" cy="1918657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68DB7AE-8ADB-DF74-871D-9A480CA446CD}"/>
                  </a:ext>
                </a:extLst>
              </p:cNvPr>
              <p:cNvSpPr txBox="1"/>
              <p:nvPr/>
            </p:nvSpPr>
            <p:spPr>
              <a:xfrm>
                <a:off x="7201429" y="928046"/>
                <a:ext cx="51394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2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0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68DB7AE-8ADB-DF74-871D-9A480CA446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429" y="928046"/>
                <a:ext cx="513940" cy="2031325"/>
              </a:xfrm>
              <a:prstGeom prst="rect">
                <a:avLst/>
              </a:prstGeom>
              <a:blipFill>
                <a:blip r:embed="rId7"/>
                <a:stretch>
                  <a:fillRect r="-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Left Bracket 25">
            <a:extLst>
              <a:ext uri="{FF2B5EF4-FFF2-40B4-BE49-F238E27FC236}">
                <a16:creationId xmlns:a16="http://schemas.microsoft.com/office/drawing/2014/main" id="{936157BE-9B4E-218B-85FD-895A3434D15D}"/>
              </a:ext>
            </a:extLst>
          </p:cNvPr>
          <p:cNvSpPr/>
          <p:nvPr/>
        </p:nvSpPr>
        <p:spPr>
          <a:xfrm flipH="1">
            <a:off x="8559850" y="1035902"/>
            <a:ext cx="150261" cy="1918657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921E56C-0136-2FFF-9E20-D430A3A9791D}"/>
                  </a:ext>
                </a:extLst>
              </p:cNvPr>
              <p:cNvSpPr txBox="1"/>
              <p:nvPr/>
            </p:nvSpPr>
            <p:spPr>
              <a:xfrm>
                <a:off x="8792995" y="2762612"/>
                <a:ext cx="14964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IN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921E56C-0136-2FFF-9E20-D430A3A97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995" y="2762612"/>
                <a:ext cx="149649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09A7417-2672-CA84-693C-98765F2632A5}"/>
                  </a:ext>
                </a:extLst>
              </p:cNvPr>
              <p:cNvSpPr txBox="1"/>
              <p:nvPr/>
            </p:nvSpPr>
            <p:spPr>
              <a:xfrm>
                <a:off x="7899382" y="928046"/>
                <a:ext cx="51394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IN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7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09A7417-2672-CA84-693C-98765F263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382" y="928046"/>
                <a:ext cx="513940" cy="2031325"/>
              </a:xfrm>
              <a:prstGeom prst="rect">
                <a:avLst/>
              </a:prstGeom>
              <a:blipFill>
                <a:blip r:embed="rId9"/>
                <a:stretch>
                  <a:fillRect r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ight Arrow 3">
            <a:extLst>
              <a:ext uri="{FF2B5EF4-FFF2-40B4-BE49-F238E27FC236}">
                <a16:creationId xmlns:a16="http://schemas.microsoft.com/office/drawing/2014/main" id="{7E8648E8-6437-2F6E-33E3-AF615FD3DDA2}"/>
              </a:ext>
            </a:extLst>
          </p:cNvPr>
          <p:cNvSpPr/>
          <p:nvPr/>
        </p:nvSpPr>
        <p:spPr>
          <a:xfrm flipV="1">
            <a:off x="239413" y="172261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7FCAD7A-5083-F1DB-AEFA-95AAF92A46CF}"/>
                  </a:ext>
                </a:extLst>
              </p:cNvPr>
              <p:cNvSpPr txBox="1"/>
              <p:nvPr/>
            </p:nvSpPr>
            <p:spPr>
              <a:xfrm>
                <a:off x="5149713" y="1663600"/>
                <a:ext cx="1348363" cy="560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7FCAD7A-5083-F1DB-AEFA-95AAF92A4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9713" y="1663600"/>
                <a:ext cx="1348363" cy="56021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890AE4F-A30E-8ACD-5066-AD3D0ACAA20E}"/>
                  </a:ext>
                </a:extLst>
              </p:cNvPr>
              <p:cNvSpPr txBox="1"/>
              <p:nvPr/>
            </p:nvSpPr>
            <p:spPr>
              <a:xfrm>
                <a:off x="900147" y="1663600"/>
                <a:ext cx="428469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Thus, the matrix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IN" sz="2800" dirty="0">
                    <a:solidFill>
                      <a:srgbClr val="002060"/>
                    </a:solidFill>
                  </a:rPr>
                  <a:t> w.r.t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890AE4F-A30E-8ACD-5066-AD3D0ACAA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147" y="1663600"/>
                <a:ext cx="4284695" cy="523220"/>
              </a:xfrm>
              <a:prstGeom prst="rect">
                <a:avLst/>
              </a:prstGeom>
              <a:blipFill>
                <a:blip r:embed="rId11"/>
                <a:stretch>
                  <a:fillRect l="-2987" t="-12791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A420837-15F9-5EBE-E66C-FFB19CA782FB}"/>
                  </a:ext>
                </a:extLst>
              </p:cNvPr>
              <p:cNvSpPr txBox="1"/>
              <p:nvPr/>
            </p:nvSpPr>
            <p:spPr>
              <a:xfrm>
                <a:off x="3926267" y="3496100"/>
                <a:ext cx="5038113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et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</m:e>
                            <m:sub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b="0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b="0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</m:m>
                          <m: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A420837-15F9-5EBE-E66C-FFB19CA78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267" y="3496100"/>
                <a:ext cx="5038113" cy="123174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10387DD-CB22-B5AE-A11E-D7284B239FDF}"/>
                  </a:ext>
                </a:extLst>
              </p:cNvPr>
              <p:cNvSpPr txBox="1"/>
              <p:nvPr/>
            </p:nvSpPr>
            <p:spPr>
              <a:xfrm>
                <a:off x="6024959" y="5060295"/>
                <a:ext cx="594730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−7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−0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−0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10387DD-CB22-B5AE-A11E-D7284B239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4959" y="5060295"/>
                <a:ext cx="5947306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1DB89B0-7024-41A1-81A6-0CE39837C854}"/>
                  </a:ext>
                </a:extLst>
              </p:cNvPr>
              <p:cNvSpPr txBox="1"/>
              <p:nvPr/>
            </p:nvSpPr>
            <p:spPr>
              <a:xfrm>
                <a:off x="3926267" y="5781269"/>
                <a:ext cx="3193109" cy="5910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et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</m:e>
                            <m:sub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=−8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1DB89B0-7024-41A1-81A6-0CE39837C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267" y="5781269"/>
                <a:ext cx="3193109" cy="59105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09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 animBg="1"/>
      <p:bldP spid="25" grpId="0"/>
      <p:bldP spid="26" grpId="0" animBg="1"/>
      <p:bldP spid="27" grpId="0"/>
      <p:bldP spid="28" grpId="0"/>
      <p:bldP spid="29" grpId="0" animBg="1"/>
      <p:bldP spid="30" grpId="0"/>
      <p:bldP spid="34" grpId="0"/>
      <p:bldP spid="40" grpId="0"/>
      <p:bldP spid="42" grpId="0"/>
      <p:bldP spid="46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58EFF-1C07-FED6-B0E9-84FA6EFF3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A9D2F56-E4F3-986D-F736-81990B0B0AA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Method:5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A9D2F56-E4F3-986D-F736-81990B0B0A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522180-ED06-83D0-E7E9-8346419B1EE6}"/>
                  </a:ext>
                </a:extLst>
              </p:cNvPr>
              <p:cNvSpPr txBox="1"/>
              <p:nvPr/>
            </p:nvSpPr>
            <p:spPr>
              <a:xfrm>
                <a:off x="823068" y="788676"/>
                <a:ext cx="10345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Express the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as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522180-ED06-83D0-E7E9-8346419B1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068" y="788676"/>
                <a:ext cx="10345519" cy="523220"/>
              </a:xfrm>
              <a:prstGeom prst="rect">
                <a:avLst/>
              </a:prstGeom>
              <a:blipFill>
                <a:blip r:embed="rId3"/>
                <a:stretch>
                  <a:fillRect l="-1179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580CE5-846E-8031-A5FA-7B726168C9C2}"/>
                  </a:ext>
                </a:extLst>
              </p:cNvPr>
              <p:cNvSpPr txBox="1"/>
              <p:nvPr/>
            </p:nvSpPr>
            <p:spPr>
              <a:xfrm>
                <a:off x="474201" y="1974290"/>
                <a:ext cx="556667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580CE5-846E-8031-A5FA-7B726168C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01" y="1974290"/>
                <a:ext cx="556667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F54937-C781-DD4E-BF42-FC37C5387CE4}"/>
                  </a:ext>
                </a:extLst>
              </p:cNvPr>
              <p:cNvSpPr txBox="1"/>
              <p:nvPr/>
            </p:nvSpPr>
            <p:spPr>
              <a:xfrm>
                <a:off x="823068" y="1350808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F54937-C781-DD4E-BF42-FC37C5387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068" y="1350808"/>
                <a:ext cx="612842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41475A8A-D008-137D-FEE1-98E83B9DBF94}"/>
              </a:ext>
            </a:extLst>
          </p:cNvPr>
          <p:cNvGrpSpPr/>
          <p:nvPr/>
        </p:nvGrpSpPr>
        <p:grpSpPr>
          <a:xfrm>
            <a:off x="6383250" y="5903732"/>
            <a:ext cx="5750385" cy="523220"/>
            <a:chOff x="-39690" y="3249198"/>
            <a:chExt cx="5905105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E42C941-B87F-DDB3-8D66-9AB3AE19B092}"/>
                    </a:ext>
                  </a:extLst>
                </p:cNvPr>
                <p:cNvSpPr txBox="1"/>
                <p:nvPr/>
              </p:nvSpPr>
              <p:spPr>
                <a:xfrm>
                  <a:off x="-39690" y="3249198"/>
                  <a:ext cx="590510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+7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E42C941-B87F-DDB3-8D66-9AB3AE19B0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9690" y="3249198"/>
                  <a:ext cx="5905105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51C97A5-103E-4EB5-CEBB-6F17A621223A}"/>
                </a:ext>
              </a:extLst>
            </p:cNvPr>
            <p:cNvSpPr/>
            <p:nvPr/>
          </p:nvSpPr>
          <p:spPr>
            <a:xfrm>
              <a:off x="-39690" y="3249198"/>
              <a:ext cx="5828451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A3F36D-3952-1880-9938-4CF1AA3202B5}"/>
                  </a:ext>
                </a:extLst>
              </p:cNvPr>
              <p:cNvSpPr txBox="1"/>
              <p:nvPr/>
            </p:nvSpPr>
            <p:spPr>
              <a:xfrm>
                <a:off x="474201" y="2674717"/>
                <a:ext cx="92393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1, 0, 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A3F36D-3952-1880-9938-4CF1AA320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01" y="2674717"/>
                <a:ext cx="923939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983DA4C-B9BB-5093-736E-7D1EC458D8EF}"/>
              </a:ext>
            </a:extLst>
          </p:cNvPr>
          <p:cNvSpPr txBox="1"/>
          <p:nvPr/>
        </p:nvSpPr>
        <p:spPr>
          <a:xfrm>
            <a:off x="823068" y="3345558"/>
            <a:ext cx="5641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Equating corresponding components,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F515B1B-2D20-C36E-ADFA-9E1663B09561}"/>
                  </a:ext>
                </a:extLst>
              </p:cNvPr>
              <p:cNvSpPr txBox="1"/>
              <p:nvPr/>
            </p:nvSpPr>
            <p:spPr>
              <a:xfrm>
                <a:off x="6653923" y="3926524"/>
                <a:ext cx="16214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F515B1B-2D20-C36E-ADFA-9E1663B09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3923" y="3926524"/>
                <a:ext cx="162144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17B835-A913-3B05-26E8-6B617A68C67E}"/>
                  </a:ext>
                </a:extLst>
              </p:cNvPr>
              <p:cNvSpPr txBox="1"/>
              <p:nvPr/>
            </p:nvSpPr>
            <p:spPr>
              <a:xfrm>
                <a:off x="4246652" y="3926524"/>
                <a:ext cx="208605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17B835-A913-3B05-26E8-6B617A68C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6652" y="3926524"/>
                <a:ext cx="208605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E6EBDD6-6221-33F5-5A38-5C2928F0E530}"/>
                  </a:ext>
                </a:extLst>
              </p:cNvPr>
              <p:cNvSpPr txBox="1"/>
              <p:nvPr/>
            </p:nvSpPr>
            <p:spPr>
              <a:xfrm>
                <a:off x="823068" y="3933412"/>
                <a:ext cx="298044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E6EBDD6-6221-33F5-5A38-5C2928F0E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068" y="3933412"/>
                <a:ext cx="2980447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93B09C70-DDDF-2B39-BB90-E1654F85D2C1}"/>
              </a:ext>
            </a:extLst>
          </p:cNvPr>
          <p:cNvSpPr txBox="1"/>
          <p:nvPr/>
        </p:nvSpPr>
        <p:spPr>
          <a:xfrm>
            <a:off x="823068" y="4521265"/>
            <a:ext cx="3680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these equations,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06DE697-F715-8D9B-2D6A-319EFAC1A2BF}"/>
                  </a:ext>
                </a:extLst>
              </p:cNvPr>
              <p:cNvSpPr txBox="1"/>
              <p:nvPr/>
            </p:nvSpPr>
            <p:spPr>
              <a:xfrm>
                <a:off x="823068" y="5134840"/>
                <a:ext cx="53539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:r>
                  <a:rPr lang="en-IN" sz="2800" dirty="0">
                    <a:solidFill>
                      <a:srgbClr val="002060"/>
                    </a:solidFill>
                  </a:rPr>
                  <a:t>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=−1,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06DE697-F715-8D9B-2D6A-319EFAC1A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068" y="5134840"/>
                <a:ext cx="5353991" cy="523220"/>
              </a:xfrm>
              <a:prstGeom prst="rect">
                <a:avLst/>
              </a:prstGeom>
              <a:blipFill>
                <a:blip r:embed="rId11"/>
                <a:stretch>
                  <a:fillRect l="-2278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Arrow 3">
            <a:extLst>
              <a:ext uri="{FF2B5EF4-FFF2-40B4-BE49-F238E27FC236}">
                <a16:creationId xmlns:a16="http://schemas.microsoft.com/office/drawing/2014/main" id="{47108FE0-69FD-169A-7447-C88678810DBE}"/>
              </a:ext>
            </a:extLst>
          </p:cNvPr>
          <p:cNvSpPr/>
          <p:nvPr/>
        </p:nvSpPr>
        <p:spPr>
          <a:xfrm flipV="1">
            <a:off x="103221" y="8640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29" name="Right Arrow 3">
            <a:extLst>
              <a:ext uri="{FF2B5EF4-FFF2-40B4-BE49-F238E27FC236}">
                <a16:creationId xmlns:a16="http://schemas.microsoft.com/office/drawing/2014/main" id="{3AF79D6E-238E-B0AD-40FC-2A58C2646C24}"/>
              </a:ext>
            </a:extLst>
          </p:cNvPr>
          <p:cNvSpPr/>
          <p:nvPr/>
        </p:nvSpPr>
        <p:spPr>
          <a:xfrm flipV="1">
            <a:off x="103220" y="34201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30" name="Right Arrow 3">
            <a:extLst>
              <a:ext uri="{FF2B5EF4-FFF2-40B4-BE49-F238E27FC236}">
                <a16:creationId xmlns:a16="http://schemas.microsoft.com/office/drawing/2014/main" id="{1B739D09-CA4F-A7B5-B58A-E126AF7389A4}"/>
              </a:ext>
            </a:extLst>
          </p:cNvPr>
          <p:cNvSpPr/>
          <p:nvPr/>
        </p:nvSpPr>
        <p:spPr>
          <a:xfrm flipV="1">
            <a:off x="103219" y="455960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AD62268-5773-A9FB-4E5D-938F3AFE7A4F}"/>
                  </a:ext>
                </a:extLst>
              </p:cNvPr>
              <p:cNvSpPr txBox="1"/>
              <p:nvPr/>
            </p:nvSpPr>
            <p:spPr>
              <a:xfrm>
                <a:off x="107281" y="5787327"/>
                <a:ext cx="467736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AD62268-5773-A9FB-4E5D-938F3AFE7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81" y="5787327"/>
                <a:ext cx="4677366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A36DBC-90C7-0A9C-A586-A1E9BF0CF2B1}"/>
                  </a:ext>
                </a:extLst>
              </p:cNvPr>
              <p:cNvSpPr txBox="1"/>
              <p:nvPr/>
            </p:nvSpPr>
            <p:spPr>
              <a:xfrm>
                <a:off x="6951492" y="100062"/>
                <a:ext cx="518214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b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IN" sz="28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I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28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d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I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d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I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N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A36DBC-90C7-0A9C-A586-A1E9BF0CF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492" y="100062"/>
                <a:ext cx="5182143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9683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8" grpId="0"/>
      <p:bldP spid="22" grpId="0"/>
      <p:bldP spid="26" grpId="0"/>
      <p:bldP spid="27" grpId="0" animBg="1"/>
      <p:bldP spid="29" grpId="0" animBg="1"/>
      <p:bldP spid="30" grpId="0" animBg="1"/>
      <p:bldP spid="33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02B51-8DAC-E823-B99D-D62B669E9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96B2B58-908E-E6BF-7AB3-A9AE94CBF8F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Method:5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96B2B58-908E-E6BF-7AB3-A9AE94CBF8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8B06D9-FDAC-13C4-FCB2-2D6183E60BFB}"/>
                  </a:ext>
                </a:extLst>
              </p:cNvPr>
              <p:cNvSpPr txBox="1"/>
              <p:nvPr/>
            </p:nvSpPr>
            <p:spPr>
              <a:xfrm>
                <a:off x="813340" y="788676"/>
                <a:ext cx="10345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Express the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as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8B06D9-FDAC-13C4-FCB2-2D6183E60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40" y="788676"/>
                <a:ext cx="10345519" cy="523220"/>
              </a:xfrm>
              <a:prstGeom prst="rect">
                <a:avLst/>
              </a:prstGeom>
              <a:blipFill>
                <a:blip r:embed="rId3"/>
                <a:stretch>
                  <a:fillRect l="-1178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947D59-5F8D-6541-4829-FD42B99B9AAF}"/>
                  </a:ext>
                </a:extLst>
              </p:cNvPr>
              <p:cNvSpPr txBox="1"/>
              <p:nvPr/>
            </p:nvSpPr>
            <p:spPr>
              <a:xfrm>
                <a:off x="464473" y="1996419"/>
                <a:ext cx="92393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947D59-5F8D-6541-4829-FD42B99B9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73" y="1996419"/>
                <a:ext cx="923939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1A543C-EE9B-E41F-F30F-CACC7F41FA88}"/>
                  </a:ext>
                </a:extLst>
              </p:cNvPr>
              <p:cNvSpPr txBox="1"/>
              <p:nvPr/>
            </p:nvSpPr>
            <p:spPr>
              <a:xfrm>
                <a:off x="813340" y="1350808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1A543C-EE9B-E41F-F30F-CACC7F41F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40" y="1350808"/>
                <a:ext cx="612842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C439CEFE-8B1C-1DD5-9E73-998691CAEA9A}"/>
              </a:ext>
            </a:extLst>
          </p:cNvPr>
          <p:cNvGrpSpPr/>
          <p:nvPr/>
        </p:nvGrpSpPr>
        <p:grpSpPr>
          <a:xfrm>
            <a:off x="6383250" y="5903732"/>
            <a:ext cx="5750385" cy="523220"/>
            <a:chOff x="-39690" y="3249198"/>
            <a:chExt cx="5905105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BBCC569-B6C2-5C44-343B-B1D549F1DACF}"/>
                    </a:ext>
                  </a:extLst>
                </p:cNvPr>
                <p:cNvSpPr txBox="1"/>
                <p:nvPr/>
              </p:nvSpPr>
              <p:spPr>
                <a:xfrm>
                  <a:off x="-39690" y="3249198"/>
                  <a:ext cx="590510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+7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BBCC569-B6C2-5C44-343B-B1D549F1DA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9690" y="3249198"/>
                  <a:ext cx="5905105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95B1E71-9CDB-7832-AA15-43A6EFC313E0}"/>
                </a:ext>
              </a:extLst>
            </p:cNvPr>
            <p:cNvSpPr/>
            <p:nvPr/>
          </p:nvSpPr>
          <p:spPr>
            <a:xfrm>
              <a:off x="-39690" y="3249198"/>
              <a:ext cx="5828451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F0B3BCD-3CA7-EFB4-35C8-761CCEF7F5AE}"/>
                  </a:ext>
                </a:extLst>
              </p:cNvPr>
              <p:cNvSpPr txBox="1"/>
              <p:nvPr/>
            </p:nvSpPr>
            <p:spPr>
              <a:xfrm>
                <a:off x="464473" y="2674717"/>
                <a:ext cx="92393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1, 0, 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F0B3BCD-3CA7-EFB4-35C8-761CCEF7F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73" y="2674717"/>
                <a:ext cx="923939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C711650-39F3-3EC6-EF30-737FCF80B741}"/>
              </a:ext>
            </a:extLst>
          </p:cNvPr>
          <p:cNvSpPr txBox="1"/>
          <p:nvPr/>
        </p:nvSpPr>
        <p:spPr>
          <a:xfrm>
            <a:off x="813340" y="3345558"/>
            <a:ext cx="5641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Equating corresponding components,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F883761-F7BD-90E2-FD91-2FFE686D94B6}"/>
                  </a:ext>
                </a:extLst>
              </p:cNvPr>
              <p:cNvSpPr txBox="1"/>
              <p:nvPr/>
            </p:nvSpPr>
            <p:spPr>
              <a:xfrm>
                <a:off x="7091668" y="3926524"/>
                <a:ext cx="16214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F883761-F7BD-90E2-FD91-2FFE686D9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668" y="3926524"/>
                <a:ext cx="162144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38F0EF-517F-CEE5-BF43-DDA464067E55}"/>
                  </a:ext>
                </a:extLst>
              </p:cNvPr>
              <p:cNvSpPr txBox="1"/>
              <p:nvPr/>
            </p:nvSpPr>
            <p:spPr>
              <a:xfrm>
                <a:off x="4236923" y="3926524"/>
                <a:ext cx="240727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=−1,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38F0EF-517F-CEE5-BF43-DDA464067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923" y="3926524"/>
                <a:ext cx="240727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7EBC63-B43A-5BB0-E07F-C0B89AA66232}"/>
                  </a:ext>
                </a:extLst>
              </p:cNvPr>
              <p:cNvSpPr txBox="1"/>
              <p:nvPr/>
            </p:nvSpPr>
            <p:spPr>
              <a:xfrm>
                <a:off x="813340" y="3933412"/>
                <a:ext cx="30971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7EBC63-B43A-5BB0-E07F-C0B89AA66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40" y="3933412"/>
                <a:ext cx="309717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1346FD49-1FC1-0D8D-9171-C874672C7091}"/>
              </a:ext>
            </a:extLst>
          </p:cNvPr>
          <p:cNvSpPr txBox="1"/>
          <p:nvPr/>
        </p:nvSpPr>
        <p:spPr>
          <a:xfrm>
            <a:off x="813340" y="4521265"/>
            <a:ext cx="3680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these equations,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E4B76BD-3E1E-4903-1507-23AEA7903BBA}"/>
                  </a:ext>
                </a:extLst>
              </p:cNvPr>
              <p:cNvSpPr txBox="1"/>
              <p:nvPr/>
            </p:nvSpPr>
            <p:spPr>
              <a:xfrm>
                <a:off x="813340" y="5134840"/>
                <a:ext cx="53539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:r>
                  <a:rPr lang="en-IN" sz="2800" dirty="0">
                    <a:solidFill>
                      <a:srgbClr val="002060"/>
                    </a:solidFill>
                  </a:rPr>
                  <a:t>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=4,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=−2,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E4B76BD-3E1E-4903-1507-23AEA7903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40" y="5134840"/>
                <a:ext cx="5353991" cy="523220"/>
              </a:xfrm>
              <a:prstGeom prst="rect">
                <a:avLst/>
              </a:prstGeom>
              <a:blipFill>
                <a:blip r:embed="rId11"/>
                <a:stretch>
                  <a:fillRect l="-2275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Arrow 3">
            <a:extLst>
              <a:ext uri="{FF2B5EF4-FFF2-40B4-BE49-F238E27FC236}">
                <a16:creationId xmlns:a16="http://schemas.microsoft.com/office/drawing/2014/main" id="{C1FA4645-5DCC-054F-17D1-4AA803F4B015}"/>
              </a:ext>
            </a:extLst>
          </p:cNvPr>
          <p:cNvSpPr/>
          <p:nvPr/>
        </p:nvSpPr>
        <p:spPr>
          <a:xfrm flipV="1">
            <a:off x="93493" y="8640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29" name="Right Arrow 3">
            <a:extLst>
              <a:ext uri="{FF2B5EF4-FFF2-40B4-BE49-F238E27FC236}">
                <a16:creationId xmlns:a16="http://schemas.microsoft.com/office/drawing/2014/main" id="{E78DDA59-63D1-13D3-F349-0BE6F0D06D22}"/>
              </a:ext>
            </a:extLst>
          </p:cNvPr>
          <p:cNvSpPr/>
          <p:nvPr/>
        </p:nvSpPr>
        <p:spPr>
          <a:xfrm flipV="1">
            <a:off x="93492" y="34201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30" name="Right Arrow 3">
            <a:extLst>
              <a:ext uri="{FF2B5EF4-FFF2-40B4-BE49-F238E27FC236}">
                <a16:creationId xmlns:a16="http://schemas.microsoft.com/office/drawing/2014/main" id="{CD78F3EA-5411-D06D-CE4F-0123E02D46F5}"/>
              </a:ext>
            </a:extLst>
          </p:cNvPr>
          <p:cNvSpPr/>
          <p:nvPr/>
        </p:nvSpPr>
        <p:spPr>
          <a:xfrm flipV="1">
            <a:off x="93491" y="455960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6524D1D-6AAE-57E4-3352-826611578D26}"/>
                  </a:ext>
                </a:extLst>
              </p:cNvPr>
              <p:cNvSpPr txBox="1"/>
              <p:nvPr/>
            </p:nvSpPr>
            <p:spPr>
              <a:xfrm>
                <a:off x="97553" y="5787327"/>
                <a:ext cx="467736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6524D1D-6AAE-57E4-3352-826611578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3" y="5787327"/>
                <a:ext cx="4677366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B74EA4D-411B-E1EA-2510-D5A9AB0E6EB2}"/>
                  </a:ext>
                </a:extLst>
              </p:cNvPr>
              <p:cNvSpPr txBox="1"/>
              <p:nvPr/>
            </p:nvSpPr>
            <p:spPr>
              <a:xfrm>
                <a:off x="6974732" y="100062"/>
                <a:ext cx="515890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b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IN" sz="28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I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d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I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d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I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N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B74EA4D-411B-E1EA-2510-D5A9AB0E6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732" y="100062"/>
                <a:ext cx="5158903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4825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8" grpId="0"/>
      <p:bldP spid="22" grpId="0"/>
      <p:bldP spid="26" grpId="0"/>
      <p:bldP spid="27" grpId="0" animBg="1"/>
      <p:bldP spid="29" grpId="0" animBg="1"/>
      <p:bldP spid="30" grpId="0" animBg="1"/>
      <p:bldP spid="33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CEDA2-9CF8-C0C1-155C-63B68786D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3711E9E-D021-DC19-8B0A-BB62FEFCC2B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Method:5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3711E9E-D021-DC19-8B0A-BB62FEFCC2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3BBB4F-9A01-EA1F-22C3-42C0B636BE98}"/>
                  </a:ext>
                </a:extLst>
              </p:cNvPr>
              <p:cNvSpPr txBox="1"/>
              <p:nvPr/>
            </p:nvSpPr>
            <p:spPr>
              <a:xfrm>
                <a:off x="784158" y="788676"/>
                <a:ext cx="10345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Express the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as 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3BBB4F-9A01-EA1F-22C3-42C0B636B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158" y="788676"/>
                <a:ext cx="10345519" cy="523220"/>
              </a:xfrm>
              <a:prstGeom prst="rect">
                <a:avLst/>
              </a:prstGeom>
              <a:blipFill>
                <a:blip r:embed="rId3"/>
                <a:stretch>
                  <a:fillRect l="-1237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28E219-266F-0BE7-A807-8B1400114FE3}"/>
                  </a:ext>
                </a:extLst>
              </p:cNvPr>
              <p:cNvSpPr txBox="1"/>
              <p:nvPr/>
            </p:nvSpPr>
            <p:spPr>
              <a:xfrm>
                <a:off x="435291" y="1996419"/>
                <a:ext cx="92393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28E219-266F-0BE7-A807-8B1400114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91" y="1996419"/>
                <a:ext cx="923939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EC449F-9A0E-FDE6-F2B9-2FAFE27E69CB}"/>
                  </a:ext>
                </a:extLst>
              </p:cNvPr>
              <p:cNvSpPr txBox="1"/>
              <p:nvPr/>
            </p:nvSpPr>
            <p:spPr>
              <a:xfrm>
                <a:off x="784158" y="1350808"/>
                <a:ext cx="61284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IN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EC449F-9A0E-FDE6-F2B9-2FAFE27E6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158" y="1350808"/>
                <a:ext cx="612842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E8778ADD-66F2-ACAC-D8F7-AC8886C8A998}"/>
              </a:ext>
            </a:extLst>
          </p:cNvPr>
          <p:cNvGrpSpPr/>
          <p:nvPr/>
        </p:nvGrpSpPr>
        <p:grpSpPr>
          <a:xfrm>
            <a:off x="6383250" y="5903732"/>
            <a:ext cx="5750385" cy="523220"/>
            <a:chOff x="-39690" y="3249198"/>
            <a:chExt cx="5905105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D0B7CD0-D054-391E-38BB-8B065AACDE1D}"/>
                    </a:ext>
                  </a:extLst>
                </p:cNvPr>
                <p:cNvSpPr txBox="1"/>
                <p:nvPr/>
              </p:nvSpPr>
              <p:spPr>
                <a:xfrm>
                  <a:off x="-39690" y="3249198"/>
                  <a:ext cx="590510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+7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D0B7CD0-D054-391E-38BB-8B065AACDE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9690" y="3249198"/>
                  <a:ext cx="5905105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EF3CB9-1C66-916B-BA5C-B68C5DF15D6E}"/>
                </a:ext>
              </a:extLst>
            </p:cNvPr>
            <p:cNvSpPr/>
            <p:nvPr/>
          </p:nvSpPr>
          <p:spPr>
            <a:xfrm>
              <a:off x="-39690" y="3249198"/>
              <a:ext cx="5828451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69812E3-918F-F0F4-A879-DAB3F50874E8}"/>
                  </a:ext>
                </a:extLst>
              </p:cNvPr>
              <p:cNvSpPr txBox="1"/>
              <p:nvPr/>
            </p:nvSpPr>
            <p:spPr>
              <a:xfrm>
                <a:off x="435291" y="2674717"/>
                <a:ext cx="92393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1, 0, 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69812E3-918F-F0F4-A879-DAB3F5087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91" y="2674717"/>
                <a:ext cx="923939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E8D36C49-97DF-8B71-24D4-D3D7E45798B2}"/>
              </a:ext>
            </a:extLst>
          </p:cNvPr>
          <p:cNvSpPr txBox="1"/>
          <p:nvPr/>
        </p:nvSpPr>
        <p:spPr>
          <a:xfrm>
            <a:off x="784158" y="3345558"/>
            <a:ext cx="5641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Equating corresponding components,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2B1154-4E27-D05C-46CD-B46DD8735208}"/>
                  </a:ext>
                </a:extLst>
              </p:cNvPr>
              <p:cNvSpPr txBox="1"/>
              <p:nvPr/>
            </p:nvSpPr>
            <p:spPr>
              <a:xfrm>
                <a:off x="7062486" y="3926524"/>
                <a:ext cx="16214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2B1154-4E27-D05C-46CD-B46DD8735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486" y="3926524"/>
                <a:ext cx="162144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E22E522-2787-A3E4-890F-8A5CF41F47E5}"/>
                  </a:ext>
                </a:extLst>
              </p:cNvPr>
              <p:cNvSpPr txBox="1"/>
              <p:nvPr/>
            </p:nvSpPr>
            <p:spPr>
              <a:xfrm>
                <a:off x="4207741" y="3926524"/>
                <a:ext cx="240727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=−1,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E22E522-2787-A3E4-890F-8A5CF41F4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741" y="3926524"/>
                <a:ext cx="240727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77C0CD0-27DF-AA47-BD55-F0B295116439}"/>
                  </a:ext>
                </a:extLst>
              </p:cNvPr>
              <p:cNvSpPr txBox="1"/>
              <p:nvPr/>
            </p:nvSpPr>
            <p:spPr>
              <a:xfrm>
                <a:off x="784158" y="3933412"/>
                <a:ext cx="31263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=2,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77C0CD0-27DF-AA47-BD55-F0B295116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158" y="3933412"/>
                <a:ext cx="3126361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11999E04-28E9-9849-1ACE-E170D2DE099A}"/>
              </a:ext>
            </a:extLst>
          </p:cNvPr>
          <p:cNvSpPr txBox="1"/>
          <p:nvPr/>
        </p:nvSpPr>
        <p:spPr>
          <a:xfrm>
            <a:off x="784158" y="4521265"/>
            <a:ext cx="3680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these equations,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0F47B64-AA2A-3B1E-55D3-39E6168B410F}"/>
                  </a:ext>
                </a:extLst>
              </p:cNvPr>
              <p:cNvSpPr txBox="1"/>
              <p:nvPr/>
            </p:nvSpPr>
            <p:spPr>
              <a:xfrm>
                <a:off x="784158" y="5134840"/>
                <a:ext cx="53539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:r>
                  <a:rPr lang="en-IN" sz="2800" dirty="0">
                    <a:solidFill>
                      <a:srgbClr val="002060"/>
                    </a:solidFill>
                  </a:rPr>
                  <a:t>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=−9,  </m:t>
                    </m:r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0F47B64-AA2A-3B1E-55D3-39E6168B4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158" y="5134840"/>
                <a:ext cx="5353991" cy="523220"/>
              </a:xfrm>
              <a:prstGeom prst="rect">
                <a:avLst/>
              </a:prstGeom>
              <a:blipFill>
                <a:blip r:embed="rId11"/>
                <a:stretch>
                  <a:fillRect l="-2392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Arrow 3">
            <a:extLst>
              <a:ext uri="{FF2B5EF4-FFF2-40B4-BE49-F238E27FC236}">
                <a16:creationId xmlns:a16="http://schemas.microsoft.com/office/drawing/2014/main" id="{1A3867B9-F169-98E9-1157-B05C8AF08605}"/>
              </a:ext>
            </a:extLst>
          </p:cNvPr>
          <p:cNvSpPr/>
          <p:nvPr/>
        </p:nvSpPr>
        <p:spPr>
          <a:xfrm flipV="1">
            <a:off x="64311" y="8640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29" name="Right Arrow 3">
            <a:extLst>
              <a:ext uri="{FF2B5EF4-FFF2-40B4-BE49-F238E27FC236}">
                <a16:creationId xmlns:a16="http://schemas.microsoft.com/office/drawing/2014/main" id="{5A4C75C3-BD4F-5DC7-A502-513AF5546D6B}"/>
              </a:ext>
            </a:extLst>
          </p:cNvPr>
          <p:cNvSpPr/>
          <p:nvPr/>
        </p:nvSpPr>
        <p:spPr>
          <a:xfrm flipV="1">
            <a:off x="64310" y="3420128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30" name="Right Arrow 3">
            <a:extLst>
              <a:ext uri="{FF2B5EF4-FFF2-40B4-BE49-F238E27FC236}">
                <a16:creationId xmlns:a16="http://schemas.microsoft.com/office/drawing/2014/main" id="{2151CCA1-5221-2726-743B-40569F368DCA}"/>
              </a:ext>
            </a:extLst>
          </p:cNvPr>
          <p:cNvSpPr/>
          <p:nvPr/>
        </p:nvSpPr>
        <p:spPr>
          <a:xfrm flipV="1">
            <a:off x="64309" y="4559601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EEFF1EA-70A5-2BCA-8BB7-51031DF8015C}"/>
                  </a:ext>
                </a:extLst>
              </p:cNvPr>
              <p:cNvSpPr txBox="1"/>
              <p:nvPr/>
            </p:nvSpPr>
            <p:spPr>
              <a:xfrm>
                <a:off x="68371" y="5787327"/>
                <a:ext cx="467736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79500" indent="-10795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+8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EEFF1EA-70A5-2BCA-8BB7-51031DF80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71" y="5787327"/>
                <a:ext cx="4677366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0B6992-3363-8B16-F802-8E84151FC15E}"/>
                  </a:ext>
                </a:extLst>
              </p:cNvPr>
              <p:cNvSpPr txBox="1"/>
              <p:nvPr/>
            </p:nvSpPr>
            <p:spPr>
              <a:xfrm>
                <a:off x="6955278" y="100062"/>
                <a:ext cx="51783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b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IN" sz="28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I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d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I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d>
                          <m:r>
                            <a:rPr lang="en-I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I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IN" sz="28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8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N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0B6992-3363-8B16-F802-8E84151FC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278" y="100062"/>
                <a:ext cx="5178358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421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8" grpId="0"/>
      <p:bldP spid="22" grpId="0"/>
      <p:bldP spid="26" grpId="0"/>
      <p:bldP spid="27" grpId="0" animBg="1"/>
      <p:bldP spid="29" grpId="0" animBg="1"/>
      <p:bldP spid="30" grpId="0" animBg="1"/>
      <p:bldP spid="33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4ACC9-CA9E-A7C2-8D8B-AC58B7C2D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222CEA0-6C9D-7643-332C-6BC07834556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IN" dirty="0"/>
                  <a:t>Method:5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lang="en-IN" dirty="0"/>
                  <a:t> Example:3(Continue)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222CEA0-6C9D-7643-332C-6BC0783455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Arrow 3">
            <a:extLst>
              <a:ext uri="{FF2B5EF4-FFF2-40B4-BE49-F238E27FC236}">
                <a16:creationId xmlns:a16="http://schemas.microsoft.com/office/drawing/2014/main" id="{BE6F84A1-4801-4A0D-D5EC-C0309B5098E9}"/>
              </a:ext>
            </a:extLst>
          </p:cNvPr>
          <p:cNvSpPr/>
          <p:nvPr/>
        </p:nvSpPr>
        <p:spPr>
          <a:xfrm flipV="1">
            <a:off x="790028" y="1540012"/>
            <a:ext cx="576777" cy="394349"/>
          </a:xfrm>
          <a:prstGeom prst="rightArrow">
            <a:avLst/>
          </a:pr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</a:pPr>
            <a:endParaRPr lang="en-IN" sz="280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9ACAD5-14FC-9C80-68E0-80CB4378C628}"/>
              </a:ext>
            </a:extLst>
          </p:cNvPr>
          <p:cNvGrpSpPr/>
          <p:nvPr/>
        </p:nvGrpSpPr>
        <p:grpSpPr>
          <a:xfrm>
            <a:off x="8247459" y="5880594"/>
            <a:ext cx="3793787" cy="523220"/>
            <a:chOff x="666908" y="3671577"/>
            <a:chExt cx="4070461" cy="52322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1277B-6C7D-4BF6-B292-81FA89B69698}"/>
                </a:ext>
              </a:extLst>
            </p:cNvPr>
            <p:cNvSpPr/>
            <p:nvPr/>
          </p:nvSpPr>
          <p:spPr>
            <a:xfrm>
              <a:off x="666908" y="3671577"/>
              <a:ext cx="4070461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48938B69-4D31-676C-EFEA-09484EB47FB7}"/>
                    </a:ext>
                  </a:extLst>
                </p:cNvPr>
                <p:cNvSpPr txBox="1"/>
                <p:nvPr/>
              </p:nvSpPr>
              <p:spPr>
                <a:xfrm>
                  <a:off x="666908" y="3671577"/>
                  <a:ext cx="407046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48938B69-4D31-676C-EFEA-09484EB47F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908" y="3671577"/>
                  <a:ext cx="4070461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1DB8C54-8064-D143-B3B6-662BA66A20AC}"/>
              </a:ext>
            </a:extLst>
          </p:cNvPr>
          <p:cNvGrpSpPr/>
          <p:nvPr/>
        </p:nvGrpSpPr>
        <p:grpSpPr>
          <a:xfrm>
            <a:off x="7809716" y="5861593"/>
            <a:ext cx="4231530" cy="561222"/>
            <a:chOff x="7463379" y="2316466"/>
            <a:chExt cx="4540638" cy="5612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55569182-DB6E-A6EA-1F84-9D4BF01976F5}"/>
                    </a:ext>
                  </a:extLst>
                </p:cNvPr>
                <p:cNvSpPr txBox="1"/>
                <p:nvPr/>
              </p:nvSpPr>
              <p:spPr>
                <a:xfrm>
                  <a:off x="7463379" y="2316466"/>
                  <a:ext cx="446586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55569182-DB6E-A6EA-1F84-9D4BF01976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3379" y="2316466"/>
                  <a:ext cx="4465860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D886D4F-E490-1048-B90B-C8AF8E119DEC}"/>
                </a:ext>
              </a:extLst>
            </p:cNvPr>
            <p:cNvSpPr/>
            <p:nvPr/>
          </p:nvSpPr>
          <p:spPr>
            <a:xfrm>
              <a:off x="7463380" y="2354468"/>
              <a:ext cx="4540637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2987AFE-65C6-CF5A-A849-88C45A7C5DFC}"/>
                  </a:ext>
                </a:extLst>
              </p:cNvPr>
              <p:cNvSpPr txBox="1"/>
              <p:nvPr/>
            </p:nvSpPr>
            <p:spPr>
              <a:xfrm>
                <a:off x="1518466" y="1457078"/>
                <a:ext cx="1700927" cy="560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2987AFE-65C6-CF5A-A849-88C45A7C5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466" y="1457078"/>
                <a:ext cx="1700927" cy="5602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31E4EFC-FC00-B602-344A-F40ACAAA4B2A}"/>
                  </a:ext>
                </a:extLst>
              </p:cNvPr>
              <p:cNvSpPr txBox="1"/>
              <p:nvPr/>
            </p:nvSpPr>
            <p:spPr>
              <a:xfrm>
                <a:off x="2974036" y="721525"/>
                <a:ext cx="51394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1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31E4EFC-FC00-B602-344A-F40ACAAA4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4036" y="721525"/>
                <a:ext cx="513940" cy="2031325"/>
              </a:xfrm>
              <a:prstGeom prst="rect">
                <a:avLst/>
              </a:prstGeom>
              <a:blipFill>
                <a:blip r:embed="rId6"/>
                <a:stretch>
                  <a:fillRect r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Left Bracket 31">
            <a:extLst>
              <a:ext uri="{FF2B5EF4-FFF2-40B4-BE49-F238E27FC236}">
                <a16:creationId xmlns:a16="http://schemas.microsoft.com/office/drawing/2014/main" id="{087A51E0-C3DB-2B19-8664-8B5FCA17D9CC}"/>
              </a:ext>
            </a:extLst>
          </p:cNvPr>
          <p:cNvSpPr/>
          <p:nvPr/>
        </p:nvSpPr>
        <p:spPr>
          <a:xfrm>
            <a:off x="2967554" y="894645"/>
            <a:ext cx="145913" cy="1789565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52A380E-1A0B-599A-E732-77050F047CF9}"/>
                  </a:ext>
                </a:extLst>
              </p:cNvPr>
              <p:cNvSpPr txBox="1"/>
              <p:nvPr/>
            </p:nvSpPr>
            <p:spPr>
              <a:xfrm>
                <a:off x="3678831" y="739206"/>
                <a:ext cx="51394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4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1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52A380E-1A0B-599A-E732-77050F047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8831" y="739206"/>
                <a:ext cx="513940" cy="2031325"/>
              </a:xfrm>
              <a:prstGeom prst="rect">
                <a:avLst/>
              </a:prstGeom>
              <a:blipFill>
                <a:blip r:embed="rId7"/>
                <a:stretch>
                  <a:fillRect r="-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Left Bracket 34">
            <a:extLst>
              <a:ext uri="{FF2B5EF4-FFF2-40B4-BE49-F238E27FC236}">
                <a16:creationId xmlns:a16="http://schemas.microsoft.com/office/drawing/2014/main" id="{322107D9-A1A4-67DE-85DC-2985D456078A}"/>
              </a:ext>
            </a:extLst>
          </p:cNvPr>
          <p:cNvSpPr/>
          <p:nvPr/>
        </p:nvSpPr>
        <p:spPr>
          <a:xfrm flipH="1">
            <a:off x="4941256" y="894645"/>
            <a:ext cx="150261" cy="1789565"/>
          </a:xfrm>
          <a:prstGeom prst="leftBracket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BE8CA25-A242-5238-631E-40035D1E3DC3}"/>
                  </a:ext>
                </a:extLst>
              </p:cNvPr>
              <p:cNvSpPr txBox="1"/>
              <p:nvPr/>
            </p:nvSpPr>
            <p:spPr>
              <a:xfrm>
                <a:off x="5091518" y="2441001"/>
                <a:ext cx="11536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IN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BE8CA25-A242-5238-631E-40035D1E3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1518" y="2441001"/>
                <a:ext cx="115364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2BD3795-E0EC-580E-62DD-551AE866732A}"/>
                  </a:ext>
                </a:extLst>
              </p:cNvPr>
              <p:cNvSpPr txBox="1"/>
              <p:nvPr/>
            </p:nvSpPr>
            <p:spPr>
              <a:xfrm>
                <a:off x="4344432" y="736606"/>
                <a:ext cx="51394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3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−9</m:t>
                      </m:r>
                    </m:oMath>
                  </m:oMathPara>
                </a14:m>
                <a:endParaRPr lang="en-IN" sz="28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8</m:t>
                      </m:r>
                    </m:oMath>
                  </m:oMathPara>
                </a14:m>
                <a:endParaRPr lang="en-IN" sz="2800" b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2BD3795-E0EC-580E-62DD-551AE8667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4432" y="736606"/>
                <a:ext cx="513940" cy="2031325"/>
              </a:xfrm>
              <a:prstGeom prst="rect">
                <a:avLst/>
              </a:prstGeom>
              <a:blipFill>
                <a:blip r:embed="rId9"/>
                <a:stretch>
                  <a:fillRect r="-3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8F446E-47B4-31E0-2EB2-005D8DB063FF}"/>
                  </a:ext>
                </a:extLst>
              </p:cNvPr>
              <p:cNvSpPr txBox="1"/>
              <p:nvPr/>
            </p:nvSpPr>
            <p:spPr>
              <a:xfrm>
                <a:off x="270238" y="3040209"/>
                <a:ext cx="5313439" cy="1231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et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</m:e>
                            <m:sub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b="0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b="0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IN" sz="2800" b="0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−9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800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b="0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</m:m>
                          <m: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8F446E-47B4-31E0-2EB2-005D8DB06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238" y="3040209"/>
                <a:ext cx="5313439" cy="123174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F19484-1B17-A4CA-C2F7-81AD4539FDA8}"/>
                  </a:ext>
                </a:extLst>
              </p:cNvPr>
              <p:cNvSpPr txBox="1"/>
              <p:nvPr/>
            </p:nvSpPr>
            <p:spPr>
              <a:xfrm>
                <a:off x="2368930" y="4526582"/>
                <a:ext cx="769919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−16+9</m:t>
                          </m:r>
                        </m:e>
                      </m:d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−8+9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F19484-1B17-A4CA-C2F7-81AD4539F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930" y="4526582"/>
                <a:ext cx="7699198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780ECC-B297-F642-5D6A-2DB08FE72F1C}"/>
                  </a:ext>
                </a:extLst>
              </p:cNvPr>
              <p:cNvSpPr txBox="1"/>
              <p:nvPr/>
            </p:nvSpPr>
            <p:spPr>
              <a:xfrm>
                <a:off x="270238" y="5189189"/>
                <a:ext cx="3193109" cy="608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et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</m:d>
                            </m:e>
                            <m:sub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=−8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780ECC-B297-F642-5D6A-2DB08FE72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238" y="5189189"/>
                <a:ext cx="3193109" cy="60818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601C964-D5D0-9162-6982-69CC98D60FA8}"/>
                  </a:ext>
                </a:extLst>
              </p:cNvPr>
              <p:cNvSpPr/>
              <p:nvPr/>
            </p:nvSpPr>
            <p:spPr>
              <a:xfrm>
                <a:off x="284851" y="5908003"/>
                <a:ext cx="5811149" cy="5217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Hence,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et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=−8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601C964-D5D0-9162-6982-69CC98D60F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851" y="5908003"/>
                <a:ext cx="5811149" cy="521706"/>
              </a:xfrm>
              <a:prstGeom prst="rect">
                <a:avLst/>
              </a:prstGeom>
              <a:blipFill>
                <a:blip r:embed="rId13"/>
                <a:stretch>
                  <a:fillRect l="-2204" t="-5814" b="-372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8BDB9783-67D9-7270-A1BF-8B1E4A90E6B6}"/>
              </a:ext>
            </a:extLst>
          </p:cNvPr>
          <p:cNvGrpSpPr/>
          <p:nvPr/>
        </p:nvGrpSpPr>
        <p:grpSpPr>
          <a:xfrm>
            <a:off x="7556418" y="5899595"/>
            <a:ext cx="4484828" cy="527175"/>
            <a:chOff x="5990264" y="1116050"/>
            <a:chExt cx="4484828" cy="5271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FFD79260-7899-BBDA-846E-7D85DE091520}"/>
                    </a:ext>
                  </a:extLst>
                </p:cNvPr>
                <p:cNvSpPr txBox="1"/>
                <p:nvPr/>
              </p:nvSpPr>
              <p:spPr>
                <a:xfrm>
                  <a:off x="5990264" y="1120005"/>
                  <a:ext cx="43731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079500" indent="-107950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en-IN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I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FFD79260-7899-BBDA-846E-7D85DE0915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0264" y="1120005"/>
                  <a:ext cx="4373100" cy="52322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A37ABDA-DF0F-2513-C81C-80BC34441A75}"/>
                </a:ext>
              </a:extLst>
            </p:cNvPr>
            <p:cNvSpPr/>
            <p:nvPr/>
          </p:nvSpPr>
          <p:spPr>
            <a:xfrm>
              <a:off x="6019825" y="1116050"/>
              <a:ext cx="4455267" cy="5232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1" indent="-457200">
                <a:lnSpc>
                  <a:spcPct val="150000"/>
                </a:lnSpc>
              </a:pPr>
              <a:endParaRPr lang="en-IN" sz="2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9069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/>
      <p:bldP spid="31" grpId="0"/>
      <p:bldP spid="32" grpId="0" animBg="1"/>
      <p:bldP spid="34" grpId="0"/>
      <p:bldP spid="35" grpId="0" animBg="1"/>
      <p:bldP spid="36" grpId="0"/>
      <p:bldP spid="37" grpId="0"/>
      <p:bldP spid="6" grpId="0"/>
      <p:bldP spid="7" grpId="0"/>
      <p:bldP spid="9" grpId="0"/>
      <p:bldP spid="16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19">
                <a:extLst>
                  <a:ext uri="{FF2B5EF4-FFF2-40B4-BE49-F238E27FC236}">
                    <a16:creationId xmlns:a16="http://schemas.microsoft.com/office/drawing/2014/main" id="{FF5B8673-7BA1-4EA7-991A-5F4DCD3054D0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B.Tech.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1</a:t>
                </a:r>
                <a:r>
                  <a:rPr lang="en-US" baseline="30000" dirty="0"/>
                  <a:t>st</a:t>
                </a:r>
                <a:r>
                  <a:rPr lang="en-US" dirty="0"/>
                  <a:t> Semester</a:t>
                </a:r>
              </a:p>
              <a:p>
                <a:pPr>
                  <a:lnSpc>
                    <a:spcPct val="125000"/>
                  </a:lnSpc>
                </a:pPr>
                <a:r>
                  <a:rPr lang="en-US" b="1" dirty="0"/>
                  <a:t>Mathematics – I (</a:t>
                </a:r>
                <a:r>
                  <a:rPr lang="en-US" dirty="0"/>
                  <a:t>2601HS101</a:t>
                </a:r>
                <a:r>
                  <a:rPr lang="en-US" b="1" dirty="0"/>
                  <a:t>)</a:t>
                </a:r>
              </a:p>
            </p:txBody>
          </p:sp>
        </mc:Choice>
        <mc:Fallback xmlns="">
          <p:sp>
            <p:nvSpPr>
              <p:cNvPr id="20" name="Text Placeholder 19">
                <a:extLst>
                  <a:ext uri="{FF2B5EF4-FFF2-40B4-BE49-F238E27FC236}">
                    <a16:creationId xmlns:a16="http://schemas.microsoft.com/office/drawing/2014/main" id="{FF5B8673-7BA1-4EA7-991A-5F4DCD3054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blipFill>
                <a:blip r:embed="rId2"/>
                <a:stretch>
                  <a:fillRect b="-99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9677FDF1-46E9-47E1-A974-B878D8645D19}"/>
              </a:ext>
            </a:extLst>
          </p:cNvPr>
          <p:cNvGrpSpPr/>
          <p:nvPr/>
        </p:nvGrpSpPr>
        <p:grpSpPr>
          <a:xfrm>
            <a:off x="26704" y="1462475"/>
            <a:ext cx="8044476" cy="3103418"/>
            <a:chOff x="-12804" y="1537545"/>
            <a:chExt cx="8044476" cy="3103418"/>
          </a:xfrm>
        </p:grpSpPr>
        <p:sp>
          <p:nvSpPr>
            <p:cNvPr id="21" name="Title 1">
              <a:extLst>
                <a:ext uri="{FF2B5EF4-FFF2-40B4-BE49-F238E27FC236}">
                  <a16:creationId xmlns:a16="http://schemas.microsoft.com/office/drawing/2014/main" id="{CA4DBECA-252D-4599-A864-6399BFFEB65B}"/>
                </a:ext>
              </a:extLst>
            </p:cNvPr>
            <p:cNvSpPr txBox="1">
              <a:spLocks/>
            </p:cNvSpPr>
            <p:nvPr/>
          </p:nvSpPr>
          <p:spPr>
            <a:xfrm>
              <a:off x="-12804" y="2160999"/>
              <a:ext cx="2594560" cy="185650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lvl="0"/>
            </a:lstStyle>
            <a:p>
              <a:r>
                <a:rPr lang="en-GB" dirty="0">
                  <a:solidFill>
                    <a:srgbClr val="ED524F"/>
                  </a:solidFill>
                </a:rPr>
                <a:t> </a:t>
              </a:r>
            </a:p>
          </p:txBody>
        </p:sp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FB21F4C4-30D4-4011-8510-CF20FEFC370B}"/>
                </a:ext>
              </a:extLst>
            </p:cNvPr>
            <p:cNvSpPr/>
            <p:nvPr/>
          </p:nvSpPr>
          <p:spPr>
            <a:xfrm rot="5400000">
              <a:off x="2457725" y="1742096"/>
              <a:ext cx="3103418" cy="2694316"/>
            </a:xfrm>
            <a:prstGeom prst="hexagon">
              <a:avLst/>
            </a:prstGeom>
            <a:noFill/>
            <a:ln w="57150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GB" sz="4400" b="1" dirty="0">
                  <a:solidFill>
                    <a:srgbClr val="0690DF"/>
                  </a:solidFill>
                </a:rPr>
                <a:t>THANK YOU</a:t>
              </a:r>
            </a:p>
          </p:txBody>
        </p:sp>
        <p:sp>
          <p:nvSpPr>
            <p:cNvPr id="23" name="Title 1">
              <a:extLst>
                <a:ext uri="{FF2B5EF4-FFF2-40B4-BE49-F238E27FC236}">
                  <a16:creationId xmlns:a16="http://schemas.microsoft.com/office/drawing/2014/main" id="{96D0D2A0-7D7D-452B-9ADA-174886259D92}"/>
                </a:ext>
              </a:extLst>
            </p:cNvPr>
            <p:cNvSpPr txBox="1">
              <a:spLocks/>
            </p:cNvSpPr>
            <p:nvPr/>
          </p:nvSpPr>
          <p:spPr>
            <a:xfrm rot="10800000">
              <a:off x="5437112" y="2160998"/>
              <a:ext cx="2594560" cy="185650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lvl="0"/>
            </a:lstStyle>
            <a:p>
              <a:r>
                <a:rPr lang="en-GB" dirty="0">
                  <a:solidFill>
                    <a:srgbClr val="ED524F"/>
                  </a:solidFill>
                </a:rPr>
                <a:t> </a:t>
              </a:r>
            </a:p>
          </p:txBody>
        </p:sp>
      </p:grp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AA1A6B6-B92A-D6AC-F5A2-E62AE629B37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prstClr val="white">
                <a:lumMod val="65000"/>
              </a:prstClr>
            </a:solidFill>
          </a:ln>
        </p:spPr>
      </p:pic>
    </p:spTree>
    <p:extLst>
      <p:ext uri="{BB962C8B-B14F-4D97-AF65-F5344CB8AC3E}">
        <p14:creationId xmlns:p14="http://schemas.microsoft.com/office/powerpoint/2010/main" val="2093637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22464</TotalTime>
  <Words>11683</Words>
  <Application>Microsoft Office PowerPoint</Application>
  <PresentationFormat>Widescreen</PresentationFormat>
  <Paragraphs>1477</Paragraphs>
  <Slides>127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127</vt:i4>
      </vt:variant>
    </vt:vector>
  </HeadingPairs>
  <TitlesOfParts>
    <vt:vector size="136" baseType="lpstr">
      <vt:lpstr>Wingdings 3</vt:lpstr>
      <vt:lpstr>Calibri</vt:lpstr>
      <vt:lpstr>Wingdings</vt:lpstr>
      <vt:lpstr>Cambria</vt:lpstr>
      <vt:lpstr>Roboto Condensed Light</vt:lpstr>
      <vt:lpstr>Cambria Math</vt:lpstr>
      <vt:lpstr>Arial</vt:lpstr>
      <vt:lpstr>Roboto Condensed</vt:lpstr>
      <vt:lpstr>Office Theme</vt:lpstr>
      <vt:lpstr>Unit – 3 Linear Transformation</vt:lpstr>
      <vt:lpstr>PowerPoint Presentation</vt:lpstr>
      <vt:lpstr>PowerPoint Presentation</vt:lpstr>
      <vt:lpstr>Method-1 Linear Transformations</vt:lpstr>
      <vt:lpstr>Introduction</vt:lpstr>
      <vt:lpstr>Linear Transformation</vt:lpstr>
      <vt:lpstr>Linear Transformation</vt:lpstr>
      <vt:lpstr>Procedure to Check Mapping T is a Linear Transformation or Not</vt:lpstr>
      <vt:lpstr>Some Standard Linear Transformations</vt:lpstr>
      <vt:lpstr>Some Standard Linear Transformations</vt:lpstr>
      <vt:lpstr>Properties of Linear Transformations</vt:lpstr>
      <vt:lpstr>Method:1 ⇝ Example:1</vt:lpstr>
      <vt:lpstr>Method:1 ⇝ Example:1(Continue)</vt:lpstr>
      <vt:lpstr>Method:1 ⇝ Example:1(Continue)</vt:lpstr>
      <vt:lpstr>Method:1 ⇝ Example:1(Continue)</vt:lpstr>
      <vt:lpstr>Method:1 ⇝ Example:1(Continue)</vt:lpstr>
      <vt:lpstr>Method:1 ⇝ Example:1(Continue)</vt:lpstr>
      <vt:lpstr>Method:1 ⇝ Example:2</vt:lpstr>
      <vt:lpstr>Method:1 ⇝ Example:2(Continue)</vt:lpstr>
      <vt:lpstr>Method:1 ⇝ Example:3</vt:lpstr>
      <vt:lpstr>Method:1 ⇝ Example:3(Continue)</vt:lpstr>
      <vt:lpstr>Method:1 ⇝ Example:4</vt:lpstr>
      <vt:lpstr>Method:1 ⇝ Example:4(Continue)</vt:lpstr>
      <vt:lpstr>Method-2 Kernel, Range and Rank-Nullity Theorem</vt:lpstr>
      <vt:lpstr>Standard Matrix of the Linear Transformation</vt:lpstr>
      <vt:lpstr>Procedure to Find the Standard Matrix [T] </vt:lpstr>
      <vt:lpstr>Procedure to Find the Standard Matrix [T] </vt:lpstr>
      <vt:lpstr>Kernel and Range </vt:lpstr>
      <vt:lpstr>Kernel and Range </vt:lpstr>
      <vt:lpstr>Remarks:</vt:lpstr>
      <vt:lpstr>Rank and Nullity of Linear Transformation</vt:lpstr>
      <vt:lpstr>Rank and Nullity of Linear Transformation</vt:lpstr>
      <vt:lpstr>Procedure to Find the Rank of T</vt:lpstr>
      <vt:lpstr>Procedure to Find the Nullity of T</vt:lpstr>
      <vt:lpstr>Rank-Nullity Theorem</vt:lpstr>
      <vt:lpstr>Method:2 ⇝ Example:1</vt:lpstr>
      <vt:lpstr>Method:2 ⇝ Example:2</vt:lpstr>
      <vt:lpstr>Method:2 ⇝ Example:3</vt:lpstr>
      <vt:lpstr>Method:2 ⇝ Example:3(Continue)</vt:lpstr>
      <vt:lpstr>Method:2 ⇝ Example:3(Continue)</vt:lpstr>
      <vt:lpstr>Method:2 ⇝ Example:3(Continue)</vt:lpstr>
      <vt:lpstr>Method:2 ⇝ Example:3(Continue)</vt:lpstr>
      <vt:lpstr>Method:2 ⇝ Example:3(Continue)</vt:lpstr>
      <vt:lpstr>Method:2 ⇝ Example:4</vt:lpstr>
      <vt:lpstr>Method:2 ⇝ Example:4(Continue)</vt:lpstr>
      <vt:lpstr>Method:2 ⇝ Example:4(Continue)</vt:lpstr>
      <vt:lpstr>Method:2 ⇝ Example:4(Continue)</vt:lpstr>
      <vt:lpstr>Method:2 ⇝ Example:5</vt:lpstr>
      <vt:lpstr>Method:2 ⇝ Example:5(Continue)</vt:lpstr>
      <vt:lpstr>Method:2 ⇝ Example:5(Continue)</vt:lpstr>
      <vt:lpstr>Method:2 ⇝ Example:5(Continue)</vt:lpstr>
      <vt:lpstr>Method:2 ⇝ Example:6</vt:lpstr>
      <vt:lpstr>Method:2 ⇝ Example:6(Continue)</vt:lpstr>
      <vt:lpstr>Method:2 ⇝ Example:6(Continue)</vt:lpstr>
      <vt:lpstr>Method:2 ⇝ Example:6(Continue)</vt:lpstr>
      <vt:lpstr>Method:2 ⇝ Example:6(Continue)</vt:lpstr>
      <vt:lpstr>Method:2 ⇝ Example:7</vt:lpstr>
      <vt:lpstr>Method:2 ⇝ Example:7(Continue)</vt:lpstr>
      <vt:lpstr>Method:2 ⇝ Example:7(Continue)</vt:lpstr>
      <vt:lpstr>Method:2 ⇝ Example:7(Continue)</vt:lpstr>
      <vt:lpstr>Method-3 Matrix Representation of Linear Transformation</vt:lpstr>
      <vt:lpstr>Associated Matrix of Linear Transformation with Respect to Basis</vt:lpstr>
      <vt:lpstr>Procedure to Find the Matrix Associated to Linear Transformation T</vt:lpstr>
      <vt:lpstr>Procedure to Find the Matrix Associated to Linear Transformation T</vt:lpstr>
      <vt:lpstr>Method:3 ⇝ Example:1</vt:lpstr>
      <vt:lpstr>Method:3 ⇝ Example:1(Continue)</vt:lpstr>
      <vt:lpstr>Method:3 ⇝ Example:1(Continue)</vt:lpstr>
      <vt:lpstr>Method:3 ⇝ Example:1(Continue)</vt:lpstr>
      <vt:lpstr>Method:3 ⇝ Example:2</vt:lpstr>
      <vt:lpstr>Method:3 ⇝ Example:2(Continue)</vt:lpstr>
      <vt:lpstr>Method:3 ⇝ Example:2(Continue)</vt:lpstr>
      <vt:lpstr>Method:3 ⇝ Example:2(Continue)</vt:lpstr>
      <vt:lpstr>Matrices of Identity Operators</vt:lpstr>
      <vt:lpstr>Method:3 ⇝ Example:3</vt:lpstr>
      <vt:lpstr>Method:3 ⇝ Example:3(Continue)</vt:lpstr>
      <vt:lpstr>Method:3 ⇝ Example:3(Continue)</vt:lpstr>
      <vt:lpstr>Method:3 ⇝ Example:3(Continue)</vt:lpstr>
      <vt:lpstr>Method:3 ⇝ Example:3(Continue)</vt:lpstr>
      <vt:lpstr>Method:3 ⇝ Example:3(Continue)</vt:lpstr>
      <vt:lpstr>Method:3 ⇝ Example:3(Continue)</vt:lpstr>
      <vt:lpstr>Method:3 ⇝ Example:3(Continue)</vt:lpstr>
      <vt:lpstr>Method:3 ⇝ Example:3(Continue)</vt:lpstr>
      <vt:lpstr>Method:3 ⇝ Example:3(Continue)</vt:lpstr>
      <vt:lpstr>Method:3 ⇝ Example:3(Continue)</vt:lpstr>
      <vt:lpstr>Method:3 ⇝ Example:4</vt:lpstr>
      <vt:lpstr>Method:3 ⇝ Example:4(Continue)</vt:lpstr>
      <vt:lpstr>Method:3 ⇝ Example:4(Continue)</vt:lpstr>
      <vt:lpstr>Method:3 ⇝ Example:4(Continue)</vt:lpstr>
      <vt:lpstr>Method:3 ⇝ Example:4(Continue)</vt:lpstr>
      <vt:lpstr>Method:3 ⇝ Example:4(Continue)</vt:lpstr>
      <vt:lpstr>Method:3 ⇝ Example:4(Continue)</vt:lpstr>
      <vt:lpstr>Method:3 ⇝ Example:4(Continue)</vt:lpstr>
      <vt:lpstr>Method:3 ⇝ Example:4(Continue)</vt:lpstr>
      <vt:lpstr>Method:3 ⇝ Example:4(Continue)</vt:lpstr>
      <vt:lpstr>Method-4 Change of Basis</vt:lpstr>
      <vt:lpstr>Effect of Change of Bases on Linear Operators</vt:lpstr>
      <vt:lpstr>Procedure to Find [T]_(S_2 ) from [T]_(S_1 )</vt:lpstr>
      <vt:lpstr>Procedure to Find [T]_(S_2 ) from [T]_(S_1 )</vt:lpstr>
      <vt:lpstr>Method:4 ⇝ Example:1</vt:lpstr>
      <vt:lpstr>Method:4 ⇝ Example:1(Continue)</vt:lpstr>
      <vt:lpstr>Method:4 ⇝ Example:1(Continue)</vt:lpstr>
      <vt:lpstr>Method:4 ⇝ Example:1(Continue)</vt:lpstr>
      <vt:lpstr>Method:4 ⇝ Example:1(Continue)</vt:lpstr>
      <vt:lpstr>Method:4 ⇝ Example:1(Continue)</vt:lpstr>
      <vt:lpstr>Method:4 ⇝ Example:1(Continue)</vt:lpstr>
      <vt:lpstr>Method:4 ⇝ Example:1(Continue)</vt:lpstr>
      <vt:lpstr>Method:4 ⇝ Example:2</vt:lpstr>
      <vt:lpstr>Method:4 ⇝ Example:2(Continue)</vt:lpstr>
      <vt:lpstr>Method:4 ⇝ Example:3</vt:lpstr>
      <vt:lpstr>Method:4 ⇝ Example:3(Continue)</vt:lpstr>
      <vt:lpstr>Method:4 ⇝ Example:3(Continue)</vt:lpstr>
      <vt:lpstr>Method-5 Similarity of Matrices</vt:lpstr>
      <vt:lpstr>Similarity of Matrices</vt:lpstr>
      <vt:lpstr>Properties of Similarity of Matrices</vt:lpstr>
      <vt:lpstr>Remarks:</vt:lpstr>
      <vt:lpstr>Method:5 ⇝ Example:1</vt:lpstr>
      <vt:lpstr>Method:5 ⇝ Example:2</vt:lpstr>
      <vt:lpstr>Method:5 ⇝ Example:2(Continue)</vt:lpstr>
      <vt:lpstr>Method:5 ⇝ Example:2(Continue)</vt:lpstr>
      <vt:lpstr>Method:5 ⇝ Example:2(Continue)</vt:lpstr>
      <vt:lpstr>Method:5 ⇝ Example:3</vt:lpstr>
      <vt:lpstr>Method:5 ⇝ Example:3(Continue)</vt:lpstr>
      <vt:lpstr>Method:5 ⇝ Example:3(Continue)</vt:lpstr>
      <vt:lpstr>Method:5 ⇝ Example:3(Continue)</vt:lpstr>
      <vt:lpstr>Method:5 ⇝ Example:3(Continue)</vt:lpstr>
      <vt:lpstr>Method:5 ⇝ Example:3(Continue)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DRP</dc:creator>
  <cp:lastModifiedBy>DARSHAN PIPALIYA</cp:lastModifiedBy>
  <cp:revision>1019</cp:revision>
  <dcterms:created xsi:type="dcterms:W3CDTF">2020-05-01T05:09:15Z</dcterms:created>
  <dcterms:modified xsi:type="dcterms:W3CDTF">2026-09-22T05:23:03Z</dcterms:modified>
</cp:coreProperties>
</file>